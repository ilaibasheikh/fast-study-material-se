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g"/>
  <Override PartName="/ppt/media/image3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9979"/>
    <a:srgbClr val="BF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86528-7D77-4AC4-B8CC-7577E0F08A97}" v="82" dt="2024-10-23T15:09:48.541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4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5185485F-32E4-48C1-82EB-2285A14997FD}"/>
    <pc:docChg chg="undo custSel addSld delSld modSld">
      <pc:chgData name="Ms Alina Arshad" userId="cccdfd85-d35d-4453-9c6f-a463aae40722" providerId="ADAL" clId="{5185485F-32E4-48C1-82EB-2285A14997FD}" dt="2024-10-21T09:02:11.443" v="7" actId="20577"/>
      <pc:docMkLst>
        <pc:docMk/>
      </pc:docMkLst>
      <pc:sldChg chg="modSp mod">
        <pc:chgData name="Ms Alina Arshad" userId="cccdfd85-d35d-4453-9c6f-a463aae40722" providerId="ADAL" clId="{5185485F-32E4-48C1-82EB-2285A14997FD}" dt="2024-10-21T09:02:11.443" v="7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5185485F-32E4-48C1-82EB-2285A14997FD}" dt="2024-10-21T09:02:11.443" v="7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5185485F-32E4-48C1-82EB-2285A14997FD}" dt="2024-10-21T08:02:20.096" v="2" actId="2696"/>
        <pc:sldMkLst>
          <pc:docMk/>
          <pc:sldMk cId="0" sldId="279"/>
        </pc:sldMkLst>
      </pc:sldChg>
      <pc:sldChg chg="del">
        <pc:chgData name="Ms Alina Arshad" userId="cccdfd85-d35d-4453-9c6f-a463aae40722" providerId="ADAL" clId="{5185485F-32E4-48C1-82EB-2285A14997FD}" dt="2024-10-21T08:02:20.096" v="2" actId="2696"/>
        <pc:sldMkLst>
          <pc:docMk/>
          <pc:sldMk cId="0" sldId="280"/>
        </pc:sldMkLst>
      </pc:sldChg>
      <pc:sldChg chg="add del">
        <pc:chgData name="Ms Alina Arshad" userId="cccdfd85-d35d-4453-9c6f-a463aae40722" providerId="ADAL" clId="{5185485F-32E4-48C1-82EB-2285A14997FD}" dt="2024-10-21T08:02:20.096" v="2" actId="2696"/>
        <pc:sldMkLst>
          <pc:docMk/>
          <pc:sldMk cId="0" sldId="281"/>
        </pc:sldMkLst>
      </pc:sldChg>
      <pc:sldChg chg="add del">
        <pc:chgData name="Ms Alina Arshad" userId="cccdfd85-d35d-4453-9c6f-a463aae40722" providerId="ADAL" clId="{5185485F-32E4-48C1-82EB-2285A14997FD}" dt="2024-10-21T08:02:20.096" v="2" actId="2696"/>
        <pc:sldMkLst>
          <pc:docMk/>
          <pc:sldMk cId="0" sldId="282"/>
        </pc:sldMkLst>
      </pc:sldChg>
      <pc:sldChg chg="add del">
        <pc:chgData name="Ms Alina Arshad" userId="cccdfd85-d35d-4453-9c6f-a463aae40722" providerId="ADAL" clId="{5185485F-32E4-48C1-82EB-2285A14997FD}" dt="2024-10-21T08:02:20.096" v="2" actId="2696"/>
        <pc:sldMkLst>
          <pc:docMk/>
          <pc:sldMk cId="0" sldId="283"/>
        </pc:sldMkLst>
      </pc:sldChg>
      <pc:sldChg chg="add del">
        <pc:chgData name="Ms Alina Arshad" userId="cccdfd85-d35d-4453-9c6f-a463aae40722" providerId="ADAL" clId="{5185485F-32E4-48C1-82EB-2285A14997FD}" dt="2024-10-21T08:02:20.096" v="2" actId="2696"/>
        <pc:sldMkLst>
          <pc:docMk/>
          <pc:sldMk cId="0" sldId="284"/>
        </pc:sldMkLst>
      </pc:sldChg>
      <pc:sldChg chg="add del">
        <pc:chgData name="Ms Alina Arshad" userId="cccdfd85-d35d-4453-9c6f-a463aae40722" providerId="ADAL" clId="{5185485F-32E4-48C1-82EB-2285A14997FD}" dt="2024-10-21T08:02:20.096" v="2" actId="2696"/>
        <pc:sldMkLst>
          <pc:docMk/>
          <pc:sldMk cId="0" sldId="285"/>
        </pc:sldMkLst>
      </pc:sldChg>
      <pc:sldChg chg="add del">
        <pc:chgData name="Ms Alina Arshad" userId="cccdfd85-d35d-4453-9c6f-a463aae40722" providerId="ADAL" clId="{5185485F-32E4-48C1-82EB-2285A14997FD}" dt="2024-10-21T08:02:20.096" v="2" actId="2696"/>
        <pc:sldMkLst>
          <pc:docMk/>
          <pc:sldMk cId="0" sldId="286"/>
        </pc:sldMkLst>
      </pc:sldChg>
      <pc:sldChg chg="add del">
        <pc:chgData name="Ms Alina Arshad" userId="cccdfd85-d35d-4453-9c6f-a463aae40722" providerId="ADAL" clId="{5185485F-32E4-48C1-82EB-2285A14997FD}" dt="2024-10-21T08:02:20.096" v="2" actId="2696"/>
        <pc:sldMkLst>
          <pc:docMk/>
          <pc:sldMk cId="0" sldId="287"/>
        </pc:sldMkLst>
      </pc:sldChg>
    </pc:docChg>
  </pc:docChgLst>
  <pc:docChgLst>
    <pc:chgData name="Ms Alina Arshad" userId="cccdfd85-d35d-4453-9c6f-a463aae40722" providerId="ADAL" clId="{CC6B5282-6613-48F0-886F-796865211BB0}"/>
    <pc:docChg chg="custSel addSld delSld modSld">
      <pc:chgData name="Ms Alina Arshad" userId="cccdfd85-d35d-4453-9c6f-a463aae40722" providerId="ADAL" clId="{CC6B5282-6613-48F0-886F-796865211BB0}" dt="2024-09-11T13:33:58.825" v="122" actId="47"/>
      <pc:docMkLst>
        <pc:docMk/>
      </pc:docMkLst>
      <pc:sldChg chg="add del">
        <pc:chgData name="Ms Alina Arshad" userId="cccdfd85-d35d-4453-9c6f-a463aae40722" providerId="ADAL" clId="{CC6B5282-6613-48F0-886F-796865211BB0}" dt="2024-09-11T12:43:01.209" v="4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CC6B5282-6613-48F0-886F-796865211BB0}" dt="2024-09-11T12:43:46.054" v="48" actId="113"/>
        <pc:sldMkLst>
          <pc:docMk/>
          <pc:sldMk cId="0" sldId="258"/>
        </pc:sldMkLst>
        <pc:spChg chg="mod">
          <ac:chgData name="Ms Alina Arshad" userId="cccdfd85-d35d-4453-9c6f-a463aae40722" providerId="ADAL" clId="{CC6B5282-6613-48F0-886F-796865211BB0}" dt="2024-09-11T12:43:28.260" v="44" actId="1076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3:46.054" v="48" actId="113"/>
          <ac:spMkLst>
            <pc:docMk/>
            <pc:sldMk cId="0" sldId="258"/>
            <ac:spMk id="107" creationId="{00000000-0000-0000-0000-000000000000}"/>
          </ac:spMkLst>
        </pc:spChg>
      </pc:sldChg>
      <pc:sldChg chg="modSp add del mod">
        <pc:chgData name="Ms Alina Arshad" userId="cccdfd85-d35d-4453-9c6f-a463aae40722" providerId="ADAL" clId="{CC6B5282-6613-48F0-886F-796865211BB0}" dt="2024-09-11T12:44:40.458" v="59" actId="14100"/>
        <pc:sldMkLst>
          <pc:docMk/>
          <pc:sldMk cId="0" sldId="260"/>
        </pc:sldMkLst>
        <pc:spChg chg="mod">
          <ac:chgData name="Ms Alina Arshad" userId="cccdfd85-d35d-4453-9c6f-a463aae40722" providerId="ADAL" clId="{CC6B5282-6613-48F0-886F-796865211BB0}" dt="2024-09-11T12:44:27.952" v="56" actId="207"/>
          <ac:spMkLst>
            <pc:docMk/>
            <pc:sldMk cId="0" sldId="260"/>
            <ac:spMk id="119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4:40.458" v="59" actId="14100"/>
          <ac:spMkLst>
            <pc:docMk/>
            <pc:sldMk cId="0" sldId="260"/>
            <ac:spMk id="121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44:31.775" v="57" actId="1076"/>
          <ac:picMkLst>
            <pc:docMk/>
            <pc:sldMk cId="0" sldId="260"/>
            <ac:picMk id="12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2:51:30.146" v="76" actId="1076"/>
        <pc:sldMkLst>
          <pc:docMk/>
          <pc:sldMk cId="0" sldId="261"/>
        </pc:sldMkLst>
        <pc:spChg chg="mod">
          <ac:chgData name="Ms Alina Arshad" userId="cccdfd85-d35d-4453-9c6f-a463aae40722" providerId="ADAL" clId="{CC6B5282-6613-48F0-886F-796865211BB0}" dt="2024-09-11T12:51:16.602" v="71" actId="107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1:13.184" v="70" actId="1076"/>
          <ac:spMkLst>
            <pc:docMk/>
            <pc:sldMk cId="0" sldId="261"/>
            <ac:spMk id="12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1:30.146" v="76" actId="1076"/>
          <ac:picMkLst>
            <pc:docMk/>
            <pc:sldMk cId="0" sldId="261"/>
            <ac:picMk id="129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2:51:25.307" v="74" actId="1076"/>
          <ac:picMkLst>
            <pc:docMk/>
            <pc:sldMk cId="0" sldId="261"/>
            <ac:picMk id="13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4:48.316" v="89" actId="1076"/>
        <pc:sldMkLst>
          <pc:docMk/>
          <pc:sldMk cId="0" sldId="262"/>
        </pc:sldMkLst>
        <pc:spChg chg="mod">
          <ac:chgData name="Ms Alina Arshad" userId="cccdfd85-d35d-4453-9c6f-a463aae40722" providerId="ADAL" clId="{CC6B5282-6613-48F0-886F-796865211BB0}" dt="2024-09-11T12:52:23.498" v="77" actId="207"/>
          <ac:spMkLst>
            <pc:docMk/>
            <pc:sldMk cId="0" sldId="262"/>
            <ac:spMk id="13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2:27.292" v="78" actId="1076"/>
          <ac:picMkLst>
            <pc:docMk/>
            <pc:sldMk cId="0" sldId="262"/>
            <ac:picMk id="137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4:48.316" v="89" actId="1076"/>
          <ac:picMkLst>
            <pc:docMk/>
            <pc:sldMk cId="0" sldId="262"/>
            <ac:picMk id="138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1:30.026" v="88" actId="1036"/>
        <pc:sldMkLst>
          <pc:docMk/>
          <pc:sldMk cId="0" sldId="263"/>
        </pc:sldMkLst>
        <pc:spChg chg="mod">
          <ac:chgData name="Ms Alina Arshad" userId="cccdfd85-d35d-4453-9c6f-a463aae40722" providerId="ADAL" clId="{CC6B5282-6613-48F0-886F-796865211BB0}" dt="2024-09-11T13:01:30.026" v="88" actId="1036"/>
          <ac:spMkLst>
            <pc:docMk/>
            <pc:sldMk cId="0" sldId="263"/>
            <ac:spMk id="144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3:36.609" v="85" actId="1076"/>
          <ac:spMkLst>
            <pc:docMk/>
            <pc:sldMk cId="0" sldId="263"/>
            <ac:spMk id="14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3:29.518" v="83" actId="1076"/>
          <ac:picMkLst>
            <pc:docMk/>
            <pc:sldMk cId="0" sldId="263"/>
            <ac:picMk id="145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5:23.098" v="91" actId="1076"/>
        <pc:sldMkLst>
          <pc:docMk/>
          <pc:sldMk cId="0" sldId="264"/>
        </pc:sldMkLst>
        <pc:spChg chg="mod">
          <ac:chgData name="Ms Alina Arshad" userId="cccdfd85-d35d-4453-9c6f-a463aae40722" providerId="ADAL" clId="{CC6B5282-6613-48F0-886F-796865211BB0}" dt="2024-09-11T12:42:03.318" v="21" actId="27636"/>
          <ac:spMkLst>
            <pc:docMk/>
            <pc:sldMk cId="0" sldId="264"/>
            <ac:spMk id="154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18.520" v="90" actId="1076"/>
          <ac:picMkLst>
            <pc:docMk/>
            <pc:sldMk cId="0" sldId="264"/>
            <ac:picMk id="152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5:23.098" v="91" actId="1076"/>
          <ac:picMkLst>
            <pc:docMk/>
            <pc:sldMk cId="0" sldId="264"/>
            <ac:picMk id="153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33:58.825" v="122" actId="47"/>
        <pc:sldMkLst>
          <pc:docMk/>
          <pc:sldMk cId="1577505814" sldId="265"/>
        </pc:sldMkLst>
        <pc:spChg chg="mod">
          <ac:chgData name="Ms Alina Arshad" userId="cccdfd85-d35d-4453-9c6f-a463aae40722" providerId="ADAL" clId="{CC6B5282-6613-48F0-886F-796865211BB0}" dt="2024-09-11T13:05:48.001" v="98" actId="14100"/>
          <ac:spMkLst>
            <pc:docMk/>
            <pc:sldMk cId="1577505814" sldId="265"/>
            <ac:spMk id="160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35.798" v="95" actId="1076"/>
          <ac:picMkLst>
            <pc:docMk/>
            <pc:sldMk cId="1577505814" sldId="265"/>
            <ac:picMk id="161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25.138" v="106" actId="1076"/>
        <pc:sldMkLst>
          <pc:docMk/>
          <pc:sldMk cId="1582826008" sldId="266"/>
        </pc:sldMkLst>
        <pc:spChg chg="mod">
          <ac:chgData name="Ms Alina Arshad" userId="cccdfd85-d35d-4453-9c6f-a463aae40722" providerId="ADAL" clId="{CC6B5282-6613-48F0-886F-796865211BB0}" dt="2024-09-11T13:06:03.598" v="101" actId="1076"/>
          <ac:spMkLst>
            <pc:docMk/>
            <pc:sldMk cId="1582826008" sldId="266"/>
            <ac:spMk id="16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13.318" v="103" actId="403"/>
          <ac:spMkLst>
            <pc:docMk/>
            <pc:sldMk cId="1582826008" sldId="266"/>
            <ac:spMk id="16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25.138" v="106" actId="1076"/>
          <ac:picMkLst>
            <pc:docMk/>
            <pc:sldMk cId="1582826008" sldId="266"/>
            <ac:picMk id="169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55.957" v="114" actId="1076"/>
        <pc:sldMkLst>
          <pc:docMk/>
          <pc:sldMk cId="731299161" sldId="267"/>
        </pc:sldMkLst>
        <pc:spChg chg="mod">
          <ac:chgData name="Ms Alina Arshad" userId="cccdfd85-d35d-4453-9c6f-a463aae40722" providerId="ADAL" clId="{CC6B5282-6613-48F0-886F-796865211BB0}" dt="2024-09-11T13:06:55.957" v="114" actId="1076"/>
          <ac:spMkLst>
            <pc:docMk/>
            <pc:sldMk cId="731299161" sldId="267"/>
            <ac:spMk id="175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51.496" v="113" actId="14100"/>
          <ac:spMkLst>
            <pc:docMk/>
            <pc:sldMk cId="731299161" sldId="267"/>
            <ac:spMk id="177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47.359" v="112" actId="1076"/>
          <ac:picMkLst>
            <pc:docMk/>
            <pc:sldMk cId="731299161" sldId="267"/>
            <ac:picMk id="176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7:19.043" v="121" actId="1076"/>
        <pc:sldMkLst>
          <pc:docMk/>
          <pc:sldMk cId="90329638" sldId="268"/>
        </pc:sldMkLst>
        <pc:spChg chg="mod">
          <ac:chgData name="Ms Alina Arshad" userId="cccdfd85-d35d-4453-9c6f-a463aae40722" providerId="ADAL" clId="{CC6B5282-6613-48F0-886F-796865211BB0}" dt="2024-09-11T13:07:15.560" v="120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7:06.044" v="117" actId="1076"/>
          <ac:picMkLst>
            <pc:docMk/>
            <pc:sldMk cId="90329638" sldId="268"/>
            <ac:picMk id="183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7:19.043" v="121" actId="1076"/>
          <ac:picMkLst>
            <pc:docMk/>
            <pc:sldMk cId="90329638" sldId="268"/>
            <ac:picMk id="184" creationId="{00000000-0000-0000-0000-000000000000}"/>
          </ac:picMkLst>
        </pc:picChg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295129282" sldId="269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090315159" sldId="270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3034138166" sldId="271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504047100" sldId="272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4283755204" sldId="273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935103945" sldId="274"/>
        </pc:sldMkLst>
      </pc:sldChg>
      <pc:sldChg chg="modSp add mod">
        <pc:chgData name="Ms Alina Arshad" userId="cccdfd85-d35d-4453-9c6f-a463aae40722" providerId="ADAL" clId="{CC6B5282-6613-48F0-886F-796865211BB0}" dt="2024-09-11T12:42:03.381" v="23" actId="27636"/>
        <pc:sldMkLst>
          <pc:docMk/>
          <pc:sldMk cId="1497646456" sldId="275"/>
        </pc:sldMkLst>
        <pc:spChg chg="mod">
          <ac:chgData name="Ms Alina Arshad" userId="cccdfd85-d35d-4453-9c6f-a463aae40722" providerId="ADAL" clId="{CC6B5282-6613-48F0-886F-796865211BB0}" dt="2024-09-11T12:42:03.381" v="23" actId="27636"/>
          <ac:spMkLst>
            <pc:docMk/>
            <pc:sldMk cId="1497646456" sldId="275"/>
            <ac:spMk id="240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993717517" sldId="27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7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668593764" sldId="278"/>
        </pc:sldMkLst>
      </pc:sldChg>
      <pc:sldChg chg="modSp add del mod">
        <pc:chgData name="Ms Alina Arshad" userId="cccdfd85-d35d-4453-9c6f-a463aae40722" providerId="ADAL" clId="{CC6B5282-6613-48F0-886F-796865211BB0}" dt="2024-09-11T12:42:44.828" v="35" actId="47"/>
        <pc:sldMkLst>
          <pc:docMk/>
          <pc:sldMk cId="1821615422" sldId="280"/>
        </pc:sldMkLst>
        <pc:spChg chg="mod">
          <ac:chgData name="Ms Alina Arshad" userId="cccdfd85-d35d-4453-9c6f-a463aae40722" providerId="ADAL" clId="{CC6B5282-6613-48F0-886F-796865211BB0}" dt="2024-09-11T12:42:42.317" v="34" actId="6549"/>
          <ac:spMkLst>
            <pc:docMk/>
            <pc:sldMk cId="1821615422" sldId="280"/>
            <ac:spMk id="95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605066316" sldId="28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4697311" sldId="28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89392637" sldId="28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800652809" sldId="28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1402144616" sldId="28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8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29345964" sldId="28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002870935" sldId="288"/>
        </pc:sldMkLst>
      </pc:sldChg>
      <pc:sldChg chg="modSp add mod">
        <pc:chgData name="Ms Alina Arshad" userId="cccdfd85-d35d-4453-9c6f-a463aae40722" providerId="ADAL" clId="{CC6B5282-6613-48F0-886F-796865211BB0}" dt="2024-09-11T12:42:03.393" v="24" actId="27636"/>
        <pc:sldMkLst>
          <pc:docMk/>
          <pc:sldMk cId="0" sldId="289"/>
        </pc:sldMkLst>
        <pc:spChg chg="mod">
          <ac:chgData name="Ms Alina Arshad" userId="cccdfd85-d35d-4453-9c6f-a463aae40722" providerId="ADAL" clId="{CC6B5282-6613-48F0-886F-796865211BB0}" dt="2024-09-11T12:42:03.393" v="24" actId="27636"/>
          <ac:spMkLst>
            <pc:docMk/>
            <pc:sldMk cId="0" sldId="289"/>
            <ac:spMk id="32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9"/>
        </pc:sldMkLst>
      </pc:sldChg>
      <pc:sldChg chg="modSp add mod">
        <pc:chgData name="Ms Alina Arshad" userId="cccdfd85-d35d-4453-9c6f-a463aae40722" providerId="ADAL" clId="{CC6B5282-6613-48F0-886F-796865211BB0}" dt="2024-09-11T12:42:03.479" v="25" actId="27636"/>
        <pc:sldMkLst>
          <pc:docMk/>
          <pc:sldMk cId="0" sldId="320"/>
        </pc:sldMkLst>
        <pc:spChg chg="mod">
          <ac:chgData name="Ms Alina Arshad" userId="cccdfd85-d35d-4453-9c6f-a463aae40722" providerId="ADAL" clId="{CC6B5282-6613-48F0-886F-796865211BB0}" dt="2024-09-11T12:42:03.479" v="25" actId="27636"/>
          <ac:spMkLst>
            <pc:docMk/>
            <pc:sldMk cId="0" sldId="320"/>
            <ac:spMk id="549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6"/>
        </pc:sldMkLst>
      </pc:sldChg>
      <pc:sldChg chg="modSp add mod">
        <pc:chgData name="Ms Alina Arshad" userId="cccdfd85-d35d-4453-9c6f-a463aae40722" providerId="ADAL" clId="{CC6B5282-6613-48F0-886F-796865211BB0}" dt="2024-09-11T12:42:03.520" v="26" actId="27636"/>
        <pc:sldMkLst>
          <pc:docMk/>
          <pc:sldMk cId="0" sldId="327"/>
        </pc:sldMkLst>
        <pc:spChg chg="mod">
          <ac:chgData name="Ms Alina Arshad" userId="cccdfd85-d35d-4453-9c6f-a463aae40722" providerId="ADAL" clId="{CC6B5282-6613-48F0-886F-796865211BB0}" dt="2024-09-11T12:42:03.520" v="26" actId="27636"/>
          <ac:spMkLst>
            <pc:docMk/>
            <pc:sldMk cId="0" sldId="327"/>
            <ac:spMk id="59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7"/>
        </pc:sldMkLst>
      </pc:sldChg>
    </pc:docChg>
  </pc:docChgLst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AD184B4B-0CF3-4D88-AFEA-77665C37DC41}"/>
    <pc:docChg chg="undo custSel addSld delSld modSld sldOrd">
      <pc:chgData name="Ms Alina Arshad" userId="cccdfd85-d35d-4453-9c6f-a463aae40722" providerId="ADAL" clId="{AD184B4B-0CF3-4D88-AFEA-77665C37DC41}" dt="2024-10-05T06:19:30.561" v="556" actId="20577"/>
      <pc:docMkLst>
        <pc:docMk/>
      </pc:docMkLst>
      <pc:sldChg chg="modSp mod">
        <pc:chgData name="Ms Alina Arshad" userId="cccdfd85-d35d-4453-9c6f-a463aae40722" providerId="ADAL" clId="{AD184B4B-0CF3-4D88-AFEA-77665C37DC41}" dt="2024-10-01T14:08:05.980" v="476" actId="404"/>
        <pc:sldMkLst>
          <pc:docMk/>
          <pc:sldMk cId="3322361034" sldId="256"/>
        </pc:sldMkLst>
        <pc:spChg chg="mod">
          <ac:chgData name="Ms Alina Arshad" userId="cccdfd85-d35d-4453-9c6f-a463aae40722" providerId="ADAL" clId="{AD184B4B-0CF3-4D88-AFEA-77665C37DC41}" dt="2024-10-01T14:08:05.980" v="476" actId="404"/>
          <ac:spMkLst>
            <pc:docMk/>
            <pc:sldMk cId="3322361034" sldId="256"/>
            <ac:spMk id="3" creationId="{44E9F82C-BBA7-3495-1097-BEDB54FFFDF4}"/>
          </ac:spMkLst>
        </pc:spChg>
      </pc:sldChg>
      <pc:sldChg chg="addSp delSp modSp add mod">
        <pc:chgData name="Ms Alina Arshad" userId="cccdfd85-d35d-4453-9c6f-a463aae40722" providerId="ADAL" clId="{AD184B4B-0CF3-4D88-AFEA-77665C37DC41}" dt="2024-10-01T14:04:34.994" v="467" actId="478"/>
        <pc:sldMkLst>
          <pc:docMk/>
          <pc:sldMk cId="0" sldId="257"/>
        </pc:sldMkLst>
        <pc:spChg chg="mod">
          <ac:chgData name="Ms Alina Arshad" userId="cccdfd85-d35d-4453-9c6f-a463aae40722" providerId="ADAL" clId="{AD184B4B-0CF3-4D88-AFEA-77665C37DC41}" dt="2024-10-01T12:54:58.981" v="34" actId="107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AD184B4B-0CF3-4D88-AFEA-77665C37DC41}" dt="2024-10-01T14:04:34.994" v="467" actId="478"/>
          <ac:spMkLst>
            <pc:docMk/>
            <pc:sldMk cId="0" sldId="25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6:47.165" v="477" actId="20577"/>
        <pc:sldMkLst>
          <pc:docMk/>
          <pc:sldMk cId="0" sldId="258"/>
        </pc:sldMkLst>
        <pc:spChg chg="mod">
          <ac:chgData name="Ms Alina Arshad" userId="cccdfd85-d35d-4453-9c6f-a463aae40722" providerId="ADAL" clId="{AD184B4B-0CF3-4D88-AFEA-77665C37DC41}" dt="2024-10-01T12:55:10.748" v="3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26:47.165" v="47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7:06.873" v="479" actId="1076"/>
        <pc:sldMkLst>
          <pc:docMk/>
          <pc:sldMk cId="0" sldId="259"/>
        </pc:sldMkLst>
        <pc:picChg chg="mod">
          <ac:chgData name="Ms Alina Arshad" userId="cccdfd85-d35d-4453-9c6f-a463aae40722" providerId="ADAL" clId="{AD184B4B-0CF3-4D88-AFEA-77665C37DC41}" dt="2024-10-01T15:27:06.873" v="479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1T15:34:39.687" v="484" actId="20577"/>
        <pc:sldMkLst>
          <pc:docMk/>
          <pc:sldMk cId="0" sldId="260"/>
        </pc:sldMkLst>
        <pc:spChg chg="mod">
          <ac:chgData name="Ms Alina Arshad" userId="cccdfd85-d35d-4453-9c6f-a463aae40722" providerId="ADAL" clId="{AD184B4B-0CF3-4D88-AFEA-77665C37DC41}" dt="2024-10-01T12:56:27.166" v="6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34:39.687" v="48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00:54.474" v="144" actId="1076"/>
        <pc:sldMkLst>
          <pc:docMk/>
          <pc:sldMk cId="0" sldId="261"/>
        </pc:sldMkLst>
        <pc:spChg chg="mod">
          <ac:chgData name="Ms Alina Arshad" userId="cccdfd85-d35d-4453-9c6f-a463aae40722" providerId="ADAL" clId="{AD184B4B-0CF3-4D88-AFEA-77665C37DC41}" dt="2024-10-01T13:00:34.969" v="1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00:54.474" v="144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Ms Alina Arshad" userId="cccdfd85-d35d-4453-9c6f-a463aae40722" providerId="ADAL" clId="{AD184B4B-0CF3-4D88-AFEA-77665C37DC41}" dt="2024-10-01T13:00:51.183" v="143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1T13:30:38.068" v="308" actId="1076"/>
        <pc:sldMkLst>
          <pc:docMk/>
          <pc:sldMk cId="0" sldId="262"/>
        </pc:sldMkLst>
        <pc:spChg chg="mod">
          <ac:chgData name="Ms Alina Arshad" userId="cccdfd85-d35d-4453-9c6f-a463aae40722" providerId="ADAL" clId="{AD184B4B-0CF3-4D88-AFEA-77665C37DC41}" dt="2024-10-01T13:01:13.641" v="150" actId="1410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AD184B4B-0CF3-4D88-AFEA-77665C37DC41}" dt="2024-10-01T13:02:37.800" v="180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0:16.720" v="302" actId="21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Ms Alina Arshad" userId="cccdfd85-d35d-4453-9c6f-a463aae40722" providerId="ADAL" clId="{AD184B4B-0CF3-4D88-AFEA-77665C37DC41}" dt="2024-10-01T13:30:38.068" v="308" actId="1076"/>
          <ac:spMkLst>
            <pc:docMk/>
            <pc:sldMk cId="0" sldId="262"/>
            <ac:spMk id="11" creationId="{2509622A-3BA6-6953-439A-8A41E00ECEA6}"/>
          </ac:spMkLst>
        </pc:spChg>
        <pc:grpChg chg="add del mod">
          <ac:chgData name="Ms Alina Arshad" userId="cccdfd85-d35d-4453-9c6f-a463aae40722" providerId="ADAL" clId="{AD184B4B-0CF3-4D88-AFEA-77665C37DC41}" dt="2024-10-01T13:02:29.387" v="178" actId="478"/>
          <ac:grpSpMkLst>
            <pc:docMk/>
            <pc:sldMk cId="0" sldId="262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AD184B4B-0CF3-4D88-AFEA-77665C37DC41}" dt="2024-10-01T13:30:26.238" v="305" actId="1076"/>
          <ac:picMkLst>
            <pc:docMk/>
            <pc:sldMk cId="0" sldId="262"/>
            <ac:picMk id="9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1T13:25:04.537" v="209" actId="1076"/>
        <pc:sldMkLst>
          <pc:docMk/>
          <pc:sldMk cId="0" sldId="263"/>
        </pc:sldMkLst>
        <pc:spChg chg="mod">
          <ac:chgData name="Ms Alina Arshad" userId="cccdfd85-d35d-4453-9c6f-a463aae40722" providerId="ADAL" clId="{AD184B4B-0CF3-4D88-AFEA-77665C37DC41}" dt="2024-10-01T13:23:42.894" v="18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25:04.537" v="209" actId="1076"/>
          <ac:spMkLst>
            <pc:docMk/>
            <pc:sldMk cId="0" sldId="263"/>
            <ac:spMk id="7" creationId="{00000000-0000-0000-0000-000000000000}"/>
          </ac:spMkLst>
        </pc:spChg>
        <pc:grpChg chg="del">
          <ac:chgData name="Ms Alina Arshad" userId="cccdfd85-d35d-4453-9c6f-a463aae40722" providerId="ADAL" clId="{AD184B4B-0CF3-4D88-AFEA-77665C37DC41}" dt="2024-10-01T13:23:57.524" v="187" actId="478"/>
          <ac:grpSpMkLst>
            <pc:docMk/>
            <pc:sldMk cId="0" sldId="263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AD184B4B-0CF3-4D88-AFEA-77665C37DC41}" dt="2024-10-01T13:26:01.834" v="235" actId="1076"/>
        <pc:sldMkLst>
          <pc:docMk/>
          <pc:sldMk cId="0" sldId="264"/>
        </pc:sldMkLst>
        <pc:spChg chg="mod">
          <ac:chgData name="Ms Alina Arshad" userId="cccdfd85-d35d-4453-9c6f-a463aae40722" providerId="ADAL" clId="{AD184B4B-0CF3-4D88-AFEA-77665C37DC41}" dt="2024-10-01T13:25:17.907" v="2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26:01.834" v="235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31:39.089" v="316" actId="1076"/>
        <pc:sldMkLst>
          <pc:docMk/>
          <pc:sldMk cId="0" sldId="265"/>
        </pc:sldMkLst>
        <pc:spChg chg="mod">
          <ac:chgData name="Ms Alina Arshad" userId="cccdfd85-d35d-4453-9c6f-a463aae40722" providerId="ADAL" clId="{AD184B4B-0CF3-4D88-AFEA-77665C37DC41}" dt="2024-10-01T13:27:17.158" v="246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39.089" v="31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21.750" v="313" actId="1076"/>
          <ac:spMkLst>
            <pc:docMk/>
            <pc:sldMk cId="0" sldId="265"/>
            <ac:spMk id="7" creationId="{00000000-0000-0000-0000-000000000000}"/>
          </ac:spMkLst>
        </pc:spChg>
        <pc:grpChg chg="mod">
          <ac:chgData name="Ms Alina Arshad" userId="cccdfd85-d35d-4453-9c6f-a463aae40722" providerId="ADAL" clId="{AD184B4B-0CF3-4D88-AFEA-77665C37DC41}" dt="2024-10-01T13:27:32.316" v="275" actId="1076"/>
          <ac:grpSpMkLst>
            <pc:docMk/>
            <pc:sldMk cId="0" sldId="265"/>
            <ac:grpSpMk id="3" creationId="{00000000-0000-0000-0000-000000000000}"/>
          </ac:grpSpMkLst>
        </pc:grpChg>
        <pc:grpChg chg="mod">
          <ac:chgData name="Ms Alina Arshad" userId="cccdfd85-d35d-4453-9c6f-a463aae40722" providerId="ADAL" clId="{AD184B4B-0CF3-4D88-AFEA-77665C37DC41}" dt="2024-10-01T13:27:26.833" v="273" actId="1036"/>
          <ac:grpSpMkLst>
            <pc:docMk/>
            <pc:sldMk cId="0" sldId="265"/>
            <ac:grpSpMk id="8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AD184B4B-0CF3-4D88-AFEA-77665C37DC41}" dt="2024-10-01T13:57:24.117" v="329" actId="1076"/>
        <pc:sldMkLst>
          <pc:docMk/>
          <pc:sldMk cId="0" sldId="266"/>
        </pc:sldMkLst>
        <pc:spChg chg="mod">
          <ac:chgData name="Ms Alina Arshad" userId="cccdfd85-d35d-4453-9c6f-a463aae40722" providerId="ADAL" clId="{AD184B4B-0CF3-4D88-AFEA-77665C37DC41}" dt="2024-10-01T13:28:09.910" v="28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6:42.043" v="317" actId="207"/>
          <ac:spMkLst>
            <pc:docMk/>
            <pc:sldMk cId="0" sldId="266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3:57:01.043" v="321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7:24.117" v="329" actId="1076"/>
          <ac:spMkLst>
            <pc:docMk/>
            <pc:sldMk cId="0" sldId="266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3:57:01.043" v="321" actId="478"/>
          <ac:grpSpMkLst>
            <pc:docMk/>
            <pc:sldMk cId="0" sldId="266"/>
            <ac:grpSpMk id="4" creationId="{00000000-0000-0000-0000-000000000000}"/>
          </ac:grpSpMkLst>
        </pc:grpChg>
        <pc:picChg chg="mod topLvl">
          <ac:chgData name="Ms Alina Arshad" userId="cccdfd85-d35d-4453-9c6f-a463aae40722" providerId="ADAL" clId="{AD184B4B-0CF3-4D88-AFEA-77665C37DC41}" dt="2024-10-01T13:57:20.612" v="328" actId="1076"/>
          <ac:picMkLst>
            <pc:docMk/>
            <pc:sldMk cId="0" sldId="266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1T13:59:26.397" v="368" actId="20577"/>
        <pc:sldMkLst>
          <pc:docMk/>
          <pc:sldMk cId="0" sldId="267"/>
        </pc:sldMkLst>
        <pc:spChg chg="mod">
          <ac:chgData name="Ms Alina Arshad" userId="cccdfd85-d35d-4453-9c6f-a463aae40722" providerId="ADAL" clId="{AD184B4B-0CF3-4D88-AFEA-77665C37DC41}" dt="2024-10-01T13:59:26.397" v="36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9:14.659" v="367" actId="12"/>
          <ac:spMkLst>
            <pc:docMk/>
            <pc:sldMk cId="0" sldId="267"/>
            <ac:spMk id="3" creationId="{00000000-0000-0000-0000-000000000000}"/>
          </ac:spMkLst>
        </pc:spChg>
        <pc:spChg chg="del mod topLvl">
          <ac:chgData name="Ms Alina Arshad" userId="cccdfd85-d35d-4453-9c6f-a463aae40722" providerId="ADAL" clId="{AD184B4B-0CF3-4D88-AFEA-77665C37DC41}" dt="2024-10-01T13:58:20.058" v="344" actId="478"/>
          <ac:spMkLst>
            <pc:docMk/>
            <pc:sldMk cId="0" sldId="267"/>
            <ac:spMk id="7" creationId="{00000000-0000-0000-0000-000000000000}"/>
          </ac:spMkLst>
        </pc:spChg>
        <pc:grpChg chg="add del mod">
          <ac:chgData name="Ms Alina Arshad" userId="cccdfd85-d35d-4453-9c6f-a463aae40722" providerId="ADAL" clId="{AD184B4B-0CF3-4D88-AFEA-77665C37DC41}" dt="2024-10-01T13:58:20.058" v="344" actId="478"/>
          <ac:grpSpMkLst>
            <pc:docMk/>
            <pc:sldMk cId="0" sldId="267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3:57:58.291" v="338" actId="478"/>
          <ac:picMkLst>
            <pc:docMk/>
            <pc:sldMk cId="0" sldId="267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3:58:26.739" v="348" actId="1076"/>
          <ac:picMkLst>
            <pc:docMk/>
            <pc:sldMk cId="0" sldId="267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1T14:01:14.991" v="415" actId="1076"/>
        <pc:sldMkLst>
          <pc:docMk/>
          <pc:sldMk cId="0" sldId="268"/>
        </pc:sldMkLst>
        <pc:spChg chg="mod">
          <ac:chgData name="Ms Alina Arshad" userId="cccdfd85-d35d-4453-9c6f-a463aae40722" providerId="ADAL" clId="{AD184B4B-0CF3-4D88-AFEA-77665C37DC41}" dt="2024-10-01T13:59:56.983" v="376" actId="11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4:00:49.747" v="406" actId="1076"/>
          <ac:spMkLst>
            <pc:docMk/>
            <pc:sldMk cId="0" sldId="268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1:04.580" v="411" actId="478"/>
          <ac:spMkLst>
            <pc:docMk/>
            <pc:sldMk cId="0" sldId="268"/>
            <ac:spMk id="7" creationId="{00000000-0000-0000-0000-000000000000}"/>
          </ac:spMkLst>
        </pc:spChg>
        <pc:grpChg chg="add del">
          <ac:chgData name="Ms Alina Arshad" userId="cccdfd85-d35d-4453-9c6f-a463aae40722" providerId="ADAL" clId="{AD184B4B-0CF3-4D88-AFEA-77665C37DC41}" dt="2024-10-01T14:01:04.580" v="411" actId="478"/>
          <ac:grpSpMkLst>
            <pc:docMk/>
            <pc:sldMk cId="0" sldId="268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4:00:56.714" v="408" actId="478"/>
          <ac:picMkLst>
            <pc:docMk/>
            <pc:sldMk cId="0" sldId="268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1:14.991" v="415" actId="1076"/>
          <ac:picMkLst>
            <pc:docMk/>
            <pc:sldMk cId="0" sldId="26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1T14:02:32.106" v="454" actId="1076"/>
        <pc:sldMkLst>
          <pc:docMk/>
          <pc:sldMk cId="0" sldId="269"/>
        </pc:sldMkLst>
        <pc:spChg chg="mod">
          <ac:chgData name="Ms Alina Arshad" userId="cccdfd85-d35d-4453-9c6f-a463aae40722" providerId="ADAL" clId="{AD184B4B-0CF3-4D88-AFEA-77665C37DC41}" dt="2024-10-01T14:01:30.015" v="421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4:02:12.866" v="446" actId="12"/>
          <ac:spMkLst>
            <pc:docMk/>
            <pc:sldMk cId="0" sldId="269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2:25.429" v="451" actId="478"/>
          <ac:spMkLst>
            <pc:docMk/>
            <pc:sldMk cId="0" sldId="269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4:02:25.429" v="451" actId="478"/>
          <ac:grpSpMkLst>
            <pc:docMk/>
            <pc:sldMk cId="0" sldId="269"/>
            <ac:grpSpMk id="4" creationId="{00000000-0000-0000-0000-000000000000}"/>
          </ac:grpSpMkLst>
        </pc:grpChg>
        <pc:picChg chg="del mod">
          <ac:chgData name="Ms Alina Arshad" userId="cccdfd85-d35d-4453-9c6f-a463aae40722" providerId="ADAL" clId="{AD184B4B-0CF3-4D88-AFEA-77665C37DC41}" dt="2024-10-01T14:02:21.558" v="450" actId="478"/>
          <ac:picMkLst>
            <pc:docMk/>
            <pc:sldMk cId="0" sldId="269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2:32.106" v="454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5T06:10:42.379" v="500" actId="403"/>
        <pc:sldMkLst>
          <pc:docMk/>
          <pc:sldMk cId="0" sldId="270"/>
        </pc:sldMkLst>
        <pc:spChg chg="mod">
          <ac:chgData name="Ms Alina Arshad" userId="cccdfd85-d35d-4453-9c6f-a463aae40722" providerId="ADAL" clId="{AD184B4B-0CF3-4D88-AFEA-77665C37DC41}" dt="2024-10-05T06:10:19.654" v="489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5T06:10:42.379" v="500" actId="403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5T06:11:24.366" v="517" actId="14100"/>
        <pc:sldMkLst>
          <pc:docMk/>
          <pc:sldMk cId="0" sldId="271"/>
        </pc:sldMkLst>
        <pc:spChg chg="mod">
          <ac:chgData name="Ms Alina Arshad" userId="cccdfd85-d35d-4453-9c6f-a463aae40722" providerId="ADAL" clId="{AD184B4B-0CF3-4D88-AFEA-77665C37DC41}" dt="2024-10-05T06:10:59.179" v="503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5T06:11:24.366" v="517" actId="14100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5T06:19:30.561" v="556" actId="20577"/>
        <pc:sldMkLst>
          <pc:docMk/>
          <pc:sldMk cId="0" sldId="272"/>
        </pc:sldMkLst>
        <pc:spChg chg="mod">
          <ac:chgData name="Ms Alina Arshad" userId="cccdfd85-d35d-4453-9c6f-a463aae40722" providerId="ADAL" clId="{AD184B4B-0CF3-4D88-AFEA-77665C37DC41}" dt="2024-10-05T06:18:28.445" v="523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5T06:19:30.561" v="556" actId="20577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D184B4B-0CF3-4D88-AFEA-77665C37DC41}" dt="2024-10-01T12:57:25.028" v="94" actId="47"/>
        <pc:sldMkLst>
          <pc:docMk/>
          <pc:sldMk cId="3703048629" sldId="279"/>
        </pc:sldMkLst>
      </pc:sldChg>
      <pc:sldChg chg="del">
        <pc:chgData name="Ms Alina Arshad" userId="cccdfd85-d35d-4453-9c6f-a463aae40722" providerId="ADAL" clId="{AD184B4B-0CF3-4D88-AFEA-77665C37DC41}" dt="2024-10-01T12:57:25.764" v="95" actId="47"/>
        <pc:sldMkLst>
          <pc:docMk/>
          <pc:sldMk cId="1821615422" sldId="280"/>
        </pc:sldMkLst>
      </pc:sldChg>
      <pc:sldChg chg="del">
        <pc:chgData name="Ms Alina Arshad" userId="cccdfd85-d35d-4453-9c6f-a463aae40722" providerId="ADAL" clId="{AD184B4B-0CF3-4D88-AFEA-77665C37DC41}" dt="2024-10-01T12:57:26.817" v="97" actId="47"/>
        <pc:sldMkLst>
          <pc:docMk/>
          <pc:sldMk cId="3605066316" sldId="281"/>
        </pc:sldMkLst>
      </pc:sldChg>
      <pc:sldChg chg="del">
        <pc:chgData name="Ms Alina Arshad" userId="cccdfd85-d35d-4453-9c6f-a463aae40722" providerId="ADAL" clId="{AD184B4B-0CF3-4D88-AFEA-77665C37DC41}" dt="2024-10-01T12:57:27.073" v="98" actId="47"/>
        <pc:sldMkLst>
          <pc:docMk/>
          <pc:sldMk cId="24697311" sldId="282"/>
        </pc:sldMkLst>
      </pc:sldChg>
      <pc:sldChg chg="del">
        <pc:chgData name="Ms Alina Arshad" userId="cccdfd85-d35d-4453-9c6f-a463aae40722" providerId="ADAL" clId="{AD184B4B-0CF3-4D88-AFEA-77665C37DC41}" dt="2024-10-01T12:57:28.572" v="103" actId="47"/>
        <pc:sldMkLst>
          <pc:docMk/>
          <pc:sldMk cId="800652809" sldId="284"/>
        </pc:sldMkLst>
      </pc:sldChg>
      <pc:sldChg chg="del">
        <pc:chgData name="Ms Alina Arshad" userId="cccdfd85-d35d-4453-9c6f-a463aae40722" providerId="ADAL" clId="{AD184B4B-0CF3-4D88-AFEA-77665C37DC41}" dt="2024-10-01T12:57:26.310" v="96" actId="47"/>
        <pc:sldMkLst>
          <pc:docMk/>
          <pc:sldMk cId="2002870935" sldId="288"/>
        </pc:sldMkLst>
      </pc:sldChg>
      <pc:sldChg chg="del">
        <pc:chgData name="Ms Alina Arshad" userId="cccdfd85-d35d-4453-9c6f-a463aae40722" providerId="ADAL" clId="{AD184B4B-0CF3-4D88-AFEA-77665C37DC41}" dt="2024-10-01T12:57:24.591" v="93" actId="47"/>
        <pc:sldMkLst>
          <pc:docMk/>
          <pc:sldMk cId="0" sldId="347"/>
        </pc:sldMkLst>
      </pc:sldChg>
      <pc:sldChg chg="del">
        <pc:chgData name="Ms Alina Arshad" userId="cccdfd85-d35d-4453-9c6f-a463aae40722" providerId="ADAL" clId="{AD184B4B-0CF3-4D88-AFEA-77665C37DC41}" dt="2024-10-01T12:57:27.720" v="99" actId="47"/>
        <pc:sldMkLst>
          <pc:docMk/>
          <pc:sldMk cId="2036508356" sldId="348"/>
        </pc:sldMkLst>
      </pc:sldChg>
      <pc:sldChg chg="del">
        <pc:chgData name="Ms Alina Arshad" userId="cccdfd85-d35d-4453-9c6f-a463aae40722" providerId="ADAL" clId="{AD184B4B-0CF3-4D88-AFEA-77665C37DC41}" dt="2024-10-01T12:57:27.938" v="100" actId="47"/>
        <pc:sldMkLst>
          <pc:docMk/>
          <pc:sldMk cId="132290220" sldId="349"/>
        </pc:sldMkLst>
      </pc:sldChg>
      <pc:sldChg chg="del">
        <pc:chgData name="Ms Alina Arshad" userId="cccdfd85-d35d-4453-9c6f-a463aae40722" providerId="ADAL" clId="{AD184B4B-0CF3-4D88-AFEA-77665C37DC41}" dt="2024-10-01T12:57:28.358" v="102" actId="47"/>
        <pc:sldMkLst>
          <pc:docMk/>
          <pc:sldMk cId="448686030" sldId="350"/>
        </pc:sldMkLst>
      </pc:sldChg>
      <pc:sldChg chg="del">
        <pc:chgData name="Ms Alina Arshad" userId="cccdfd85-d35d-4453-9c6f-a463aae40722" providerId="ADAL" clId="{AD184B4B-0CF3-4D88-AFEA-77665C37DC41}" dt="2024-10-01T12:57:28.175" v="101" actId="47"/>
        <pc:sldMkLst>
          <pc:docMk/>
          <pc:sldMk cId="3109540881" sldId="351"/>
        </pc:sldMkLst>
      </pc:sldChg>
      <pc:sldChg chg="del">
        <pc:chgData name="Ms Alina Arshad" userId="cccdfd85-d35d-4453-9c6f-a463aae40722" providerId="ADAL" clId="{AD184B4B-0CF3-4D88-AFEA-77665C37DC41}" dt="2024-10-01T12:57:29.086" v="104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AD184B4B-0CF3-4D88-AFEA-77665C37DC41}" dt="2024-10-01T12:57:29.443" v="106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AD184B4B-0CF3-4D88-AFEA-77665C37DC41}" dt="2024-10-01T12:57:29.610" v="107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AD184B4B-0CF3-4D88-AFEA-77665C37DC41}" dt="2024-10-01T12:57:30.402" v="109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AD184B4B-0CF3-4D88-AFEA-77665C37DC41}" dt="2024-10-01T12:57:33.574" v="116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AD184B4B-0CF3-4D88-AFEA-77665C37DC41}" dt="2024-10-01T12:57:31.496" v="112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AD184B4B-0CF3-4D88-AFEA-77665C37DC41}" dt="2024-10-01T12:57:31.858" v="113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AD184B4B-0CF3-4D88-AFEA-77665C37DC41}" dt="2024-10-01T12:57:30.575" v="110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AD184B4B-0CF3-4D88-AFEA-77665C37DC41}" dt="2024-10-01T12:57:31.210" v="111" actId="47"/>
        <pc:sldMkLst>
          <pc:docMk/>
          <pc:sldMk cId="0" sldId="371"/>
        </pc:sldMkLst>
      </pc:sldChg>
      <pc:sldChg chg="del ord">
        <pc:chgData name="Ms Alina Arshad" userId="cccdfd85-d35d-4453-9c6f-a463aae40722" providerId="ADAL" clId="{AD184B4B-0CF3-4D88-AFEA-77665C37DC41}" dt="2024-10-01T12:57:30.161" v="108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AD184B4B-0CF3-4D88-AFEA-77665C37DC41}" dt="2024-10-01T12:57:24.110" v="92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AD184B4B-0CF3-4D88-AFEA-77665C37DC41}" dt="2024-10-01T12:57:32.374" v="114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AD184B4B-0CF3-4D88-AFEA-77665C37DC41}" dt="2024-10-01T12:57:32.626" v="115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AD184B4B-0CF3-4D88-AFEA-77665C37DC41}" dt="2024-10-01T12:57:29.281" v="105" actId="47"/>
        <pc:sldMkLst>
          <pc:docMk/>
          <pc:sldMk cId="1634129650" sldId="397"/>
        </pc:sldMkLst>
      </pc:sldChg>
    </pc:docChg>
  </pc:docChgLst>
  <pc:docChgLst>
    <pc:chgData name="Ms Alina Arshad" userId="cccdfd85-d35d-4453-9c6f-a463aae40722" providerId="ADAL" clId="{663C6855-F1E8-4276-852A-F2D45C8B7AA4}"/>
    <pc:docChg chg="undo custSel addSld delSld modSld">
      <pc:chgData name="Ms Alina Arshad" userId="cccdfd85-d35d-4453-9c6f-a463aae40722" providerId="ADAL" clId="{663C6855-F1E8-4276-852A-F2D45C8B7AA4}" dt="2024-10-13T08:34:59.653" v="605" actId="1076"/>
      <pc:docMkLst>
        <pc:docMk/>
      </pc:docMkLst>
      <pc:sldChg chg="modSp mod">
        <pc:chgData name="Ms Alina Arshad" userId="cccdfd85-d35d-4453-9c6f-a463aae40722" providerId="ADAL" clId="{663C6855-F1E8-4276-852A-F2D45C8B7AA4}" dt="2024-10-10T17:32:49.755" v="60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663C6855-F1E8-4276-852A-F2D45C8B7AA4}" dt="2024-10-10T17:32:49.755" v="603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663C6855-F1E8-4276-852A-F2D45C8B7AA4}" dt="2024-10-06T12:56:19.294" v="1" actId="47"/>
        <pc:sldMkLst>
          <pc:docMk/>
          <pc:sldMk cId="0" sldId="257"/>
        </pc:sldMkLst>
      </pc:sldChg>
      <pc:sldChg chg="del">
        <pc:chgData name="Ms Alina Arshad" userId="cccdfd85-d35d-4453-9c6f-a463aae40722" providerId="ADAL" clId="{663C6855-F1E8-4276-852A-F2D45C8B7AA4}" dt="2024-10-06T12:56:20.644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663C6855-F1E8-4276-852A-F2D45C8B7AA4}" dt="2024-10-06T12:56:20.896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663C6855-F1E8-4276-852A-F2D45C8B7AA4}" dt="2024-10-06T12:56:21.096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663C6855-F1E8-4276-852A-F2D45C8B7AA4}" dt="2024-10-06T12:56:21.411" v="5" actId="47"/>
        <pc:sldMkLst>
          <pc:docMk/>
          <pc:sldMk cId="0" sldId="261"/>
        </pc:sldMkLst>
      </pc:sldChg>
      <pc:sldChg chg="del">
        <pc:chgData name="Ms Alina Arshad" userId="cccdfd85-d35d-4453-9c6f-a463aae40722" providerId="ADAL" clId="{663C6855-F1E8-4276-852A-F2D45C8B7AA4}" dt="2024-10-06T12:56:21.675" v="6" actId="47"/>
        <pc:sldMkLst>
          <pc:docMk/>
          <pc:sldMk cId="0" sldId="262"/>
        </pc:sldMkLst>
      </pc:sldChg>
      <pc:sldChg chg="del">
        <pc:chgData name="Ms Alina Arshad" userId="cccdfd85-d35d-4453-9c6f-a463aae40722" providerId="ADAL" clId="{663C6855-F1E8-4276-852A-F2D45C8B7AA4}" dt="2024-10-06T12:56:22.030" v="7" actId="47"/>
        <pc:sldMkLst>
          <pc:docMk/>
          <pc:sldMk cId="0" sldId="263"/>
        </pc:sldMkLst>
      </pc:sldChg>
      <pc:sldChg chg="del">
        <pc:chgData name="Ms Alina Arshad" userId="cccdfd85-d35d-4453-9c6f-a463aae40722" providerId="ADAL" clId="{663C6855-F1E8-4276-852A-F2D45C8B7AA4}" dt="2024-10-06T12:56:22.356" v="8" actId="47"/>
        <pc:sldMkLst>
          <pc:docMk/>
          <pc:sldMk cId="0" sldId="264"/>
        </pc:sldMkLst>
      </pc:sldChg>
      <pc:sldChg chg="del">
        <pc:chgData name="Ms Alina Arshad" userId="cccdfd85-d35d-4453-9c6f-a463aae40722" providerId="ADAL" clId="{663C6855-F1E8-4276-852A-F2D45C8B7AA4}" dt="2024-10-06T12:56:22.800" v="9" actId="47"/>
        <pc:sldMkLst>
          <pc:docMk/>
          <pc:sldMk cId="0" sldId="265"/>
        </pc:sldMkLst>
      </pc:sldChg>
      <pc:sldChg chg="del">
        <pc:chgData name="Ms Alina Arshad" userId="cccdfd85-d35d-4453-9c6f-a463aae40722" providerId="ADAL" clId="{663C6855-F1E8-4276-852A-F2D45C8B7AA4}" dt="2024-10-06T12:56:23.212" v="10" actId="47"/>
        <pc:sldMkLst>
          <pc:docMk/>
          <pc:sldMk cId="0" sldId="266"/>
        </pc:sldMkLst>
      </pc:sldChg>
      <pc:sldChg chg="del">
        <pc:chgData name="Ms Alina Arshad" userId="cccdfd85-d35d-4453-9c6f-a463aae40722" providerId="ADAL" clId="{663C6855-F1E8-4276-852A-F2D45C8B7AA4}" dt="2024-10-06T12:56:23.775" v="11" actId="47"/>
        <pc:sldMkLst>
          <pc:docMk/>
          <pc:sldMk cId="0" sldId="267"/>
        </pc:sldMkLst>
      </pc:sldChg>
      <pc:sldChg chg="del">
        <pc:chgData name="Ms Alina Arshad" userId="cccdfd85-d35d-4453-9c6f-a463aae40722" providerId="ADAL" clId="{663C6855-F1E8-4276-852A-F2D45C8B7AA4}" dt="2024-10-06T12:56:24.243" v="12" actId="47"/>
        <pc:sldMkLst>
          <pc:docMk/>
          <pc:sldMk cId="0" sldId="268"/>
        </pc:sldMkLst>
      </pc:sldChg>
      <pc:sldChg chg="del">
        <pc:chgData name="Ms Alina Arshad" userId="cccdfd85-d35d-4453-9c6f-a463aae40722" providerId="ADAL" clId="{663C6855-F1E8-4276-852A-F2D45C8B7AA4}" dt="2024-10-06T12:56:24.804" v="13" actId="47"/>
        <pc:sldMkLst>
          <pc:docMk/>
          <pc:sldMk cId="0" sldId="269"/>
        </pc:sldMkLst>
      </pc:sldChg>
      <pc:sldChg chg="modSp add del mod">
        <pc:chgData name="Ms Alina Arshad" userId="cccdfd85-d35d-4453-9c6f-a463aae40722" providerId="ADAL" clId="{663C6855-F1E8-4276-852A-F2D45C8B7AA4}" dt="2024-10-09T15:44:49.217" v="598" actId="207"/>
        <pc:sldMkLst>
          <pc:docMk/>
          <pc:sldMk cId="0" sldId="270"/>
        </pc:sldMkLst>
        <pc:spChg chg="mod">
          <ac:chgData name="Ms Alina Arshad" userId="cccdfd85-d35d-4453-9c6f-a463aae40722" providerId="ADAL" clId="{663C6855-F1E8-4276-852A-F2D45C8B7AA4}" dt="2024-10-09T15:34:12.510" v="502" actId="207"/>
          <ac:spMkLst>
            <pc:docMk/>
            <pc:sldMk cId="0" sldId="270"/>
            <ac:spMk id="49154" creationId="{2507E295-998A-6483-E45B-14B4B798E1B3}"/>
          </ac:spMkLst>
        </pc:spChg>
        <pc:spChg chg="mod">
          <ac:chgData name="Ms Alina Arshad" userId="cccdfd85-d35d-4453-9c6f-a463aae40722" providerId="ADAL" clId="{663C6855-F1E8-4276-852A-F2D45C8B7AA4}" dt="2024-10-09T15:34:10.135" v="501" actId="1076"/>
          <ac:spMkLst>
            <pc:docMk/>
            <pc:sldMk cId="0" sldId="270"/>
            <ac:spMk id="49155" creationId="{8B3FF0D0-2E1E-E8A0-E1B9-98572DF04F26}"/>
          </ac:spMkLst>
        </pc:spChg>
        <pc:spChg chg="mod">
          <ac:chgData name="Ms Alina Arshad" userId="cccdfd85-d35d-4453-9c6f-a463aae40722" providerId="ADAL" clId="{663C6855-F1E8-4276-852A-F2D45C8B7AA4}" dt="2024-10-09T15:34:02.214" v="499" actId="20577"/>
          <ac:spMkLst>
            <pc:docMk/>
            <pc:sldMk cId="0" sldId="270"/>
            <ac:spMk id="49369" creationId="{78055808-873D-0CCC-9A43-85F98BFA5EBC}"/>
          </ac:spMkLst>
        </pc:spChg>
        <pc:spChg chg="mod">
          <ac:chgData name="Ms Alina Arshad" userId="cccdfd85-d35d-4453-9c6f-a463aae40722" providerId="ADAL" clId="{663C6855-F1E8-4276-852A-F2D45C8B7AA4}" dt="2024-10-09T15:34:46.187" v="512" actId="207"/>
          <ac:spMkLst>
            <pc:docMk/>
            <pc:sldMk cId="0" sldId="270"/>
            <ac:spMk id="49380" creationId="{6058DFA8-6508-4477-01AD-C142F7D230E1}"/>
          </ac:spMkLst>
        </pc:spChg>
        <pc:graphicFrameChg chg="mod modGraphic">
          <ac:chgData name="Ms Alina Arshad" userId="cccdfd85-d35d-4453-9c6f-a463aae40722" providerId="ADAL" clId="{663C6855-F1E8-4276-852A-F2D45C8B7AA4}" dt="2024-10-09T15:44:49.217" v="598" actId="207"/>
          <ac:graphicFrameMkLst>
            <pc:docMk/>
            <pc:sldMk cId="0" sldId="270"/>
            <ac:graphicFrameMk id="49427" creationId="{FF9655EF-8915-D926-8BF0-7A373A5F4CFE}"/>
          </ac:graphicFrameMkLst>
        </pc:graphicFrameChg>
      </pc:sldChg>
      <pc:sldChg chg="modSp add del mod">
        <pc:chgData name="Ms Alina Arshad" userId="cccdfd85-d35d-4453-9c6f-a463aae40722" providerId="ADAL" clId="{663C6855-F1E8-4276-852A-F2D45C8B7AA4}" dt="2024-10-09T15:38:38.936" v="534" actId="47"/>
        <pc:sldMkLst>
          <pc:docMk/>
          <pc:sldMk cId="0" sldId="271"/>
        </pc:sldMkLst>
        <pc:spChg chg="mod">
          <ac:chgData name="Ms Alina Arshad" userId="cccdfd85-d35d-4453-9c6f-a463aae40722" providerId="ADAL" clId="{663C6855-F1E8-4276-852A-F2D45C8B7AA4}" dt="2024-10-09T15:37:35.530" v="515" actId="14100"/>
          <ac:spMkLst>
            <pc:docMk/>
            <pc:sldMk cId="0" sldId="271"/>
            <ac:spMk id="50178" creationId="{BB658D10-295F-E84A-7FE0-02D31C128E43}"/>
          </ac:spMkLst>
        </pc:spChg>
        <pc:spChg chg="mod">
          <ac:chgData name="Ms Alina Arshad" userId="cccdfd85-d35d-4453-9c6f-a463aae40722" providerId="ADAL" clId="{663C6855-F1E8-4276-852A-F2D45C8B7AA4}" dt="2024-10-09T15:38:13.424" v="533" actId="207"/>
          <ac:spMkLst>
            <pc:docMk/>
            <pc:sldMk cId="0" sldId="271"/>
            <ac:spMk id="50179" creationId="{76C038B6-1C96-1DCD-2394-FF40211AB214}"/>
          </ac:spMkLst>
        </pc:spChg>
        <pc:spChg chg="mod">
          <ac:chgData name="Ms Alina Arshad" userId="cccdfd85-d35d-4453-9c6f-a463aae40722" providerId="ADAL" clId="{663C6855-F1E8-4276-852A-F2D45C8B7AA4}" dt="2024-10-09T15:38:09.246" v="532" actId="20577"/>
          <ac:spMkLst>
            <pc:docMk/>
            <pc:sldMk cId="0" sldId="271"/>
            <ac:spMk id="50181" creationId="{AB2046A4-E45E-47F3-D799-5F3422289324}"/>
          </ac:spMkLst>
        </pc:spChg>
      </pc:sldChg>
      <pc:sldChg chg="modSp add del mod">
        <pc:chgData name="Ms Alina Arshad" userId="cccdfd85-d35d-4453-9c6f-a463aae40722" providerId="ADAL" clId="{663C6855-F1E8-4276-852A-F2D45C8B7AA4}" dt="2024-10-09T15:44:57.365" v="599" actId="207"/>
        <pc:sldMkLst>
          <pc:docMk/>
          <pc:sldMk cId="0" sldId="272"/>
        </pc:sldMkLst>
        <pc:spChg chg="mod">
          <ac:chgData name="Ms Alina Arshad" userId="cccdfd85-d35d-4453-9c6f-a463aae40722" providerId="ADAL" clId="{663C6855-F1E8-4276-852A-F2D45C8B7AA4}" dt="2024-10-09T15:38:48.543" v="535" actId="207"/>
          <ac:spMkLst>
            <pc:docMk/>
            <pc:sldMk cId="0" sldId="272"/>
            <ac:spMk id="51202" creationId="{D3D95058-BBD3-CC41-065F-FB9ED4A27664}"/>
          </ac:spMkLst>
        </pc:spChg>
        <pc:spChg chg="mod">
          <ac:chgData name="Ms Alina Arshad" userId="cccdfd85-d35d-4453-9c6f-a463aae40722" providerId="ADAL" clId="{663C6855-F1E8-4276-852A-F2D45C8B7AA4}" dt="2024-10-09T15:40:17.370" v="548" actId="1076"/>
          <ac:spMkLst>
            <pc:docMk/>
            <pc:sldMk cId="0" sldId="272"/>
            <ac:spMk id="51433" creationId="{9BA81CA5-C5D4-502C-C806-402184E9D755}"/>
          </ac:spMkLst>
        </pc:spChg>
        <pc:spChg chg="mod">
          <ac:chgData name="Ms Alina Arshad" userId="cccdfd85-d35d-4453-9c6f-a463aae40722" providerId="ADAL" clId="{663C6855-F1E8-4276-852A-F2D45C8B7AA4}" dt="2024-10-09T15:38:56.489" v="538" actId="207"/>
          <ac:spMkLst>
            <pc:docMk/>
            <pc:sldMk cId="0" sldId="272"/>
            <ac:spMk id="51434" creationId="{76719D01-898F-07A8-5A20-4433F9F59DF4}"/>
          </ac:spMkLst>
        </pc:spChg>
        <pc:spChg chg="mod">
          <ac:chgData name="Ms Alina Arshad" userId="cccdfd85-d35d-4453-9c6f-a463aae40722" providerId="ADAL" clId="{663C6855-F1E8-4276-852A-F2D45C8B7AA4}" dt="2024-10-09T15:40:32.944" v="552" actId="1076"/>
          <ac:spMkLst>
            <pc:docMk/>
            <pc:sldMk cId="0" sldId="272"/>
            <ac:spMk id="51435" creationId="{84E0DD70-80C4-DE8F-34E7-C3CF2323A3D9}"/>
          </ac:spMkLst>
        </pc:spChg>
        <pc:graphicFrameChg chg="mod modGraphic">
          <ac:chgData name="Ms Alina Arshad" userId="cccdfd85-d35d-4453-9c6f-a463aae40722" providerId="ADAL" clId="{663C6855-F1E8-4276-852A-F2D45C8B7AA4}" dt="2024-10-09T15:44:57.365" v="599" actId="207"/>
          <ac:graphicFrameMkLst>
            <pc:docMk/>
            <pc:sldMk cId="0" sldId="272"/>
            <ac:graphicFrameMk id="51436" creationId="{2A03EC4D-B903-38FF-462B-93257E0B54D6}"/>
          </ac:graphicFrameMkLst>
        </pc:graphicFrameChg>
      </pc:sldChg>
      <pc:sldChg chg="modSp add mod">
        <pc:chgData name="Ms Alina Arshad" userId="cccdfd85-d35d-4453-9c6f-a463aae40722" providerId="ADAL" clId="{663C6855-F1E8-4276-852A-F2D45C8B7AA4}" dt="2024-10-06T12:57:17.488" v="25" actId="1076"/>
        <pc:sldMkLst>
          <pc:docMk/>
          <pc:sldMk cId="0" sldId="273"/>
        </pc:sldMkLst>
        <pc:spChg chg="mod">
          <ac:chgData name="Ms Alina Arshad" userId="cccdfd85-d35d-4453-9c6f-a463aae40722" providerId="ADAL" clId="{663C6855-F1E8-4276-852A-F2D45C8B7AA4}" dt="2024-10-06T12:57:11.039" v="24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2:57:07.206" v="23" actId="1076"/>
          <ac:spMkLst>
            <pc:docMk/>
            <pc:sldMk cId="0" sldId="273"/>
            <ac:spMk id="3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06T12:57:17.488" v="25" actId="1076"/>
          <ac:picMkLst>
            <pc:docMk/>
            <pc:sldMk cId="0" sldId="273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663C6855-F1E8-4276-852A-F2D45C8B7AA4}" dt="2024-10-07T15:01:08.066" v="190" actId="207"/>
        <pc:sldMkLst>
          <pc:docMk/>
          <pc:sldMk cId="0" sldId="274"/>
        </pc:sldMkLst>
        <pc:spChg chg="mod">
          <ac:chgData name="Ms Alina Arshad" userId="cccdfd85-d35d-4453-9c6f-a463aae40722" providerId="ADAL" clId="{663C6855-F1E8-4276-852A-F2D45C8B7AA4}" dt="2024-10-07T14:59:42.906" v="189" actId="113"/>
          <ac:spMkLst>
            <pc:docMk/>
            <pc:sldMk cId="0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7T15:01:08.066" v="190" actId="207"/>
          <ac:spMkLst>
            <pc:docMk/>
            <pc:sldMk cId="0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7T15:02:02.500" v="195" actId="20577"/>
        <pc:sldMkLst>
          <pc:docMk/>
          <pc:sldMk cId="0" sldId="275"/>
        </pc:sldMkLst>
        <pc:spChg chg="mod">
          <ac:chgData name="Ms Alina Arshad" userId="cccdfd85-d35d-4453-9c6f-a463aae40722" providerId="ADAL" clId="{663C6855-F1E8-4276-852A-F2D45C8B7AA4}" dt="2024-10-07T15:01:42.338" v="191" actId="207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7T15:02:02.500" v="195" actId="20577"/>
          <ac:spMkLst>
            <pc:docMk/>
            <pc:sldMk cId="0" sldId="27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7T15:23:41.419" v="199" actId="20577"/>
        <pc:sldMkLst>
          <pc:docMk/>
          <pc:sldMk cId="0" sldId="276"/>
        </pc:sldMkLst>
        <pc:spChg chg="mod">
          <ac:chgData name="Ms Alina Arshad" userId="cccdfd85-d35d-4453-9c6f-a463aae40722" providerId="ADAL" clId="{663C6855-F1E8-4276-852A-F2D45C8B7AA4}" dt="2024-10-06T12:59:31.571" v="73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7T15:23:41.419" v="199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7T15:32:14.657" v="201" actId="1076"/>
        <pc:sldMkLst>
          <pc:docMk/>
          <pc:sldMk cId="0" sldId="277"/>
        </pc:sldMkLst>
        <pc:spChg chg="mod">
          <ac:chgData name="Ms Alina Arshad" userId="cccdfd85-d35d-4453-9c6f-a463aae40722" providerId="ADAL" clId="{663C6855-F1E8-4276-852A-F2D45C8B7AA4}" dt="2024-10-07T15:32:14.657" v="201" actId="1076"/>
          <ac:spMkLst>
            <pc:docMk/>
            <pc:sldMk cId="0" sldId="277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0:50.163" v="99" actId="14100"/>
          <ac:spMkLst>
            <pc:docMk/>
            <pc:sldMk cId="0" sldId="277"/>
            <ac:spMk id="3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1:51.850" v="120" actId="20577"/>
          <ac:spMkLst>
            <pc:docMk/>
            <pc:sldMk cId="0" sldId="277"/>
            <ac:spMk id="4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06T13:00:16.016" v="87" actId="1076"/>
          <ac:picMkLst>
            <pc:docMk/>
            <pc:sldMk cId="0" sldId="27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663C6855-F1E8-4276-852A-F2D45C8B7AA4}" dt="2024-10-06T13:03:32.511" v="159" actId="15"/>
        <pc:sldMkLst>
          <pc:docMk/>
          <pc:sldMk cId="0" sldId="278"/>
        </pc:sldMkLst>
        <pc:spChg chg="mod">
          <ac:chgData name="Ms Alina Arshad" userId="cccdfd85-d35d-4453-9c6f-a463aae40722" providerId="ADAL" clId="{663C6855-F1E8-4276-852A-F2D45C8B7AA4}" dt="2024-10-06T13:02:08.867" v="123" actId="113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3:32.511" v="159" actId="15"/>
          <ac:spMkLst>
            <pc:docMk/>
            <pc:sldMk cId="0" sldId="27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6T13:04:12.202" v="173" actId="20577"/>
        <pc:sldMkLst>
          <pc:docMk/>
          <pc:sldMk cId="0" sldId="279"/>
        </pc:sldMkLst>
        <pc:spChg chg="mod">
          <ac:chgData name="Ms Alina Arshad" userId="cccdfd85-d35d-4453-9c6f-a463aae40722" providerId="ADAL" clId="{663C6855-F1E8-4276-852A-F2D45C8B7AA4}" dt="2024-10-06T13:03:46.065" v="162" actId="1076"/>
          <ac:spMkLst>
            <pc:docMk/>
            <pc:sldMk cId="0" sldId="279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4:12.202" v="173" actId="20577"/>
          <ac:spMkLst>
            <pc:docMk/>
            <pc:sldMk cId="0" sldId="27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6T13:04:35.200" v="179" actId="1076"/>
        <pc:sldMkLst>
          <pc:docMk/>
          <pc:sldMk cId="0" sldId="280"/>
        </pc:sldMkLst>
        <pc:spChg chg="mod">
          <ac:chgData name="Ms Alina Arshad" userId="cccdfd85-d35d-4453-9c6f-a463aae40722" providerId="ADAL" clId="{663C6855-F1E8-4276-852A-F2D45C8B7AA4}" dt="2024-10-06T13:04:27.981" v="176" actId="1076"/>
          <ac:spMkLst>
            <pc:docMk/>
            <pc:sldMk cId="0" sldId="280"/>
            <ac:spMk id="2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06T13:04:35.200" v="179" actId="1076"/>
          <ac:picMkLst>
            <pc:docMk/>
            <pc:sldMk cId="0" sldId="280"/>
            <ac:picMk id="3" creationId="{00000000-0000-0000-0000-000000000000}"/>
          </ac:picMkLst>
        </pc:picChg>
      </pc:sldChg>
      <pc:sldChg chg="modSp add mod">
        <pc:chgData name="Ms Alina Arshad" userId="cccdfd85-d35d-4453-9c6f-a463aae40722" providerId="ADAL" clId="{663C6855-F1E8-4276-852A-F2D45C8B7AA4}" dt="2024-10-06T13:05:03.093" v="187" actId="1076"/>
        <pc:sldMkLst>
          <pc:docMk/>
          <pc:sldMk cId="0" sldId="281"/>
        </pc:sldMkLst>
        <pc:spChg chg="mod">
          <ac:chgData name="Ms Alina Arshad" userId="cccdfd85-d35d-4453-9c6f-a463aae40722" providerId="ADAL" clId="{663C6855-F1E8-4276-852A-F2D45C8B7AA4}" dt="2024-10-06T13:04:48.741" v="183" actId="113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6T13:05:03.093" v="187" actId="1076"/>
          <ac:spMkLst>
            <pc:docMk/>
            <pc:sldMk cId="0" sldId="28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13T08:34:59.653" v="605" actId="1076"/>
        <pc:sldMkLst>
          <pc:docMk/>
          <pc:sldMk cId="0" sldId="282"/>
        </pc:sldMkLst>
        <pc:spChg chg="mod">
          <ac:chgData name="Ms Alina Arshad" userId="cccdfd85-d35d-4453-9c6f-a463aae40722" providerId="ADAL" clId="{663C6855-F1E8-4276-852A-F2D45C8B7AA4}" dt="2024-10-07T15:43:37.067" v="204" actId="1076"/>
          <ac:spMkLst>
            <pc:docMk/>
            <pc:sldMk cId="0" sldId="282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7T15:46:42.761" v="226" actId="15"/>
          <ac:spMkLst>
            <pc:docMk/>
            <pc:sldMk cId="0" sldId="282"/>
            <ac:spMk id="3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13T08:34:59.653" v="605" actId="1076"/>
          <ac:picMkLst>
            <pc:docMk/>
            <pc:sldMk cId="0" sldId="282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663C6855-F1E8-4276-852A-F2D45C8B7AA4}" dt="2024-10-08T12:28:33.398" v="379" actId="20577"/>
        <pc:sldMkLst>
          <pc:docMk/>
          <pc:sldMk cId="0" sldId="283"/>
        </pc:sldMkLst>
        <pc:spChg chg="mod">
          <ac:chgData name="Ms Alina Arshad" userId="cccdfd85-d35d-4453-9c6f-a463aae40722" providerId="ADAL" clId="{663C6855-F1E8-4276-852A-F2D45C8B7AA4}" dt="2024-10-07T15:48:41.388" v="228" actId="207"/>
          <ac:spMkLst>
            <pc:docMk/>
            <pc:sldMk cId="0" sldId="283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28:33.398" v="379" actId="20577"/>
          <ac:spMkLst>
            <pc:docMk/>
            <pc:sldMk cId="0" sldId="28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29:09.912" v="389" actId="1076"/>
        <pc:sldMkLst>
          <pc:docMk/>
          <pc:sldMk cId="0" sldId="284"/>
        </pc:sldMkLst>
        <pc:spChg chg="mod">
          <ac:chgData name="Ms Alina Arshad" userId="cccdfd85-d35d-4453-9c6f-a463aae40722" providerId="ADAL" clId="{663C6855-F1E8-4276-852A-F2D45C8B7AA4}" dt="2024-10-08T12:29:09.912" v="38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29:06.853" v="388" actId="1076"/>
          <ac:spMkLst>
            <pc:docMk/>
            <pc:sldMk cId="0" sldId="28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42:37.580" v="488" actId="20577"/>
        <pc:sldMkLst>
          <pc:docMk/>
          <pc:sldMk cId="0" sldId="285"/>
        </pc:sldMkLst>
        <pc:spChg chg="mod">
          <ac:chgData name="Ms Alina Arshad" userId="cccdfd85-d35d-4453-9c6f-a463aae40722" providerId="ADAL" clId="{663C6855-F1E8-4276-852A-F2D45C8B7AA4}" dt="2024-10-08T12:29:19.283" v="391" actId="207"/>
          <ac:spMkLst>
            <pc:docMk/>
            <pc:sldMk cId="0" sldId="285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42:37.580" v="488" actId="20577"/>
          <ac:spMkLst>
            <pc:docMk/>
            <pc:sldMk cId="0" sldId="28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30:40.591" v="420" actId="113"/>
        <pc:sldMkLst>
          <pc:docMk/>
          <pc:sldMk cId="0" sldId="286"/>
        </pc:sldMkLst>
        <pc:spChg chg="mod">
          <ac:chgData name="Ms Alina Arshad" userId="cccdfd85-d35d-4453-9c6f-a463aae40722" providerId="ADAL" clId="{663C6855-F1E8-4276-852A-F2D45C8B7AA4}" dt="2024-10-08T12:30:40.591" v="420" actId="113"/>
          <ac:spMkLst>
            <pc:docMk/>
            <pc:sldMk cId="0" sldId="286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30:20.633" v="414" actId="20577"/>
          <ac:spMkLst>
            <pc:docMk/>
            <pc:sldMk cId="0" sldId="286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31:18.633" v="432" actId="20577"/>
        <pc:sldMkLst>
          <pc:docMk/>
          <pc:sldMk cId="0" sldId="287"/>
        </pc:sldMkLst>
        <pc:spChg chg="mod">
          <ac:chgData name="Ms Alina Arshad" userId="cccdfd85-d35d-4453-9c6f-a463aae40722" providerId="ADAL" clId="{663C6855-F1E8-4276-852A-F2D45C8B7AA4}" dt="2024-10-08T12:30:36.054" v="419" actId="1076"/>
          <ac:spMkLst>
            <pc:docMk/>
            <pc:sldMk cId="0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31:18.633" v="432" actId="20577"/>
          <ac:spMkLst>
            <pc:docMk/>
            <pc:sldMk cId="0" sldId="28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4:16:18.193" v="489" actId="20577"/>
        <pc:sldMkLst>
          <pc:docMk/>
          <pc:sldMk cId="0" sldId="288"/>
        </pc:sldMkLst>
        <pc:spChg chg="mod">
          <ac:chgData name="Ms Alina Arshad" userId="cccdfd85-d35d-4453-9c6f-a463aae40722" providerId="ADAL" clId="{663C6855-F1E8-4276-852A-F2D45C8B7AA4}" dt="2024-10-08T12:31:35.327" v="436" actId="113"/>
          <ac:spMkLst>
            <pc:docMk/>
            <pc:sldMk cId="0" sldId="288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4:16:18.193" v="489" actId="20577"/>
          <ac:spMkLst>
            <pc:docMk/>
            <pc:sldMk cId="0" sldId="28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4:18:20.470" v="492" actId="20577"/>
        <pc:sldMkLst>
          <pc:docMk/>
          <pc:sldMk cId="0" sldId="289"/>
        </pc:sldMkLst>
        <pc:spChg chg="mod">
          <ac:chgData name="Ms Alina Arshad" userId="cccdfd85-d35d-4453-9c6f-a463aae40722" providerId="ADAL" clId="{663C6855-F1E8-4276-852A-F2D45C8B7AA4}" dt="2024-10-08T12:32:01.316" v="445" actId="207"/>
          <ac:spMkLst>
            <pc:docMk/>
            <pc:sldMk cId="0" sldId="289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4:18:20.470" v="492" actId="20577"/>
          <ac:spMkLst>
            <pc:docMk/>
            <pc:sldMk cId="0" sldId="28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663C6855-F1E8-4276-852A-F2D45C8B7AA4}" dt="2024-10-08T12:33:47.284" v="481" actId="1076"/>
        <pc:sldMkLst>
          <pc:docMk/>
          <pc:sldMk cId="0" sldId="290"/>
        </pc:sldMkLst>
        <pc:spChg chg="mod">
          <ac:chgData name="Ms Alina Arshad" userId="cccdfd85-d35d-4453-9c6f-a463aae40722" providerId="ADAL" clId="{663C6855-F1E8-4276-852A-F2D45C8B7AA4}" dt="2024-10-08T12:32:45.087" v="458" actId="1076"/>
          <ac:spMkLst>
            <pc:docMk/>
            <pc:sldMk cId="0" sldId="290"/>
            <ac:spMk id="2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33:23.531" v="472" actId="1076"/>
          <ac:spMkLst>
            <pc:docMk/>
            <pc:sldMk cId="0" sldId="290"/>
            <ac:spMk id="4" creationId="{00000000-0000-0000-0000-000000000000}"/>
          </ac:spMkLst>
        </pc:spChg>
        <pc:spChg chg="mod">
          <ac:chgData name="Ms Alina Arshad" userId="cccdfd85-d35d-4453-9c6f-a463aae40722" providerId="ADAL" clId="{663C6855-F1E8-4276-852A-F2D45C8B7AA4}" dt="2024-10-08T12:33:47.284" v="481" actId="1076"/>
          <ac:spMkLst>
            <pc:docMk/>
            <pc:sldMk cId="0" sldId="290"/>
            <ac:spMk id="5" creationId="{00000000-0000-0000-0000-000000000000}"/>
          </ac:spMkLst>
        </pc:spChg>
        <pc:picChg chg="mod">
          <ac:chgData name="Ms Alina Arshad" userId="cccdfd85-d35d-4453-9c6f-a463aae40722" providerId="ADAL" clId="{663C6855-F1E8-4276-852A-F2D45C8B7AA4}" dt="2024-10-08T12:32:58.946" v="464" actId="1076"/>
          <ac:picMkLst>
            <pc:docMk/>
            <pc:sldMk cId="0" sldId="290"/>
            <ac:picMk id="3" creationId="{00000000-0000-0000-0000-000000000000}"/>
          </ac:picMkLst>
        </pc:picChg>
      </pc:sldChg>
      <pc:sldChg chg="add">
        <pc:chgData name="Ms Alina Arshad" userId="cccdfd85-d35d-4453-9c6f-a463aae40722" providerId="ADAL" clId="{663C6855-F1E8-4276-852A-F2D45C8B7AA4}" dt="2024-10-09T15:31:27.818" v="493"/>
        <pc:sldMkLst>
          <pc:docMk/>
          <pc:sldMk cId="0" sldId="291"/>
        </pc:sldMkLst>
      </pc:sldChg>
      <pc:sldChg chg="addSp modSp new del">
        <pc:chgData name="Ms Alina Arshad" userId="cccdfd85-d35d-4453-9c6f-a463aae40722" providerId="ADAL" clId="{663C6855-F1E8-4276-852A-F2D45C8B7AA4}" dt="2024-10-07T15:51:08.612" v="232" actId="47"/>
        <pc:sldMkLst>
          <pc:docMk/>
          <pc:sldMk cId="3881823252" sldId="291"/>
        </pc:sldMkLst>
        <pc:spChg chg="add mod">
          <ac:chgData name="Ms Alina Arshad" userId="cccdfd85-d35d-4453-9c6f-a463aae40722" providerId="ADAL" clId="{663C6855-F1E8-4276-852A-F2D45C8B7AA4}" dt="2024-10-07T15:50:49.740" v="231"/>
          <ac:spMkLst>
            <pc:docMk/>
            <pc:sldMk cId="3881823252" sldId="291"/>
            <ac:spMk id="4" creationId="{33B6A16F-C741-97B0-D26B-04F45BD968AA}"/>
          </ac:spMkLst>
        </pc:spChg>
        <pc:spChg chg="add mod">
          <ac:chgData name="Ms Alina Arshad" userId="cccdfd85-d35d-4453-9c6f-a463aae40722" providerId="ADAL" clId="{663C6855-F1E8-4276-852A-F2D45C8B7AA4}" dt="2024-10-07T15:50:46.804" v="230"/>
          <ac:spMkLst>
            <pc:docMk/>
            <pc:sldMk cId="3881823252" sldId="291"/>
            <ac:spMk id="5" creationId="{9F101B7A-DAFB-0C1C-26D3-035D9E8B2958}"/>
          </ac:spMkLst>
        </pc:spChg>
        <pc:picChg chg="add mod">
          <ac:chgData name="Ms Alina Arshad" userId="cccdfd85-d35d-4453-9c6f-a463aae40722" providerId="ADAL" clId="{663C6855-F1E8-4276-852A-F2D45C8B7AA4}" dt="2024-10-07T15:50:46.804" v="230"/>
          <ac:picMkLst>
            <pc:docMk/>
            <pc:sldMk cId="3881823252" sldId="291"/>
            <ac:picMk id="6" creationId="{E535B505-35FB-321C-AEFF-AD47B295CE97}"/>
          </ac:picMkLst>
        </pc:picChg>
      </pc:sldChg>
      <pc:sldChg chg="addSp delSp modSp add mod">
        <pc:chgData name="Ms Alina Arshad" userId="cccdfd85-d35d-4453-9c6f-a463aae40722" providerId="ADAL" clId="{663C6855-F1E8-4276-852A-F2D45C8B7AA4}" dt="2024-10-07T15:54:42.693" v="375" actId="207"/>
        <pc:sldMkLst>
          <pc:docMk/>
          <pc:sldMk cId="0" sldId="297"/>
        </pc:sldMkLst>
        <pc:spChg chg="add del mod">
          <ac:chgData name="Ms Alina Arshad" userId="cccdfd85-d35d-4453-9c6f-a463aae40722" providerId="ADAL" clId="{663C6855-F1E8-4276-852A-F2D45C8B7AA4}" dt="2024-10-07T15:52:00.433" v="243" actId="478"/>
          <ac:spMkLst>
            <pc:docMk/>
            <pc:sldMk cId="0" sldId="297"/>
            <ac:spMk id="3" creationId="{CE811E2E-90A7-3374-CD77-6171FCB8FD77}"/>
          </ac:spMkLst>
        </pc:spChg>
        <pc:spChg chg="add del mod">
          <ac:chgData name="Ms Alina Arshad" userId="cccdfd85-d35d-4453-9c6f-a463aae40722" providerId="ADAL" clId="{663C6855-F1E8-4276-852A-F2D45C8B7AA4}" dt="2024-10-07T15:52:13.633" v="252" actId="478"/>
          <ac:spMkLst>
            <pc:docMk/>
            <pc:sldMk cId="0" sldId="297"/>
            <ac:spMk id="5" creationId="{ABA36636-1EDD-C0CA-9645-B3B6020E3C6C}"/>
          </ac:spMkLst>
        </pc:spChg>
        <pc:spChg chg="add del mod">
          <ac:chgData name="Ms Alina Arshad" userId="cccdfd85-d35d-4453-9c6f-a463aae40722" providerId="ADAL" clId="{663C6855-F1E8-4276-852A-F2D45C8B7AA4}" dt="2024-10-07T15:52:20.324" v="254" actId="478"/>
          <ac:spMkLst>
            <pc:docMk/>
            <pc:sldMk cId="0" sldId="297"/>
            <ac:spMk id="7" creationId="{8A0286C8-C100-C81C-FD7D-C97F70C8B22C}"/>
          </ac:spMkLst>
        </pc:spChg>
        <pc:spChg chg="add del mod">
          <ac:chgData name="Ms Alina Arshad" userId="cccdfd85-d35d-4453-9c6f-a463aae40722" providerId="ADAL" clId="{663C6855-F1E8-4276-852A-F2D45C8B7AA4}" dt="2024-10-07T15:52:37.696" v="262" actId="22"/>
          <ac:spMkLst>
            <pc:docMk/>
            <pc:sldMk cId="0" sldId="297"/>
            <ac:spMk id="9" creationId="{F927775F-7D4A-722B-6A69-5410F712E875}"/>
          </ac:spMkLst>
        </pc:spChg>
        <pc:spChg chg="add mod">
          <ac:chgData name="Ms Alina Arshad" userId="cccdfd85-d35d-4453-9c6f-a463aae40722" providerId="ADAL" clId="{663C6855-F1E8-4276-852A-F2D45C8B7AA4}" dt="2024-10-07T15:54:34.675" v="374" actId="20577"/>
          <ac:spMkLst>
            <pc:docMk/>
            <pc:sldMk cId="0" sldId="297"/>
            <ac:spMk id="11" creationId="{32BB0010-EFA5-0819-2976-83CB5C91C014}"/>
          </ac:spMkLst>
        </pc:spChg>
        <pc:spChg chg="add mod">
          <ac:chgData name="Ms Alina Arshad" userId="cccdfd85-d35d-4453-9c6f-a463aae40722" providerId="ADAL" clId="{663C6855-F1E8-4276-852A-F2D45C8B7AA4}" dt="2024-10-07T15:53:20.081" v="273" actId="1076"/>
          <ac:spMkLst>
            <pc:docMk/>
            <pc:sldMk cId="0" sldId="297"/>
            <ac:spMk id="14" creationId="{C2DBA617-F4D5-ADA7-EA00-D0A9E8C92F0F}"/>
          </ac:spMkLst>
        </pc:spChg>
        <pc:spChg chg="add mod">
          <ac:chgData name="Ms Alina Arshad" userId="cccdfd85-d35d-4453-9c6f-a463aae40722" providerId="ADAL" clId="{663C6855-F1E8-4276-852A-F2D45C8B7AA4}" dt="2024-10-07T15:53:47.782" v="294" actId="1038"/>
          <ac:spMkLst>
            <pc:docMk/>
            <pc:sldMk cId="0" sldId="297"/>
            <ac:spMk id="15" creationId="{FAE823C1-040F-D415-48E6-DC7B6BDC6B4F}"/>
          </ac:spMkLst>
        </pc:spChg>
        <pc:spChg chg="add mod">
          <ac:chgData name="Ms Alina Arshad" userId="cccdfd85-d35d-4453-9c6f-a463aae40722" providerId="ADAL" clId="{663C6855-F1E8-4276-852A-F2D45C8B7AA4}" dt="2024-10-07T15:54:00.808" v="372" actId="1036"/>
          <ac:spMkLst>
            <pc:docMk/>
            <pc:sldMk cId="0" sldId="297"/>
            <ac:spMk id="16" creationId="{FBCE2B93-B005-5D0C-E849-AD0F20D70C2A}"/>
          </ac:spMkLst>
        </pc:spChg>
        <pc:spChg chg="add mod">
          <ac:chgData name="Ms Alina Arshad" userId="cccdfd85-d35d-4453-9c6f-a463aae40722" providerId="ADAL" clId="{663C6855-F1E8-4276-852A-F2D45C8B7AA4}" dt="2024-10-07T15:53:35.208" v="280" actId="1038"/>
          <ac:spMkLst>
            <pc:docMk/>
            <pc:sldMk cId="0" sldId="297"/>
            <ac:spMk id="1032" creationId="{0B3AE7D0-0667-D1EF-03A0-53CBA6E11F73}"/>
          </ac:spMkLst>
        </pc:spChg>
        <pc:spChg chg="mod">
          <ac:chgData name="Ms Alina Arshad" userId="cccdfd85-d35d-4453-9c6f-a463aae40722" providerId="ADAL" clId="{663C6855-F1E8-4276-852A-F2D45C8B7AA4}" dt="2024-10-07T15:51:15.926" v="235" actId="113"/>
          <ac:spMkLst>
            <pc:docMk/>
            <pc:sldMk cId="0" sldId="297"/>
            <ac:spMk id="1035" creationId="{D2FD35C5-CB71-62F9-21E2-B7E426E10F4D}"/>
          </ac:spMkLst>
        </pc:spChg>
        <pc:spChg chg="mod">
          <ac:chgData name="Ms Alina Arshad" userId="cccdfd85-d35d-4453-9c6f-a463aae40722" providerId="ADAL" clId="{663C6855-F1E8-4276-852A-F2D45C8B7AA4}" dt="2024-10-07T15:54:42.693" v="375" actId="207"/>
          <ac:spMkLst>
            <pc:docMk/>
            <pc:sldMk cId="0" sldId="297"/>
            <ac:spMk id="1036" creationId="{18D63AFD-AF87-5227-FFF6-F06CB61CFB91}"/>
          </ac:spMkLst>
        </pc:spChg>
        <pc:graphicFrameChg chg="add del mod replId">
          <ac:chgData name="Ms Alina Arshad" userId="cccdfd85-d35d-4453-9c6f-a463aae40722" providerId="ADAL" clId="{663C6855-F1E8-4276-852A-F2D45C8B7AA4}" dt="2024-10-07T15:53:03.375" v="269"/>
          <ac:graphicFrameMkLst>
            <pc:docMk/>
            <pc:sldMk cId="0" sldId="297"/>
            <ac:graphicFrameMk id="12" creationId="{0B3AE7D0-0667-D1EF-03A0-53CBA6E11F73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1:55.246" v="240" actId="478"/>
          <ac:graphicFrameMkLst>
            <pc:docMk/>
            <pc:sldMk cId="0" sldId="297"/>
            <ac:graphicFrameMk id="1026" creationId="{1FA20F2B-FBA2-78DE-8176-0FE650E38D3D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1:56.558" v="241" actId="478"/>
          <ac:graphicFrameMkLst>
            <pc:docMk/>
            <pc:sldMk cId="0" sldId="297"/>
            <ac:graphicFrameMk id="1027" creationId="{7193EB67-EAF2-5D9F-EAE1-AE7021A2B5F7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1:53.397" v="239" actId="478"/>
          <ac:graphicFrameMkLst>
            <pc:docMk/>
            <pc:sldMk cId="0" sldId="297"/>
            <ac:graphicFrameMk id="1028" creationId="{27C7DBDB-E615-8ED2-2F7F-FB551947DFBD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01.774" v="244" actId="478"/>
          <ac:graphicFrameMkLst>
            <pc:docMk/>
            <pc:sldMk cId="0" sldId="297"/>
            <ac:graphicFrameMk id="1029" creationId="{7FBD1CB5-8661-5889-9D4A-F9F9F2647097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23.483" v="256" actId="478"/>
          <ac:graphicFrameMkLst>
            <pc:docMk/>
            <pc:sldMk cId="0" sldId="297"/>
            <ac:graphicFrameMk id="1030" creationId="{6A087D69-67E5-AB1C-4C4F-CFD3BA462551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24.904" v="257" actId="478"/>
          <ac:graphicFrameMkLst>
            <pc:docMk/>
            <pc:sldMk cId="0" sldId="297"/>
            <ac:graphicFrameMk id="1031" creationId="{8D98AF5E-27DE-85B0-0DA8-1AC464908E8E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21.859" v="255" actId="478"/>
          <ac:graphicFrameMkLst>
            <pc:docMk/>
            <pc:sldMk cId="0" sldId="297"/>
            <ac:graphicFrameMk id="1033" creationId="{F29CED8C-D910-DA98-C1F0-7DABCC0AE7D4}"/>
          </ac:graphicFrameMkLst>
        </pc:graphicFrameChg>
        <pc:graphicFrameChg chg="del">
          <ac:chgData name="Ms Alina Arshad" userId="cccdfd85-d35d-4453-9c6f-a463aae40722" providerId="ADAL" clId="{663C6855-F1E8-4276-852A-F2D45C8B7AA4}" dt="2024-10-07T15:52:04.152" v="245" actId="478"/>
          <ac:graphicFrameMkLst>
            <pc:docMk/>
            <pc:sldMk cId="0" sldId="297"/>
            <ac:graphicFrameMk id="1034" creationId="{2E2A8740-A0A7-8671-9A25-6026B5EE4510}"/>
          </ac:graphicFrameMkLst>
        </pc:graphicFrameChg>
      </pc:sldChg>
      <pc:sldChg chg="modSp add mod">
        <pc:chgData name="Ms Alina Arshad" userId="cccdfd85-d35d-4453-9c6f-a463aae40722" providerId="ADAL" clId="{663C6855-F1E8-4276-852A-F2D45C8B7AA4}" dt="2024-10-09T15:45:07.222" v="601" actId="207"/>
        <pc:sldMkLst>
          <pc:docMk/>
          <pc:sldMk cId="0" sldId="298"/>
        </pc:sldMkLst>
        <pc:spChg chg="mod">
          <ac:chgData name="Ms Alina Arshad" userId="cccdfd85-d35d-4453-9c6f-a463aae40722" providerId="ADAL" clId="{663C6855-F1E8-4276-852A-F2D45C8B7AA4}" dt="2024-10-09T15:42:25.247" v="582" actId="1076"/>
          <ac:spMkLst>
            <pc:docMk/>
            <pc:sldMk cId="0" sldId="298"/>
            <ac:spMk id="52227" creationId="{F1DDC528-7D9B-D443-AB34-72ED16BD9B53}"/>
          </ac:spMkLst>
        </pc:spChg>
        <pc:spChg chg="mod">
          <ac:chgData name="Ms Alina Arshad" userId="cccdfd85-d35d-4453-9c6f-a463aae40722" providerId="ADAL" clId="{663C6855-F1E8-4276-852A-F2D45C8B7AA4}" dt="2024-10-09T15:43:17.001" v="595" actId="20577"/>
          <ac:spMkLst>
            <pc:docMk/>
            <pc:sldMk cId="0" sldId="298"/>
            <ac:spMk id="52228" creationId="{6864004C-6D7D-79C7-4324-9005135C5DEF}"/>
          </ac:spMkLst>
        </pc:spChg>
        <pc:spChg chg="mod">
          <ac:chgData name="Ms Alina Arshad" userId="cccdfd85-d35d-4453-9c6f-a463aae40722" providerId="ADAL" clId="{663C6855-F1E8-4276-852A-F2D45C8B7AA4}" dt="2024-10-09T15:42:28.886" v="583" actId="1076"/>
          <ac:spMkLst>
            <pc:docMk/>
            <pc:sldMk cId="0" sldId="298"/>
            <ac:spMk id="52229" creationId="{98A78E15-D314-9974-6B3F-ED93DF99C1E7}"/>
          </ac:spMkLst>
        </pc:spChg>
        <pc:spChg chg="mod">
          <ac:chgData name="Ms Alina Arshad" userId="cccdfd85-d35d-4453-9c6f-a463aae40722" providerId="ADAL" clId="{663C6855-F1E8-4276-852A-F2D45C8B7AA4}" dt="2024-10-09T15:43:54.023" v="597" actId="20577"/>
          <ac:spMkLst>
            <pc:docMk/>
            <pc:sldMk cId="0" sldId="298"/>
            <ac:spMk id="52415" creationId="{A59D3125-0774-9B50-D400-9C575DB08678}"/>
          </ac:spMkLst>
        </pc:spChg>
        <pc:graphicFrameChg chg="mod modGraphic">
          <ac:chgData name="Ms Alina Arshad" userId="cccdfd85-d35d-4453-9c6f-a463aae40722" providerId="ADAL" clId="{663C6855-F1E8-4276-852A-F2D45C8B7AA4}" dt="2024-10-09T15:45:07.222" v="601" actId="207"/>
          <ac:graphicFrameMkLst>
            <pc:docMk/>
            <pc:sldMk cId="0" sldId="298"/>
            <ac:graphicFrameMk id="52416" creationId="{72307FC5-D7D7-1C50-3042-0215F4F542A0}"/>
          </ac:graphicFrameMkLst>
        </pc:graphicFrameChg>
        <pc:graphicFrameChg chg="mod modGraphic">
          <ac:chgData name="Ms Alina Arshad" userId="cccdfd85-d35d-4453-9c6f-a463aae40722" providerId="ADAL" clId="{663C6855-F1E8-4276-852A-F2D45C8B7AA4}" dt="2024-10-09T15:45:04.010" v="600" actId="207"/>
          <ac:graphicFrameMkLst>
            <pc:docMk/>
            <pc:sldMk cId="0" sldId="298"/>
            <ac:graphicFrameMk id="52417" creationId="{E964AC76-5D92-31C7-521E-1FA2D5146FA2}"/>
          </ac:graphicFrameMkLst>
        </pc:graphicFrameChg>
      </pc:sldChg>
      <pc:sldMasterChg chg="delSldLayout">
        <pc:chgData name="Ms Alina Arshad" userId="cccdfd85-d35d-4453-9c6f-a463aae40722" providerId="ADAL" clId="{663C6855-F1E8-4276-852A-F2D45C8B7AA4}" dt="2024-10-06T12:56:25.409" v="14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663C6855-F1E8-4276-852A-F2D45C8B7AA4}" dt="2024-10-06T12:56:25.409" v="14" actId="47"/>
          <pc:sldLayoutMkLst>
            <pc:docMk/>
            <pc:sldMasterMk cId="1090009938" sldId="2147483660"/>
            <pc:sldLayoutMk cId="3151685511" sldId="2147483672"/>
          </pc:sldLayoutMkLst>
        </pc:sldLayoutChg>
      </pc:sldMasterChg>
    </pc:docChg>
  </pc:docChgLst>
  <pc:docChgLst>
    <pc:chgData name="Ms Alina Arshad" userId="cccdfd85-d35d-4453-9c6f-a463aae40722" providerId="ADAL" clId="{506AEF98-43AF-47E5-97BE-CEE6E380F332}"/>
    <pc:docChg chg="custSel addSld delSld modSld">
      <pc:chgData name="Ms Alina Arshad" userId="cccdfd85-d35d-4453-9c6f-a463aae40722" providerId="ADAL" clId="{506AEF98-43AF-47E5-97BE-CEE6E380F332}" dt="2024-09-06T05:02:08.009" v="313" actId="207"/>
      <pc:docMkLst>
        <pc:docMk/>
      </pc:docMkLst>
      <pc:sldChg chg="modSp mod">
        <pc:chgData name="Ms Alina Arshad" userId="cccdfd85-d35d-4453-9c6f-a463aae40722" providerId="ADAL" clId="{506AEF98-43AF-47E5-97BE-CEE6E380F332}" dt="2024-09-05T09:07:33.153" v="31" actId="2711"/>
        <pc:sldMkLst>
          <pc:docMk/>
          <pc:sldMk cId="3322361034" sldId="256"/>
        </pc:sldMkLst>
        <pc:spChg chg="mod">
          <ac:chgData name="Ms Alina Arshad" userId="cccdfd85-d35d-4453-9c6f-a463aae40722" providerId="ADAL" clId="{506AEF98-43AF-47E5-97BE-CEE6E380F332}" dt="2024-09-05T09:07:33.153" v="31" actId="2711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506AEF98-43AF-47E5-97BE-CEE6E380F332}" dt="2024-09-05T09:07:40.105" v="3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506AEF98-43AF-47E5-97BE-CEE6E380F332}" dt="2024-09-05T09:16:16.547" v="48" actId="5793"/>
        <pc:sldMkLst>
          <pc:docMk/>
          <pc:sldMk cId="0" sldId="258"/>
        </pc:sldMkLst>
        <pc:spChg chg="mod">
          <ac:chgData name="Ms Alina Arshad" userId="cccdfd85-d35d-4453-9c6f-a463aae40722" providerId="ADAL" clId="{506AEF98-43AF-47E5-97BE-CEE6E380F332}" dt="2024-09-05T09:07:46.918" v="3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6:16.547" v="48" actId="5793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06AEF98-43AF-47E5-97BE-CEE6E380F332}" dt="2024-09-05T09:25:27.259" v="160" actId="207"/>
        <pc:sldMkLst>
          <pc:docMk/>
          <pc:sldMk cId="0" sldId="259"/>
        </pc:sldMkLst>
        <pc:spChg chg="mod">
          <ac:chgData name="Ms Alina Arshad" userId="cccdfd85-d35d-4453-9c6f-a463aae40722" providerId="ADAL" clId="{506AEF98-43AF-47E5-97BE-CEE6E380F332}" dt="2024-09-05T09:17:01.684" v="5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7:19.919" v="57" actId="14100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27.259" v="16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 mod">
          <ac:chgData name="Ms Alina Arshad" userId="cccdfd85-d35d-4453-9c6f-a463aae40722" providerId="ADAL" clId="{506AEF98-43AF-47E5-97BE-CEE6E380F332}" dt="2024-09-05T09:17:31.759" v="61" actId="478"/>
          <ac:picMkLst>
            <pc:docMk/>
            <pc:sldMk cId="0" sldId="259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506AEF98-43AF-47E5-97BE-CEE6E380F332}" dt="2024-09-05T09:25:45.452" v="163" actId="207"/>
        <pc:sldMkLst>
          <pc:docMk/>
          <pc:sldMk cId="0" sldId="260"/>
        </pc:sldMkLst>
        <pc:spChg chg="mod">
          <ac:chgData name="Ms Alina Arshad" userId="cccdfd85-d35d-4453-9c6f-a463aae40722" providerId="ADAL" clId="{506AEF98-43AF-47E5-97BE-CEE6E380F332}" dt="2024-09-05T09:20:13.003" v="9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43.387" v="1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35.811" v="117" actId="14100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38.150" v="161" actId="207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506AEF98-43AF-47E5-97BE-CEE6E380F332}" dt="2024-09-05T09:25:45.452" v="163" actId="207"/>
          <ac:graphicFrameMkLst>
            <pc:docMk/>
            <pc:sldMk cId="0" sldId="260"/>
            <ac:graphicFrameMk id="7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0:24.155" v="95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Ms Alina Arshad" userId="cccdfd85-d35d-4453-9c6f-a463aae40722" providerId="ADAL" clId="{506AEF98-43AF-47E5-97BE-CEE6E380F332}" dt="2024-09-05T09:21:48.675" v="1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506AEF98-43AF-47E5-97BE-CEE6E380F332}" dt="2024-09-05T09:25:51.450" v="164" actId="207"/>
        <pc:sldMkLst>
          <pc:docMk/>
          <pc:sldMk cId="0" sldId="261"/>
        </pc:sldMkLst>
        <pc:spChg chg="del">
          <ac:chgData name="Ms Alina Arshad" userId="cccdfd85-d35d-4453-9c6f-a463aae40722" providerId="ADAL" clId="{506AEF98-43AF-47E5-97BE-CEE6E380F332}" dt="2024-09-05T09:24:03.114" v="14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4:27.558" v="148" actId="2711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s Alina Arshad" userId="cccdfd85-d35d-4453-9c6f-a463aae40722" providerId="ADAL" clId="{506AEF98-43AF-47E5-97BE-CEE6E380F332}" dt="2024-09-05T09:24:06.217" v="143" actId="478"/>
          <ac:spMkLst>
            <pc:docMk/>
            <pc:sldMk cId="0" sldId="261"/>
            <ac:spMk id="7" creationId="{9B225BDB-465A-3ADD-4CEC-29C7CC1832AD}"/>
          </ac:spMkLst>
        </pc:spChg>
        <pc:spChg chg="add mod">
          <ac:chgData name="Ms Alina Arshad" userId="cccdfd85-d35d-4453-9c6f-a463aae40722" providerId="ADAL" clId="{506AEF98-43AF-47E5-97BE-CEE6E380F332}" dt="2024-09-05T09:24:07.546" v="144"/>
          <ac:spMkLst>
            <pc:docMk/>
            <pc:sldMk cId="0" sldId="261"/>
            <ac:spMk id="8" creationId="{882DBBE7-BADA-A9F1-3050-34ED00C528A2}"/>
          </ac:spMkLst>
        </pc:spChg>
        <pc:graphicFrameChg chg="mod modGraphic">
          <ac:chgData name="Ms Alina Arshad" userId="cccdfd85-d35d-4453-9c6f-a463aae40722" providerId="ADAL" clId="{506AEF98-43AF-47E5-97BE-CEE6E380F332}" dt="2024-09-05T09:25:51.450" v="164" actId="207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4:18.348" v="147" actId="478"/>
          <ac:picMkLst>
            <pc:docMk/>
            <pc:sldMk cId="0" sldId="261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5T09:26:42.097" v="174" actId="207"/>
        <pc:sldMkLst>
          <pc:docMk/>
          <pc:sldMk cId="0" sldId="262"/>
        </pc:sldMkLst>
        <pc:spChg chg="mod">
          <ac:chgData name="Ms Alina Arshad" userId="cccdfd85-d35d-4453-9c6f-a463aae40722" providerId="ADAL" clId="{506AEF98-43AF-47E5-97BE-CEE6E380F332}" dt="2024-09-05T09:26:08.874" v="16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6:42.097" v="174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5T09:27:22.823" v="183" actId="207"/>
        <pc:sldMkLst>
          <pc:docMk/>
          <pc:sldMk cId="0" sldId="263"/>
        </pc:sldMkLst>
        <pc:spChg chg="mod">
          <ac:chgData name="Ms Alina Arshad" userId="cccdfd85-d35d-4453-9c6f-a463aae40722" providerId="ADAL" clId="{506AEF98-43AF-47E5-97BE-CEE6E380F332}" dt="2024-09-05T09:26:56.430" v="17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7:22.823" v="183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8:09.575" v="198" actId="404"/>
        <pc:sldMkLst>
          <pc:docMk/>
          <pc:sldMk cId="0" sldId="264"/>
        </pc:sldMkLst>
        <pc:spChg chg="mod">
          <ac:chgData name="Ms Alina Arshad" userId="cccdfd85-d35d-4453-9c6f-a463aae40722" providerId="ADAL" clId="{506AEF98-43AF-47E5-97BE-CEE6E380F332}" dt="2024-09-06T04:44:50.131" v="19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8:09.575" v="198" actId="40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9:09.787" v="209" actId="207"/>
        <pc:sldMkLst>
          <pc:docMk/>
          <pc:sldMk cId="1577505814" sldId="265"/>
        </pc:sldMkLst>
        <pc:spChg chg="mod">
          <ac:chgData name="Ms Alina Arshad" userId="cccdfd85-d35d-4453-9c6f-a463aae40722" providerId="ADAL" clId="{506AEF98-43AF-47E5-97BE-CEE6E380F332}" dt="2024-09-06T04:48:27.833" v="203" actId="1076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9:09.787" v="209" actId="207"/>
          <ac:spMkLst>
            <pc:docMk/>
            <pc:sldMk cId="1577505814" sldId="265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0:19.086" v="224" actId="207"/>
        <pc:sldMkLst>
          <pc:docMk/>
          <pc:sldMk cId="1582826008" sldId="266"/>
        </pc:sldMkLst>
        <pc:spChg chg="mod">
          <ac:chgData name="Ms Alina Arshad" userId="cccdfd85-d35d-4453-9c6f-a463aae40722" providerId="ADAL" clId="{506AEF98-43AF-47E5-97BE-CEE6E380F332}" dt="2024-09-06T04:49:30.963" v="213" actId="113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0:19.086" v="224" actId="207"/>
          <ac:spMkLst>
            <pc:docMk/>
            <pc:sldMk cId="1582826008" sldId="266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24.650" v="238" actId="207"/>
        <pc:sldMkLst>
          <pc:docMk/>
          <pc:sldMk cId="731299161" sldId="267"/>
        </pc:sldMkLst>
        <pc:spChg chg="mod">
          <ac:chgData name="Ms Alina Arshad" userId="cccdfd85-d35d-4453-9c6f-a463aae40722" providerId="ADAL" clId="{506AEF98-43AF-47E5-97BE-CEE6E380F332}" dt="2024-09-06T04:50:58.749" v="233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1:24.650" v="238" actId="207"/>
          <ac:spMkLst>
            <pc:docMk/>
            <pc:sldMk cId="731299161" sldId="26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56.787" v="247" actId="1076"/>
        <pc:sldMkLst>
          <pc:docMk/>
          <pc:sldMk cId="90329638" sldId="268"/>
        </pc:sldMkLst>
        <pc:spChg chg="mod">
          <ac:chgData name="Ms Alina Arshad" userId="cccdfd85-d35d-4453-9c6f-a463aae40722" providerId="ADAL" clId="{506AEF98-43AF-47E5-97BE-CEE6E380F332}" dt="2024-09-06T04:51:55.847" v="246" actId="1076"/>
          <ac:spMkLst>
            <pc:docMk/>
            <pc:sldMk cId="90329638" sldId="268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1:56.787" v="247" actId="1076"/>
          <ac:picMkLst>
            <pc:docMk/>
            <pc:sldMk cId="90329638" sldId="268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10.571" v="252" actId="1076"/>
        <pc:sldMkLst>
          <pc:docMk/>
          <pc:sldMk cId="2295129282" sldId="269"/>
        </pc:sldMkLst>
        <pc:picChg chg="mod">
          <ac:chgData name="Ms Alina Arshad" userId="cccdfd85-d35d-4453-9c6f-a463aae40722" providerId="ADAL" clId="{506AEF98-43AF-47E5-97BE-CEE6E380F332}" dt="2024-09-06T04:52:10.571" v="252" actId="1076"/>
          <ac:picMkLst>
            <pc:docMk/>
            <pc:sldMk cId="2295129282" sldId="269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20.805" v="255" actId="1076"/>
        <pc:sldMkLst>
          <pc:docMk/>
          <pc:sldMk cId="2090315159" sldId="270"/>
        </pc:sldMkLst>
        <pc:picChg chg="mod">
          <ac:chgData name="Ms Alina Arshad" userId="cccdfd85-d35d-4453-9c6f-a463aae40722" providerId="ADAL" clId="{506AEF98-43AF-47E5-97BE-CEE6E380F332}" dt="2024-09-06T04:52:20.805" v="255" actId="1076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59.227" v="2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06AEF98-43AF-47E5-97BE-CEE6E380F332}" dt="2024-09-06T04:52:59.227" v="271" actId="1076"/>
          <ac:spMkLst>
            <pc:docMk/>
            <pc:sldMk cId="3034138166" sldId="271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2:53.655" v="270" actId="14100"/>
          <ac:picMkLst>
            <pc:docMk/>
            <pc:sldMk cId="3034138166" sldId="271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5:00:31.482" v="282" actId="255"/>
        <pc:sldMkLst>
          <pc:docMk/>
          <pc:sldMk cId="2504047100" sldId="272"/>
        </pc:sldMkLst>
        <pc:spChg chg="mod">
          <ac:chgData name="Ms Alina Arshad" userId="cccdfd85-d35d-4453-9c6f-a463aae40722" providerId="ADAL" clId="{506AEF98-43AF-47E5-97BE-CEE6E380F332}" dt="2024-09-06T04:53:12.362" v="275" actId="1076"/>
          <ac:spMkLst>
            <pc:docMk/>
            <pc:sldMk cId="250404710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0:31.482" v="282" actId="255"/>
          <ac:spMkLst>
            <pc:docMk/>
            <pc:sldMk cId="2504047100" sldId="27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6.068" v="304" actId="113"/>
        <pc:sldMkLst>
          <pc:docMk/>
          <pc:sldMk cId="4283755204" sldId="273"/>
        </pc:sldMkLst>
        <pc:spChg chg="mod">
          <ac:chgData name="Ms Alina Arshad" userId="cccdfd85-d35d-4453-9c6f-a463aae40722" providerId="ADAL" clId="{506AEF98-43AF-47E5-97BE-CEE6E380F332}" dt="2024-09-06T05:00:41.168" v="286" actId="113"/>
          <ac:spMkLst>
            <pc:docMk/>
            <pc:sldMk cId="4283755204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6.068" v="304" actId="113"/>
          <ac:spMkLst>
            <pc:docMk/>
            <pc:sldMk cId="4283755204" sldId="27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1.214" v="302" actId="113"/>
        <pc:sldMkLst>
          <pc:docMk/>
          <pc:sldMk cId="2935103945" sldId="274"/>
        </pc:sldMkLst>
        <pc:spChg chg="mod">
          <ac:chgData name="Ms Alina Arshad" userId="cccdfd85-d35d-4453-9c6f-a463aae40722" providerId="ADAL" clId="{506AEF98-43AF-47E5-97BE-CEE6E380F332}" dt="2024-09-06T05:01:05.870" v="295" actId="113"/>
          <ac:spMkLst>
            <pc:docMk/>
            <pc:sldMk cId="2935103945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1.214" v="302" actId="113"/>
          <ac:spMkLst>
            <pc:docMk/>
            <pc:sldMk cId="2935103945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2:08.009" v="313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06AEF98-43AF-47E5-97BE-CEE6E380F332}" dt="2024-09-06T05:01:55.431" v="309" actId="1076"/>
          <ac:spMkLst>
            <pc:docMk/>
            <pc:sldMk cId="1497646456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2:08.009" v="313" actId="207"/>
          <ac:spMkLst>
            <pc:docMk/>
            <pc:sldMk cId="1497646456" sldId="27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506AEF98-43AF-47E5-97BE-CEE6E380F332}" dt="2024-09-05T09:06:19.247" v="16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506AEF98-43AF-47E5-97BE-CEE6E380F332}" dt="2024-09-05T09:06:19.481" v="17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506AEF98-43AF-47E5-97BE-CEE6E380F332}" dt="2024-09-05T09:06:18.950" v="15" actId="47"/>
        <pc:sldMkLst>
          <pc:docMk/>
          <pc:sldMk cId="1634129650" sldId="397"/>
        </pc:sldMkLst>
      </pc:sldChg>
      <pc:sldMasterChg chg="delSldLayout">
        <pc:chgData name="Ms Alina Arshad" userId="cccdfd85-d35d-4453-9c6f-a463aae40722" providerId="ADAL" clId="{506AEF98-43AF-47E5-97BE-CEE6E380F332}" dt="2024-09-05T09:06:16.387" v="7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506AEF98-43AF-47E5-97BE-CEE6E380F332}" dt="2024-09-05T09:06:16.387" v="7" actId="47"/>
          <pc:sldLayoutMkLst>
            <pc:docMk/>
            <pc:sldMasterMk cId="1090009938" sldId="2147483660"/>
            <pc:sldLayoutMk cId="678066955" sldId="2147483672"/>
          </pc:sldLayoutMkLst>
        </pc:sldLayoutChg>
      </pc:sldMaster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3T04:23:54.014" v="592" actId="404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0:48.725" v="286" actId="1076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1577505814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1577505814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1582826008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1582826008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1582826008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1582826008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1582826008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1582826008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1582826008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1582826008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1582826008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1582826008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731299161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731299161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731299161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90329638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90329638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90329638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90329638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2295129282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2295129282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2295129282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2090315159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3034138166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250404710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250404710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  <pc:docChgLst>
    <pc:chgData name="Ms Alina Arshad" userId="cccdfd85-d35d-4453-9c6f-a463aae40722" providerId="ADAL" clId="{D4C91E6F-B9DD-440D-9732-C61CDFB6C2C8}"/>
    <pc:docChg chg="undo custSel addSld delSld modSld">
      <pc:chgData name="Ms Alina Arshad" userId="cccdfd85-d35d-4453-9c6f-a463aae40722" providerId="ADAL" clId="{D4C91E6F-B9DD-440D-9732-C61CDFB6C2C8}" dt="2024-09-22T13:28:42.450" v="404" actId="1076"/>
      <pc:docMkLst>
        <pc:docMk/>
      </pc:docMkLst>
      <pc:sldChg chg="new del">
        <pc:chgData name="Ms Alina Arshad" userId="cccdfd85-d35d-4453-9c6f-a463aae40722" providerId="ADAL" clId="{D4C91E6F-B9DD-440D-9732-C61CDFB6C2C8}" dt="2024-09-22T13:07:42.221" v="218" actId="680"/>
        <pc:sldMkLst>
          <pc:docMk/>
          <pc:sldMk cId="1855390167" sldId="256"/>
        </pc:sldMkLst>
      </pc:sldChg>
      <pc:sldChg chg="modSp add del mod">
        <pc:chgData name="Ms Alina Arshad" userId="cccdfd85-d35d-4453-9c6f-a463aae40722" providerId="ADAL" clId="{D4C91E6F-B9DD-440D-9732-C61CDFB6C2C8}" dt="2024-09-22T13:07:42.671" v="219" actId="47"/>
        <pc:sldMkLst>
          <pc:docMk/>
          <pc:sldMk cId="3322361034" sldId="256"/>
        </pc:sldMkLst>
        <pc:spChg chg="mod">
          <ac:chgData name="Ms Alina Arshad" userId="cccdfd85-d35d-4453-9c6f-a463aae40722" providerId="ADAL" clId="{D4C91E6F-B9DD-440D-9732-C61CDFB6C2C8}" dt="2024-09-22T13:02:12.272" v="129" actId="122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D4C91E6F-B9DD-440D-9732-C61CDFB6C2C8}" dt="2024-09-22T13:02:23.599" v="131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D4C91E6F-B9DD-440D-9732-C61CDFB6C2C8}" dt="2024-09-22T13:08:06.675" v="233" actId="47"/>
        <pc:sldMkLst>
          <pc:docMk/>
          <pc:sldMk cId="2343470586" sldId="257"/>
        </pc:sldMkLst>
        <pc:spChg chg="mod">
          <ac:chgData name="Ms Alina Arshad" userId="cccdfd85-d35d-4453-9c6f-a463aae40722" providerId="ADAL" clId="{D4C91E6F-B9DD-440D-9732-C61CDFB6C2C8}" dt="2024-09-22T13:07:58.750" v="224" actId="27636"/>
          <ac:spMkLst>
            <pc:docMk/>
            <pc:sldMk cId="2343470586" sldId="257"/>
            <ac:spMk id="3" creationId="{1A620018-CE39-4020-94EA-A75332477218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43.147" v="220" actId="47"/>
        <pc:sldMkLst>
          <pc:docMk/>
          <pc:sldMk cId="0" sldId="258"/>
        </pc:sldMkLst>
        <pc:spChg chg="mod">
          <ac:chgData name="Ms Alina Arshad" userId="cccdfd85-d35d-4453-9c6f-a463aae40722" providerId="ADAL" clId="{D4C91E6F-B9DD-440D-9732-C61CDFB6C2C8}" dt="2024-09-22T13:02:43.692" v="134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3:02.394" v="138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add del mod modNotesTx">
        <pc:chgData name="Ms Alina Arshad" userId="cccdfd85-d35d-4453-9c6f-a463aae40722" providerId="ADAL" clId="{D4C91E6F-B9DD-440D-9732-C61CDFB6C2C8}" dt="2024-09-22T13:08:24.737" v="236"/>
        <pc:sldMkLst>
          <pc:docMk/>
          <pc:sldMk cId="0" sldId="259"/>
        </pc:sldMkLst>
        <pc:grpChg chg="mod">
          <ac:chgData name="Ms Alina Arshad" userId="cccdfd85-d35d-4453-9c6f-a463aae40722" providerId="ADAL" clId="{D4C91E6F-B9DD-440D-9732-C61CDFB6C2C8}" dt="2024-09-22T13:03:09.171" v="139" actId="1076"/>
          <ac:grpSpMkLst>
            <pc:docMk/>
            <pc:sldMk cId="0" sldId="259"/>
            <ac:grpSpMk id="2" creationId="{00000000-0000-0000-0000-000000000000}"/>
          </ac:grpSpMkLst>
        </pc:grpChg>
        <pc:picChg chg="mod">
          <ac:chgData name="Ms Alina Arshad" userId="cccdfd85-d35d-4453-9c6f-a463aae40722" providerId="ADAL" clId="{D4C91E6F-B9DD-440D-9732-C61CDFB6C2C8}" dt="2024-09-22T13:03:15.346" v="140" actId="2085"/>
          <ac:picMkLst>
            <pc:docMk/>
            <pc:sldMk cId="0" sldId="259"/>
            <ac:picMk id="4" creationId="{00000000-0000-0000-0000-000000000000}"/>
          </ac:picMkLst>
        </pc:picChg>
      </pc:sldChg>
      <pc:sldChg chg="modSp add del mod modNotesTx">
        <pc:chgData name="Ms Alina Arshad" userId="cccdfd85-d35d-4453-9c6f-a463aae40722" providerId="ADAL" clId="{D4C91E6F-B9DD-440D-9732-C61CDFB6C2C8}" dt="2024-09-22T13:08:41.224" v="238"/>
        <pc:sldMkLst>
          <pc:docMk/>
          <pc:sldMk cId="0" sldId="260"/>
        </pc:sldMkLst>
        <pc:spChg chg="mod">
          <ac:chgData name="Ms Alina Arshad" userId="cccdfd85-d35d-4453-9c6f-a463aae40722" providerId="ADAL" clId="{D4C91E6F-B9DD-440D-9732-C61CDFB6C2C8}" dt="2024-09-22T13:03:43.152" v="146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4:20.885" v="16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37.134" v="212" actId="47"/>
        <pc:sldMkLst>
          <pc:docMk/>
          <pc:sldMk cId="0" sldId="261"/>
        </pc:sldMkLst>
        <pc:spChg chg="mod">
          <ac:chgData name="Ms Alina Arshad" userId="cccdfd85-d35d-4453-9c6f-a463aae40722" providerId="ADAL" clId="{D4C91E6F-B9DD-440D-9732-C61CDFB6C2C8}" dt="2024-09-22T13:04:32.763" v="16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6:27.187" v="166" actId="1076"/>
          <ac:spMkLst>
            <pc:docMk/>
            <pc:sldMk cId="0" sldId="261"/>
            <ac:spMk id="3" creationId="{00000000-0000-0000-0000-000000000000}"/>
          </ac:spMkLst>
        </pc:spChg>
        <pc:grpChg chg="mod">
          <ac:chgData name="Ms Alina Arshad" userId="cccdfd85-d35d-4453-9c6f-a463aae40722" providerId="ADAL" clId="{D4C91E6F-B9DD-440D-9732-C61CDFB6C2C8}" dt="2024-09-22T13:04:36.578" v="16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 del">
        <pc:chgData name="Ms Alina Arshad" userId="cccdfd85-d35d-4453-9c6f-a463aae40722" providerId="ADAL" clId="{D4C91E6F-B9DD-440D-9732-C61CDFB6C2C8}" dt="2024-09-22T13:08:06.214" v="232" actId="47"/>
        <pc:sldMkLst>
          <pc:docMk/>
          <pc:sldMk cId="3815384740" sldId="261"/>
        </pc:sldMkLst>
      </pc:sldChg>
      <pc:sldChg chg="add del">
        <pc:chgData name="Ms Alina Arshad" userId="cccdfd85-d35d-4453-9c6f-a463aae40722" providerId="ADAL" clId="{D4C91E6F-B9DD-440D-9732-C61CDFB6C2C8}" dt="2024-09-22T13:07:35.157" v="167" actId="47"/>
        <pc:sldMkLst>
          <pc:docMk/>
          <pc:sldMk cId="0" sldId="262"/>
        </pc:sldMkLst>
      </pc:sldChg>
      <pc:sldChg chg="add del">
        <pc:chgData name="Ms Alina Arshad" userId="cccdfd85-d35d-4453-9c6f-a463aae40722" providerId="ADAL" clId="{D4C91E6F-B9DD-440D-9732-C61CDFB6C2C8}" dt="2024-09-22T13:08:14.053" v="234" actId="47"/>
        <pc:sldMkLst>
          <pc:docMk/>
          <pc:sldMk cId="129713762" sldId="262"/>
        </pc:sldMkLst>
      </pc:sldChg>
      <pc:sldChg chg="add del">
        <pc:chgData name="Ms Alina Arshad" userId="cccdfd85-d35d-4453-9c6f-a463aae40722" providerId="ADAL" clId="{D4C91E6F-B9DD-440D-9732-C61CDFB6C2C8}" dt="2024-09-22T13:07:35.672" v="168" actId="47"/>
        <pc:sldMkLst>
          <pc:docMk/>
          <pc:sldMk cId="0" sldId="263"/>
        </pc:sldMkLst>
      </pc:sldChg>
      <pc:sldChg chg="add del setBg">
        <pc:chgData name="Ms Alina Arshad" userId="cccdfd85-d35d-4453-9c6f-a463aae40722" providerId="ADAL" clId="{D4C91E6F-B9DD-440D-9732-C61CDFB6C2C8}" dt="2024-09-22T13:08:22.006" v="235" actId="47"/>
        <pc:sldMkLst>
          <pc:docMk/>
          <pc:sldMk cId="3764556304" sldId="263"/>
        </pc:sldMkLst>
      </pc:sldChg>
      <pc:sldChg chg="add del">
        <pc:chgData name="Ms Alina Arshad" userId="cccdfd85-d35d-4453-9c6f-a463aae40722" providerId="ADAL" clId="{D4C91E6F-B9DD-440D-9732-C61CDFB6C2C8}" dt="2024-09-22T13:07:35.700" v="169" actId="47"/>
        <pc:sldMkLst>
          <pc:docMk/>
          <pc:sldMk cId="0" sldId="264"/>
        </pc:sldMkLst>
      </pc:sldChg>
      <pc:sldChg chg="add del">
        <pc:chgData name="Ms Alina Arshad" userId="cccdfd85-d35d-4453-9c6f-a463aae40722" providerId="ADAL" clId="{D4C91E6F-B9DD-440D-9732-C61CDFB6C2C8}" dt="2024-09-22T13:08:34.058" v="237" actId="47"/>
        <pc:sldMkLst>
          <pc:docMk/>
          <pc:sldMk cId="1207064355" sldId="264"/>
        </pc:sldMkLst>
      </pc:sldChg>
      <pc:sldChg chg="add del">
        <pc:chgData name="Ms Alina Arshad" userId="cccdfd85-d35d-4453-9c6f-a463aae40722" providerId="ADAL" clId="{D4C91E6F-B9DD-440D-9732-C61CDFB6C2C8}" dt="2024-09-22T13:07:35.725" v="170" actId="47"/>
        <pc:sldMkLst>
          <pc:docMk/>
          <pc:sldMk cId="1577505814" sldId="265"/>
        </pc:sldMkLst>
        <pc:spChg chg="mod">
          <ac:chgData name="Ms Alina Arshad" userId="cccdfd85-d35d-4453-9c6f-a463aae40722" providerId="ADAL" clId="{D4C91E6F-B9DD-440D-9732-C61CDFB6C2C8}" dt="2024-09-22T13:08:55.410" v="241" actId="14100"/>
          <ac:spMkLst>
            <pc:docMk/>
            <pc:sldMk cId="1577505814" sldId="265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09:39.028" v="256" actId="20577"/>
          <ac:spMkLst>
            <pc:docMk/>
            <pc:sldMk cId="1577505814" sldId="265"/>
            <ac:spMk id="3" creationId="{E63F2E24-C7BF-41F5-B648-FAA96C5DE71A}"/>
          </ac:spMkLst>
        </pc:spChg>
        <pc:spChg chg="mod">
          <ac:chgData name="Ms Alina Arshad" userId="cccdfd85-d35d-4453-9c6f-a463aae40722" providerId="ADAL" clId="{D4C91E6F-B9DD-440D-9732-C61CDFB6C2C8}" dt="2024-09-22T13:15:03.116" v="266" actId="1076"/>
          <ac:spMkLst>
            <pc:docMk/>
            <pc:sldMk cId="1577505814" sldId="265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4:56.785" v="264" actId="1076"/>
          <ac:picMkLst>
            <pc:docMk/>
            <pc:sldMk cId="1577505814" sldId="265"/>
            <ac:picMk id="5" creationId="{28B6A947-1E80-48EF-9AA4-2B6CCB11361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770" v="171" actId="47"/>
        <pc:sldMkLst>
          <pc:docMk/>
          <pc:sldMk cId="1582826008" sldId="266"/>
        </pc:sldMkLst>
        <pc:spChg chg="mod">
          <ac:chgData name="Ms Alina Arshad" userId="cccdfd85-d35d-4453-9c6f-a463aae40722" providerId="ADAL" clId="{D4C91E6F-B9DD-440D-9732-C61CDFB6C2C8}" dt="2024-09-22T13:19:27.669" v="311" actId="14100"/>
          <ac:spMkLst>
            <pc:docMk/>
            <pc:sldMk cId="1582826008" sldId="266"/>
            <ac:spMk id="2" creationId="{46EBB6ED-E43E-4705-8E79-74B8B05AAD23}"/>
          </ac:spMkLst>
        </pc:spChg>
        <pc:spChg chg="mod">
          <ac:chgData name="Ms Alina Arshad" userId="cccdfd85-d35d-4453-9c6f-a463aae40722" providerId="ADAL" clId="{D4C91E6F-B9DD-440D-9732-C61CDFB6C2C8}" dt="2024-09-22T13:20:12.385" v="318" actId="12"/>
          <ac:spMkLst>
            <pc:docMk/>
            <pc:sldMk cId="1582826008" sldId="266"/>
            <ac:spMk id="3" creationId="{4196CBF0-4754-427D-8A38-7DDD2A8EC7AF}"/>
          </ac:spMkLst>
        </pc:spChg>
      </pc:sldChg>
      <pc:sldChg chg="modSp add mod">
        <pc:chgData name="Ms Alina Arshad" userId="cccdfd85-d35d-4453-9c6f-a463aae40722" providerId="ADAL" clId="{D4C91E6F-B9DD-440D-9732-C61CDFB6C2C8}" dt="2024-09-22T13:23:30.753" v="35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D4C91E6F-B9DD-440D-9732-C61CDFB6C2C8}" dt="2024-09-22T13:22:57.244" v="346" actId="207"/>
          <ac:spMkLst>
            <pc:docMk/>
            <pc:sldMk cId="731299161" sldId="267"/>
            <ac:spMk id="2" creationId="{9201C7C5-381E-4176-A65A-204F25AA8BDC}"/>
          </ac:spMkLst>
        </pc:spChg>
        <pc:spChg chg="mod">
          <ac:chgData name="Ms Alina Arshad" userId="cccdfd85-d35d-4453-9c6f-a463aae40722" providerId="ADAL" clId="{D4C91E6F-B9DD-440D-9732-C61CDFB6C2C8}" dt="2024-09-22T13:23:15.910" v="351" actId="27636"/>
          <ac:spMkLst>
            <pc:docMk/>
            <pc:sldMk cId="731299161" sldId="267"/>
            <ac:spMk id="3" creationId="{FCCFEEAF-64FB-4C56-B9BC-E9CF77168172}"/>
          </ac:spMkLst>
        </pc:spChg>
        <pc:picChg chg="mod">
          <ac:chgData name="Ms Alina Arshad" userId="cccdfd85-d35d-4453-9c6f-a463aae40722" providerId="ADAL" clId="{D4C91E6F-B9DD-440D-9732-C61CDFB6C2C8}" dt="2024-09-22T13:23:19.471" v="352" actId="1076"/>
          <ac:picMkLst>
            <pc:docMk/>
            <pc:sldMk cId="731299161" sldId="267"/>
            <ac:picMk id="5" creationId="{8353E4DA-5B96-4841-87DE-4D047CCEE14B}"/>
          </ac:picMkLst>
        </pc:picChg>
        <pc:picChg chg="mod">
          <ac:chgData name="Ms Alina Arshad" userId="cccdfd85-d35d-4453-9c6f-a463aae40722" providerId="ADAL" clId="{D4C91E6F-B9DD-440D-9732-C61CDFB6C2C8}" dt="2024-09-22T13:23:30.753" v="355" actId="1076"/>
          <ac:picMkLst>
            <pc:docMk/>
            <pc:sldMk cId="731299161" sldId="267"/>
            <ac:picMk id="7" creationId="{8F9DBF2E-B7FC-4CA0-B16C-95411F8BFBDA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51" v="173" actId="47"/>
        <pc:sldMkLst>
          <pc:docMk/>
          <pc:sldMk cId="90329638" sldId="268"/>
        </pc:sldMkLst>
        <pc:spChg chg="mod">
          <ac:chgData name="Ms Alina Arshad" userId="cccdfd85-d35d-4453-9c6f-a463aae40722" providerId="ADAL" clId="{D4C91E6F-B9DD-440D-9732-C61CDFB6C2C8}" dt="2024-09-22T13:20:29.385" v="322" actId="207"/>
          <ac:spMkLst>
            <pc:docMk/>
            <pc:sldMk cId="90329638" sldId="268"/>
            <ac:spMk id="2" creationId="{4EDE3C3C-40B3-4F0A-A7FF-AB655B1FF156}"/>
          </ac:spMkLst>
        </pc:spChg>
        <pc:picChg chg="mod">
          <ac:chgData name="Ms Alina Arshad" userId="cccdfd85-d35d-4453-9c6f-a463aae40722" providerId="ADAL" clId="{D4C91E6F-B9DD-440D-9732-C61CDFB6C2C8}" dt="2024-09-22T13:20:25.320" v="321" actId="1076"/>
          <ac:picMkLst>
            <pc:docMk/>
            <pc:sldMk cId="90329638" sldId="268"/>
            <ac:picMk id="4" creationId="{DB3C41BB-6C26-4A8B-9A8A-A3637402DEC3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83" v="174" actId="47"/>
        <pc:sldMkLst>
          <pc:docMk/>
          <pc:sldMk cId="2295129282" sldId="269"/>
        </pc:sldMkLst>
        <pc:spChg chg="mod">
          <ac:chgData name="Ms Alina Arshad" userId="cccdfd85-d35d-4453-9c6f-a463aae40722" providerId="ADAL" clId="{D4C91E6F-B9DD-440D-9732-C61CDFB6C2C8}" dt="2024-09-22T13:20:33.194" v="323" actId="207"/>
          <ac:spMkLst>
            <pc:docMk/>
            <pc:sldMk cId="2295129282" sldId="269"/>
            <ac:spMk id="2" creationId="{93C8DEF6-C2A6-4FFE-93D4-B72310FBBE69}"/>
          </ac:spMkLst>
        </pc:spChg>
        <pc:spChg chg="mod">
          <ac:chgData name="Ms Alina Arshad" userId="cccdfd85-d35d-4453-9c6f-a463aae40722" providerId="ADAL" clId="{D4C91E6F-B9DD-440D-9732-C61CDFB6C2C8}" dt="2024-09-22T13:20:54.354" v="327" actId="12"/>
          <ac:spMkLst>
            <pc:docMk/>
            <pc:sldMk cId="2295129282" sldId="269"/>
            <ac:spMk id="3" creationId="{66EFAC1E-5121-41BA-9011-3E368A014F17}"/>
          </ac:spMkLst>
        </pc:spChg>
      </pc:sldChg>
      <pc:sldChg chg="add del">
        <pc:chgData name="Ms Alina Arshad" userId="cccdfd85-d35d-4453-9c6f-a463aae40722" providerId="ADAL" clId="{D4C91E6F-B9DD-440D-9732-C61CDFB6C2C8}" dt="2024-09-22T13:07:35.915" v="175" actId="47"/>
        <pc:sldMkLst>
          <pc:docMk/>
          <pc:sldMk cId="2090315159" sldId="270"/>
        </pc:sldMkLst>
        <pc:spChg chg="del mod">
          <ac:chgData name="Ms Alina Arshad" userId="cccdfd85-d35d-4453-9c6f-a463aae40722" providerId="ADAL" clId="{D4C91E6F-B9DD-440D-9732-C61CDFB6C2C8}" dt="2024-09-22T13:21:00.410" v="329" actId="478"/>
          <ac:spMkLst>
            <pc:docMk/>
            <pc:sldMk cId="2090315159" sldId="270"/>
            <ac:spMk id="2" creationId="{0426256D-2615-4908-82AE-C041376F8B14}"/>
          </ac:spMkLst>
        </pc:spChg>
        <pc:picChg chg="mod">
          <ac:chgData name="Ms Alina Arshad" userId="cccdfd85-d35d-4453-9c6f-a463aae40722" providerId="ADAL" clId="{D4C91E6F-B9DD-440D-9732-C61CDFB6C2C8}" dt="2024-09-22T13:21:05.927" v="331" actId="14100"/>
          <ac:picMkLst>
            <pc:docMk/>
            <pc:sldMk cId="2090315159" sldId="270"/>
            <ac:picMk id="5" creationId="{25C3C4F9-7925-4068-AA4C-4E3D602F577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946" v="176" actId="47"/>
        <pc:sldMkLst>
          <pc:docMk/>
          <pc:sldMk cId="3034138166" sldId="271"/>
        </pc:sldMkLst>
        <pc:spChg chg="mod">
          <ac:chgData name="Ms Alina Arshad" userId="cccdfd85-d35d-4453-9c6f-a463aae40722" providerId="ADAL" clId="{D4C91E6F-B9DD-440D-9732-C61CDFB6C2C8}" dt="2024-09-22T13:21:39.851" v="338" actId="207"/>
          <ac:spMkLst>
            <pc:docMk/>
            <pc:sldMk cId="3034138166" sldId="271"/>
            <ac:spMk id="2" creationId="{8C9FE61B-36F7-43C1-B94F-337BAEC25346}"/>
          </ac:spMkLst>
        </pc:spChg>
        <pc:spChg chg="mod">
          <ac:chgData name="Ms Alina Arshad" userId="cccdfd85-d35d-4453-9c6f-a463aae40722" providerId="ADAL" clId="{D4C91E6F-B9DD-440D-9732-C61CDFB6C2C8}" dt="2024-09-22T13:21:35.824" v="337" actId="12"/>
          <ac:spMkLst>
            <pc:docMk/>
            <pc:sldMk cId="3034138166" sldId="271"/>
            <ac:spMk id="3" creationId="{F4DD344C-E183-4834-ADD9-55E7821B0508}"/>
          </ac:spMkLst>
        </pc:spChg>
      </pc:sldChg>
      <pc:sldChg chg="add del">
        <pc:chgData name="Ms Alina Arshad" userId="cccdfd85-d35d-4453-9c6f-a463aae40722" providerId="ADAL" clId="{D4C91E6F-B9DD-440D-9732-C61CDFB6C2C8}" dt="2024-09-22T13:07:35.960" v="177" actId="47"/>
        <pc:sldMkLst>
          <pc:docMk/>
          <pc:sldMk cId="2504047100" sldId="272"/>
        </pc:sldMkLst>
        <pc:spChg chg="mod">
          <ac:chgData name="Ms Alina Arshad" userId="cccdfd85-d35d-4453-9c6f-a463aae40722" providerId="ADAL" clId="{D4C91E6F-B9DD-440D-9732-C61CDFB6C2C8}" dt="2024-09-22T13:25:13.354" v="360" actId="403"/>
          <ac:spMkLst>
            <pc:docMk/>
            <pc:sldMk cId="2504047100" sldId="272"/>
            <ac:spMk id="3" creationId="{63575681-B3F7-4B23-9460-6AB9C10F11E7}"/>
          </ac:spMkLst>
        </pc:spChg>
        <pc:spChg chg="mod">
          <ac:chgData name="Ms Alina Arshad" userId="cccdfd85-d35d-4453-9c6f-a463aae40722" providerId="ADAL" clId="{D4C91E6F-B9DD-440D-9732-C61CDFB6C2C8}" dt="2024-09-22T13:24:55.335" v="356" actId="207"/>
          <ac:spMkLst>
            <pc:docMk/>
            <pc:sldMk cId="2504047100" sldId="272"/>
            <ac:spMk id="6" creationId="{0D48C4BA-D3D1-40FF-B0BF-0C6BBE0932B9}"/>
          </ac:spMkLst>
        </pc:spChg>
        <pc:picChg chg="mod">
          <ac:chgData name="Ms Alina Arshad" userId="cccdfd85-d35d-4453-9c6f-a463aae40722" providerId="ADAL" clId="{D4C91E6F-B9DD-440D-9732-C61CDFB6C2C8}" dt="2024-09-22T13:25:26.652" v="363" actId="1076"/>
          <ac:picMkLst>
            <pc:docMk/>
            <pc:sldMk cId="2504047100" sldId="272"/>
            <ac:picMk id="5" creationId="{875B59C6-BD88-403C-A5A5-3503BF501A7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6:22.252" v="37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D4C91E6F-B9DD-440D-9732-C61CDFB6C2C8}" dt="2024-09-22T13:25:53.216" v="370" actId="2711"/>
          <ac:spMkLst>
            <pc:docMk/>
            <pc:sldMk cId="4283755204" sldId="273"/>
            <ac:spMk id="3" creationId="{480AF8B5-325E-40CD-8205-5DD4CE2045CE}"/>
          </ac:spMkLst>
        </pc:spChg>
        <pc:spChg chg="mod">
          <ac:chgData name="Ms Alina Arshad" userId="cccdfd85-d35d-4453-9c6f-a463aae40722" providerId="ADAL" clId="{D4C91E6F-B9DD-440D-9732-C61CDFB6C2C8}" dt="2024-09-22T13:26:22.252" v="379" actId="1076"/>
          <ac:spMkLst>
            <pc:docMk/>
            <pc:sldMk cId="4283755204" sldId="273"/>
            <ac:spMk id="6" creationId="{4BFD4BED-801D-42A3-8A5B-FF9C1516D72C}"/>
          </ac:spMkLst>
        </pc:spChg>
        <pc:picChg chg="mod">
          <ac:chgData name="Ms Alina Arshad" userId="cccdfd85-d35d-4453-9c6f-a463aae40722" providerId="ADAL" clId="{D4C91E6F-B9DD-440D-9732-C61CDFB6C2C8}" dt="2024-09-22T13:25:42.787" v="366" actId="1076"/>
          <ac:picMkLst>
            <pc:docMk/>
            <pc:sldMk cId="4283755204" sldId="273"/>
            <ac:picMk id="5" creationId="{D8DA8D51-5D53-44D8-AD01-9D3D3C4B857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42" v="179" actId="47"/>
        <pc:sldMkLst>
          <pc:docMk/>
          <pc:sldMk cId="2935103945" sldId="274"/>
        </pc:sldMkLst>
        <pc:spChg chg="mod">
          <ac:chgData name="Ms Alina Arshad" userId="cccdfd85-d35d-4453-9c6f-a463aae40722" providerId="ADAL" clId="{D4C91E6F-B9DD-440D-9732-C61CDFB6C2C8}" dt="2024-09-22T13:26:29.045" v="380" actId="207"/>
          <ac:spMkLst>
            <pc:docMk/>
            <pc:sldMk cId="2935103945" sldId="274"/>
            <ac:spMk id="2" creationId="{C68223F5-F8BE-48BC-8240-78FBA46AF802}"/>
          </ac:spMkLst>
        </pc:spChg>
        <pc:spChg chg="mod">
          <ac:chgData name="Ms Alina Arshad" userId="cccdfd85-d35d-4453-9c6f-a463aae40722" providerId="ADAL" clId="{D4C91E6F-B9DD-440D-9732-C61CDFB6C2C8}" dt="2024-09-22T13:26:45.100" v="386" actId="20577"/>
          <ac:spMkLst>
            <pc:docMk/>
            <pc:sldMk cId="2935103945" sldId="274"/>
            <ac:spMk id="3" creationId="{58F9CE5B-D0D8-4F74-8E4E-CFF85A1C2C17}"/>
          </ac:spMkLst>
        </pc:spChg>
      </pc:sldChg>
      <pc:sldChg chg="modSp add mod">
        <pc:chgData name="Ms Alina Arshad" userId="cccdfd85-d35d-4453-9c6f-a463aae40722" providerId="ADAL" clId="{D4C91E6F-B9DD-440D-9732-C61CDFB6C2C8}" dt="2024-09-22T13:27:16.223" v="393" actId="1076"/>
        <pc:sldMkLst>
          <pc:docMk/>
          <pc:sldMk cId="1497646456" sldId="275"/>
        </pc:sldMkLst>
        <pc:picChg chg="mod">
          <ac:chgData name="Ms Alina Arshad" userId="cccdfd85-d35d-4453-9c6f-a463aae40722" providerId="ADAL" clId="{D4C91E6F-B9DD-440D-9732-C61CDFB6C2C8}" dt="2024-09-22T13:27:12.158" v="392" actId="1076"/>
          <ac:picMkLst>
            <pc:docMk/>
            <pc:sldMk cId="1497646456" sldId="275"/>
            <ac:picMk id="5" creationId="{0DBB2777-7016-4A01-8AF0-F96056B9FC8F}"/>
          </ac:picMkLst>
        </pc:picChg>
        <pc:picChg chg="mod">
          <ac:chgData name="Ms Alina Arshad" userId="cccdfd85-d35d-4453-9c6f-a463aae40722" providerId="ADAL" clId="{D4C91E6F-B9DD-440D-9732-C61CDFB6C2C8}" dt="2024-09-22T13:27:16.223" v="393" actId="1076"/>
          <ac:picMkLst>
            <pc:docMk/>
            <pc:sldMk cId="1497646456" sldId="275"/>
            <ac:picMk id="6" creationId="{FA9585FB-CBE2-4A52-9153-F383B3C1533C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89" v="181" actId="47"/>
        <pc:sldMkLst>
          <pc:docMk/>
          <pc:sldMk cId="3993717517" sldId="276"/>
        </pc:sldMkLst>
        <pc:spChg chg="mod">
          <ac:chgData name="Ms Alina Arshad" userId="cccdfd85-d35d-4453-9c6f-a463aae40722" providerId="ADAL" clId="{D4C91E6F-B9DD-440D-9732-C61CDFB6C2C8}" dt="2024-09-22T13:27:41.415" v="397" actId="207"/>
          <ac:spMkLst>
            <pc:docMk/>
            <pc:sldMk cId="3993717517" sldId="276"/>
            <ac:spMk id="2" creationId="{781791DC-0148-40EC-85C5-4A802374F13F}"/>
          </ac:spMkLst>
        </pc:spChg>
        <pc:spChg chg="mod">
          <ac:chgData name="Ms Alina Arshad" userId="cccdfd85-d35d-4453-9c6f-a463aae40722" providerId="ADAL" clId="{D4C91E6F-B9DD-440D-9732-C61CDFB6C2C8}" dt="2024-09-22T13:27:50.921" v="399" actId="403"/>
          <ac:spMkLst>
            <pc:docMk/>
            <pc:sldMk cId="3993717517" sldId="276"/>
            <ac:spMk id="3" creationId="{31A7AFD5-81DA-4DED-AD8C-F310D4820705}"/>
          </ac:spMkLst>
        </pc:spChg>
      </pc:sldChg>
      <pc:sldChg chg="add del">
        <pc:chgData name="Ms Alina Arshad" userId="cccdfd85-d35d-4453-9c6f-a463aae40722" providerId="ADAL" clId="{D4C91E6F-B9DD-440D-9732-C61CDFB6C2C8}" dt="2024-09-22T13:07:36.120" v="182" actId="47"/>
        <pc:sldMkLst>
          <pc:docMk/>
          <pc:sldMk cId="0" sldId="277"/>
        </pc:sldMkLst>
      </pc:sldChg>
      <pc:sldChg chg="add del">
        <pc:chgData name="Ms Alina Arshad" userId="cccdfd85-d35d-4453-9c6f-a463aae40722" providerId="ADAL" clId="{D4C91E6F-B9DD-440D-9732-C61CDFB6C2C8}" dt="2024-09-22T13:07:36.158" v="183" actId="47"/>
        <pc:sldMkLst>
          <pc:docMk/>
          <pc:sldMk cId="2668593764" sldId="278"/>
        </pc:sldMkLst>
        <pc:spChg chg="mod">
          <ac:chgData name="Ms Alina Arshad" userId="cccdfd85-d35d-4453-9c6f-a463aae40722" providerId="ADAL" clId="{D4C91E6F-B9DD-440D-9732-C61CDFB6C2C8}" dt="2024-09-22T13:27:26.932" v="394" actId="207"/>
          <ac:spMkLst>
            <pc:docMk/>
            <pc:sldMk cId="2668593764" sldId="278"/>
            <ac:spMk id="2" creationId="{E5F7AB3E-208B-4CED-8A8F-7FD72405664D}"/>
          </ac:spMkLst>
        </pc:spChg>
        <pc:spChg chg="mod">
          <ac:chgData name="Ms Alina Arshad" userId="cccdfd85-d35d-4453-9c6f-a463aae40722" providerId="ADAL" clId="{D4C91E6F-B9DD-440D-9732-C61CDFB6C2C8}" dt="2024-09-22T13:27:35.494" v="396" actId="2711"/>
          <ac:spMkLst>
            <pc:docMk/>
            <pc:sldMk cId="2668593764" sldId="278"/>
            <ac:spMk id="3" creationId="{49F9FC7E-9E3B-42F7-B653-B264FCCAE9D8}"/>
          </ac:spMkLst>
        </pc:spChg>
      </pc:sldChg>
      <pc:sldChg chg="del">
        <pc:chgData name="Ms Alina Arshad" userId="cccdfd85-d35d-4453-9c6f-a463aae40722" providerId="ADAL" clId="{D4C91E6F-B9DD-440D-9732-C61CDFB6C2C8}" dt="2024-09-22T13:07:37.093" v="211" actId="47"/>
        <pc:sldMkLst>
          <pc:docMk/>
          <pc:sldMk cId="1325985888" sldId="279"/>
        </pc:sldMkLst>
      </pc:sldChg>
      <pc:sldChg chg="modSp add mod">
        <pc:chgData name="Ms Alina Arshad" userId="cccdfd85-d35d-4453-9c6f-a463aae40722" providerId="ADAL" clId="{D4C91E6F-B9DD-440D-9732-C61CDFB6C2C8}" dt="2024-09-22T13:07:58.843" v="228" actId="27636"/>
        <pc:sldMkLst>
          <pc:docMk/>
          <pc:sldMk cId="3703048629" sldId="279"/>
        </pc:sldMkLst>
        <pc:spChg chg="mod">
          <ac:chgData name="Ms Alina Arshad" userId="cccdfd85-d35d-4453-9c6f-a463aae40722" providerId="ADAL" clId="{D4C91E6F-B9DD-440D-9732-C61CDFB6C2C8}" dt="2024-09-22T13:07:58.843" v="228" actId="27636"/>
          <ac:spMkLst>
            <pc:docMk/>
            <pc:sldMk cId="3703048629" sldId="279"/>
            <ac:spMk id="3" creationId="{14C2275F-EEF7-4B46-8F23-7E6682716D48}"/>
          </ac:spMkLst>
        </pc:spChg>
      </pc:sldChg>
      <pc:sldChg chg="add del">
        <pc:chgData name="Ms Alina Arshad" userId="cccdfd85-d35d-4453-9c6f-a463aae40722" providerId="ADAL" clId="{D4C91E6F-B9DD-440D-9732-C61CDFB6C2C8}" dt="2024-09-22T13:02:21.183" v="130" actId="47"/>
        <pc:sldMkLst>
          <pc:docMk/>
          <pc:sldMk cId="1821615422" sldId="28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605066316" sldId="281"/>
        </pc:sldMkLst>
      </pc:sldChg>
      <pc:sldChg chg="add del">
        <pc:chgData name="Ms Alina Arshad" userId="cccdfd85-d35d-4453-9c6f-a463aae40722" providerId="ADAL" clId="{D4C91E6F-B9DD-440D-9732-C61CDFB6C2C8}" dt="2024-09-22T13:07:36.223" v="185" actId="47"/>
        <pc:sldMkLst>
          <pc:docMk/>
          <pc:sldMk cId="24697311" sldId="282"/>
        </pc:sldMkLst>
      </pc:sldChg>
      <pc:sldChg chg="modSp add mod">
        <pc:chgData name="Ms Alina Arshad" userId="cccdfd85-d35d-4453-9c6f-a463aae40722" providerId="ADAL" clId="{D4C91E6F-B9DD-440D-9732-C61CDFB6C2C8}" dt="2024-09-22T13:26:58.544" v="388" actId="14100"/>
        <pc:sldMkLst>
          <pc:docMk/>
          <pc:sldMk cId="3289392637" sldId="283"/>
        </pc:sldMkLst>
        <pc:picChg chg="mod">
          <ac:chgData name="Ms Alina Arshad" userId="cccdfd85-d35d-4453-9c6f-a463aae40722" providerId="ADAL" clId="{D4C91E6F-B9DD-440D-9732-C61CDFB6C2C8}" dt="2024-09-22T13:26:58.544" v="388" actId="14100"/>
          <ac:picMkLst>
            <pc:docMk/>
            <pc:sldMk cId="3289392637" sldId="283"/>
            <ac:picMk id="5" creationId="{E9364447-0905-4016-B0E8-FD9646A14B1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291" v="187" actId="47"/>
        <pc:sldMkLst>
          <pc:docMk/>
          <pc:sldMk cId="800652809" sldId="284"/>
        </pc:sldMkLst>
      </pc:sldChg>
      <pc:sldChg chg="add del">
        <pc:chgData name="Ms Alina Arshad" userId="cccdfd85-d35d-4453-9c6f-a463aae40722" providerId="ADAL" clId="{D4C91E6F-B9DD-440D-9732-C61CDFB6C2C8}" dt="2024-09-22T13:07:36.322" v="188" actId="47"/>
        <pc:sldMkLst>
          <pc:docMk/>
          <pc:sldMk cId="1402144616" sldId="285"/>
        </pc:sldMkLst>
        <pc:spChg chg="mo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2" creationId="{2F6CB8CE-8AA3-4A30-80C4-4E7895E4B350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6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7" creationId="{39CB82C2-DF65-4EC1-8280-F201D50F570B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9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0" creationId="{FA4CD5CB-D209-4D70-8CA4-629731C59219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1" creationId="{39CB82C2-DF65-4EC1-8280-F201D50F570B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4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5" creationId="{FA4CD5CB-D209-4D70-8CA4-629731C59219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6" creationId="{593ACC25-C262-417A-8AA9-0641C772BDB6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9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21" creationId="{593ACC25-C262-417A-8AA9-0641C772BDB6}"/>
          </ac:spMkLst>
        </pc:spChg>
        <pc:picChg chg="mod">
          <ac:chgData name="Ms Alina Arshad" userId="cccdfd85-d35d-4453-9c6f-a463aae40722" providerId="ADAL" clId="{D4C91E6F-B9DD-440D-9732-C61CDFB6C2C8}" dt="2024-09-22T13:16:44.250" v="292" actId="1076"/>
          <ac:picMkLst>
            <pc:docMk/>
            <pc:sldMk cId="1402144616" sldId="285"/>
            <ac:picMk id="4" creationId="{2D2785FA-9ADF-4C9B-A0F6-034810D10C6E}"/>
          </ac:picMkLst>
        </pc:pic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8" creationId="{7E1D4427-852B-4B37-8E76-0E9F1810BA2A}"/>
          </ac:cxnSpMkLst>
        </pc:cxn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12" creationId="{5C6A2BAE-B461-4B55-8E1F-0722ABDD1393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3" creationId="{7E1D4427-852B-4B37-8E76-0E9F1810BA2A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7" creationId="{5C6A2BAE-B461-4B55-8E1F-0722ABDD1393}"/>
          </ac:cxnSpMkLst>
        </pc:cxnChg>
      </pc:sldChg>
      <pc:sldChg chg="add del">
        <pc:chgData name="Ms Alina Arshad" userId="cccdfd85-d35d-4453-9c6f-a463aae40722" providerId="ADAL" clId="{D4C91E6F-B9DD-440D-9732-C61CDFB6C2C8}" dt="2024-09-22T13:07:36.353" v="189" actId="47"/>
        <pc:sldMkLst>
          <pc:docMk/>
          <pc:sldMk cId="0" sldId="286"/>
        </pc:sldMkLst>
      </pc:sldChg>
      <pc:sldChg chg="delSp modSp add mod">
        <pc:chgData name="Ms Alina Arshad" userId="cccdfd85-d35d-4453-9c6f-a463aae40722" providerId="ADAL" clId="{D4C91E6F-B9DD-440D-9732-C61CDFB6C2C8}" dt="2024-09-22T13:28:42.450" v="404" actId="1076"/>
        <pc:sldMkLst>
          <pc:docMk/>
          <pc:sldMk cId="3229345964" sldId="287"/>
        </pc:sldMkLst>
        <pc:spChg chg="del">
          <ac:chgData name="Ms Alina Arshad" userId="cccdfd85-d35d-4453-9c6f-a463aae40722" providerId="ADAL" clId="{D4C91E6F-B9DD-440D-9732-C61CDFB6C2C8}" dt="2024-09-22T13:28:32.954" v="400" actId="478"/>
          <ac:spMkLst>
            <pc:docMk/>
            <pc:sldMk cId="3229345964" sldId="287"/>
            <ac:spMk id="2" creationId="{5DA081F5-16CF-4CA2-A173-0E030024A636}"/>
          </ac:spMkLst>
        </pc:spChg>
        <pc:picChg chg="mod">
          <ac:chgData name="Ms Alina Arshad" userId="cccdfd85-d35d-4453-9c6f-a463aae40722" providerId="ADAL" clId="{D4C91E6F-B9DD-440D-9732-C61CDFB6C2C8}" dt="2024-09-22T13:28:42.450" v="404" actId="1076"/>
          <ac:picMkLst>
            <pc:docMk/>
            <pc:sldMk cId="3229345964" sldId="287"/>
            <ac:picMk id="5" creationId="{8EF4BFF1-87E0-4AF5-83CA-F11370D161B8}"/>
          </ac:picMkLst>
        </pc:pic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02870935" sldId="288"/>
        </pc:sldMkLst>
      </pc:sldChg>
      <pc:sldChg chg="add del">
        <pc:chgData name="Ms Alina Arshad" userId="cccdfd85-d35d-4453-9c6f-a463aae40722" providerId="ADAL" clId="{D4C91E6F-B9DD-440D-9732-C61CDFB6C2C8}" dt="2024-09-22T13:07:36.456" v="192" actId="47"/>
        <pc:sldMkLst>
          <pc:docMk/>
          <pc:sldMk cId="0" sldId="289"/>
        </pc:sldMkLst>
      </pc:sldChg>
      <pc:sldChg chg="add del">
        <pc:chgData name="Ms Alina Arshad" userId="cccdfd85-d35d-4453-9c6f-a463aae40722" providerId="ADAL" clId="{D4C91E6F-B9DD-440D-9732-C61CDFB6C2C8}" dt="2024-09-22T13:07:36.475" v="193" actId="47"/>
        <pc:sldMkLst>
          <pc:docMk/>
          <pc:sldMk cId="0" sldId="290"/>
        </pc:sldMkLst>
      </pc:sldChg>
      <pc:sldChg chg="add del">
        <pc:chgData name="Ms Alina Arshad" userId="cccdfd85-d35d-4453-9c6f-a463aae40722" providerId="ADAL" clId="{D4C91E6F-B9DD-440D-9732-C61CDFB6C2C8}" dt="2024-09-22T13:07:36.517" v="194" actId="47"/>
        <pc:sldMkLst>
          <pc:docMk/>
          <pc:sldMk cId="0" sldId="291"/>
        </pc:sldMkLst>
      </pc:sldChg>
      <pc:sldChg chg="add del">
        <pc:chgData name="Ms Alina Arshad" userId="cccdfd85-d35d-4453-9c6f-a463aae40722" providerId="ADAL" clId="{D4C91E6F-B9DD-440D-9732-C61CDFB6C2C8}" dt="2024-09-22T13:07:36.562" v="195" actId="47"/>
        <pc:sldMkLst>
          <pc:docMk/>
          <pc:sldMk cId="0" sldId="292"/>
        </pc:sldMkLst>
      </pc:sldChg>
      <pc:sldChg chg="add del">
        <pc:chgData name="Ms Alina Arshad" userId="cccdfd85-d35d-4453-9c6f-a463aae40722" providerId="ADAL" clId="{D4C91E6F-B9DD-440D-9732-C61CDFB6C2C8}" dt="2024-09-22T13:07:36.605" v="196" actId="47"/>
        <pc:sldMkLst>
          <pc:docMk/>
          <pc:sldMk cId="0" sldId="293"/>
        </pc:sldMkLst>
      </pc:sldChg>
      <pc:sldChg chg="add del">
        <pc:chgData name="Ms Alina Arshad" userId="cccdfd85-d35d-4453-9c6f-a463aae40722" providerId="ADAL" clId="{D4C91E6F-B9DD-440D-9732-C61CDFB6C2C8}" dt="2024-09-22T13:07:36.636" v="197" actId="47"/>
        <pc:sldMkLst>
          <pc:docMk/>
          <pc:sldMk cId="0" sldId="294"/>
        </pc:sldMkLst>
      </pc:sldChg>
      <pc:sldChg chg="add del">
        <pc:chgData name="Ms Alina Arshad" userId="cccdfd85-d35d-4453-9c6f-a463aae40722" providerId="ADAL" clId="{D4C91E6F-B9DD-440D-9732-C61CDFB6C2C8}" dt="2024-09-22T13:07:36.651" v="198" actId="47"/>
        <pc:sldMkLst>
          <pc:docMk/>
          <pc:sldMk cId="0" sldId="295"/>
        </pc:sldMkLst>
      </pc:sldChg>
      <pc:sldChg chg="add del">
        <pc:chgData name="Ms Alina Arshad" userId="cccdfd85-d35d-4453-9c6f-a463aae40722" providerId="ADAL" clId="{D4C91E6F-B9DD-440D-9732-C61CDFB6C2C8}" dt="2024-09-22T13:07:36.673" v="199" actId="47"/>
        <pc:sldMkLst>
          <pc:docMk/>
          <pc:sldMk cId="0" sldId="296"/>
        </pc:sldMkLst>
      </pc:sldChg>
      <pc:sldChg chg="add del">
        <pc:chgData name="Ms Alina Arshad" userId="cccdfd85-d35d-4453-9c6f-a463aae40722" providerId="ADAL" clId="{D4C91E6F-B9DD-440D-9732-C61CDFB6C2C8}" dt="2024-09-22T13:07:36.722" v="200" actId="47"/>
        <pc:sldMkLst>
          <pc:docMk/>
          <pc:sldMk cId="0" sldId="297"/>
        </pc:sldMkLst>
      </pc:sldChg>
      <pc:sldChg chg="add del">
        <pc:chgData name="Ms Alina Arshad" userId="cccdfd85-d35d-4453-9c6f-a463aae40722" providerId="ADAL" clId="{D4C91E6F-B9DD-440D-9732-C61CDFB6C2C8}" dt="2024-09-22T13:07:36.760" v="201" actId="47"/>
        <pc:sldMkLst>
          <pc:docMk/>
          <pc:sldMk cId="0" sldId="298"/>
        </pc:sldMkLst>
      </pc:sldChg>
      <pc:sldChg chg="add del">
        <pc:chgData name="Ms Alina Arshad" userId="cccdfd85-d35d-4453-9c6f-a463aae40722" providerId="ADAL" clId="{D4C91E6F-B9DD-440D-9732-C61CDFB6C2C8}" dt="2024-09-22T13:07:36.791" v="202" actId="47"/>
        <pc:sldMkLst>
          <pc:docMk/>
          <pc:sldMk cId="0" sldId="299"/>
        </pc:sldMkLst>
      </pc:sldChg>
      <pc:sldChg chg="add del">
        <pc:chgData name="Ms Alina Arshad" userId="cccdfd85-d35d-4453-9c6f-a463aae40722" providerId="ADAL" clId="{D4C91E6F-B9DD-440D-9732-C61CDFB6C2C8}" dt="2024-09-22T13:07:36.806" v="203" actId="47"/>
        <pc:sldMkLst>
          <pc:docMk/>
          <pc:sldMk cId="0" sldId="300"/>
        </pc:sldMkLst>
      </pc:sldChg>
      <pc:sldChg chg="add del">
        <pc:chgData name="Ms Alina Arshad" userId="cccdfd85-d35d-4453-9c6f-a463aae40722" providerId="ADAL" clId="{D4C91E6F-B9DD-440D-9732-C61CDFB6C2C8}" dt="2024-09-22T13:07:36.854" v="204" actId="47"/>
        <pc:sldMkLst>
          <pc:docMk/>
          <pc:sldMk cId="0" sldId="301"/>
        </pc:sldMkLst>
      </pc:sldChg>
      <pc:sldChg chg="add del">
        <pc:chgData name="Ms Alina Arshad" userId="cccdfd85-d35d-4453-9c6f-a463aae40722" providerId="ADAL" clId="{D4C91E6F-B9DD-440D-9732-C61CDFB6C2C8}" dt="2024-09-22T13:07:36.887" v="205" actId="47"/>
        <pc:sldMkLst>
          <pc:docMk/>
          <pc:sldMk cId="0" sldId="302"/>
        </pc:sldMkLst>
      </pc:sldChg>
      <pc:sldChg chg="add del">
        <pc:chgData name="Ms Alina Arshad" userId="cccdfd85-d35d-4453-9c6f-a463aae40722" providerId="ADAL" clId="{D4C91E6F-B9DD-440D-9732-C61CDFB6C2C8}" dt="2024-09-22T13:07:36.945" v="206" actId="47"/>
        <pc:sldMkLst>
          <pc:docMk/>
          <pc:sldMk cId="0" sldId="303"/>
        </pc:sldMkLst>
      </pc:sldChg>
      <pc:sldChg chg="add del">
        <pc:chgData name="Ms Alina Arshad" userId="cccdfd85-d35d-4453-9c6f-a463aae40722" providerId="ADAL" clId="{D4C91E6F-B9DD-440D-9732-C61CDFB6C2C8}" dt="2024-09-22T13:07:36.961" v="207" actId="47"/>
        <pc:sldMkLst>
          <pc:docMk/>
          <pc:sldMk cId="0" sldId="304"/>
        </pc:sldMkLst>
      </pc:sldChg>
      <pc:sldChg chg="add del">
        <pc:chgData name="Ms Alina Arshad" userId="cccdfd85-d35d-4453-9c6f-a463aae40722" providerId="ADAL" clId="{D4C91E6F-B9DD-440D-9732-C61CDFB6C2C8}" dt="2024-09-22T13:07:36.976" v="208" actId="47"/>
        <pc:sldMkLst>
          <pc:docMk/>
          <pc:sldMk cId="0" sldId="305"/>
        </pc:sldMkLst>
      </pc:sldChg>
      <pc:sldChg chg="add del">
        <pc:chgData name="Ms Alina Arshad" userId="cccdfd85-d35d-4453-9c6f-a463aae40722" providerId="ADAL" clId="{D4C91E6F-B9DD-440D-9732-C61CDFB6C2C8}" dt="2024-09-22T13:07:37.046" v="209" actId="47"/>
        <pc:sldMkLst>
          <pc:docMk/>
          <pc:sldMk cId="0" sldId="306"/>
        </pc:sldMkLst>
      </pc:sldChg>
      <pc:sldChg chg="add del">
        <pc:chgData name="Ms Alina Arshad" userId="cccdfd85-d35d-4453-9c6f-a463aae40722" providerId="ADAL" clId="{D4C91E6F-B9DD-440D-9732-C61CDFB6C2C8}" dt="2024-09-22T13:07:37.078" v="210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D4C91E6F-B9DD-440D-9732-C61CDFB6C2C8}" dt="2024-09-22T13:00:34.514" v="22" actId="47"/>
        <pc:sldMkLst>
          <pc:docMk/>
          <pc:sldMk cId="3233864465" sldId="338"/>
        </pc:sldMkLst>
      </pc:sldChg>
      <pc:sldChg chg="del">
        <pc:chgData name="Ms Alina Arshad" userId="cccdfd85-d35d-4453-9c6f-a463aae40722" providerId="ADAL" clId="{D4C91E6F-B9DD-440D-9732-C61CDFB6C2C8}" dt="2024-09-22T13:00:34.573" v="24" actId="47"/>
        <pc:sldMkLst>
          <pc:docMk/>
          <pc:sldMk cId="1267034377" sldId="339"/>
        </pc:sldMkLst>
      </pc:sldChg>
      <pc:sldChg chg="del">
        <pc:chgData name="Ms Alina Arshad" userId="cccdfd85-d35d-4453-9c6f-a463aae40722" providerId="ADAL" clId="{D4C91E6F-B9DD-440D-9732-C61CDFB6C2C8}" dt="2024-09-22T13:00:35.285" v="26" actId="47"/>
        <pc:sldMkLst>
          <pc:docMk/>
          <pc:sldMk cId="2400815569" sldId="340"/>
        </pc:sldMkLst>
      </pc:sldChg>
      <pc:sldChg chg="del">
        <pc:chgData name="Ms Alina Arshad" userId="cccdfd85-d35d-4453-9c6f-a463aae40722" providerId="ADAL" clId="{D4C91E6F-B9DD-440D-9732-C61CDFB6C2C8}" dt="2024-09-22T13:00:35.591" v="28" actId="47"/>
        <pc:sldMkLst>
          <pc:docMk/>
          <pc:sldMk cId="1204309406" sldId="341"/>
        </pc:sldMkLst>
      </pc:sldChg>
      <pc:sldChg chg="del">
        <pc:chgData name="Ms Alina Arshad" userId="cccdfd85-d35d-4453-9c6f-a463aae40722" providerId="ADAL" clId="{D4C91E6F-B9DD-440D-9732-C61CDFB6C2C8}" dt="2024-09-22T13:00:34.459" v="20" actId="47"/>
        <pc:sldMkLst>
          <pc:docMk/>
          <pc:sldMk cId="96607437" sldId="34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4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36508356" sldId="348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32290220" sldId="349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448686030" sldId="35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109540881" sldId="351"/>
        </pc:sldMkLst>
      </pc:sldChg>
      <pc:sldChg chg="modSp add mod">
        <pc:chgData name="Ms Alina Arshad" userId="cccdfd85-d35d-4453-9c6f-a463aae40722" providerId="ADAL" clId="{D4C91E6F-B9DD-440D-9732-C61CDFB6C2C8}" dt="2024-09-22T13:07:58.869" v="229" actId="27636"/>
        <pc:sldMkLst>
          <pc:docMk/>
          <pc:sldMk cId="0" sldId="352"/>
        </pc:sldMkLst>
        <pc:spChg chg="mod">
          <ac:chgData name="Ms Alina Arshad" userId="cccdfd85-d35d-4453-9c6f-a463aae40722" providerId="ADAL" clId="{D4C91E6F-B9DD-440D-9732-C61CDFB6C2C8}" dt="2024-09-22T13:07:58.869" v="229" actId="27636"/>
          <ac:spMkLst>
            <pc:docMk/>
            <pc:sldMk cId="0" sldId="352"/>
            <ac:spMk id="64516" creationId="{D2D679A3-2E8D-4632-948B-DAF7F009B134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3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4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5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68"/>
        </pc:sldMkLst>
      </pc:sldChg>
      <pc:sldChg chg="modSp add mod">
        <pc:chgData name="Ms Alina Arshad" userId="cccdfd85-d35d-4453-9c6f-a463aae40722" providerId="ADAL" clId="{D4C91E6F-B9DD-440D-9732-C61CDFB6C2C8}" dt="2024-09-22T13:07:58.878" v="231" actId="27636"/>
        <pc:sldMkLst>
          <pc:docMk/>
          <pc:sldMk cId="0" sldId="369"/>
        </pc:sldMkLst>
        <pc:spChg chg="mod">
          <ac:chgData name="Ms Alina Arshad" userId="cccdfd85-d35d-4453-9c6f-a463aae40722" providerId="ADAL" clId="{D4C91E6F-B9DD-440D-9732-C61CDFB6C2C8}" dt="2024-09-22T13:07:58.878" v="231" actId="27636"/>
          <ac:spMkLst>
            <pc:docMk/>
            <pc:sldMk cId="0" sldId="369"/>
            <ac:spMk id="81924" creationId="{68248C69-9332-4A99-BC0A-14F57C4D99DE}"/>
          </ac:spMkLst>
        </pc:spChg>
      </pc:sldChg>
      <pc:sldChg chg="modSp add mod">
        <pc:chgData name="Ms Alina Arshad" userId="cccdfd85-d35d-4453-9c6f-a463aae40722" providerId="ADAL" clId="{D4C91E6F-B9DD-440D-9732-C61CDFB6C2C8}" dt="2024-09-22T13:07:58.875" v="230" actId="27636"/>
        <pc:sldMkLst>
          <pc:docMk/>
          <pc:sldMk cId="0" sldId="370"/>
        </pc:sldMkLst>
        <pc:spChg chg="mod">
          <ac:chgData name="Ms Alina Arshad" userId="cccdfd85-d35d-4453-9c6f-a463aae40722" providerId="ADAL" clId="{D4C91E6F-B9DD-440D-9732-C61CDFB6C2C8}" dt="2024-09-22T13:07:58.875" v="230" actId="27636"/>
          <ac:spMkLst>
            <pc:docMk/>
            <pc:sldMk cId="0" sldId="370"/>
            <ac:spMk id="77828" creationId="{AE58D6A9-2268-4B9B-B644-43B75570DBA9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1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6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634129650" sldId="397"/>
        </pc:sldMkLst>
      </pc:sldChg>
      <pc:sldChg chg="modSp add mod">
        <pc:chgData name="Ms Alina Arshad" userId="cccdfd85-d35d-4453-9c6f-a463aae40722" providerId="ADAL" clId="{D4C91E6F-B9DD-440D-9732-C61CDFB6C2C8}" dt="2024-09-22T13:15:46.580" v="277" actId="14100"/>
        <pc:sldMkLst>
          <pc:docMk/>
          <pc:sldMk cId="818196387" sldId="398"/>
        </pc:sldMkLst>
        <pc:spChg chg="mod">
          <ac:chgData name="Ms Alina Arshad" userId="cccdfd85-d35d-4453-9c6f-a463aae40722" providerId="ADAL" clId="{D4C91E6F-B9DD-440D-9732-C61CDFB6C2C8}" dt="2024-09-22T13:15:12.286" v="267" actId="207"/>
          <ac:spMkLst>
            <pc:docMk/>
            <pc:sldMk cId="818196387" sldId="398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15:46.580" v="277" actId="14100"/>
          <ac:spMkLst>
            <pc:docMk/>
            <pc:sldMk cId="818196387" sldId="398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5:42.498" v="276" actId="1076"/>
          <ac:picMkLst>
            <pc:docMk/>
            <pc:sldMk cId="818196387" sldId="398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16:05.241" v="284" actId="403"/>
        <pc:sldMkLst>
          <pc:docMk/>
          <pc:sldMk cId="3016557581" sldId="399"/>
        </pc:sldMkLst>
        <pc:spChg chg="mod">
          <ac:chgData name="Ms Alina Arshad" userId="cccdfd85-d35d-4453-9c6f-a463aae40722" providerId="ADAL" clId="{D4C91E6F-B9DD-440D-9732-C61CDFB6C2C8}" dt="2024-09-22T13:15:51.562" v="278" actId="207"/>
          <ac:spMkLst>
            <pc:docMk/>
            <pc:sldMk cId="3016557581" sldId="399"/>
            <ac:spMk id="2" creationId="{E2B52054-9130-4CB7-BA10-54AC86DB3C4E}"/>
          </ac:spMkLst>
        </pc:spChg>
        <pc:spChg chg="mod">
          <ac:chgData name="Ms Alina Arshad" userId="cccdfd85-d35d-4453-9c6f-a463aae40722" providerId="ADAL" clId="{D4C91E6F-B9DD-440D-9732-C61CDFB6C2C8}" dt="2024-09-22T13:16:05.241" v="284" actId="403"/>
          <ac:spMkLst>
            <pc:docMk/>
            <pc:sldMk cId="3016557581" sldId="399"/>
            <ac:spMk id="3" creationId="{0EA14083-9FE5-4604-AE9D-7238164721FE}"/>
          </ac:spMkLst>
        </pc:spChg>
      </pc:sldChg>
      <pc:sldChg chg="modSp add mod">
        <pc:chgData name="Ms Alina Arshad" userId="cccdfd85-d35d-4453-9c6f-a463aae40722" providerId="ADAL" clId="{D4C91E6F-B9DD-440D-9732-C61CDFB6C2C8}" dt="2024-09-22T13:17:35.564" v="306" actId="33524"/>
        <pc:sldMkLst>
          <pc:docMk/>
          <pc:sldMk cId="778265951" sldId="400"/>
        </pc:sldMkLst>
        <pc:spChg chg="mod">
          <ac:chgData name="Ms Alina Arshad" userId="cccdfd85-d35d-4453-9c6f-a463aae40722" providerId="ADAL" clId="{D4C91E6F-B9DD-440D-9732-C61CDFB6C2C8}" dt="2024-09-22T13:17:02.083" v="296" actId="207"/>
          <ac:spMkLst>
            <pc:docMk/>
            <pc:sldMk cId="778265951" sldId="400"/>
            <ac:spMk id="2" creationId="{81D18A18-D626-433C-BD10-286086DF62BE}"/>
          </ac:spMkLst>
        </pc:spChg>
        <pc:spChg chg="mod">
          <ac:chgData name="Ms Alina Arshad" userId="cccdfd85-d35d-4453-9c6f-a463aae40722" providerId="ADAL" clId="{D4C91E6F-B9DD-440D-9732-C61CDFB6C2C8}" dt="2024-09-22T13:17:35.564" v="306" actId="33524"/>
          <ac:spMkLst>
            <pc:docMk/>
            <pc:sldMk cId="778265951" sldId="400"/>
            <ac:spMk id="3" creationId="{F5F3CEE5-C73D-4116-87E2-1842D15B8EF7}"/>
          </ac:spMkLst>
        </pc:spChg>
        <pc:picChg chg="mod">
          <ac:chgData name="Ms Alina Arshad" userId="cccdfd85-d35d-4453-9c6f-a463aae40722" providerId="ADAL" clId="{D4C91E6F-B9DD-440D-9732-C61CDFB6C2C8}" dt="2024-09-22T13:17:28.856" v="305" actId="1076"/>
          <ac:picMkLst>
            <pc:docMk/>
            <pc:sldMk cId="778265951" sldId="400"/>
            <ac:picMk id="5" creationId="{13889469-74D1-4332-9F10-768E2A51287B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1:58.553" v="341" actId="14100"/>
        <pc:sldMkLst>
          <pc:docMk/>
          <pc:sldMk cId="978211767" sldId="401"/>
        </pc:sldMkLst>
        <pc:spChg chg="mod">
          <ac:chgData name="Ms Alina Arshad" userId="cccdfd85-d35d-4453-9c6f-a463aae40722" providerId="ADAL" clId="{D4C91E6F-B9DD-440D-9732-C61CDFB6C2C8}" dt="2024-09-22T13:21:46.534" v="339" actId="207"/>
          <ac:spMkLst>
            <pc:docMk/>
            <pc:sldMk cId="978211767" sldId="401"/>
            <ac:spMk id="2" creationId="{144233A4-E56A-464D-B33A-A1504BF17870}"/>
          </ac:spMkLst>
        </pc:spChg>
        <pc:spChg chg="mod">
          <ac:chgData name="Ms Alina Arshad" userId="cccdfd85-d35d-4453-9c6f-a463aae40722" providerId="ADAL" clId="{D4C91E6F-B9DD-440D-9732-C61CDFB6C2C8}" dt="2024-09-22T13:21:58.553" v="341" actId="14100"/>
          <ac:spMkLst>
            <pc:docMk/>
            <pc:sldMk cId="978211767" sldId="401"/>
            <ac:spMk id="3" creationId="{E937F355-7669-4EAF-9A89-20F10222BF5D}"/>
          </ac:spMkLst>
        </pc:spChg>
      </pc:sldChg>
      <pc:sldChg chg="modSp add mod">
        <pc:chgData name="Ms Alina Arshad" userId="cccdfd85-d35d-4453-9c6f-a463aae40722" providerId="ADAL" clId="{D4C91E6F-B9DD-440D-9732-C61CDFB6C2C8}" dt="2024-09-22T13:22:20.742" v="345" actId="207"/>
        <pc:sldMkLst>
          <pc:docMk/>
          <pc:sldMk cId="20141498" sldId="402"/>
        </pc:sldMkLst>
        <pc:spChg chg="mod">
          <ac:chgData name="Ms Alina Arshad" userId="cccdfd85-d35d-4453-9c6f-a463aae40722" providerId="ADAL" clId="{D4C91E6F-B9DD-440D-9732-C61CDFB6C2C8}" dt="2024-09-22T13:22:20.742" v="345" actId="207"/>
          <ac:spMkLst>
            <pc:docMk/>
            <pc:sldMk cId="20141498" sldId="402"/>
            <ac:spMk id="2" creationId="{D639E78D-B438-402C-80B5-31FC5FB10F7F}"/>
          </ac:spMkLst>
        </pc:spChg>
        <pc:spChg chg="mod">
          <ac:chgData name="Ms Alina Arshad" userId="cccdfd85-d35d-4453-9c6f-a463aae40722" providerId="ADAL" clId="{D4C91E6F-B9DD-440D-9732-C61CDFB6C2C8}" dt="2024-09-22T13:22:16.676" v="344" actId="2711"/>
          <ac:spMkLst>
            <pc:docMk/>
            <pc:sldMk cId="20141498" sldId="402"/>
            <ac:spMk id="3" creationId="{2EA2AE38-5155-482E-84CB-CC5042136080}"/>
          </ac:spMkLst>
        </pc:spChg>
      </pc:sldChg>
    </pc:docChg>
  </pc:docChgLst>
  <pc:docChgLst>
    <pc:chgData name="Ms Alina Arshad" userId="cccdfd85-d35d-4453-9c6f-a463aae40722" providerId="ADAL" clId="{700AA452-C530-416E-96E5-BDDCF9860929}"/>
    <pc:docChg chg="custSel addSld delSld modSld sldOrd modMainMaster">
      <pc:chgData name="Ms Alina Arshad" userId="cccdfd85-d35d-4453-9c6f-a463aae40722" providerId="ADAL" clId="{700AA452-C530-416E-96E5-BDDCF9860929}" dt="2024-09-30T18:52:44.057" v="228" actId="1076"/>
      <pc:docMkLst>
        <pc:docMk/>
      </pc:docMkLst>
      <pc:sldChg chg="modSp mod">
        <pc:chgData name="Ms Alina Arshad" userId="cccdfd85-d35d-4453-9c6f-a463aae40722" providerId="ADAL" clId="{700AA452-C530-416E-96E5-BDDCF9860929}" dt="2024-09-30T14:50:50.653" v="15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700AA452-C530-416E-96E5-BDDCF9860929}" dt="2024-09-30T14:50:50.653" v="15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700AA452-C530-416E-96E5-BDDCF9860929}" dt="2024-09-22T13:30:22.497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700AA452-C530-416E-96E5-BDDCF9860929}" dt="2024-09-22T13:30:22.895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700AA452-C530-416E-96E5-BDDCF9860929}" dt="2024-09-22T13:30:23.271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700AA452-C530-416E-96E5-BDDCF9860929}" dt="2024-09-22T13:30:23.636" v="5" actId="47"/>
        <pc:sldMkLst>
          <pc:docMk/>
          <pc:sldMk cId="1577505814" sldId="265"/>
        </pc:sldMkLst>
      </pc:sldChg>
      <pc:sldChg chg="del">
        <pc:chgData name="Ms Alina Arshad" userId="cccdfd85-d35d-4453-9c6f-a463aae40722" providerId="ADAL" clId="{700AA452-C530-416E-96E5-BDDCF9860929}" dt="2024-09-22T13:30:25.540" v="10" actId="47"/>
        <pc:sldMkLst>
          <pc:docMk/>
          <pc:sldMk cId="1582826008" sldId="266"/>
        </pc:sldMkLst>
      </pc:sldChg>
      <pc:sldChg chg="del">
        <pc:chgData name="Ms Alina Arshad" userId="cccdfd85-d35d-4453-9c6f-a463aae40722" providerId="ADAL" clId="{700AA452-C530-416E-96E5-BDDCF9860929}" dt="2024-09-22T13:30:28.390" v="17" actId="47"/>
        <pc:sldMkLst>
          <pc:docMk/>
          <pc:sldMk cId="731299161" sldId="267"/>
        </pc:sldMkLst>
      </pc:sldChg>
      <pc:sldChg chg="del">
        <pc:chgData name="Ms Alina Arshad" userId="cccdfd85-d35d-4453-9c6f-a463aae40722" providerId="ADAL" clId="{700AA452-C530-416E-96E5-BDDCF9860929}" dt="2024-09-22T13:30:25.951" v="11" actId="47"/>
        <pc:sldMkLst>
          <pc:docMk/>
          <pc:sldMk cId="90329638" sldId="268"/>
        </pc:sldMkLst>
      </pc:sldChg>
      <pc:sldChg chg="del">
        <pc:chgData name="Ms Alina Arshad" userId="cccdfd85-d35d-4453-9c6f-a463aae40722" providerId="ADAL" clId="{700AA452-C530-416E-96E5-BDDCF9860929}" dt="2024-09-22T13:30:26.385" v="12" actId="47"/>
        <pc:sldMkLst>
          <pc:docMk/>
          <pc:sldMk cId="2295129282" sldId="269"/>
        </pc:sldMkLst>
      </pc:sldChg>
      <pc:sldChg chg="del">
        <pc:chgData name="Ms Alina Arshad" userId="cccdfd85-d35d-4453-9c6f-a463aae40722" providerId="ADAL" clId="{700AA452-C530-416E-96E5-BDDCF9860929}" dt="2024-09-22T13:30:26.779" v="13" actId="47"/>
        <pc:sldMkLst>
          <pc:docMk/>
          <pc:sldMk cId="2090315159" sldId="270"/>
        </pc:sldMkLst>
      </pc:sldChg>
      <pc:sldChg chg="del">
        <pc:chgData name="Ms Alina Arshad" userId="cccdfd85-d35d-4453-9c6f-a463aae40722" providerId="ADAL" clId="{700AA452-C530-416E-96E5-BDDCF9860929}" dt="2024-09-22T13:30:27.167" v="14" actId="47"/>
        <pc:sldMkLst>
          <pc:docMk/>
          <pc:sldMk cId="3034138166" sldId="271"/>
        </pc:sldMkLst>
      </pc:sldChg>
      <pc:sldChg chg="del">
        <pc:chgData name="Ms Alina Arshad" userId="cccdfd85-d35d-4453-9c6f-a463aae40722" providerId="ADAL" clId="{700AA452-C530-416E-96E5-BDDCF9860929}" dt="2024-09-22T13:30:28.703" v="18" actId="47"/>
        <pc:sldMkLst>
          <pc:docMk/>
          <pc:sldMk cId="2504047100" sldId="272"/>
        </pc:sldMkLst>
      </pc:sldChg>
      <pc:sldChg chg="del">
        <pc:chgData name="Ms Alina Arshad" userId="cccdfd85-d35d-4453-9c6f-a463aae40722" providerId="ADAL" clId="{700AA452-C530-416E-96E5-BDDCF9860929}" dt="2024-09-22T13:30:29.112" v="19" actId="47"/>
        <pc:sldMkLst>
          <pc:docMk/>
          <pc:sldMk cId="4283755204" sldId="273"/>
        </pc:sldMkLst>
      </pc:sldChg>
      <pc:sldChg chg="del">
        <pc:chgData name="Ms Alina Arshad" userId="cccdfd85-d35d-4453-9c6f-a463aae40722" providerId="ADAL" clId="{700AA452-C530-416E-96E5-BDDCF9860929}" dt="2024-09-22T13:30:30.826" v="20" actId="47"/>
        <pc:sldMkLst>
          <pc:docMk/>
          <pc:sldMk cId="2935103945" sldId="274"/>
        </pc:sldMkLst>
      </pc:sldChg>
      <pc:sldChg chg="del">
        <pc:chgData name="Ms Alina Arshad" userId="cccdfd85-d35d-4453-9c6f-a463aae40722" providerId="ADAL" clId="{700AA452-C530-416E-96E5-BDDCF9860929}" dt="2024-09-22T13:30:32.394" v="22" actId="47"/>
        <pc:sldMkLst>
          <pc:docMk/>
          <pc:sldMk cId="1497646456" sldId="275"/>
        </pc:sldMkLst>
      </pc:sldChg>
      <pc:sldChg chg="del">
        <pc:chgData name="Ms Alina Arshad" userId="cccdfd85-d35d-4453-9c6f-a463aae40722" providerId="ADAL" clId="{700AA452-C530-416E-96E5-BDDCF9860929}" dt="2024-09-22T13:30:34.442" v="24" actId="47"/>
        <pc:sldMkLst>
          <pc:docMk/>
          <pc:sldMk cId="3993717517" sldId="276"/>
        </pc:sldMkLst>
      </pc:sldChg>
      <pc:sldChg chg="del">
        <pc:chgData name="Ms Alina Arshad" userId="cccdfd85-d35d-4453-9c6f-a463aae40722" providerId="ADAL" clId="{700AA452-C530-416E-96E5-BDDCF9860929}" dt="2024-09-22T13:30:33.290" v="23" actId="47"/>
        <pc:sldMkLst>
          <pc:docMk/>
          <pc:sldMk cId="2668593764" sldId="278"/>
        </pc:sldMkLst>
      </pc:sldChg>
      <pc:sldChg chg="modSp mod">
        <pc:chgData name="Ms Alina Arshad" userId="cccdfd85-d35d-4453-9c6f-a463aae40722" providerId="ADAL" clId="{700AA452-C530-416E-96E5-BDDCF9860929}" dt="2024-09-22T13:34:43.002" v="68" actId="12"/>
        <pc:sldMkLst>
          <pc:docMk/>
          <pc:sldMk cId="3703048629" sldId="279"/>
        </pc:sldMkLst>
        <pc:spChg chg="mod">
          <ac:chgData name="Ms Alina Arshad" userId="cccdfd85-d35d-4453-9c6f-a463aae40722" providerId="ADAL" clId="{700AA452-C530-416E-96E5-BDDCF9860929}" dt="2024-09-22T13:33:11.415" v="43" actId="113"/>
          <ac:spMkLst>
            <pc:docMk/>
            <pc:sldMk cId="3703048629" sldId="279"/>
            <ac:spMk id="2" creationId="{C0531C6D-BBF1-4A8F-A69A-DB05C817BC81}"/>
          </ac:spMkLst>
        </pc:spChg>
        <pc:spChg chg="mod">
          <ac:chgData name="Ms Alina Arshad" userId="cccdfd85-d35d-4453-9c6f-a463aae40722" providerId="ADAL" clId="{700AA452-C530-416E-96E5-BDDCF9860929}" dt="2024-09-22T13:34:43.002" v="68" actId="12"/>
          <ac:spMkLst>
            <pc:docMk/>
            <pc:sldMk cId="3703048629" sldId="279"/>
            <ac:spMk id="3" creationId="{14C2275F-EEF7-4B46-8F23-7E6682716D48}"/>
          </ac:spMkLst>
        </pc:spChg>
        <pc:picChg chg="mod">
          <ac:chgData name="Ms Alina Arshad" userId="cccdfd85-d35d-4453-9c6f-a463aae40722" providerId="ADAL" clId="{700AA452-C530-416E-96E5-BDDCF9860929}" dt="2024-09-22T13:33:32.702" v="53" actId="1076"/>
          <ac:picMkLst>
            <pc:docMk/>
            <pc:sldMk cId="3703048629" sldId="279"/>
            <ac:picMk id="5" creationId="{B341A69E-52DE-472E-8D85-410C0A82622D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33:50.104" v="57" actId="1076"/>
        <pc:sldMkLst>
          <pc:docMk/>
          <pc:sldMk cId="1821615422" sldId="280"/>
        </pc:sldMkLst>
        <pc:spChg chg="del">
          <ac:chgData name="Ms Alina Arshad" userId="cccdfd85-d35d-4453-9c6f-a463aae40722" providerId="ADAL" clId="{700AA452-C530-416E-96E5-BDDCF9860929}" dt="2024-09-22T13:33:39.548" v="54" actId="478"/>
          <ac:spMkLst>
            <pc:docMk/>
            <pc:sldMk cId="1821615422" sldId="280"/>
            <ac:spMk id="2" creationId="{3F5B8599-097F-47C6-8975-4A5EB88DFD01}"/>
          </ac:spMkLst>
        </pc:spChg>
        <pc:picChg chg="mod">
          <ac:chgData name="Ms Alina Arshad" userId="cccdfd85-d35d-4453-9c6f-a463aae40722" providerId="ADAL" clId="{700AA452-C530-416E-96E5-BDDCF9860929}" dt="2024-09-22T13:33:50.104" v="57" actId="1076"/>
          <ac:picMkLst>
            <pc:docMk/>
            <pc:sldMk cId="1821615422" sldId="280"/>
            <ac:picMk id="5" creationId="{894791AD-65B4-4FB8-9291-53F6E89BDCE6}"/>
          </ac:picMkLst>
        </pc:picChg>
      </pc:sldChg>
      <pc:sldChg chg="modSp mod">
        <pc:chgData name="Ms Alina Arshad" userId="cccdfd85-d35d-4453-9c6f-a463aae40722" providerId="ADAL" clId="{700AA452-C530-416E-96E5-BDDCF9860929}" dt="2024-09-28T19:12:04.191" v="13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700AA452-C530-416E-96E5-BDDCF9860929}" dt="2024-09-28T19:11:44.367" v="135" actId="27636"/>
          <ac:spMkLst>
            <pc:docMk/>
            <pc:sldMk cId="3605066316" sldId="281"/>
            <ac:spMk id="2" creationId="{B31F7F40-579C-4FE5-8B85-B1955C717D63}"/>
          </ac:spMkLst>
        </pc:spChg>
        <pc:spChg chg="mod">
          <ac:chgData name="Ms Alina Arshad" userId="cccdfd85-d35d-4453-9c6f-a463aae40722" providerId="ADAL" clId="{700AA452-C530-416E-96E5-BDDCF9860929}" dt="2024-09-28T19:11:54.895" v="137" actId="14100"/>
          <ac:spMkLst>
            <pc:docMk/>
            <pc:sldMk cId="3605066316" sldId="281"/>
            <ac:spMk id="3" creationId="{4B76A832-156A-4738-A370-C6C9263DD589}"/>
          </ac:spMkLst>
        </pc:spChg>
        <pc:picChg chg="mod">
          <ac:chgData name="Ms Alina Arshad" userId="cccdfd85-d35d-4453-9c6f-a463aae40722" providerId="ADAL" clId="{700AA452-C530-416E-96E5-BDDCF9860929}" dt="2024-09-28T19:12:04.191" v="138" actId="1076"/>
          <ac:picMkLst>
            <pc:docMk/>
            <pc:sldMk cId="3605066316" sldId="281"/>
            <ac:picMk id="4" creationId="{AF3FF7B2-C599-40C2-A196-FB83C9F0FFF2}"/>
          </ac:picMkLst>
        </pc:picChg>
      </pc:sldChg>
      <pc:sldChg chg="modSp mod">
        <pc:chgData name="Ms Alina Arshad" userId="cccdfd85-d35d-4453-9c6f-a463aae40722" providerId="ADAL" clId="{700AA452-C530-416E-96E5-BDDCF9860929}" dt="2024-09-29T12:58:48.742" v="151" actId="14100"/>
        <pc:sldMkLst>
          <pc:docMk/>
          <pc:sldMk cId="24697311" sldId="282"/>
        </pc:sldMkLst>
        <pc:spChg chg="mod">
          <ac:chgData name="Ms Alina Arshad" userId="cccdfd85-d35d-4453-9c6f-a463aae40722" providerId="ADAL" clId="{700AA452-C530-416E-96E5-BDDCF9860929}" dt="2024-09-28T19:24:32.392" v="147" actId="207"/>
          <ac:spMkLst>
            <pc:docMk/>
            <pc:sldMk cId="24697311" sldId="282"/>
            <ac:spMk id="2" creationId="{C8D57331-0580-411F-A66E-6F735F653098}"/>
          </ac:spMkLst>
        </pc:spChg>
        <pc:spChg chg="mod">
          <ac:chgData name="Ms Alina Arshad" userId="cccdfd85-d35d-4453-9c6f-a463aae40722" providerId="ADAL" clId="{700AA452-C530-416E-96E5-BDDCF9860929}" dt="2024-09-29T12:58:48.742" v="151" actId="14100"/>
          <ac:spMkLst>
            <pc:docMk/>
            <pc:sldMk cId="24697311" sldId="282"/>
            <ac:spMk id="3" creationId="{5D6B3F0C-9FE7-4CF4-8A70-5A9DC5CC300D}"/>
          </ac:spMkLst>
        </pc:spChg>
      </pc:sldChg>
      <pc:sldChg chg="del">
        <pc:chgData name="Ms Alina Arshad" userId="cccdfd85-d35d-4453-9c6f-a463aae40722" providerId="ADAL" clId="{700AA452-C530-416E-96E5-BDDCF9860929}" dt="2024-09-22T13:30:31.378" v="21" actId="47"/>
        <pc:sldMkLst>
          <pc:docMk/>
          <pc:sldMk cId="3289392637" sldId="283"/>
        </pc:sldMkLst>
      </pc:sldChg>
      <pc:sldChg chg="modSp mod">
        <pc:chgData name="Ms Alina Arshad" userId="cccdfd85-d35d-4453-9c6f-a463aae40722" providerId="ADAL" clId="{700AA452-C530-416E-96E5-BDDCF9860929}" dt="2024-09-22T13:41:49.891" v="98" actId="2711"/>
        <pc:sldMkLst>
          <pc:docMk/>
          <pc:sldMk cId="800652809" sldId="284"/>
        </pc:sldMkLst>
        <pc:spChg chg="mod">
          <ac:chgData name="Ms Alina Arshad" userId="cccdfd85-d35d-4453-9c6f-a463aae40722" providerId="ADAL" clId="{700AA452-C530-416E-96E5-BDDCF9860929}" dt="2024-09-22T13:41:49.891" v="98" actId="2711"/>
          <ac:spMkLst>
            <pc:docMk/>
            <pc:sldMk cId="800652809" sldId="284"/>
            <ac:spMk id="3" creationId="{B5595F3F-845B-42B5-B0D6-06074B82D45C}"/>
          </ac:spMkLst>
        </pc:spChg>
      </pc:sldChg>
      <pc:sldChg chg="del">
        <pc:chgData name="Ms Alina Arshad" userId="cccdfd85-d35d-4453-9c6f-a463aae40722" providerId="ADAL" clId="{700AA452-C530-416E-96E5-BDDCF9860929}" dt="2024-09-22T13:30:24.766" v="8" actId="47"/>
        <pc:sldMkLst>
          <pc:docMk/>
          <pc:sldMk cId="1402144616" sldId="285"/>
        </pc:sldMkLst>
      </pc:sldChg>
      <pc:sldChg chg="del">
        <pc:chgData name="Ms Alina Arshad" userId="cccdfd85-d35d-4453-9c6f-a463aae40722" providerId="ADAL" clId="{700AA452-C530-416E-96E5-BDDCF9860929}" dt="2024-09-22T13:30:35.929" v="25" actId="47"/>
        <pc:sldMkLst>
          <pc:docMk/>
          <pc:sldMk cId="3229345964" sldId="287"/>
        </pc:sldMkLst>
      </pc:sldChg>
      <pc:sldChg chg="modSp mod">
        <pc:chgData name="Ms Alina Arshad" userId="cccdfd85-d35d-4453-9c6f-a463aae40722" providerId="ADAL" clId="{700AA452-C530-416E-96E5-BDDCF9860929}" dt="2024-09-22T13:34:26.334" v="67" actId="12"/>
        <pc:sldMkLst>
          <pc:docMk/>
          <pc:sldMk cId="2002870935" sldId="288"/>
        </pc:sldMkLst>
        <pc:spChg chg="mod">
          <ac:chgData name="Ms Alina Arshad" userId="cccdfd85-d35d-4453-9c6f-a463aae40722" providerId="ADAL" clId="{700AA452-C530-416E-96E5-BDDCF9860929}" dt="2024-09-22T13:34:01.272" v="61" actId="1076"/>
          <ac:spMkLst>
            <pc:docMk/>
            <pc:sldMk cId="2002870935" sldId="288"/>
            <ac:spMk id="2" creationId="{3F5B8599-097F-47C6-8975-4A5EB88DFD01}"/>
          </ac:spMkLst>
        </pc:spChg>
        <pc:spChg chg="mod">
          <ac:chgData name="Ms Alina Arshad" userId="cccdfd85-d35d-4453-9c6f-a463aae40722" providerId="ADAL" clId="{700AA452-C530-416E-96E5-BDDCF9860929}" dt="2024-09-22T13:34:26.334" v="67" actId="12"/>
          <ac:spMkLst>
            <pc:docMk/>
            <pc:sldMk cId="2002870935" sldId="288"/>
            <ac:spMk id="4" creationId="{CE607608-9379-4954-A9D2-4545D6BFDFB4}"/>
          </ac:spMkLst>
        </pc:spChg>
      </pc:sldChg>
      <pc:sldChg chg="addSp modSp mod setBg">
        <pc:chgData name="Ms Alina Arshad" userId="cccdfd85-d35d-4453-9c6f-a463aae40722" providerId="ADAL" clId="{700AA452-C530-416E-96E5-BDDCF9860929}" dt="2024-09-22T13:31:19.705" v="41" actId="1076"/>
        <pc:sldMkLst>
          <pc:docMk/>
          <pc:sldMk cId="0" sldId="347"/>
        </pc:sldMkLst>
        <pc:spChg chg="mo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75" creationId="{05811255-AEB9-464F-8A4D-2ACF44038D7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1" creationId="{4E4490D0-3672-446A-AC12-B4830333BDDD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3" creationId="{39CB82C2-DF65-4EC1-8280-F201D50F570B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7" creationId="{FA4CD5CB-D209-4D70-8CA4-629731C5921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1" creationId="{B4C27B90-DF2B-4D00-BA07-18ED774CD2F1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3" creationId="{593ACC25-C262-417A-8AA9-0641C772BDB6}"/>
          </ac:spMkLst>
        </pc:spChg>
        <pc:picChg chg="mod">
          <ac:chgData name="Ms Alina Arshad" userId="cccdfd85-d35d-4453-9c6f-a463aae40722" providerId="ADAL" clId="{700AA452-C530-416E-96E5-BDDCF9860929}" dt="2024-09-22T13:31:19.705" v="41" actId="1076"/>
          <ac:picMkLst>
            <pc:docMk/>
            <pc:sldMk cId="0" sldId="347"/>
            <ac:picMk id="54276" creationId="{2AD11418-104B-4018-8AA4-90D20E00BBB7}"/>
          </ac:picMkLst>
        </pc:pic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5" creationId="{7E1D4427-852B-4B37-8E76-0E9F1810BA2A}"/>
          </ac:cxnSpMkLst>
        </pc:cxn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9" creationId="{5C6A2BAE-B461-4B55-8E1F-0722ABDD1393}"/>
          </ac:cxnSpMkLst>
        </pc:cxnChg>
      </pc:sldChg>
      <pc:sldChg chg="modSp mod">
        <pc:chgData name="Ms Alina Arshad" userId="cccdfd85-d35d-4453-9c6f-a463aae40722" providerId="ADAL" clId="{700AA452-C530-416E-96E5-BDDCF9860929}" dt="2024-09-29T13:05:06.492" v="154" actId="20577"/>
        <pc:sldMkLst>
          <pc:docMk/>
          <pc:sldMk cId="2036508356" sldId="348"/>
        </pc:sldMkLst>
        <pc:spChg chg="mod">
          <ac:chgData name="Ms Alina Arshad" userId="cccdfd85-d35d-4453-9c6f-a463aae40722" providerId="ADAL" clId="{700AA452-C530-416E-96E5-BDDCF9860929}" dt="2024-09-29T13:04:40.062" v="152" actId="207"/>
          <ac:spMkLst>
            <pc:docMk/>
            <pc:sldMk cId="2036508356" sldId="348"/>
            <ac:spMk id="2" creationId="{C0E80CD8-9EA5-4B12-B717-3449A4678F5C}"/>
          </ac:spMkLst>
        </pc:spChg>
        <pc:spChg chg="mod">
          <ac:chgData name="Ms Alina Arshad" userId="cccdfd85-d35d-4453-9c6f-a463aae40722" providerId="ADAL" clId="{700AA452-C530-416E-96E5-BDDCF9860929}" dt="2024-09-29T13:05:06.492" v="154" actId="20577"/>
          <ac:spMkLst>
            <pc:docMk/>
            <pc:sldMk cId="2036508356" sldId="348"/>
            <ac:spMk id="3" creationId="{0D74B3B6-9876-42D3-AE90-C1F71A7BF21E}"/>
          </ac:spMkLst>
        </pc:spChg>
      </pc:sldChg>
      <pc:sldChg chg="modSp mod">
        <pc:chgData name="Ms Alina Arshad" userId="cccdfd85-d35d-4453-9c6f-a463aae40722" providerId="ADAL" clId="{700AA452-C530-416E-96E5-BDDCF9860929}" dt="2024-09-29T13:05:56.360" v="155" actId="255"/>
        <pc:sldMkLst>
          <pc:docMk/>
          <pc:sldMk cId="132290220" sldId="349"/>
        </pc:sldMkLst>
        <pc:spChg chg="mod">
          <ac:chgData name="Ms Alina Arshad" userId="cccdfd85-d35d-4453-9c6f-a463aae40722" providerId="ADAL" clId="{700AA452-C530-416E-96E5-BDDCF9860929}" dt="2024-09-22T13:35:33.981" v="80" actId="207"/>
          <ac:spMkLst>
            <pc:docMk/>
            <pc:sldMk cId="132290220" sldId="349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9T13:05:56.360" v="155" actId="255"/>
          <ac:spMkLst>
            <pc:docMk/>
            <pc:sldMk cId="132290220" sldId="349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2T13:36:56.677" v="95" actId="12"/>
        <pc:sldMkLst>
          <pc:docMk/>
          <pc:sldMk cId="448686030" sldId="350"/>
        </pc:sldMkLst>
        <pc:spChg chg="mod">
          <ac:chgData name="Ms Alina Arshad" userId="cccdfd85-d35d-4453-9c6f-a463aae40722" providerId="ADAL" clId="{700AA452-C530-416E-96E5-BDDCF9860929}" dt="2024-09-22T13:36:41.029" v="90" actId="207"/>
          <ac:spMkLst>
            <pc:docMk/>
            <pc:sldMk cId="448686030" sldId="350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2T13:36:56.677" v="95" actId="12"/>
          <ac:spMkLst>
            <pc:docMk/>
            <pc:sldMk cId="448686030" sldId="350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9T13:07:04.867" v="156" actId="1076"/>
        <pc:sldMkLst>
          <pc:docMk/>
          <pc:sldMk cId="3109540881" sldId="351"/>
        </pc:sldMkLst>
        <pc:spChg chg="mod">
          <ac:chgData name="Ms Alina Arshad" userId="cccdfd85-d35d-4453-9c6f-a463aae40722" providerId="ADAL" clId="{700AA452-C530-416E-96E5-BDDCF9860929}" dt="2024-09-22T13:36:24.960" v="87" actId="1076"/>
          <ac:spMkLst>
            <pc:docMk/>
            <pc:sldMk cId="3109540881" sldId="351"/>
            <ac:spMk id="3" creationId="{00000000-0000-0000-0000-000000000000}"/>
          </ac:spMkLst>
        </pc:spChg>
        <pc:spChg chg="mod">
          <ac:chgData name="Ms Alina Arshad" userId="cccdfd85-d35d-4453-9c6f-a463aae40722" providerId="ADAL" clId="{700AA452-C530-416E-96E5-BDDCF9860929}" dt="2024-09-22T13:36:30.456" v="88" actId="1076"/>
          <ac:spMkLst>
            <pc:docMk/>
            <pc:sldMk cId="3109540881" sldId="351"/>
            <ac:spMk id="7" creationId="{00000000-0000-0000-0000-000000000000}"/>
          </ac:spMkLst>
        </pc:spChg>
        <pc:picChg chg="mod">
          <ac:chgData name="Ms Alina Arshad" userId="cccdfd85-d35d-4453-9c6f-a463aae40722" providerId="ADAL" clId="{700AA452-C530-416E-96E5-BDDCF9860929}" dt="2024-09-29T13:07:04.867" v="156" actId="1076"/>
          <ac:picMkLst>
            <pc:docMk/>
            <pc:sldMk cId="3109540881" sldId="351"/>
            <ac:picMk id="4" creationId="{21521628-EC7A-4860-9AD2-ED0E0C440F5B}"/>
          </ac:picMkLst>
        </pc:picChg>
        <pc:cxnChg chg="mod">
          <ac:chgData name="Ms Alina Arshad" userId="cccdfd85-d35d-4453-9c6f-a463aae40722" providerId="ADAL" clId="{700AA452-C530-416E-96E5-BDDCF9860929}" dt="2024-09-22T13:36:32.961" v="89" actId="1076"/>
          <ac:cxnSpMkLst>
            <pc:docMk/>
            <pc:sldMk cId="3109540881" sldId="351"/>
            <ac:cxnSpMk id="6" creationId="{00000000-0000-0000-0000-000000000000}"/>
          </ac:cxnSpMkLst>
        </pc:cxnChg>
      </pc:sldChg>
      <pc:sldChg chg="modSp mod">
        <pc:chgData name="Ms Alina Arshad" userId="cccdfd85-d35d-4453-9c6f-a463aae40722" providerId="ADAL" clId="{700AA452-C530-416E-96E5-BDDCF9860929}" dt="2024-09-30T15:04:42.060" v="159" actId="207"/>
        <pc:sldMkLst>
          <pc:docMk/>
          <pc:sldMk cId="0" sldId="352"/>
        </pc:sldMkLst>
        <pc:spChg chg="mod">
          <ac:chgData name="Ms Alina Arshad" userId="cccdfd85-d35d-4453-9c6f-a463aae40722" providerId="ADAL" clId="{700AA452-C530-416E-96E5-BDDCF9860929}" dt="2024-09-30T15:04:42.060" v="159" actId="207"/>
          <ac:spMkLst>
            <pc:docMk/>
            <pc:sldMk cId="0" sldId="352"/>
            <ac:spMk id="64515" creationId="{2E4645F8-E14A-4CA7-AE6B-F33FAA978EE6}"/>
          </ac:spMkLst>
        </pc:spChg>
        <pc:spChg chg="mod">
          <ac:chgData name="Ms Alina Arshad" userId="cccdfd85-d35d-4453-9c6f-a463aae40722" providerId="ADAL" clId="{700AA452-C530-416E-96E5-BDDCF9860929}" dt="2024-09-22T13:45:31.228" v="110" actId="14100"/>
          <ac:spMkLst>
            <pc:docMk/>
            <pc:sldMk cId="0" sldId="352"/>
            <ac:spMk id="64516" creationId="{D2D679A3-2E8D-4632-948B-DAF7F009B134}"/>
          </ac:spMkLst>
        </pc:spChg>
      </pc:sldChg>
      <pc:sldChg chg="modSp mod">
        <pc:chgData name="Ms Alina Arshad" userId="cccdfd85-d35d-4453-9c6f-a463aae40722" providerId="ADAL" clId="{700AA452-C530-416E-96E5-BDDCF9860929}" dt="2024-09-22T13:46:13.377" v="122" actId="207"/>
        <pc:sldMkLst>
          <pc:docMk/>
          <pc:sldMk cId="0" sldId="353"/>
        </pc:sldMkLst>
        <pc:spChg chg="mod">
          <ac:chgData name="Ms Alina Arshad" userId="cccdfd85-d35d-4453-9c6f-a463aae40722" providerId="ADAL" clId="{700AA452-C530-416E-96E5-BDDCF9860929}" dt="2024-09-22T13:45:57.835" v="118" actId="113"/>
          <ac:spMkLst>
            <pc:docMk/>
            <pc:sldMk cId="0" sldId="353"/>
            <ac:spMk id="66563" creationId="{650DE2D3-D33D-40B5-8D5C-AB29784566B6}"/>
          </ac:spMkLst>
        </pc:spChg>
        <pc:spChg chg="mod">
          <ac:chgData name="Ms Alina Arshad" userId="cccdfd85-d35d-4453-9c6f-a463aae40722" providerId="ADAL" clId="{700AA452-C530-416E-96E5-BDDCF9860929}" dt="2024-09-22T13:46:13.377" v="122" actId="207"/>
          <ac:spMkLst>
            <pc:docMk/>
            <pc:sldMk cId="0" sldId="353"/>
            <ac:spMk id="66565" creationId="{64F0F6F5-8B02-4BA2-8850-441C6DF481F0}"/>
          </ac:spMkLst>
        </pc:spChg>
        <pc:picChg chg="mod">
          <ac:chgData name="Ms Alina Arshad" userId="cccdfd85-d35d-4453-9c6f-a463aae40722" providerId="ADAL" clId="{700AA452-C530-416E-96E5-BDDCF9860929}" dt="2024-09-22T13:45:59.814" v="119" actId="1076"/>
          <ac:picMkLst>
            <pc:docMk/>
            <pc:sldMk cId="0" sldId="353"/>
            <ac:picMk id="66564" creationId="{573920A5-602D-4661-B4F9-9067EB5BEADE}"/>
          </ac:picMkLst>
        </pc:picChg>
      </pc:sldChg>
      <pc:sldChg chg="modSp mod">
        <pc:chgData name="Ms Alina Arshad" userId="cccdfd85-d35d-4453-9c6f-a463aae40722" providerId="ADAL" clId="{700AA452-C530-416E-96E5-BDDCF9860929}" dt="2024-09-30T15:07:21.563" v="164" actId="14100"/>
        <pc:sldMkLst>
          <pc:docMk/>
          <pc:sldMk cId="0" sldId="354"/>
        </pc:sldMkLst>
        <pc:spChg chg="mod">
          <ac:chgData name="Ms Alina Arshad" userId="cccdfd85-d35d-4453-9c6f-a463aae40722" providerId="ADAL" clId="{700AA452-C530-416E-96E5-BDDCF9860929}" dt="2024-09-30T15:07:18.372" v="163" actId="1076"/>
          <ac:spMkLst>
            <pc:docMk/>
            <pc:sldMk cId="0" sldId="354"/>
            <ac:spMk id="68611" creationId="{7219106E-1553-4571-BEA9-6E2CC9576B6D}"/>
          </ac:spMkLst>
        </pc:spChg>
        <pc:picChg chg="mod">
          <ac:chgData name="Ms Alina Arshad" userId="cccdfd85-d35d-4453-9c6f-a463aae40722" providerId="ADAL" clId="{700AA452-C530-416E-96E5-BDDCF9860929}" dt="2024-09-30T15:07:21.563" v="164" actId="14100"/>
          <ac:picMkLst>
            <pc:docMk/>
            <pc:sldMk cId="0" sldId="354"/>
            <ac:picMk id="68612" creationId="{0C875AAC-7673-45CE-B586-BDF42E669911}"/>
          </ac:picMkLst>
        </pc:picChg>
      </pc:sldChg>
      <pc:sldChg chg="modSp mod">
        <pc:chgData name="Ms Alina Arshad" userId="cccdfd85-d35d-4453-9c6f-a463aae40722" providerId="ADAL" clId="{700AA452-C530-416E-96E5-BDDCF9860929}" dt="2024-09-30T15:08:40.788" v="170" actId="1076"/>
        <pc:sldMkLst>
          <pc:docMk/>
          <pc:sldMk cId="0" sldId="355"/>
        </pc:sldMkLst>
        <pc:spChg chg="mod">
          <ac:chgData name="Ms Alina Arshad" userId="cccdfd85-d35d-4453-9c6f-a463aae40722" providerId="ADAL" clId="{700AA452-C530-416E-96E5-BDDCF9860929}" dt="2024-09-30T15:08:03.318" v="165" actId="207"/>
          <ac:spMkLst>
            <pc:docMk/>
            <pc:sldMk cId="0" sldId="355"/>
            <ac:spMk id="75779" creationId="{B61B8769-D463-457A-B042-0D946EB6E901}"/>
          </ac:spMkLst>
        </pc:spChg>
        <pc:spChg chg="mod">
          <ac:chgData name="Ms Alina Arshad" userId="cccdfd85-d35d-4453-9c6f-a463aae40722" providerId="ADAL" clId="{700AA452-C530-416E-96E5-BDDCF9860929}" dt="2024-09-30T15:08:40.788" v="170" actId="1076"/>
          <ac:spMkLst>
            <pc:docMk/>
            <pc:sldMk cId="0" sldId="355"/>
            <ac:spMk id="75780" creationId="{B969BE2E-346A-40F3-BA4C-8A977B24D846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2:44.057" v="228" actId="1076"/>
        <pc:sldMkLst>
          <pc:docMk/>
          <pc:sldMk cId="0" sldId="357"/>
        </pc:sldMkLst>
        <pc:spChg chg="del">
          <ac:chgData name="Ms Alina Arshad" userId="cccdfd85-d35d-4453-9c6f-a463aae40722" providerId="ADAL" clId="{700AA452-C530-416E-96E5-BDDCF9860929}" dt="2024-09-30T18:52:12.279" v="220" actId="478"/>
          <ac:spMkLst>
            <pc:docMk/>
            <pc:sldMk cId="0" sldId="357"/>
            <ac:spMk id="84994" creationId="{FEC753B0-AD36-4203-91A2-CE32D7F4AE44}"/>
          </ac:spMkLst>
        </pc:spChg>
        <pc:spChg chg="mod">
          <ac:chgData name="Ms Alina Arshad" userId="cccdfd85-d35d-4453-9c6f-a463aae40722" providerId="ADAL" clId="{700AA452-C530-416E-96E5-BDDCF9860929}" dt="2024-09-30T18:52:44.057" v="228" actId="1076"/>
          <ac:spMkLst>
            <pc:docMk/>
            <pc:sldMk cId="0" sldId="357"/>
            <ac:spMk id="84995" creationId="{6B637A28-0889-4EC5-BA30-354C9967D0FB}"/>
          </ac:spMkLst>
        </pc:spChg>
        <pc:graphicFrameChg chg="mod modGraphic">
          <ac:chgData name="Ms Alina Arshad" userId="cccdfd85-d35d-4453-9c6f-a463aae40722" providerId="ADAL" clId="{700AA452-C530-416E-96E5-BDDCF9860929}" dt="2024-09-30T18:52:39.248" v="227" actId="1076"/>
          <ac:graphicFrameMkLst>
            <pc:docMk/>
            <pc:sldMk cId="0" sldId="357"/>
            <ac:graphicFrameMk id="884809" creationId="{556EDF7B-4711-416D-A419-F0CB230120BD}"/>
          </ac:graphicFrameMkLst>
        </pc:graphicFrameChg>
      </pc:sldChg>
      <pc:sldChg chg="modSp mod">
        <pc:chgData name="Ms Alina Arshad" userId="cccdfd85-d35d-4453-9c6f-a463aae40722" providerId="ADAL" clId="{700AA452-C530-416E-96E5-BDDCF9860929}" dt="2024-09-30T18:48:23.109" v="199" actId="403"/>
        <pc:sldMkLst>
          <pc:docMk/>
          <pc:sldMk cId="0" sldId="368"/>
        </pc:sldMkLst>
        <pc:spChg chg="mod">
          <ac:chgData name="Ms Alina Arshad" userId="cccdfd85-d35d-4453-9c6f-a463aae40722" providerId="ADAL" clId="{700AA452-C530-416E-96E5-BDDCF9860929}" dt="2024-09-30T18:48:23.109" v="199" actId="403"/>
          <ac:spMkLst>
            <pc:docMk/>
            <pc:sldMk cId="0" sldId="368"/>
            <ac:spMk id="80899" creationId="{8AA31434-6D57-45F6-91CD-6F6FEBE0E785}"/>
          </ac:spMkLst>
        </pc:spChg>
      </pc:sldChg>
      <pc:sldChg chg="modSp mod">
        <pc:chgData name="Ms Alina Arshad" userId="cccdfd85-d35d-4453-9c6f-a463aae40722" providerId="ADAL" clId="{700AA452-C530-416E-96E5-BDDCF9860929}" dt="2024-09-30T18:49:20.358" v="205" actId="207"/>
        <pc:sldMkLst>
          <pc:docMk/>
          <pc:sldMk cId="0" sldId="369"/>
        </pc:sldMkLst>
        <pc:spChg chg="mod">
          <ac:chgData name="Ms Alina Arshad" userId="cccdfd85-d35d-4453-9c6f-a463aae40722" providerId="ADAL" clId="{700AA452-C530-416E-96E5-BDDCF9860929}" dt="2024-09-30T18:49:05.147" v="204" actId="1076"/>
          <ac:spMkLst>
            <pc:docMk/>
            <pc:sldMk cId="0" sldId="369"/>
            <ac:spMk id="81923" creationId="{212404F8-56E8-4683-B334-13C19B18AB45}"/>
          </ac:spMkLst>
        </pc:spChg>
        <pc:spChg chg="mod">
          <ac:chgData name="Ms Alina Arshad" userId="cccdfd85-d35d-4453-9c6f-a463aae40722" providerId="ADAL" clId="{700AA452-C530-416E-96E5-BDDCF9860929}" dt="2024-09-30T18:49:20.358" v="205" actId="207"/>
          <ac:spMkLst>
            <pc:docMk/>
            <pc:sldMk cId="0" sldId="369"/>
            <ac:spMk id="81924" creationId="{68248C69-9332-4A99-BC0A-14F57C4D99DE}"/>
          </ac:spMkLst>
        </pc:spChg>
      </pc:sldChg>
      <pc:sldChg chg="modSp mod">
        <pc:chgData name="Ms Alina Arshad" userId="cccdfd85-d35d-4453-9c6f-a463aae40722" providerId="ADAL" clId="{700AA452-C530-416E-96E5-BDDCF9860929}" dt="2024-09-30T18:45:49.813" v="193" actId="20577"/>
        <pc:sldMkLst>
          <pc:docMk/>
          <pc:sldMk cId="0" sldId="370"/>
        </pc:sldMkLst>
        <pc:spChg chg="mod">
          <ac:chgData name="Ms Alina Arshad" userId="cccdfd85-d35d-4453-9c6f-a463aae40722" providerId="ADAL" clId="{700AA452-C530-416E-96E5-BDDCF9860929}" dt="2024-09-30T15:08:48.912" v="172" actId="207"/>
          <ac:spMkLst>
            <pc:docMk/>
            <pc:sldMk cId="0" sldId="370"/>
            <ac:spMk id="77827" creationId="{67E99228-87F5-434B-834C-05F83602BEA7}"/>
          </ac:spMkLst>
        </pc:spChg>
        <pc:spChg chg="mod">
          <ac:chgData name="Ms Alina Arshad" userId="cccdfd85-d35d-4453-9c6f-a463aae40722" providerId="ADAL" clId="{700AA452-C530-416E-96E5-BDDCF9860929}" dt="2024-09-30T18:45:49.813" v="193" actId="20577"/>
          <ac:spMkLst>
            <pc:docMk/>
            <pc:sldMk cId="0" sldId="370"/>
            <ac:spMk id="77828" creationId="{AE58D6A9-2268-4B9B-B644-43B75570DBA9}"/>
          </ac:spMkLst>
        </pc:spChg>
      </pc:sldChg>
      <pc:sldChg chg="modSp mod">
        <pc:chgData name="Ms Alina Arshad" userId="cccdfd85-d35d-4453-9c6f-a463aae40722" providerId="ADAL" clId="{700AA452-C530-416E-96E5-BDDCF9860929}" dt="2024-09-30T18:46:34.209" v="196" actId="14100"/>
        <pc:sldMkLst>
          <pc:docMk/>
          <pc:sldMk cId="0" sldId="371"/>
        </pc:sldMkLst>
        <pc:spChg chg="mod">
          <ac:chgData name="Ms Alina Arshad" userId="cccdfd85-d35d-4453-9c6f-a463aae40722" providerId="ADAL" clId="{700AA452-C530-416E-96E5-BDDCF9860929}" dt="2024-09-30T18:46:34.209" v="196" actId="14100"/>
          <ac:spMkLst>
            <pc:docMk/>
            <pc:sldMk cId="0" sldId="371"/>
            <ac:spMk id="79875" creationId="{8CF305EB-D670-4393-98CF-42D50C4A807E}"/>
          </ac:spMkLst>
        </pc:spChg>
        <pc:spChg chg="mod">
          <ac:chgData name="Ms Alina Arshad" userId="cccdfd85-d35d-4453-9c6f-a463aae40722" providerId="ADAL" clId="{700AA452-C530-416E-96E5-BDDCF9860929}" dt="2024-09-30T18:46:25.475" v="194" actId="207"/>
          <ac:spMkLst>
            <pc:docMk/>
            <pc:sldMk cId="0" sldId="371"/>
            <ac:spMk id="79876" creationId="{092D5270-798D-445A-9B24-A3520F9BB889}"/>
          </ac:spMkLst>
        </pc:spChg>
      </pc:sldChg>
      <pc:sldChg chg="modSp mod ord">
        <pc:chgData name="Ms Alina Arshad" userId="cccdfd85-d35d-4453-9c6f-a463aae40722" providerId="ADAL" clId="{700AA452-C530-416E-96E5-BDDCF9860929}" dt="2024-09-30T18:39:15.777" v="179" actId="1076"/>
        <pc:sldMkLst>
          <pc:docMk/>
          <pc:sldMk cId="0" sldId="372"/>
        </pc:sldMkLst>
        <pc:spChg chg="mod">
          <ac:chgData name="Ms Alina Arshad" userId="cccdfd85-d35d-4453-9c6f-a463aae40722" providerId="ADAL" clId="{700AA452-C530-416E-96E5-BDDCF9860929}" dt="2024-09-30T18:39:10.504" v="177" actId="1076"/>
          <ac:spMkLst>
            <pc:docMk/>
            <pc:sldMk cId="0" sldId="372"/>
            <ac:spMk id="78851" creationId="{5938DAAF-F418-44DE-B803-5D31322FB670}"/>
          </ac:spMkLst>
        </pc:spChg>
        <pc:picChg chg="mod">
          <ac:chgData name="Ms Alina Arshad" userId="cccdfd85-d35d-4453-9c6f-a463aae40722" providerId="ADAL" clId="{700AA452-C530-416E-96E5-BDDCF9860929}" dt="2024-09-30T18:39:15.777" v="179" actId="1076"/>
          <ac:picMkLst>
            <pc:docMk/>
            <pc:sldMk cId="0" sldId="372"/>
            <ac:picMk id="78852" creationId="{698D94F0-9B82-46C7-B735-4F93695DB9A6}"/>
          </ac:picMkLst>
        </pc:picChg>
      </pc:sldChg>
      <pc:sldChg chg="delSp modSp add mod modTransition">
        <pc:chgData name="Ms Alina Arshad" userId="cccdfd85-d35d-4453-9c6f-a463aae40722" providerId="ADAL" clId="{700AA452-C530-416E-96E5-BDDCF9860929}" dt="2024-09-28T18:48:27.419" v="132" actId="478"/>
        <pc:sldMkLst>
          <pc:docMk/>
          <pc:sldMk cId="0" sldId="384"/>
        </pc:sldMkLst>
        <pc:spChg chg="del">
          <ac:chgData name="Ms Alina Arshad" userId="cccdfd85-d35d-4453-9c6f-a463aae40722" providerId="ADAL" clId="{700AA452-C530-416E-96E5-BDDCF9860929}" dt="2024-09-28T18:48:27.419" v="132" actId="478"/>
          <ac:spMkLst>
            <pc:docMk/>
            <pc:sldMk cId="0" sldId="384"/>
            <ac:spMk id="45058" creationId="{F5A5FDB9-F4E1-AF56-BB8A-D14E39931F53}"/>
          </ac:spMkLst>
        </pc:spChg>
        <pc:spChg chg="mod">
          <ac:chgData name="Ms Alina Arshad" userId="cccdfd85-d35d-4453-9c6f-a463aae40722" providerId="ADAL" clId="{700AA452-C530-416E-96E5-BDDCF9860929}" dt="2024-09-28T18:48:08.791" v="129" actId="207"/>
          <ac:spMkLst>
            <pc:docMk/>
            <pc:sldMk cId="0" sldId="384"/>
            <ac:spMk id="45059" creationId="{84D44900-4D45-4C5B-F55E-8C00BDEFF2B6}"/>
          </ac:spMkLst>
        </pc:spChg>
        <pc:spChg chg="mod">
          <ac:chgData name="Ms Alina Arshad" userId="cccdfd85-d35d-4453-9c6f-a463aae40722" providerId="ADAL" clId="{700AA452-C530-416E-96E5-BDDCF9860929}" dt="2024-09-28T18:48:24.244" v="131" actId="12"/>
          <ac:spMkLst>
            <pc:docMk/>
            <pc:sldMk cId="0" sldId="384"/>
            <ac:spMk id="45060" creationId="{91B64F00-F425-3490-70A7-8C5948A081EA}"/>
          </ac:spMkLst>
        </pc:spChg>
      </pc:sldChg>
      <pc:sldChg chg="modSp mod">
        <pc:chgData name="Ms Alina Arshad" userId="cccdfd85-d35d-4453-9c6f-a463aae40722" providerId="ADAL" clId="{700AA452-C530-416E-96E5-BDDCF9860929}" dt="2024-09-30T18:51:31.050" v="210" actId="403"/>
        <pc:sldMkLst>
          <pc:docMk/>
          <pc:sldMk cId="0" sldId="392"/>
        </pc:sldMkLst>
        <pc:spChg chg="mod">
          <ac:chgData name="Ms Alina Arshad" userId="cccdfd85-d35d-4453-9c6f-a463aae40722" providerId="ADAL" clId="{700AA452-C530-416E-96E5-BDDCF9860929}" dt="2024-09-30T18:51:21.703" v="208" actId="1076"/>
          <ac:spMkLst>
            <pc:docMk/>
            <pc:sldMk cId="0" sldId="392"/>
            <ac:spMk id="82946" creationId="{E151F0DE-2290-4565-B2AF-2946B137DBDA}"/>
          </ac:spMkLst>
        </pc:spChg>
        <pc:spChg chg="mod">
          <ac:chgData name="Ms Alina Arshad" userId="cccdfd85-d35d-4453-9c6f-a463aae40722" providerId="ADAL" clId="{700AA452-C530-416E-96E5-BDDCF9860929}" dt="2024-09-30T18:51:31.050" v="210" actId="403"/>
          <ac:spMkLst>
            <pc:docMk/>
            <pc:sldMk cId="0" sldId="392"/>
            <ac:spMk id="82947" creationId="{718E235B-BEB1-4C55-9204-377314CEE69D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1:58.386" v="217" actId="113"/>
        <pc:sldMkLst>
          <pc:docMk/>
          <pc:sldMk cId="0" sldId="396"/>
        </pc:sldMkLst>
        <pc:spChg chg="mod">
          <ac:chgData name="Ms Alina Arshad" userId="cccdfd85-d35d-4453-9c6f-a463aae40722" providerId="ADAL" clId="{700AA452-C530-416E-96E5-BDDCF9860929}" dt="2024-09-30T18:51:58.386" v="217" actId="113"/>
          <ac:spMkLst>
            <pc:docMk/>
            <pc:sldMk cId="0" sldId="396"/>
            <ac:spMk id="83970" creationId="{0BE439A8-31E1-4FAD-A6BE-A942378CBD17}"/>
          </ac:spMkLst>
        </pc:spChg>
        <pc:picChg chg="del mod">
          <ac:chgData name="Ms Alina Arshad" userId="cccdfd85-d35d-4453-9c6f-a463aae40722" providerId="ADAL" clId="{700AA452-C530-416E-96E5-BDDCF9860929}" dt="2024-09-30T18:51:47.699" v="213" actId="478"/>
          <ac:picMkLst>
            <pc:docMk/>
            <pc:sldMk cId="0" sldId="396"/>
            <ac:picMk id="83974" creationId="{4CDE9EC7-1771-4D94-B064-F61198DC51C7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45:49.091" v="116" actId="478"/>
        <pc:sldMkLst>
          <pc:docMk/>
          <pc:sldMk cId="1634129650" sldId="397"/>
        </pc:sldMkLst>
        <pc:spChg chg="del">
          <ac:chgData name="Ms Alina Arshad" userId="cccdfd85-d35d-4453-9c6f-a463aae40722" providerId="ADAL" clId="{700AA452-C530-416E-96E5-BDDCF9860929}" dt="2024-09-22T13:45:49.091" v="116" actId="478"/>
          <ac:spMkLst>
            <pc:docMk/>
            <pc:sldMk cId="1634129650" sldId="397"/>
            <ac:spMk id="2" creationId="{76698A79-8446-4955-82E7-25E504015F3E}"/>
          </ac:spMkLst>
        </pc:spChg>
        <pc:spChg chg="mod">
          <ac:chgData name="Ms Alina Arshad" userId="cccdfd85-d35d-4453-9c6f-a463aae40722" providerId="ADAL" clId="{700AA452-C530-416E-96E5-BDDCF9860929}" dt="2024-09-22T13:45:45.855" v="115" actId="12"/>
          <ac:spMkLst>
            <pc:docMk/>
            <pc:sldMk cId="1634129650" sldId="397"/>
            <ac:spMk id="3" creationId="{566192B2-7CA6-4494-AAC2-7D51C0489E13}"/>
          </ac:spMkLst>
        </pc:spChg>
      </pc:sldChg>
      <pc:sldChg chg="del">
        <pc:chgData name="Ms Alina Arshad" userId="cccdfd85-d35d-4453-9c6f-a463aae40722" providerId="ADAL" clId="{700AA452-C530-416E-96E5-BDDCF9860929}" dt="2024-09-22T13:30:24.076" v="6" actId="47"/>
        <pc:sldMkLst>
          <pc:docMk/>
          <pc:sldMk cId="818196387" sldId="398"/>
        </pc:sldMkLst>
      </pc:sldChg>
      <pc:sldChg chg="del">
        <pc:chgData name="Ms Alina Arshad" userId="cccdfd85-d35d-4453-9c6f-a463aae40722" providerId="ADAL" clId="{700AA452-C530-416E-96E5-BDDCF9860929}" dt="2024-09-22T13:30:24.415" v="7" actId="47"/>
        <pc:sldMkLst>
          <pc:docMk/>
          <pc:sldMk cId="3016557581" sldId="399"/>
        </pc:sldMkLst>
      </pc:sldChg>
      <pc:sldChg chg="del">
        <pc:chgData name="Ms Alina Arshad" userId="cccdfd85-d35d-4453-9c6f-a463aae40722" providerId="ADAL" clId="{700AA452-C530-416E-96E5-BDDCF9860929}" dt="2024-09-22T13:30:25.184" v="9" actId="47"/>
        <pc:sldMkLst>
          <pc:docMk/>
          <pc:sldMk cId="778265951" sldId="400"/>
        </pc:sldMkLst>
      </pc:sldChg>
      <pc:sldChg chg="del">
        <pc:chgData name="Ms Alina Arshad" userId="cccdfd85-d35d-4453-9c6f-a463aae40722" providerId="ADAL" clId="{700AA452-C530-416E-96E5-BDDCF9860929}" dt="2024-09-22T13:30:27.655" v="15" actId="47"/>
        <pc:sldMkLst>
          <pc:docMk/>
          <pc:sldMk cId="978211767" sldId="401"/>
        </pc:sldMkLst>
      </pc:sldChg>
      <pc:sldChg chg="del">
        <pc:chgData name="Ms Alina Arshad" userId="cccdfd85-d35d-4453-9c6f-a463aae40722" providerId="ADAL" clId="{700AA452-C530-416E-96E5-BDDCF9860929}" dt="2024-09-22T13:30:28.051" v="16" actId="47"/>
        <pc:sldMkLst>
          <pc:docMk/>
          <pc:sldMk cId="20141498" sldId="402"/>
        </pc:sldMkLst>
      </pc:sldChg>
      <pc:sldMasterChg chg="modSldLayout">
        <pc:chgData name="Ms Alina Arshad" userId="cccdfd85-d35d-4453-9c6f-a463aae40722" providerId="ADAL" clId="{700AA452-C530-416E-96E5-BDDCF9860929}" dt="2024-09-22T13:44:14.924" v="99" actId="16037"/>
        <pc:sldMasterMkLst>
          <pc:docMk/>
          <pc:sldMasterMk cId="1090009938" sldId="2147483660"/>
        </pc:sldMasterMkLst>
        <pc:sldLayoutChg chg="modSp">
          <pc:chgData name="Ms Alina Arshad" userId="cccdfd85-d35d-4453-9c6f-a463aae40722" providerId="ADAL" clId="{700AA452-C530-416E-96E5-BDDCF9860929}" dt="2024-09-22T13:44:14.924" v="99" actId="16037"/>
          <pc:sldLayoutMkLst>
            <pc:docMk/>
            <pc:sldMasterMk cId="1090009938" sldId="2147483660"/>
            <pc:sldLayoutMk cId="2573694011" sldId="2147483662"/>
          </pc:sldLayoutMkLst>
          <pc:spChg chg="mod">
            <ac:chgData name="Ms Alina Arshad" userId="cccdfd85-d35d-4453-9c6f-a463aae40722" providerId="ADAL" clId="{700AA452-C530-416E-96E5-BDDCF9860929}" dt="2024-09-22T13:44:14.924" v="99" actId="16037"/>
            <ac:spMkLst>
              <pc:docMk/>
              <pc:sldMasterMk cId="1090009938" sldId="2147483660"/>
              <pc:sldLayoutMk cId="2573694011" sldId="2147483662"/>
              <ac:spMk id="3" creationId="{00000000-0000-0000-0000-000000000000}"/>
            </ac:spMkLst>
          </pc:spChg>
        </pc:sldLayoutChg>
      </pc:sldMasterChg>
    </pc:docChg>
  </pc:docChgLst>
  <pc:docChgLst>
    <pc:chgData name="Ms Alina Arshad" userId="cccdfd85-d35d-4453-9c6f-a463aae40722" providerId="ADAL" clId="{3DC40453-2615-4ACE-A024-C61DE1A47E6A}"/>
    <pc:docChg chg="delSld modSld">
      <pc:chgData name="Ms Alina Arshad" userId="cccdfd85-d35d-4453-9c6f-a463aae40722" providerId="ADAL" clId="{3DC40453-2615-4ACE-A024-C61DE1A47E6A}" dt="2024-09-08T12:04:59.350" v="26" actId="2696"/>
      <pc:docMkLst>
        <pc:docMk/>
      </pc:docMkLst>
      <pc:sldChg chg="modSp mod modNotesTx">
        <pc:chgData name="Ms Alina Arshad" userId="cccdfd85-d35d-4453-9c6f-a463aae40722" providerId="ADAL" clId="{3DC40453-2615-4ACE-A024-C61DE1A47E6A}" dt="2024-09-08T11:56:17.075" v="24"/>
        <pc:sldMkLst>
          <pc:docMk/>
          <pc:sldMk cId="0" sldId="259"/>
        </pc:sldMkLst>
        <pc:graphicFrameChg chg="modGraphic">
          <ac:chgData name="Ms Alina Arshad" userId="cccdfd85-d35d-4453-9c6f-a463aae40722" providerId="ADAL" clId="{3DC40453-2615-4ACE-A024-C61DE1A47E6A}" dt="2024-09-08T11:55:17.515" v="23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3DC40453-2615-4ACE-A024-C61DE1A47E6A}" dt="2024-09-08T11:57:54.719" v="25" actId="5793"/>
        <pc:sldMkLst>
          <pc:docMk/>
          <pc:sldMk cId="0" sldId="262"/>
        </pc:sldMkLst>
        <pc:spChg chg="mod">
          <ac:chgData name="Ms Alina Arshad" userId="cccdfd85-d35d-4453-9c6f-a463aae40722" providerId="ADAL" clId="{3DC40453-2615-4ACE-A024-C61DE1A47E6A}" dt="2024-09-08T11:57:54.719" v="25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5:03.322" v="1" actId="20577"/>
        <pc:sldMkLst>
          <pc:docMk/>
          <pc:sldMk cId="0" sldId="263"/>
        </pc:sldMkLst>
        <pc:spChg chg="mod">
          <ac:chgData name="Ms Alina Arshad" userId="cccdfd85-d35d-4453-9c6f-a463aae40722" providerId="ADAL" clId="{3DC40453-2615-4ACE-A024-C61DE1A47E6A}" dt="2024-09-08T08:35:03.322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6:48.436" v="3" actId="1076"/>
        <pc:sldMkLst>
          <pc:docMk/>
          <pc:sldMk cId="0" sldId="264"/>
        </pc:sldMkLst>
        <pc:spChg chg="mod">
          <ac:chgData name="Ms Alina Arshad" userId="cccdfd85-d35d-4453-9c6f-a463aae40722" providerId="ADAL" clId="{3DC40453-2615-4ACE-A024-C61DE1A47E6A}" dt="2024-09-08T08:36:48.436" v="3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1:22.601" v="5" actId="20577"/>
        <pc:sldMkLst>
          <pc:docMk/>
          <pc:sldMk cId="1577505814" sldId="265"/>
        </pc:sldMkLst>
        <pc:spChg chg="mod">
          <ac:chgData name="Ms Alina Arshad" userId="cccdfd85-d35d-4453-9c6f-a463aae40722" providerId="ADAL" clId="{3DC40453-2615-4ACE-A024-C61DE1A47E6A}" dt="2024-09-08T08:41:22.601" v="5" actId="20577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2:20.927" v="9" actId="403"/>
        <pc:sldMkLst>
          <pc:docMk/>
          <pc:sldMk cId="1582826008" sldId="266"/>
        </pc:sldMkLst>
        <pc:spChg chg="mod">
          <ac:chgData name="Ms Alina Arshad" userId="cccdfd85-d35d-4453-9c6f-a463aae40722" providerId="ADAL" clId="{3DC40453-2615-4ACE-A024-C61DE1A47E6A}" dt="2024-09-08T08:42:20.927" v="9" actId="403"/>
          <ac:spMkLst>
            <pc:docMk/>
            <pc:sldMk cId="1582826008" sldId="26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0:50.297" v="1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3DC40453-2615-4ACE-A024-C61DE1A47E6A}" dt="2024-09-08T08:50:50.297" v="15" actId="1076"/>
          <ac:spMkLst>
            <pc:docMk/>
            <pc:sldMk cId="731299161" sldId="26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2:25.007" v="17" actId="1035"/>
        <pc:sldMkLst>
          <pc:docMk/>
          <pc:sldMk cId="2090315159" sldId="270"/>
        </pc:sldMkLst>
        <pc:picChg chg="mod">
          <ac:chgData name="Ms Alina Arshad" userId="cccdfd85-d35d-4453-9c6f-a463aae40722" providerId="ADAL" clId="{3DC40453-2615-4ACE-A024-C61DE1A47E6A}" dt="2024-09-08T08:52:25.007" v="17" actId="1035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3DC40453-2615-4ACE-A024-C61DE1A47E6A}" dt="2024-09-08T08:53:48.350" v="21" actId="113"/>
        <pc:sldMkLst>
          <pc:docMk/>
          <pc:sldMk cId="2504047100" sldId="272"/>
        </pc:sldMkLst>
        <pc:spChg chg="mod">
          <ac:chgData name="Ms Alina Arshad" userId="cccdfd85-d35d-4453-9c6f-a463aae40722" providerId="ADAL" clId="{3DC40453-2615-4ACE-A024-C61DE1A47E6A}" dt="2024-09-08T08:53:48.350" v="21" actId="113"/>
          <ac:spMkLst>
            <pc:docMk/>
            <pc:sldMk cId="250404710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DC40453-2615-4ACE-A024-C61DE1A47E6A}" dt="2024-09-08T12:04:59.350" v="26" actId="2696"/>
        <pc:sldMkLst>
          <pc:docMk/>
          <pc:sldMk cId="1497646456" sldId="275"/>
        </pc:sldMkLst>
      </pc:sld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addSp delSp mod">
        <pc:chgData name="Ms Alina Arshad" userId="cccdfd85-d35d-4453-9c6f-a463aae40722" providerId="ADAL" clId="{57485560-A1FA-415A-BF02-476F12996002}" dt="2024-09-01T04:11:14.245" v="2" actId="22"/>
        <pc:sldMkLst>
          <pc:docMk/>
          <pc:sldMk cId="0" sldId="259"/>
        </pc:sldMkLst>
        <pc:picChg chg="add del">
          <ac:chgData name="Ms Alina Arshad" userId="cccdfd85-d35d-4453-9c6f-a463aae40722" providerId="ADAL" clId="{57485560-A1FA-415A-BF02-476F12996002}" dt="2024-09-01T04:11:14.245" v="2" actId="22"/>
          <ac:picMkLst>
            <pc:docMk/>
            <pc:sldMk cId="0" sldId="259"/>
            <ac:picMk id="5" creationId="{057F4995-001D-925F-66AC-88924EEB93E7}"/>
          </ac:picMkLst>
        </pc:picChg>
      </pc:sldChg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18:18.107" v="52" actId="113"/>
        <pc:sldMkLst>
          <pc:docMk/>
          <pc:sldMk cId="0" sldId="261"/>
        </pc:sldMkLst>
        <pc:spChg chg="mod">
          <ac:chgData name="Ms Alina Arshad" userId="cccdfd85-d35d-4453-9c6f-a463aae40722" providerId="ADAL" clId="{57485560-A1FA-415A-BF02-476F12996002}" dt="2024-09-01T04:18:18.107" v="5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NotesTx">
        <pc:chgData name="Ms Alina Arshad" userId="cccdfd85-d35d-4453-9c6f-a463aae40722" providerId="ADAL" clId="{57485560-A1FA-415A-BF02-476F12996002}" dt="2024-09-01T05:00:40.446" v="208" actId="1076"/>
        <pc:sldMkLst>
          <pc:docMk/>
          <pc:sldMk cId="0" sldId="262"/>
        </pc:sldMkLst>
        <pc:spChg chg="mod">
          <ac:chgData name="Ms Alina Arshad" userId="cccdfd85-d35d-4453-9c6f-a463aae40722" providerId="ADAL" clId="{57485560-A1FA-415A-BF02-476F12996002}" dt="2024-09-01T05:00:40.446" v="20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0:34.321" v="207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0.337" v="187" actId="113"/>
        <pc:sldMkLst>
          <pc:docMk/>
          <pc:sldMk cId="0" sldId="264"/>
        </pc:sldMkLst>
        <pc:spChg chg="mod">
          <ac:chgData name="Ms Alina Arshad" userId="cccdfd85-d35d-4453-9c6f-a463aae40722" providerId="ADAL" clId="{57485560-A1FA-415A-BF02-476F12996002}" dt="2024-09-01T04:58:20.337" v="187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1577505814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1582826008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1582826008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731299161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90329638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90329638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2295129282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2295129282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2090315159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2090315159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3034138166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3034138166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163412965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163412965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163412965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163412965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163412965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6EDDA1BD-D3CC-45E4-ACF9-6AC323ACE8EB}"/>
    <pc:docChg chg="modSld">
      <pc:chgData name="Ms Alina Arshad" userId="cccdfd85-d35d-4453-9c6f-a463aae40722" providerId="ADAL" clId="{6EDDA1BD-D3CC-45E4-ACF9-6AC323ACE8EB}" dt="2024-10-01T05:29:43.597" v="2" actId="478"/>
      <pc:docMkLst>
        <pc:docMk/>
      </pc:docMkLst>
      <pc:sldChg chg="modSp mod">
        <pc:chgData name="Ms Alina Arshad" userId="cccdfd85-d35d-4453-9c6f-a463aae40722" providerId="ADAL" clId="{6EDDA1BD-D3CC-45E4-ACF9-6AC323ACE8EB}" dt="2024-10-01T05:14:42.548" v="1" actId="20577"/>
        <pc:sldMkLst>
          <pc:docMk/>
          <pc:sldMk cId="0" sldId="352"/>
        </pc:sldMkLst>
        <pc:spChg chg="mod">
          <ac:chgData name="Ms Alina Arshad" userId="cccdfd85-d35d-4453-9c6f-a463aae40722" providerId="ADAL" clId="{6EDDA1BD-D3CC-45E4-ACF9-6AC323ACE8EB}" dt="2024-10-01T05:14:42.548" v="1" actId="20577"/>
          <ac:spMkLst>
            <pc:docMk/>
            <pc:sldMk cId="0" sldId="352"/>
            <ac:spMk id="64516" creationId="{D2D679A3-2E8D-4632-948B-DAF7F009B134}"/>
          </ac:spMkLst>
        </pc:spChg>
      </pc:sldChg>
      <pc:sldChg chg="delSp">
        <pc:chgData name="Ms Alina Arshad" userId="cccdfd85-d35d-4453-9c6f-a463aae40722" providerId="ADAL" clId="{6EDDA1BD-D3CC-45E4-ACF9-6AC323ACE8EB}" dt="2024-10-01T05:29:43.597" v="2" actId="478"/>
        <pc:sldMkLst>
          <pc:docMk/>
          <pc:sldMk cId="0" sldId="368"/>
        </pc:sldMkLst>
        <pc:spChg chg="del">
          <ac:chgData name="Ms Alina Arshad" userId="cccdfd85-d35d-4453-9c6f-a463aae40722" providerId="ADAL" clId="{6EDDA1BD-D3CC-45E4-ACF9-6AC323ACE8EB}" dt="2024-10-01T05:29:43.597" v="2" actId="478"/>
          <ac:spMkLst>
            <pc:docMk/>
            <pc:sldMk cId="0" sldId="368"/>
            <ac:spMk id="80898" creationId="{52ED864D-0629-4251-9D8E-CE2EF8458A4D}"/>
          </ac:spMkLst>
        </pc:spChg>
      </pc:sldChg>
    </pc:docChg>
  </pc:docChgLst>
  <pc:docChgLst>
    <pc:chgData name="Ms Alina Arshad" userId="cccdfd85-d35d-4453-9c6f-a463aae40722" providerId="ADAL" clId="{3BB86528-7D77-4AC4-B8CC-7577E0F08A97}"/>
    <pc:docChg chg="undo custSel addSld delSld modSld">
      <pc:chgData name="Ms Alina Arshad" userId="cccdfd85-d35d-4453-9c6f-a463aae40722" providerId="ADAL" clId="{3BB86528-7D77-4AC4-B8CC-7577E0F08A97}" dt="2024-10-23T15:10:47.032" v="682" actId="404"/>
      <pc:docMkLst>
        <pc:docMk/>
      </pc:docMkLst>
      <pc:sldChg chg="modSp add del mod">
        <pc:chgData name="Ms Alina Arshad" userId="cccdfd85-d35d-4453-9c6f-a463aae40722" providerId="ADAL" clId="{3BB86528-7D77-4AC4-B8CC-7577E0F08A97}" dt="2024-10-19T16:32:11.759" v="26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3BB86528-7D77-4AC4-B8CC-7577E0F08A97}" dt="2024-10-19T16:32:11.759" v="26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3BB86528-7D77-4AC4-B8CC-7577E0F08A97}" dt="2024-10-19T16:31:40.284" v="20" actId="47"/>
        <pc:sldMkLst>
          <pc:docMk/>
          <pc:sldMk cId="0" sldId="270"/>
        </pc:sldMkLst>
      </pc:sldChg>
      <pc:sldChg chg="del">
        <pc:chgData name="Ms Alina Arshad" userId="cccdfd85-d35d-4453-9c6f-a463aae40722" providerId="ADAL" clId="{3BB86528-7D77-4AC4-B8CC-7577E0F08A97}" dt="2024-10-19T16:31:40.498" v="21" actId="47"/>
        <pc:sldMkLst>
          <pc:docMk/>
          <pc:sldMk cId="0" sldId="272"/>
        </pc:sldMkLst>
      </pc:sldChg>
      <pc:sldChg chg="del">
        <pc:chgData name="Ms Alina Arshad" userId="cccdfd85-d35d-4453-9c6f-a463aae40722" providerId="ADAL" clId="{3BB86528-7D77-4AC4-B8CC-7577E0F08A97}" dt="2024-10-19T16:31:36.217" v="0" actId="47"/>
        <pc:sldMkLst>
          <pc:docMk/>
          <pc:sldMk cId="0" sldId="273"/>
        </pc:sldMkLst>
      </pc:sldChg>
      <pc:sldChg chg="del">
        <pc:chgData name="Ms Alina Arshad" userId="cccdfd85-d35d-4453-9c6f-a463aae40722" providerId="ADAL" clId="{3BB86528-7D77-4AC4-B8CC-7577E0F08A97}" dt="2024-10-19T16:31:36.683" v="1" actId="47"/>
        <pc:sldMkLst>
          <pc:docMk/>
          <pc:sldMk cId="0" sldId="274"/>
        </pc:sldMkLst>
      </pc:sldChg>
      <pc:sldChg chg="del">
        <pc:chgData name="Ms Alina Arshad" userId="cccdfd85-d35d-4453-9c6f-a463aae40722" providerId="ADAL" clId="{3BB86528-7D77-4AC4-B8CC-7577E0F08A97}" dt="2024-10-19T16:31:37.217" v="2" actId="47"/>
        <pc:sldMkLst>
          <pc:docMk/>
          <pc:sldMk cId="0" sldId="275"/>
        </pc:sldMkLst>
      </pc:sldChg>
      <pc:sldChg chg="del">
        <pc:chgData name="Ms Alina Arshad" userId="cccdfd85-d35d-4453-9c6f-a463aae40722" providerId="ADAL" clId="{3BB86528-7D77-4AC4-B8CC-7577E0F08A97}" dt="2024-10-19T16:31:37.307" v="4" actId="47"/>
        <pc:sldMkLst>
          <pc:docMk/>
          <pc:sldMk cId="0" sldId="276"/>
        </pc:sldMkLst>
      </pc:sldChg>
      <pc:sldChg chg="del">
        <pc:chgData name="Ms Alina Arshad" userId="cccdfd85-d35d-4453-9c6f-a463aae40722" providerId="ADAL" clId="{3BB86528-7D77-4AC4-B8CC-7577E0F08A97}" dt="2024-10-19T16:31:37.344" v="5" actId="47"/>
        <pc:sldMkLst>
          <pc:docMk/>
          <pc:sldMk cId="0" sldId="277"/>
        </pc:sldMkLst>
      </pc:sldChg>
      <pc:sldChg chg="del">
        <pc:chgData name="Ms Alina Arshad" userId="cccdfd85-d35d-4453-9c6f-a463aae40722" providerId="ADAL" clId="{3BB86528-7D77-4AC4-B8CC-7577E0F08A97}" dt="2024-10-19T16:31:37.387" v="6" actId="47"/>
        <pc:sldMkLst>
          <pc:docMk/>
          <pc:sldMk cId="0" sldId="278"/>
        </pc:sldMkLst>
      </pc:sldChg>
      <pc:sldChg chg="modSp add del mod">
        <pc:chgData name="Ms Alina Arshad" userId="cccdfd85-d35d-4453-9c6f-a463aae40722" providerId="ADAL" clId="{3BB86528-7D77-4AC4-B8CC-7577E0F08A97}" dt="2024-10-19T16:36:02.526" v="39" actId="1076"/>
        <pc:sldMkLst>
          <pc:docMk/>
          <pc:sldMk cId="0" sldId="279"/>
        </pc:sldMkLst>
        <pc:spChg chg="mod">
          <ac:chgData name="Ms Alina Arshad" userId="cccdfd85-d35d-4453-9c6f-a463aae40722" providerId="ADAL" clId="{3BB86528-7D77-4AC4-B8CC-7577E0F08A97}" dt="2024-10-19T16:35:05.825" v="33" actId="113"/>
          <ac:spMkLst>
            <pc:docMk/>
            <pc:sldMk cId="0" sldId="279"/>
            <ac:spMk id="2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19T16:36:02.526" v="39" actId="1076"/>
          <ac:spMkLst>
            <pc:docMk/>
            <pc:sldMk cId="0" sldId="279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3BB86528-7D77-4AC4-B8CC-7577E0F08A97}" dt="2024-10-21T14:49:55.131" v="66" actId="47"/>
        <pc:sldMkLst>
          <pc:docMk/>
          <pc:sldMk cId="0" sldId="280"/>
        </pc:sldMkLst>
        <pc:spChg chg="mod">
          <ac:chgData name="Ms Alina Arshad" userId="cccdfd85-d35d-4453-9c6f-a463aae40722" providerId="ADAL" clId="{3BB86528-7D77-4AC4-B8CC-7577E0F08A97}" dt="2024-10-19T16:54:34.775" v="50" actId="1076"/>
          <ac:spMkLst>
            <pc:docMk/>
            <pc:sldMk cId="0" sldId="280"/>
            <ac:spMk id="2" creationId="{00000000-0000-0000-0000-000000000000}"/>
          </ac:spMkLst>
        </pc:spChg>
        <pc:spChg chg="del">
          <ac:chgData name="Ms Alina Arshad" userId="cccdfd85-d35d-4453-9c6f-a463aae40722" providerId="ADAL" clId="{3BB86528-7D77-4AC4-B8CC-7577E0F08A97}" dt="2024-10-19T16:36:14.088" v="40" actId="478"/>
          <ac:spMkLst>
            <pc:docMk/>
            <pc:sldMk cId="0" sldId="280"/>
            <ac:spMk id="3" creationId="{00000000-0000-0000-0000-000000000000}"/>
          </ac:spMkLst>
        </pc:spChg>
        <pc:picChg chg="mod">
          <ac:chgData name="Ms Alina Arshad" userId="cccdfd85-d35d-4453-9c6f-a463aae40722" providerId="ADAL" clId="{3BB86528-7D77-4AC4-B8CC-7577E0F08A97}" dt="2024-10-19T16:54:43.933" v="53" actId="1076"/>
          <ac:picMkLst>
            <pc:docMk/>
            <pc:sldMk cId="0" sldId="280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3BB86528-7D77-4AC4-B8CC-7577E0F08A97}" dt="2024-10-21T14:49:56.001" v="67" actId="47"/>
        <pc:sldMkLst>
          <pc:docMk/>
          <pc:sldMk cId="0" sldId="281"/>
        </pc:sldMkLst>
        <pc:spChg chg="mod">
          <ac:chgData name="Ms Alina Arshad" userId="cccdfd85-d35d-4453-9c6f-a463aae40722" providerId="ADAL" clId="{3BB86528-7D77-4AC4-B8CC-7577E0F08A97}" dt="2024-10-19T16:55:13.021" v="61" actId="1076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19T16:55:23.651" v="64" actId="207"/>
          <ac:spMkLst>
            <pc:docMk/>
            <pc:sldMk cId="0" sldId="281"/>
            <ac:spMk id="3" creationId="{00000000-0000-0000-0000-000000000000}"/>
          </ac:spMkLst>
        </pc:spChg>
        <pc:spChg chg="del">
          <ac:chgData name="Ms Alina Arshad" userId="cccdfd85-d35d-4453-9c6f-a463aae40722" providerId="ADAL" clId="{3BB86528-7D77-4AC4-B8CC-7577E0F08A97}" dt="2024-10-19T16:55:28.185" v="65" actId="478"/>
          <ac:spMkLst>
            <pc:docMk/>
            <pc:sldMk cId="0" sldId="281"/>
            <ac:spMk id="4" creationId="{00000000-0000-0000-0000-000000000000}"/>
          </ac:spMkLst>
        </pc:spChg>
      </pc:sldChg>
      <pc:sldChg chg="add del">
        <pc:chgData name="Ms Alina Arshad" userId="cccdfd85-d35d-4453-9c6f-a463aae40722" providerId="ADAL" clId="{3BB86528-7D77-4AC4-B8CC-7577E0F08A97}" dt="2024-10-19T16:34:35.019" v="27"/>
        <pc:sldMkLst>
          <pc:docMk/>
          <pc:sldMk cId="0" sldId="282"/>
        </pc:sldMkLst>
      </pc:sldChg>
      <pc:sldChg chg="add del">
        <pc:chgData name="Ms Alina Arshad" userId="cccdfd85-d35d-4453-9c6f-a463aae40722" providerId="ADAL" clId="{3BB86528-7D77-4AC4-B8CC-7577E0F08A97}" dt="2024-10-19T16:34:35.019" v="27"/>
        <pc:sldMkLst>
          <pc:docMk/>
          <pc:sldMk cId="0" sldId="283"/>
        </pc:sldMkLst>
      </pc:sldChg>
      <pc:sldChg chg="add del">
        <pc:chgData name="Ms Alina Arshad" userId="cccdfd85-d35d-4453-9c6f-a463aae40722" providerId="ADAL" clId="{3BB86528-7D77-4AC4-B8CC-7577E0F08A97}" dt="2024-10-19T16:34:35.019" v="27"/>
        <pc:sldMkLst>
          <pc:docMk/>
          <pc:sldMk cId="0" sldId="284"/>
        </pc:sldMkLst>
      </pc:sldChg>
      <pc:sldChg chg="add del">
        <pc:chgData name="Ms Alina Arshad" userId="cccdfd85-d35d-4453-9c6f-a463aae40722" providerId="ADAL" clId="{3BB86528-7D77-4AC4-B8CC-7577E0F08A97}" dt="2024-10-19T16:34:35.019" v="27"/>
        <pc:sldMkLst>
          <pc:docMk/>
          <pc:sldMk cId="0" sldId="285"/>
        </pc:sldMkLst>
      </pc:sldChg>
      <pc:sldChg chg="add del">
        <pc:chgData name="Ms Alina Arshad" userId="cccdfd85-d35d-4453-9c6f-a463aae40722" providerId="ADAL" clId="{3BB86528-7D77-4AC4-B8CC-7577E0F08A97}" dt="2024-10-19T16:34:35.019" v="27"/>
        <pc:sldMkLst>
          <pc:docMk/>
          <pc:sldMk cId="0" sldId="286"/>
        </pc:sldMkLst>
      </pc:sldChg>
      <pc:sldChg chg="add del">
        <pc:chgData name="Ms Alina Arshad" userId="cccdfd85-d35d-4453-9c6f-a463aae40722" providerId="ADAL" clId="{3BB86528-7D77-4AC4-B8CC-7577E0F08A97}" dt="2024-10-19T16:34:35.019" v="27"/>
        <pc:sldMkLst>
          <pc:docMk/>
          <pc:sldMk cId="0" sldId="287"/>
        </pc:sldMkLst>
      </pc:sldChg>
      <pc:sldChg chg="delSp modSp add del mod">
        <pc:chgData name="Ms Alina Arshad" userId="cccdfd85-d35d-4453-9c6f-a463aae40722" providerId="ADAL" clId="{3BB86528-7D77-4AC4-B8CC-7577E0F08A97}" dt="2024-10-21T15:00:36.716" v="171" actId="1076"/>
        <pc:sldMkLst>
          <pc:docMk/>
          <pc:sldMk cId="0" sldId="288"/>
        </pc:sldMkLst>
        <pc:spChg chg="mod">
          <ac:chgData name="Ms Alina Arshad" userId="cccdfd85-d35d-4453-9c6f-a463aae40722" providerId="ADAL" clId="{3BB86528-7D77-4AC4-B8CC-7577E0F08A97}" dt="2024-10-21T14:58:24.120" v="127" actId="1036"/>
          <ac:spMkLst>
            <pc:docMk/>
            <pc:sldMk cId="0" sldId="288"/>
            <ac:spMk id="2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4:59:04.250" v="156" actId="207"/>
          <ac:spMkLst>
            <pc:docMk/>
            <pc:sldMk cId="0" sldId="288"/>
            <ac:spMk id="3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4:59:39.786" v="160" actId="1076"/>
          <ac:spMkLst>
            <pc:docMk/>
            <pc:sldMk cId="0" sldId="288"/>
            <ac:spMk id="4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4:59:51.414" v="163" actId="1076"/>
          <ac:spMkLst>
            <pc:docMk/>
            <pc:sldMk cId="0" sldId="288"/>
            <ac:spMk id="5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5:00:36.716" v="171" actId="1076"/>
          <ac:spMkLst>
            <pc:docMk/>
            <pc:sldMk cId="0" sldId="288"/>
            <ac:spMk id="6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4:59:59.456" v="164" actId="1076"/>
          <ac:spMkLst>
            <pc:docMk/>
            <pc:sldMk cId="0" sldId="288"/>
            <ac:spMk id="7" creationId="{00000000-0000-0000-0000-000000000000}"/>
          </ac:spMkLst>
        </pc:spChg>
        <pc:spChg chg="del">
          <ac:chgData name="Ms Alina Arshad" userId="cccdfd85-d35d-4453-9c6f-a463aae40722" providerId="ADAL" clId="{3BB86528-7D77-4AC4-B8CC-7577E0F08A97}" dt="2024-10-21T14:59:13.515" v="159" actId="478"/>
          <ac:spMkLst>
            <pc:docMk/>
            <pc:sldMk cId="0" sldId="288"/>
            <ac:spMk id="8" creationId="{00000000-0000-0000-0000-000000000000}"/>
          </ac:spMkLst>
        </pc:spChg>
      </pc:sldChg>
      <pc:sldChg chg="addSp delSp modSp add del mod">
        <pc:chgData name="Ms Alina Arshad" userId="cccdfd85-d35d-4453-9c6f-a463aae40722" providerId="ADAL" clId="{3BB86528-7D77-4AC4-B8CC-7577E0F08A97}" dt="2024-10-21T15:07:25.157" v="256" actId="1076"/>
        <pc:sldMkLst>
          <pc:docMk/>
          <pc:sldMk cId="0" sldId="289"/>
        </pc:sldMkLst>
        <pc:spChg chg="mod">
          <ac:chgData name="Ms Alina Arshad" userId="cccdfd85-d35d-4453-9c6f-a463aae40722" providerId="ADAL" clId="{3BB86528-7D77-4AC4-B8CC-7577E0F08A97}" dt="2024-10-21T15:00:51.508" v="175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5:05:06.998" v="249" actId="1076"/>
          <ac:spMkLst>
            <pc:docMk/>
            <pc:sldMk cId="0" sldId="289"/>
            <ac:spMk id="3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5:04:16.809" v="244" actId="1076"/>
          <ac:spMkLst>
            <pc:docMk/>
            <pc:sldMk cId="0" sldId="289"/>
            <ac:spMk id="4" creationId="{00000000-0000-0000-0000-000000000000}"/>
          </ac:spMkLst>
        </pc:spChg>
        <pc:spChg chg="del">
          <ac:chgData name="Ms Alina Arshad" userId="cccdfd85-d35d-4453-9c6f-a463aae40722" providerId="ADAL" clId="{3BB86528-7D77-4AC4-B8CC-7577E0F08A97}" dt="2024-10-21T15:01:00.271" v="178" actId="478"/>
          <ac:spMkLst>
            <pc:docMk/>
            <pc:sldMk cId="0" sldId="289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BB86528-7D77-4AC4-B8CC-7577E0F08A97}" dt="2024-10-21T15:07:25.157" v="256" actId="1076"/>
          <ac:spMkLst>
            <pc:docMk/>
            <pc:sldMk cId="0" sldId="289"/>
            <ac:spMk id="7" creationId="{DC3E0FC4-757C-2DC3-A410-9F8B650219BA}"/>
          </ac:spMkLst>
        </pc:spChg>
      </pc:sldChg>
      <pc:sldChg chg="delSp modSp add del mod">
        <pc:chgData name="Ms Alina Arshad" userId="cccdfd85-d35d-4453-9c6f-a463aae40722" providerId="ADAL" clId="{3BB86528-7D77-4AC4-B8CC-7577E0F08A97}" dt="2024-10-21T15:08:39.581" v="270" actId="478"/>
        <pc:sldMkLst>
          <pc:docMk/>
          <pc:sldMk cId="0" sldId="290"/>
        </pc:sldMkLst>
        <pc:spChg chg="mod">
          <ac:chgData name="Ms Alina Arshad" userId="cccdfd85-d35d-4453-9c6f-a463aae40722" providerId="ADAL" clId="{3BB86528-7D77-4AC4-B8CC-7577E0F08A97}" dt="2024-10-21T15:07:45.112" v="262" actId="404"/>
          <ac:spMkLst>
            <pc:docMk/>
            <pc:sldMk cId="0" sldId="290"/>
            <ac:spMk id="2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5:08:20.915" v="269" actId="20577"/>
          <ac:spMkLst>
            <pc:docMk/>
            <pc:sldMk cId="0" sldId="290"/>
            <ac:spMk id="3" creationId="{00000000-0000-0000-0000-000000000000}"/>
          </ac:spMkLst>
        </pc:spChg>
        <pc:spChg chg="del">
          <ac:chgData name="Ms Alina Arshad" userId="cccdfd85-d35d-4453-9c6f-a463aae40722" providerId="ADAL" clId="{3BB86528-7D77-4AC4-B8CC-7577E0F08A97}" dt="2024-10-21T15:08:39.581" v="270" actId="478"/>
          <ac:spMkLst>
            <pc:docMk/>
            <pc:sldMk cId="0" sldId="290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3BB86528-7D77-4AC4-B8CC-7577E0F08A97}" dt="2024-10-21T15:10:49.764" v="306" actId="478"/>
        <pc:sldMkLst>
          <pc:docMk/>
          <pc:sldMk cId="0" sldId="291"/>
        </pc:sldMkLst>
        <pc:spChg chg="mod">
          <ac:chgData name="Ms Alina Arshad" userId="cccdfd85-d35d-4453-9c6f-a463aae40722" providerId="ADAL" clId="{3BB86528-7D77-4AC4-B8CC-7577E0F08A97}" dt="2024-10-21T15:09:02.878" v="279" actId="14100"/>
          <ac:spMkLst>
            <pc:docMk/>
            <pc:sldMk cId="0" sldId="291"/>
            <ac:spMk id="2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5:10:41.081" v="305" actId="5793"/>
          <ac:spMkLst>
            <pc:docMk/>
            <pc:sldMk cId="0" sldId="291"/>
            <ac:spMk id="3" creationId="{00000000-0000-0000-0000-000000000000}"/>
          </ac:spMkLst>
        </pc:spChg>
        <pc:spChg chg="del">
          <ac:chgData name="Ms Alina Arshad" userId="cccdfd85-d35d-4453-9c6f-a463aae40722" providerId="ADAL" clId="{3BB86528-7D77-4AC4-B8CC-7577E0F08A97}" dt="2024-10-21T15:10:49.764" v="306" actId="478"/>
          <ac:spMkLst>
            <pc:docMk/>
            <pc:sldMk cId="0" sldId="291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3BB86528-7D77-4AC4-B8CC-7577E0F08A97}" dt="2024-10-21T15:17:15.209" v="328" actId="1076"/>
        <pc:sldMkLst>
          <pc:docMk/>
          <pc:sldMk cId="0" sldId="292"/>
        </pc:sldMkLst>
        <pc:spChg chg="mod">
          <ac:chgData name="Ms Alina Arshad" userId="cccdfd85-d35d-4453-9c6f-a463aae40722" providerId="ADAL" clId="{3BB86528-7D77-4AC4-B8CC-7577E0F08A97}" dt="2024-10-21T15:16:47.189" v="321" actId="1076"/>
          <ac:spMkLst>
            <pc:docMk/>
            <pc:sldMk cId="0" sldId="29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3BB86528-7D77-4AC4-B8CC-7577E0F08A97}" dt="2024-10-21T15:16:22.197" v="312" actId="478"/>
          <ac:spMkLst>
            <pc:docMk/>
            <pc:sldMk cId="0" sldId="292"/>
            <ac:spMk id="3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5:17:08.681" v="327" actId="20577"/>
          <ac:spMkLst>
            <pc:docMk/>
            <pc:sldMk cId="0" sldId="292"/>
            <ac:spMk id="4" creationId="{00000000-0000-0000-0000-000000000000}"/>
          </ac:spMkLst>
        </pc:spChg>
        <pc:spChg chg="del">
          <ac:chgData name="Ms Alina Arshad" userId="cccdfd85-d35d-4453-9c6f-a463aae40722" providerId="ADAL" clId="{3BB86528-7D77-4AC4-B8CC-7577E0F08A97}" dt="2024-10-21T15:14:08.774" v="307" actId="478"/>
          <ac:spMkLst>
            <pc:docMk/>
            <pc:sldMk cId="0" sldId="292"/>
            <ac:spMk id="7" creationId="{00000000-0000-0000-0000-000000000000}"/>
          </ac:spMkLst>
        </pc:spChg>
        <pc:picChg chg="mod">
          <ac:chgData name="Ms Alina Arshad" userId="cccdfd85-d35d-4453-9c6f-a463aae40722" providerId="ADAL" clId="{3BB86528-7D77-4AC4-B8CC-7577E0F08A97}" dt="2024-10-21T15:17:15.209" v="328" actId="1076"/>
          <ac:picMkLst>
            <pc:docMk/>
            <pc:sldMk cId="0" sldId="292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BB86528-7D77-4AC4-B8CC-7577E0F08A97}" dt="2024-10-21T15:17:44.396" v="336" actId="1076"/>
        <pc:sldMkLst>
          <pc:docMk/>
          <pc:sldMk cId="0" sldId="293"/>
        </pc:sldMkLst>
        <pc:spChg chg="mod">
          <ac:chgData name="Ms Alina Arshad" userId="cccdfd85-d35d-4453-9c6f-a463aae40722" providerId="ADAL" clId="{3BB86528-7D77-4AC4-B8CC-7577E0F08A97}" dt="2024-10-21T15:17:41.800" v="335" actId="20577"/>
          <ac:spMkLst>
            <pc:docMk/>
            <pc:sldMk cId="0" sldId="293"/>
            <ac:spMk id="2" creationId="{00000000-0000-0000-0000-000000000000}"/>
          </ac:spMkLst>
        </pc:spChg>
        <pc:spChg chg="del mod">
          <ac:chgData name="Ms Alina Arshad" userId="cccdfd85-d35d-4453-9c6f-a463aae40722" providerId="ADAL" clId="{3BB86528-7D77-4AC4-B8CC-7577E0F08A97}" dt="2024-10-21T15:17:40.164" v="334" actId="478"/>
          <ac:spMkLst>
            <pc:docMk/>
            <pc:sldMk cId="0" sldId="293"/>
            <ac:spMk id="3" creationId="{00000000-0000-0000-0000-000000000000}"/>
          </ac:spMkLst>
        </pc:spChg>
        <pc:picChg chg="mod">
          <ac:chgData name="Ms Alina Arshad" userId="cccdfd85-d35d-4453-9c6f-a463aae40722" providerId="ADAL" clId="{3BB86528-7D77-4AC4-B8CC-7577E0F08A97}" dt="2024-10-21T15:17:44.396" v="336" actId="1076"/>
          <ac:picMkLst>
            <pc:docMk/>
            <pc:sldMk cId="0" sldId="293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3BB86528-7D77-4AC4-B8CC-7577E0F08A97}" dt="2024-10-21T15:18:18.473" v="343" actId="1076"/>
        <pc:sldMkLst>
          <pc:docMk/>
          <pc:sldMk cId="0" sldId="294"/>
        </pc:sldMkLst>
        <pc:spChg chg="mod">
          <ac:chgData name="Ms Alina Arshad" userId="cccdfd85-d35d-4453-9c6f-a463aae40722" providerId="ADAL" clId="{3BB86528-7D77-4AC4-B8CC-7577E0F08A97}" dt="2024-10-21T15:18:12.263" v="342" actId="1076"/>
          <ac:spMkLst>
            <pc:docMk/>
            <pc:sldMk cId="0" sldId="294"/>
            <ac:spMk id="2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5:18:05.873" v="341" actId="207"/>
          <ac:spMkLst>
            <pc:docMk/>
            <pc:sldMk cId="0" sldId="294"/>
            <ac:spMk id="4" creationId="{00000000-0000-0000-0000-000000000000}"/>
          </ac:spMkLst>
        </pc:spChg>
        <pc:picChg chg="mod">
          <ac:chgData name="Ms Alina Arshad" userId="cccdfd85-d35d-4453-9c6f-a463aae40722" providerId="ADAL" clId="{3BB86528-7D77-4AC4-B8CC-7577E0F08A97}" dt="2024-10-21T15:18:18.473" v="343" actId="1076"/>
          <ac:picMkLst>
            <pc:docMk/>
            <pc:sldMk cId="0" sldId="294"/>
            <ac:picMk id="3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BB86528-7D77-4AC4-B8CC-7577E0F08A97}" dt="2024-10-23T15:10:47.032" v="682" actId="404"/>
        <pc:sldMkLst>
          <pc:docMk/>
          <pc:sldMk cId="0" sldId="295"/>
        </pc:sldMkLst>
        <pc:spChg chg="mod">
          <ac:chgData name="Ms Alina Arshad" userId="cccdfd85-d35d-4453-9c6f-a463aae40722" providerId="ADAL" clId="{3BB86528-7D77-4AC4-B8CC-7577E0F08A97}" dt="2024-10-21T15:18:30.678" v="348" actId="113"/>
          <ac:spMkLst>
            <pc:docMk/>
            <pc:sldMk cId="0" sldId="295"/>
            <ac:spMk id="2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1T15:18:49.855" v="355" actId="20577"/>
          <ac:spMkLst>
            <pc:docMk/>
            <pc:sldMk cId="0" sldId="295"/>
            <ac:spMk id="3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3T15:10:47.032" v="682" actId="404"/>
          <ac:spMkLst>
            <pc:docMk/>
            <pc:sldMk cId="0" sldId="295"/>
            <ac:spMk id="4" creationId="{00000000-0000-0000-0000-000000000000}"/>
          </ac:spMkLst>
        </pc:spChg>
        <pc:spChg chg="del mod">
          <ac:chgData name="Ms Alina Arshad" userId="cccdfd85-d35d-4453-9c6f-a463aae40722" providerId="ADAL" clId="{3BB86528-7D77-4AC4-B8CC-7577E0F08A97}" dt="2024-10-22T13:25:05.813" v="392"/>
          <ac:spMkLst>
            <pc:docMk/>
            <pc:sldMk cId="0" sldId="295"/>
            <ac:spMk id="5" creationId="{00000000-0000-0000-0000-000000000000}"/>
          </ac:spMkLst>
        </pc:spChg>
        <pc:spChg chg="mod">
          <ac:chgData name="Ms Alina Arshad" userId="cccdfd85-d35d-4453-9c6f-a463aae40722" providerId="ADAL" clId="{3BB86528-7D77-4AC4-B8CC-7577E0F08A97}" dt="2024-10-22T13:25:14.151" v="395" actId="1076"/>
          <ac:spMkLst>
            <pc:docMk/>
            <pc:sldMk cId="0" sldId="295"/>
            <ac:spMk id="6" creationId="{00000000-0000-0000-0000-000000000000}"/>
          </ac:spMkLst>
        </pc:spChg>
      </pc:sldChg>
      <pc:sldChg chg="addSp delSp modSp new mod">
        <pc:chgData name="Ms Alina Arshad" userId="cccdfd85-d35d-4453-9c6f-a463aae40722" providerId="ADAL" clId="{3BB86528-7D77-4AC4-B8CC-7577E0F08A97}" dt="2024-10-23T15:03:59.388" v="526" actId="20577"/>
        <pc:sldMkLst>
          <pc:docMk/>
          <pc:sldMk cId="2741761156" sldId="296"/>
        </pc:sldMkLst>
        <pc:spChg chg="del">
          <ac:chgData name="Ms Alina Arshad" userId="cccdfd85-d35d-4453-9c6f-a463aae40722" providerId="ADAL" clId="{3BB86528-7D77-4AC4-B8CC-7577E0F08A97}" dt="2024-10-23T14:57:28.064" v="428" actId="478"/>
          <ac:spMkLst>
            <pc:docMk/>
            <pc:sldMk cId="2741761156" sldId="296"/>
            <ac:spMk id="2" creationId="{821E4351-FAF4-2F2F-17D8-D68D7DBD8847}"/>
          </ac:spMkLst>
        </pc:spChg>
        <pc:spChg chg="del mod">
          <ac:chgData name="Ms Alina Arshad" userId="cccdfd85-d35d-4453-9c6f-a463aae40722" providerId="ADAL" clId="{3BB86528-7D77-4AC4-B8CC-7577E0F08A97}" dt="2024-10-23T14:55:41.342" v="404"/>
          <ac:spMkLst>
            <pc:docMk/>
            <pc:sldMk cId="2741761156" sldId="296"/>
            <ac:spMk id="3" creationId="{9B6240E3-6DA7-9D40-C4E1-F80463BD6F12}"/>
          </ac:spMkLst>
        </pc:spChg>
        <pc:spChg chg="add del mod">
          <ac:chgData name="Ms Alina Arshad" userId="cccdfd85-d35d-4453-9c6f-a463aae40722" providerId="ADAL" clId="{3BB86528-7D77-4AC4-B8CC-7577E0F08A97}" dt="2024-10-23T14:57:38.324" v="432" actId="478"/>
          <ac:spMkLst>
            <pc:docMk/>
            <pc:sldMk cId="2741761156" sldId="296"/>
            <ac:spMk id="11" creationId="{F6A9C235-9FAA-1F90-D5AC-12D362ACE124}"/>
          </ac:spMkLst>
        </pc:spChg>
        <pc:spChg chg="add mod">
          <ac:chgData name="Ms Alina Arshad" userId="cccdfd85-d35d-4453-9c6f-a463aae40722" providerId="ADAL" clId="{3BB86528-7D77-4AC4-B8CC-7577E0F08A97}" dt="2024-10-23T15:03:04.328" v="507" actId="14100"/>
          <ac:spMkLst>
            <pc:docMk/>
            <pc:sldMk cId="2741761156" sldId="296"/>
            <ac:spMk id="18" creationId="{72508341-3568-2A95-AD77-C9F5B0C6A78D}"/>
          </ac:spMkLst>
        </pc:spChg>
        <pc:spChg chg="add mod">
          <ac:chgData name="Ms Alina Arshad" userId="cccdfd85-d35d-4453-9c6f-a463aae40722" providerId="ADAL" clId="{3BB86528-7D77-4AC4-B8CC-7577E0F08A97}" dt="2024-10-23T15:03:08.332" v="508" actId="14100"/>
          <ac:spMkLst>
            <pc:docMk/>
            <pc:sldMk cId="2741761156" sldId="296"/>
            <ac:spMk id="19" creationId="{BEB2ABBC-C52E-158B-136C-5BB3A3D6530C}"/>
          </ac:spMkLst>
        </pc:spChg>
        <pc:spChg chg="add mod">
          <ac:chgData name="Ms Alina Arshad" userId="cccdfd85-d35d-4453-9c6f-a463aae40722" providerId="ADAL" clId="{3BB86528-7D77-4AC4-B8CC-7577E0F08A97}" dt="2024-10-23T15:03:59.388" v="526" actId="20577"/>
          <ac:spMkLst>
            <pc:docMk/>
            <pc:sldMk cId="2741761156" sldId="296"/>
            <ac:spMk id="21" creationId="{54396326-FF2A-932B-93B8-70E875575FD3}"/>
          </ac:spMkLst>
        </pc:spChg>
        <pc:graphicFrameChg chg="add del mod modGraphic">
          <ac:chgData name="Ms Alina Arshad" userId="cccdfd85-d35d-4453-9c6f-a463aae40722" providerId="ADAL" clId="{3BB86528-7D77-4AC4-B8CC-7577E0F08A97}" dt="2024-10-23T14:57:34.269" v="430" actId="478"/>
          <ac:graphicFrameMkLst>
            <pc:docMk/>
            <pc:sldMk cId="2741761156" sldId="296"/>
            <ac:graphicFrameMk id="4" creationId="{17799035-E33D-CCD5-E0A8-9E3664D2E635}"/>
          </ac:graphicFrameMkLst>
        </pc:graphicFrameChg>
        <pc:graphicFrameChg chg="add del mod modGraphic">
          <ac:chgData name="Ms Alina Arshad" userId="cccdfd85-d35d-4453-9c6f-a463aae40722" providerId="ADAL" clId="{3BB86528-7D77-4AC4-B8CC-7577E0F08A97}" dt="2024-10-23T14:59:32.630" v="453" actId="478"/>
          <ac:graphicFrameMkLst>
            <pc:docMk/>
            <pc:sldMk cId="2741761156" sldId="296"/>
            <ac:graphicFrameMk id="5" creationId="{3B87FF72-8B27-4995-E337-B62F8E401387}"/>
          </ac:graphicFrameMkLst>
        </pc:graphicFrameChg>
        <pc:graphicFrameChg chg="add del mod modGraphic">
          <ac:chgData name="Ms Alina Arshad" userId="cccdfd85-d35d-4453-9c6f-a463aae40722" providerId="ADAL" clId="{3BB86528-7D77-4AC4-B8CC-7577E0F08A97}" dt="2024-10-23T14:58:10.649" v="437" actId="478"/>
          <ac:graphicFrameMkLst>
            <pc:docMk/>
            <pc:sldMk cId="2741761156" sldId="296"/>
            <ac:graphicFrameMk id="6" creationId="{82D9776F-D9E9-F160-C258-100727357574}"/>
          </ac:graphicFrameMkLst>
        </pc:graphicFrameChg>
        <pc:graphicFrameChg chg="add del mod modGraphic">
          <ac:chgData name="Ms Alina Arshad" userId="cccdfd85-d35d-4453-9c6f-a463aae40722" providerId="ADAL" clId="{3BB86528-7D77-4AC4-B8CC-7577E0F08A97}" dt="2024-10-23T14:57:41.370" v="433" actId="478"/>
          <ac:graphicFrameMkLst>
            <pc:docMk/>
            <pc:sldMk cId="2741761156" sldId="296"/>
            <ac:graphicFrameMk id="7" creationId="{4E2A08C2-743E-1AAB-7283-2CA3005B3EDB}"/>
          </ac:graphicFrameMkLst>
        </pc:graphicFrameChg>
        <pc:graphicFrameChg chg="add mod modGraphic">
          <ac:chgData name="Ms Alina Arshad" userId="cccdfd85-d35d-4453-9c6f-a463aae40722" providerId="ADAL" clId="{3BB86528-7D77-4AC4-B8CC-7577E0F08A97}" dt="2024-10-23T15:02:16.231" v="486" actId="1076"/>
          <ac:graphicFrameMkLst>
            <pc:docMk/>
            <pc:sldMk cId="2741761156" sldId="296"/>
            <ac:graphicFrameMk id="8" creationId="{640F02C0-7FC8-A399-D4BE-FE0D6AB8FA0F}"/>
          </ac:graphicFrameMkLst>
        </pc:graphicFrameChg>
        <pc:graphicFrameChg chg="add">
          <ac:chgData name="Ms Alina Arshad" userId="cccdfd85-d35d-4453-9c6f-a463aae40722" providerId="ADAL" clId="{3BB86528-7D77-4AC4-B8CC-7577E0F08A97}" dt="2024-10-23T14:57:08.780" v="423"/>
          <ac:graphicFrameMkLst>
            <pc:docMk/>
            <pc:sldMk cId="2741761156" sldId="296"/>
            <ac:graphicFrameMk id="9" creationId="{05CED583-13DA-7AD7-7A91-8D1023824BC6}"/>
          </ac:graphicFrameMkLst>
        </pc:graphicFrameChg>
        <pc:graphicFrameChg chg="add del mod modGraphic">
          <ac:chgData name="Ms Alina Arshad" userId="cccdfd85-d35d-4453-9c6f-a463aae40722" providerId="ADAL" clId="{3BB86528-7D77-4AC4-B8CC-7577E0F08A97}" dt="2024-10-23T14:59:28.430" v="451" actId="478"/>
          <ac:graphicFrameMkLst>
            <pc:docMk/>
            <pc:sldMk cId="2741761156" sldId="296"/>
            <ac:graphicFrameMk id="12" creationId="{7E5BA2F2-BA87-798D-8FBF-331381949579}"/>
          </ac:graphicFrameMkLst>
        </pc:graphicFrameChg>
        <pc:graphicFrameChg chg="add del mod modGraphic">
          <ac:chgData name="Ms Alina Arshad" userId="cccdfd85-d35d-4453-9c6f-a463aae40722" providerId="ADAL" clId="{3BB86528-7D77-4AC4-B8CC-7577E0F08A97}" dt="2024-10-23T14:59:14.430" v="450" actId="478"/>
          <ac:graphicFrameMkLst>
            <pc:docMk/>
            <pc:sldMk cId="2741761156" sldId="296"/>
            <ac:graphicFrameMk id="13" creationId="{978614A2-4666-3141-63E8-46DBF655D33B}"/>
          </ac:graphicFrameMkLst>
        </pc:graphicFrameChg>
        <pc:graphicFrameChg chg="add del mod modGraphic">
          <ac:chgData name="Ms Alina Arshad" userId="cccdfd85-d35d-4453-9c6f-a463aae40722" providerId="ADAL" clId="{3BB86528-7D77-4AC4-B8CC-7577E0F08A97}" dt="2024-10-23T14:59:43.513" v="455" actId="478"/>
          <ac:graphicFrameMkLst>
            <pc:docMk/>
            <pc:sldMk cId="2741761156" sldId="296"/>
            <ac:graphicFrameMk id="14" creationId="{EF7B62AD-FA9A-3C0E-B906-37F56100A7AE}"/>
          </ac:graphicFrameMkLst>
        </pc:graphicFrameChg>
        <pc:graphicFrameChg chg="add del mod modGraphic">
          <ac:chgData name="Ms Alina Arshad" userId="cccdfd85-d35d-4453-9c6f-a463aae40722" providerId="ADAL" clId="{3BB86528-7D77-4AC4-B8CC-7577E0F08A97}" dt="2024-10-23T15:01:11.696" v="471" actId="478"/>
          <ac:graphicFrameMkLst>
            <pc:docMk/>
            <pc:sldMk cId="2741761156" sldId="296"/>
            <ac:graphicFrameMk id="15" creationId="{A5D09EA9-3884-A3DD-2599-8CA31248A1FA}"/>
          </ac:graphicFrameMkLst>
        </pc:graphicFrameChg>
        <pc:graphicFrameChg chg="add del mod modGraphic">
          <ac:chgData name="Ms Alina Arshad" userId="cccdfd85-d35d-4453-9c6f-a463aae40722" providerId="ADAL" clId="{3BB86528-7D77-4AC4-B8CC-7577E0F08A97}" dt="2024-10-23T15:02:06.722" v="485" actId="1076"/>
          <ac:graphicFrameMkLst>
            <pc:docMk/>
            <pc:sldMk cId="2741761156" sldId="296"/>
            <ac:graphicFrameMk id="16" creationId="{45432CE1-EEA2-1DC5-8FA6-CC540DC5A5DC}"/>
          </ac:graphicFrameMkLst>
        </pc:graphicFrameChg>
      </pc:sldChg>
      <pc:sldChg chg="del">
        <pc:chgData name="Ms Alina Arshad" userId="cccdfd85-d35d-4453-9c6f-a463aae40722" providerId="ADAL" clId="{3BB86528-7D77-4AC4-B8CC-7577E0F08A97}" dt="2024-10-19T16:31:37.260" v="3" actId="47"/>
        <pc:sldMkLst>
          <pc:docMk/>
          <pc:sldMk cId="0" sldId="297"/>
        </pc:sldMkLst>
      </pc:sldChg>
      <pc:sldChg chg="addSp delSp modSp new mod">
        <pc:chgData name="Ms Alina Arshad" userId="cccdfd85-d35d-4453-9c6f-a463aae40722" providerId="ADAL" clId="{3BB86528-7D77-4AC4-B8CC-7577E0F08A97}" dt="2024-10-23T15:10:16.924" v="675" actId="20577"/>
        <pc:sldMkLst>
          <pc:docMk/>
          <pc:sldMk cId="3903711180" sldId="297"/>
        </pc:sldMkLst>
        <pc:spChg chg="add del mod">
          <ac:chgData name="Ms Alina Arshad" userId="cccdfd85-d35d-4453-9c6f-a463aae40722" providerId="ADAL" clId="{3BB86528-7D77-4AC4-B8CC-7577E0F08A97}" dt="2024-10-23T15:06:53.933" v="604" actId="478"/>
          <ac:spMkLst>
            <pc:docMk/>
            <pc:sldMk cId="3903711180" sldId="297"/>
            <ac:spMk id="2" creationId="{BC9C9180-942E-CE4E-4756-ADB57D6BD39E}"/>
          </ac:spMkLst>
        </pc:spChg>
        <pc:spChg chg="del">
          <ac:chgData name="Ms Alina Arshad" userId="cccdfd85-d35d-4453-9c6f-a463aae40722" providerId="ADAL" clId="{3BB86528-7D77-4AC4-B8CC-7577E0F08A97}" dt="2024-10-23T15:04:48.330" v="528"/>
          <ac:spMkLst>
            <pc:docMk/>
            <pc:sldMk cId="3903711180" sldId="297"/>
            <ac:spMk id="3" creationId="{B5503E9D-415E-B762-EB15-644609D31CDB}"/>
          </ac:spMkLst>
        </pc:spChg>
        <pc:spChg chg="add del mod">
          <ac:chgData name="Ms Alina Arshad" userId="cccdfd85-d35d-4453-9c6f-a463aae40722" providerId="ADAL" clId="{3BB86528-7D77-4AC4-B8CC-7577E0F08A97}" dt="2024-10-23T15:06:50.250" v="603" actId="478"/>
          <ac:spMkLst>
            <pc:docMk/>
            <pc:sldMk cId="3903711180" sldId="297"/>
            <ac:spMk id="6" creationId="{8592F5E4-46F1-2C2C-39C8-F5BB56872CF3}"/>
          </ac:spMkLst>
        </pc:spChg>
        <pc:spChg chg="add del mod">
          <ac:chgData name="Ms Alina Arshad" userId="cccdfd85-d35d-4453-9c6f-a463aae40722" providerId="ADAL" clId="{3BB86528-7D77-4AC4-B8CC-7577E0F08A97}" dt="2024-10-23T15:06:50.250" v="603" actId="478"/>
          <ac:spMkLst>
            <pc:docMk/>
            <pc:sldMk cId="3903711180" sldId="297"/>
            <ac:spMk id="8" creationId="{A9231078-DAAC-9E80-DF46-3FE1079463CE}"/>
          </ac:spMkLst>
        </pc:spChg>
        <pc:spChg chg="add mod">
          <ac:chgData name="Ms Alina Arshad" userId="cccdfd85-d35d-4453-9c6f-a463aae40722" providerId="ADAL" clId="{3BB86528-7D77-4AC4-B8CC-7577E0F08A97}" dt="2024-10-23T15:06:49.172" v="602" actId="478"/>
          <ac:spMkLst>
            <pc:docMk/>
            <pc:sldMk cId="3903711180" sldId="297"/>
            <ac:spMk id="9" creationId="{8D752182-AE89-68BB-88F3-1650517457E8}"/>
          </ac:spMkLst>
        </pc:spChg>
        <pc:spChg chg="add mod">
          <ac:chgData name="Ms Alina Arshad" userId="cccdfd85-d35d-4453-9c6f-a463aae40722" providerId="ADAL" clId="{3BB86528-7D77-4AC4-B8CC-7577E0F08A97}" dt="2024-10-23T15:10:16.924" v="675" actId="20577"/>
          <ac:spMkLst>
            <pc:docMk/>
            <pc:sldMk cId="3903711180" sldId="297"/>
            <ac:spMk id="11" creationId="{C4B6F745-C2E5-7B4F-52F8-698F19EA0AAF}"/>
          </ac:spMkLst>
        </pc:spChg>
        <pc:spChg chg="add mod">
          <ac:chgData name="Ms Alina Arshad" userId="cccdfd85-d35d-4453-9c6f-a463aae40722" providerId="ADAL" clId="{3BB86528-7D77-4AC4-B8CC-7577E0F08A97}" dt="2024-10-23T15:09:57.289" v="646" actId="1038"/>
          <ac:spMkLst>
            <pc:docMk/>
            <pc:sldMk cId="3903711180" sldId="297"/>
            <ac:spMk id="12" creationId="{F66300B7-3D22-1030-3330-FDD1CAFB438A}"/>
          </ac:spMkLst>
        </pc:spChg>
        <pc:graphicFrameChg chg="add del mod modGraphic">
          <ac:chgData name="Ms Alina Arshad" userId="cccdfd85-d35d-4453-9c6f-a463aae40722" providerId="ADAL" clId="{3BB86528-7D77-4AC4-B8CC-7577E0F08A97}" dt="2024-10-23T15:06:50.250" v="603" actId="478"/>
          <ac:graphicFrameMkLst>
            <pc:docMk/>
            <pc:sldMk cId="3903711180" sldId="297"/>
            <ac:graphicFrameMk id="4" creationId="{1E50B835-0CCC-AE92-B3A7-5602767DB2B7}"/>
          </ac:graphicFrameMkLst>
        </pc:graphicFrameChg>
        <pc:graphicFrameChg chg="add del mod modGraphic">
          <ac:chgData name="Ms Alina Arshad" userId="cccdfd85-d35d-4453-9c6f-a463aae40722" providerId="ADAL" clId="{3BB86528-7D77-4AC4-B8CC-7577E0F08A97}" dt="2024-10-23T15:07:01.231" v="606" actId="14100"/>
          <ac:graphicFrameMkLst>
            <pc:docMk/>
            <pc:sldMk cId="3903711180" sldId="297"/>
            <ac:graphicFrameMk id="5" creationId="{A562D740-0673-ECB1-9DE4-D4E9BA29317F}"/>
          </ac:graphicFrameMkLst>
        </pc:graphicFrameChg>
      </pc:sldChg>
      <pc:sldChg chg="del">
        <pc:chgData name="Ms Alina Arshad" userId="cccdfd85-d35d-4453-9c6f-a463aae40722" providerId="ADAL" clId="{3BB86528-7D77-4AC4-B8CC-7577E0F08A97}" dt="2024-10-19T16:31:40.666" v="22" actId="47"/>
        <pc:sldMkLst>
          <pc:docMk/>
          <pc:sldMk cId="0" sldId="298"/>
        </pc:sldMkLst>
      </pc:sldChg>
      <pc:sldMasterChg chg="delSldLayout">
        <pc:chgData name="Ms Alina Arshad" userId="cccdfd85-d35d-4453-9c6f-a463aae40722" providerId="ADAL" clId="{3BB86528-7D77-4AC4-B8CC-7577E0F08A97}" dt="2024-10-19T16:31:37.260" v="3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3BB86528-7D77-4AC4-B8CC-7577E0F08A97}" dt="2024-10-19T16:31:37.260" v="3" actId="47"/>
          <pc:sldLayoutMkLst>
            <pc:docMk/>
            <pc:sldMasterMk cId="1090009938" sldId="2147483660"/>
            <pc:sldLayoutMk cId="3228929971" sldId="2147483672"/>
          </pc:sldLayoutMkLst>
        </pc:sldLayoutChg>
      </pc:sldMasterChg>
    </pc:docChg>
  </pc:docChgLst>
  <pc:docChgLst>
    <pc:chgData name="Ms Alina Arshad" userId="cccdfd85-d35d-4453-9c6f-a463aae40722" providerId="ADAL" clId="{0CB232A2-0B42-4DBF-AC2D-50B32D7285CF}"/>
    <pc:docChg chg="custSel addSld delSld modSld sldOrd">
      <pc:chgData name="Ms Alina Arshad" userId="cccdfd85-d35d-4453-9c6f-a463aae40722" providerId="ADAL" clId="{0CB232A2-0B42-4DBF-AC2D-50B32D7285CF}" dt="2024-09-17T07:38:04.651" v="169" actId="47"/>
      <pc:docMkLst>
        <pc:docMk/>
      </pc:docMkLst>
      <pc:sldChg chg="modSp mod">
        <pc:chgData name="Ms Alina Arshad" userId="cccdfd85-d35d-4453-9c6f-a463aae40722" providerId="ADAL" clId="{0CB232A2-0B42-4DBF-AC2D-50B32D7285CF}" dt="2024-09-15T13:43:36.080" v="115" actId="1076"/>
        <pc:sldMkLst>
          <pc:docMk/>
          <pc:sldMk cId="0" sldId="258"/>
        </pc:sldMkLst>
        <pc:spChg chg="mod">
          <ac:chgData name="Ms Alina Arshad" userId="cccdfd85-d35d-4453-9c6f-a463aae40722" providerId="ADAL" clId="{0CB232A2-0B42-4DBF-AC2D-50B32D7285CF}" dt="2024-09-15T13:42:00.427" v="111" actId="14100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43:36.080" v="115" actId="1076"/>
          <ac:spMkLst>
            <pc:docMk/>
            <pc:sldMk cId="0" sldId="258"/>
            <ac:spMk id="107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2:20.799" v="112" actId="207"/>
        <pc:sldMkLst>
          <pc:docMk/>
          <pc:sldMk cId="0" sldId="259"/>
        </pc:sldMkLst>
        <pc:spChg chg="mod">
          <ac:chgData name="Ms Alina Arshad" userId="cccdfd85-d35d-4453-9c6f-a463aae40722" providerId="ADAL" clId="{0CB232A2-0B42-4DBF-AC2D-50B32D7285CF}" dt="2024-09-15T13:42:20.799" v="112" actId="207"/>
          <ac:spMkLst>
            <pc:docMk/>
            <pc:sldMk cId="0" sldId="259"/>
            <ac:spMk id="11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0:10.232" v="105" actId="14100"/>
        <pc:sldMkLst>
          <pc:docMk/>
          <pc:sldMk cId="0" sldId="260"/>
        </pc:sldMkLst>
        <pc:picChg chg="mod">
          <ac:chgData name="Ms Alina Arshad" userId="cccdfd85-d35d-4453-9c6f-a463aae40722" providerId="ADAL" clId="{0CB232A2-0B42-4DBF-AC2D-50B32D7285CF}" dt="2024-09-15T13:40:10.232" v="105" actId="14100"/>
          <ac:picMkLst>
            <pc:docMk/>
            <pc:sldMk cId="0" sldId="260"/>
            <ac:picMk id="120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4T10:46:51.265" v="3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0CB232A2-0B42-4DBF-AC2D-50B32D7285CF}" dt="2024-09-14T10:46:51.265" v="3" actId="1076"/>
          <ac:spMkLst>
            <pc:docMk/>
            <pc:sldMk cId="2295129282" sldId="269"/>
            <ac:spMk id="192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0:45:57.979" v="1" actId="2085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5T13:45:36.793" v="117" actId="113"/>
        <pc:sldMkLst>
          <pc:docMk/>
          <pc:sldMk cId="2090315159" sldId="270"/>
        </pc:sldMkLst>
        <pc:spChg chg="mod">
          <ac:chgData name="Ms Alina Arshad" userId="cccdfd85-d35d-4453-9c6f-a463aae40722" providerId="ADAL" clId="{0CB232A2-0B42-4DBF-AC2D-50B32D7285CF}" dt="2024-09-15T13:45:36.793" v="117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4T10:47:31.591" v="4" actId="207"/>
          <ac:spMkLst>
            <pc:docMk/>
            <pc:sldMk cId="2090315159" sldId="270"/>
            <ac:spMk id="20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4T11:11:09.943" v="5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0CB232A2-0B42-4DBF-AC2D-50B32D7285CF}" dt="2024-09-14T11:11:07.043" v="52" actId="2057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1:11:09.943" v="5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0CB232A2-0B42-4DBF-AC2D-50B32D7285CF}" dt="2024-09-15T13:53:32.742" v="137" actId="1076"/>
        <pc:sldMkLst>
          <pc:docMk/>
          <pc:sldMk cId="0" sldId="277"/>
        </pc:sldMkLst>
        <pc:spChg chg="add del mod">
          <ac:chgData name="Ms Alina Arshad" userId="cccdfd85-d35d-4453-9c6f-a463aae40722" providerId="ADAL" clId="{0CB232A2-0B42-4DBF-AC2D-50B32D7285CF}" dt="2024-09-15T13:53:25.594" v="135" actId="478"/>
          <ac:spMkLst>
            <pc:docMk/>
            <pc:sldMk cId="0" sldId="277"/>
            <ac:spMk id="3" creationId="{D1390B3A-9202-17C5-8B1D-C85833BAA94C}"/>
          </ac:spMkLst>
        </pc:spChg>
        <pc:spChg chg="mod">
          <ac:chgData name="Ms Alina Arshad" userId="cccdfd85-d35d-4453-9c6f-a463aae40722" providerId="ADAL" clId="{0CB232A2-0B42-4DBF-AC2D-50B32D7285CF}" dt="2024-09-15T13:51:51.007" v="12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53:29.472" v="136" actId="1076"/>
          <ac:spMkLst>
            <pc:docMk/>
            <pc:sldMk cId="0" sldId="277"/>
            <ac:spMk id="255" creationId="{00000000-0000-0000-0000-000000000000}"/>
          </ac:spMkLst>
        </pc:spChg>
        <pc:graphicFrameChg chg="mod">
          <ac:chgData name="Ms Alina Arshad" userId="cccdfd85-d35d-4453-9c6f-a463aae40722" providerId="ADAL" clId="{0CB232A2-0B42-4DBF-AC2D-50B32D7285CF}" dt="2024-09-15T13:53:32.742" v="137" actId="1076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0CB232A2-0B42-4DBF-AC2D-50B32D7285CF}" dt="2024-09-14T11:53:23.512" v="104" actId="20577"/>
        <pc:sldMkLst>
          <pc:docMk/>
          <pc:sldMk cId="0" sldId="290"/>
        </pc:sldMkLst>
        <pc:spChg chg="mod">
          <ac:chgData name="Ms Alina Arshad" userId="cccdfd85-d35d-4453-9c6f-a463aae40722" providerId="ADAL" clId="{0CB232A2-0B42-4DBF-AC2D-50B32D7285CF}" dt="2024-09-14T11:53:23.512" v="104" actId="20577"/>
          <ac:spMkLst>
            <pc:docMk/>
            <pc:sldMk cId="0" sldId="290"/>
            <ac:spMk id="333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4:10:32.357" v="138" actId="113"/>
        <pc:sldMkLst>
          <pc:docMk/>
          <pc:sldMk cId="0" sldId="302"/>
        </pc:sldMkLst>
        <pc:spChg chg="mod">
          <ac:chgData name="Ms Alina Arshad" userId="cccdfd85-d35d-4453-9c6f-a463aae40722" providerId="ADAL" clId="{0CB232A2-0B42-4DBF-AC2D-50B32D7285CF}" dt="2024-09-15T14:10:32.357" v="138" actId="113"/>
          <ac:spMkLst>
            <pc:docMk/>
            <pc:sldMk cId="0" sldId="302"/>
            <ac:spMk id="409" creationId="{00000000-0000-0000-0000-000000000000}"/>
          </ac:spMkLst>
        </pc:spChg>
      </pc:sldChg>
      <pc:sldChg chg="del">
        <pc:chgData name="Ms Alina Arshad" userId="cccdfd85-d35d-4453-9c6f-a463aae40722" providerId="ADAL" clId="{0CB232A2-0B42-4DBF-AC2D-50B32D7285CF}" dt="2024-09-17T07:37:56.773" v="139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0CB232A2-0B42-4DBF-AC2D-50B32D7285CF}" dt="2024-09-17T07:37:58.202" v="140" actId="47"/>
        <pc:sldMkLst>
          <pc:docMk/>
          <pc:sldMk cId="0" sldId="308"/>
        </pc:sldMkLst>
      </pc:sldChg>
      <pc:sldChg chg="del">
        <pc:chgData name="Ms Alina Arshad" userId="cccdfd85-d35d-4453-9c6f-a463aae40722" providerId="ADAL" clId="{0CB232A2-0B42-4DBF-AC2D-50B32D7285CF}" dt="2024-09-17T07:37:59.300" v="141" actId="47"/>
        <pc:sldMkLst>
          <pc:docMk/>
          <pc:sldMk cId="0" sldId="309"/>
        </pc:sldMkLst>
      </pc:sldChg>
      <pc:sldChg chg="del">
        <pc:chgData name="Ms Alina Arshad" userId="cccdfd85-d35d-4453-9c6f-a463aae40722" providerId="ADAL" clId="{0CB232A2-0B42-4DBF-AC2D-50B32D7285CF}" dt="2024-09-17T07:38:00.061" v="142" actId="47"/>
        <pc:sldMkLst>
          <pc:docMk/>
          <pc:sldMk cId="0" sldId="310"/>
        </pc:sldMkLst>
      </pc:sldChg>
      <pc:sldChg chg="del">
        <pc:chgData name="Ms Alina Arshad" userId="cccdfd85-d35d-4453-9c6f-a463aae40722" providerId="ADAL" clId="{0CB232A2-0B42-4DBF-AC2D-50B32D7285CF}" dt="2024-09-17T07:38:00.661" v="143" actId="47"/>
        <pc:sldMkLst>
          <pc:docMk/>
          <pc:sldMk cId="0" sldId="311"/>
        </pc:sldMkLst>
      </pc:sldChg>
      <pc:sldChg chg="del">
        <pc:chgData name="Ms Alina Arshad" userId="cccdfd85-d35d-4453-9c6f-a463aae40722" providerId="ADAL" clId="{0CB232A2-0B42-4DBF-AC2D-50B32D7285CF}" dt="2024-09-17T07:38:01.181" v="144" actId="47"/>
        <pc:sldMkLst>
          <pc:docMk/>
          <pc:sldMk cId="0" sldId="312"/>
        </pc:sldMkLst>
      </pc:sldChg>
      <pc:sldChg chg="del">
        <pc:chgData name="Ms Alina Arshad" userId="cccdfd85-d35d-4453-9c6f-a463aae40722" providerId="ADAL" clId="{0CB232A2-0B42-4DBF-AC2D-50B32D7285CF}" dt="2024-09-17T07:38:01.535" v="145" actId="47"/>
        <pc:sldMkLst>
          <pc:docMk/>
          <pc:sldMk cId="0" sldId="313"/>
        </pc:sldMkLst>
      </pc:sldChg>
      <pc:sldChg chg="del">
        <pc:chgData name="Ms Alina Arshad" userId="cccdfd85-d35d-4453-9c6f-a463aae40722" providerId="ADAL" clId="{0CB232A2-0B42-4DBF-AC2D-50B32D7285CF}" dt="2024-09-17T07:38:01.928" v="146" actId="47"/>
        <pc:sldMkLst>
          <pc:docMk/>
          <pc:sldMk cId="0" sldId="314"/>
        </pc:sldMkLst>
      </pc:sldChg>
      <pc:sldChg chg="del">
        <pc:chgData name="Ms Alina Arshad" userId="cccdfd85-d35d-4453-9c6f-a463aae40722" providerId="ADAL" clId="{0CB232A2-0B42-4DBF-AC2D-50B32D7285CF}" dt="2024-09-17T07:38:02.233" v="147" actId="47"/>
        <pc:sldMkLst>
          <pc:docMk/>
          <pc:sldMk cId="0" sldId="315"/>
        </pc:sldMkLst>
      </pc:sldChg>
      <pc:sldChg chg="del">
        <pc:chgData name="Ms Alina Arshad" userId="cccdfd85-d35d-4453-9c6f-a463aae40722" providerId="ADAL" clId="{0CB232A2-0B42-4DBF-AC2D-50B32D7285CF}" dt="2024-09-17T07:38:02.483" v="148" actId="47"/>
        <pc:sldMkLst>
          <pc:docMk/>
          <pc:sldMk cId="0" sldId="316"/>
        </pc:sldMkLst>
      </pc:sldChg>
      <pc:sldChg chg="del">
        <pc:chgData name="Ms Alina Arshad" userId="cccdfd85-d35d-4453-9c6f-a463aae40722" providerId="ADAL" clId="{0CB232A2-0B42-4DBF-AC2D-50B32D7285CF}" dt="2024-09-17T07:38:02.657" v="149" actId="47"/>
        <pc:sldMkLst>
          <pc:docMk/>
          <pc:sldMk cId="0" sldId="317"/>
        </pc:sldMkLst>
      </pc:sldChg>
      <pc:sldChg chg="del">
        <pc:chgData name="Ms Alina Arshad" userId="cccdfd85-d35d-4453-9c6f-a463aae40722" providerId="ADAL" clId="{0CB232A2-0B42-4DBF-AC2D-50B32D7285CF}" dt="2024-09-17T07:38:03.192" v="150" actId="47"/>
        <pc:sldMkLst>
          <pc:docMk/>
          <pc:sldMk cId="0" sldId="318"/>
        </pc:sldMkLst>
      </pc:sldChg>
      <pc:sldChg chg="del">
        <pc:chgData name="Ms Alina Arshad" userId="cccdfd85-d35d-4453-9c6f-a463aae40722" providerId="ADAL" clId="{0CB232A2-0B42-4DBF-AC2D-50B32D7285CF}" dt="2024-09-17T07:38:03.222" v="151" actId="47"/>
        <pc:sldMkLst>
          <pc:docMk/>
          <pc:sldMk cId="0" sldId="319"/>
        </pc:sldMkLst>
      </pc:sldChg>
      <pc:sldChg chg="del">
        <pc:chgData name="Ms Alina Arshad" userId="cccdfd85-d35d-4453-9c6f-a463aae40722" providerId="ADAL" clId="{0CB232A2-0B42-4DBF-AC2D-50B32D7285CF}" dt="2024-09-17T07:38:03.241" v="152" actId="47"/>
        <pc:sldMkLst>
          <pc:docMk/>
          <pc:sldMk cId="0" sldId="320"/>
        </pc:sldMkLst>
      </pc:sldChg>
      <pc:sldChg chg="del">
        <pc:chgData name="Ms Alina Arshad" userId="cccdfd85-d35d-4453-9c6f-a463aae40722" providerId="ADAL" clId="{0CB232A2-0B42-4DBF-AC2D-50B32D7285CF}" dt="2024-09-17T07:38:03.256" v="153" actId="47"/>
        <pc:sldMkLst>
          <pc:docMk/>
          <pc:sldMk cId="0" sldId="321"/>
        </pc:sldMkLst>
      </pc:sldChg>
      <pc:sldChg chg="del">
        <pc:chgData name="Ms Alina Arshad" userId="cccdfd85-d35d-4453-9c6f-a463aae40722" providerId="ADAL" clId="{0CB232A2-0B42-4DBF-AC2D-50B32D7285CF}" dt="2024-09-17T07:38:03.292" v="154" actId="47"/>
        <pc:sldMkLst>
          <pc:docMk/>
          <pc:sldMk cId="0" sldId="322"/>
        </pc:sldMkLst>
      </pc:sldChg>
      <pc:sldChg chg="del">
        <pc:chgData name="Ms Alina Arshad" userId="cccdfd85-d35d-4453-9c6f-a463aae40722" providerId="ADAL" clId="{0CB232A2-0B42-4DBF-AC2D-50B32D7285CF}" dt="2024-09-17T07:38:03.323" v="155" actId="47"/>
        <pc:sldMkLst>
          <pc:docMk/>
          <pc:sldMk cId="0" sldId="323"/>
        </pc:sldMkLst>
      </pc:sldChg>
      <pc:sldChg chg="del">
        <pc:chgData name="Ms Alina Arshad" userId="cccdfd85-d35d-4453-9c6f-a463aae40722" providerId="ADAL" clId="{0CB232A2-0B42-4DBF-AC2D-50B32D7285CF}" dt="2024-09-17T07:38:03.373" v="156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0CB232A2-0B42-4DBF-AC2D-50B32D7285CF}" dt="2024-09-17T07:38:03.394" v="157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0CB232A2-0B42-4DBF-AC2D-50B32D7285CF}" dt="2024-09-17T07:38:03.429" v="158" actId="47"/>
        <pc:sldMkLst>
          <pc:docMk/>
          <pc:sldMk cId="0" sldId="326"/>
        </pc:sldMkLst>
      </pc:sldChg>
      <pc:sldChg chg="del">
        <pc:chgData name="Ms Alina Arshad" userId="cccdfd85-d35d-4453-9c6f-a463aae40722" providerId="ADAL" clId="{0CB232A2-0B42-4DBF-AC2D-50B32D7285CF}" dt="2024-09-17T07:38:03.450" v="159" actId="47"/>
        <pc:sldMkLst>
          <pc:docMk/>
          <pc:sldMk cId="0" sldId="327"/>
        </pc:sldMkLst>
      </pc:sldChg>
      <pc:sldChg chg="del">
        <pc:chgData name="Ms Alina Arshad" userId="cccdfd85-d35d-4453-9c6f-a463aae40722" providerId="ADAL" clId="{0CB232A2-0B42-4DBF-AC2D-50B32D7285CF}" dt="2024-09-17T07:38:03.489" v="160" actId="47"/>
        <pc:sldMkLst>
          <pc:docMk/>
          <pc:sldMk cId="0" sldId="328"/>
        </pc:sldMkLst>
      </pc:sldChg>
      <pc:sldChg chg="del">
        <pc:chgData name="Ms Alina Arshad" userId="cccdfd85-d35d-4453-9c6f-a463aae40722" providerId="ADAL" clId="{0CB232A2-0B42-4DBF-AC2D-50B32D7285CF}" dt="2024-09-17T07:38:03.516" v="161" actId="47"/>
        <pc:sldMkLst>
          <pc:docMk/>
          <pc:sldMk cId="0" sldId="329"/>
        </pc:sldMkLst>
      </pc:sldChg>
      <pc:sldChg chg="del">
        <pc:chgData name="Ms Alina Arshad" userId="cccdfd85-d35d-4453-9c6f-a463aae40722" providerId="ADAL" clId="{0CB232A2-0B42-4DBF-AC2D-50B32D7285CF}" dt="2024-09-17T07:38:03.563" v="162" actId="47"/>
        <pc:sldMkLst>
          <pc:docMk/>
          <pc:sldMk cId="0" sldId="330"/>
        </pc:sldMkLst>
      </pc:sldChg>
      <pc:sldChg chg="del">
        <pc:chgData name="Ms Alina Arshad" userId="cccdfd85-d35d-4453-9c6f-a463aae40722" providerId="ADAL" clId="{0CB232A2-0B42-4DBF-AC2D-50B32D7285CF}" dt="2024-09-17T07:38:03.584" v="163" actId="47"/>
        <pc:sldMkLst>
          <pc:docMk/>
          <pc:sldMk cId="0" sldId="331"/>
        </pc:sldMkLst>
      </pc:sldChg>
      <pc:sldChg chg="del">
        <pc:chgData name="Ms Alina Arshad" userId="cccdfd85-d35d-4453-9c6f-a463aae40722" providerId="ADAL" clId="{0CB232A2-0B42-4DBF-AC2D-50B32D7285CF}" dt="2024-09-17T07:38:03.612" v="164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0CB232A2-0B42-4DBF-AC2D-50B32D7285CF}" dt="2024-09-17T07:38:03.668" v="165" actId="47"/>
        <pc:sldMkLst>
          <pc:docMk/>
          <pc:sldMk cId="0" sldId="333"/>
        </pc:sldMkLst>
      </pc:sldChg>
      <pc:sldChg chg="del">
        <pc:chgData name="Ms Alina Arshad" userId="cccdfd85-d35d-4453-9c6f-a463aae40722" providerId="ADAL" clId="{0CB232A2-0B42-4DBF-AC2D-50B32D7285CF}" dt="2024-09-17T07:38:03.680" v="166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0CB232A2-0B42-4DBF-AC2D-50B32D7285CF}" dt="2024-09-17T07:38:04.295" v="167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0CB232A2-0B42-4DBF-AC2D-50B32D7285CF}" dt="2024-09-17T07:38:04.494" v="168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0CB232A2-0B42-4DBF-AC2D-50B32D7285CF}" dt="2024-09-17T07:38:04.651" v="169" actId="47"/>
        <pc:sldMkLst>
          <pc:docMk/>
          <pc:sldMk cId="0" sldId="337"/>
        </pc:sldMkLst>
      </pc:sldChg>
      <pc:sldChg chg="modSp mod">
        <pc:chgData name="Ms Alina Arshad" userId="cccdfd85-d35d-4453-9c6f-a463aae40722" providerId="ADAL" clId="{0CB232A2-0B42-4DBF-AC2D-50B32D7285CF}" dt="2024-09-14T11:34:36.657" v="79" actId="20577"/>
        <pc:sldMkLst>
          <pc:docMk/>
          <pc:sldMk cId="1204309406" sldId="341"/>
        </pc:sldMkLst>
        <pc:spChg chg="mod">
          <ac:chgData name="Ms Alina Arshad" userId="cccdfd85-d35d-4453-9c6f-a463aae40722" providerId="ADAL" clId="{0CB232A2-0B42-4DBF-AC2D-50B32D7285CF}" dt="2024-09-14T11:34:36.657" v="79" actId="20577"/>
          <ac:spMkLst>
            <pc:docMk/>
            <pc:sldMk cId="1204309406" sldId="341"/>
            <ac:spMk id="3" creationId="{FB09A7D6-CB86-1298-9237-F494689B2453}"/>
          </ac:spMkLst>
        </pc:spChg>
      </pc:sldChg>
      <pc:sldChg chg="addSp modSp new mod ord">
        <pc:chgData name="Ms Alina Arshad" userId="cccdfd85-d35d-4453-9c6f-a463aae40722" providerId="ADAL" clId="{0CB232A2-0B42-4DBF-AC2D-50B32D7285CF}" dt="2024-09-14T11:24:13.633" v="69"/>
        <pc:sldMkLst>
          <pc:docMk/>
          <pc:sldMk cId="96607437" sldId="342"/>
        </pc:sldMkLst>
        <pc:spChg chg="add mod">
          <ac:chgData name="Ms Alina Arshad" userId="cccdfd85-d35d-4453-9c6f-a463aae40722" providerId="ADAL" clId="{0CB232A2-0B42-4DBF-AC2D-50B32D7285CF}" dt="2024-09-14T11:23:57.202" v="62" actId="1076"/>
          <ac:spMkLst>
            <pc:docMk/>
            <pc:sldMk cId="96607437" sldId="342"/>
            <ac:spMk id="3" creationId="{83929A5B-4351-FE6D-372A-06A618BD7968}"/>
          </ac:spMkLst>
        </pc:spChg>
        <pc:spChg chg="add mod">
          <ac:chgData name="Ms Alina Arshad" userId="cccdfd85-d35d-4453-9c6f-a463aae40722" providerId="ADAL" clId="{0CB232A2-0B42-4DBF-AC2D-50B32D7285CF}" dt="2024-09-14T11:24:08.938" v="67" actId="14100"/>
          <ac:spMkLst>
            <pc:docMk/>
            <pc:sldMk cId="96607437" sldId="342"/>
            <ac:spMk id="5" creationId="{2FCB2354-E8E1-7D4F-9119-EADE938CCBEE}"/>
          </ac:spMkLst>
        </pc:spChg>
      </pc:sldChg>
    </pc:docChg>
  </pc:docChgLst>
  <pc:docChgLst>
    <pc:chgData name="Ms Alina Arshad" userId="cccdfd85-d35d-4453-9c6f-a463aae40722" providerId="ADAL" clId="{5B8A6D22-27A2-4EF9-83C4-9A1491FF93A7}"/>
    <pc:docChg chg="undo custSel addSld delSld modSld">
      <pc:chgData name="Ms Alina Arshad" userId="cccdfd85-d35d-4453-9c6f-a463aae40722" providerId="ADAL" clId="{5B8A6D22-27A2-4EF9-83C4-9A1491FF93A7}" dt="2024-09-16T08:06:46.187" v="660" actId="22"/>
      <pc:docMkLst>
        <pc:docMk/>
      </pc:docMkLst>
      <pc:sldChg chg="addSp delSp modSp mod">
        <pc:chgData name="Ms Alina Arshad" userId="cccdfd85-d35d-4453-9c6f-a463aae40722" providerId="ADAL" clId="{5B8A6D22-27A2-4EF9-83C4-9A1491FF93A7}" dt="2024-09-16T08:06:46.187" v="660" actId="22"/>
        <pc:sldMkLst>
          <pc:docMk/>
          <pc:sldMk cId="3322361034" sldId="256"/>
        </pc:sldMkLst>
        <pc:spChg chg="add del mod">
          <ac:chgData name="Ms Alina Arshad" userId="cccdfd85-d35d-4453-9c6f-a463aae40722" providerId="ADAL" clId="{5B8A6D22-27A2-4EF9-83C4-9A1491FF93A7}" dt="2024-09-16T08:06:46.187" v="660" actId="22"/>
          <ac:spMkLst>
            <pc:docMk/>
            <pc:sldMk cId="3322361034" sldId="256"/>
            <ac:spMk id="6" creationId="{72021E80-E761-54BE-AD10-FD26DBA73B2D}"/>
          </ac:spMkLst>
        </pc:spChg>
      </pc:sldChg>
      <pc:sldChg chg="modSp mod">
        <pc:chgData name="Ms Alina Arshad" userId="cccdfd85-d35d-4453-9c6f-a463aae40722" providerId="ADAL" clId="{5B8A6D22-27A2-4EF9-83C4-9A1491FF93A7}" dt="2024-09-13T05:11:00.601" v="148" actId="1076"/>
        <pc:sldMkLst>
          <pc:docMk/>
          <pc:sldMk cId="90329638" sldId="268"/>
        </pc:sldMkLst>
        <pc:spChg chg="mod">
          <ac:chgData name="Ms Alina Arshad" userId="cccdfd85-d35d-4453-9c6f-a463aae40722" providerId="ADAL" clId="{5B8A6D22-27A2-4EF9-83C4-9A1491FF93A7}" dt="2024-09-13T05:11:00.601" v="148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0:58.274" v="147" actId="1076"/>
          <ac:picMkLst>
            <pc:docMk/>
            <pc:sldMk cId="90329638" sldId="268"/>
            <ac:picMk id="18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0:35.182" v="24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5B8A6D22-27A2-4EF9-83C4-9A1491FF93A7}" dt="2024-09-12T06:49:19.888" v="4" actId="1076"/>
          <ac:spMkLst>
            <pc:docMk/>
            <pc:sldMk cId="2295129282" sldId="269"/>
            <ac:spMk id="19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3.120" v="20" actId="403"/>
          <ac:spMkLst>
            <pc:docMk/>
            <pc:sldMk cId="2295129282" sldId="269"/>
            <ac:spMk id="19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35.182" v="24" actId="1076"/>
          <ac:spMkLst>
            <pc:docMk/>
            <pc:sldMk cId="2295129282" sldId="269"/>
            <ac:spMk id="1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9.260" v="22" actId="1076"/>
          <ac:spMkLst>
            <pc:docMk/>
            <pc:sldMk cId="2295129282" sldId="269"/>
            <ac:spMk id="19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49:25.084" v="7" actId="1076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1:44.971" v="36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5B8A6D22-27A2-4EF9-83C4-9A1491FF93A7}" dt="2024-09-12T06:51:01.318" v="30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04.077" v="31" actId="207"/>
          <ac:spMkLst>
            <pc:docMk/>
            <pc:sldMk cId="2090315159" sldId="270"/>
            <ac:spMk id="2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44.971" v="36" actId="1076"/>
          <ac:spMkLst>
            <pc:docMk/>
            <pc:sldMk cId="2090315159" sldId="270"/>
            <ac:spMk id="2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6:52:07.621" v="4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B8A6D22-27A2-4EF9-83C4-9A1491FF93A7}" dt="2024-09-12T06:51:52.566" v="40" actId="1076"/>
          <ac:spMkLst>
            <pc:docMk/>
            <pc:sldMk cId="3034138166" sldId="271"/>
            <ac:spMk id="20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03.347" v="42" actId="20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07.621" v="4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2:35.218" v="50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5B8A6D22-27A2-4EF9-83C4-9A1491FF93A7}" dt="2024-09-12T06:52:22.609" v="47" actId="207"/>
          <ac:spMkLst>
            <pc:docMk/>
            <pc:sldMk cId="2504047100" sldId="272"/>
            <ac:spMk id="21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30.200" v="49" actId="207"/>
          <ac:spMkLst>
            <pc:docMk/>
            <pc:sldMk cId="2504047100" sldId="272"/>
            <ac:spMk id="2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26.794" v="48" actId="1076"/>
          <ac:picMkLst>
            <pc:docMk/>
            <pc:sldMk cId="2504047100" sldId="272"/>
            <ac:picMk id="21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2:35.218" v="50" actId="1076"/>
          <ac:picMkLst>
            <pc:docMk/>
            <pc:sldMk cId="2504047100" sldId="272"/>
            <ac:picMk id="21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12.755" v="14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5B8A6D22-27A2-4EF9-83C4-9A1491FF93A7}" dt="2024-09-12T06:54:22.495" v="54" actId="1076"/>
          <ac:spMkLst>
            <pc:docMk/>
            <pc:sldMk cId="4283755204" sldId="273"/>
            <ac:spMk id="22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12.755" v="149" actId="1076"/>
          <ac:picMkLst>
            <pc:docMk/>
            <pc:sldMk cId="4283755204" sldId="273"/>
            <ac:picMk id="226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5:15.540" v="59" actId="1076"/>
          <ac:picMkLst>
            <pc:docMk/>
            <pc:sldMk cId="4283755204" sldId="273"/>
            <ac:picMk id="227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20.577" v="150" actId="1076"/>
        <pc:sldMkLst>
          <pc:docMk/>
          <pc:sldMk cId="2935103945" sldId="274"/>
        </pc:sldMkLst>
        <pc:spChg chg="mod">
          <ac:chgData name="Ms Alina Arshad" userId="cccdfd85-d35d-4453-9c6f-a463aae40722" providerId="ADAL" clId="{5B8A6D22-27A2-4EF9-83C4-9A1491FF93A7}" dt="2024-09-12T06:55:27.971" v="63" actId="1076"/>
          <ac:spMkLst>
            <pc:docMk/>
            <pc:sldMk cId="2935103945" sldId="274"/>
            <ac:spMk id="23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38.863" v="64" actId="207"/>
          <ac:spMkLst>
            <pc:docMk/>
            <pc:sldMk cId="2935103945" sldId="274"/>
            <ac:spMk id="2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20.577" v="150" actId="1076"/>
          <ac:picMkLst>
            <pc:docMk/>
            <pc:sldMk cId="2935103945" sldId="274"/>
            <ac:picMk id="23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5:59.781" v="71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B8A6D22-27A2-4EF9-83C4-9A1491FF93A7}" dt="2024-09-12T06:55:57.639" v="70" actId="1076"/>
          <ac:spMkLst>
            <pc:docMk/>
            <pc:sldMk cId="1497646456" sldId="275"/>
            <ac:spMk id="23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59.781" v="71" actId="207"/>
          <ac:spMkLst>
            <pc:docMk/>
            <pc:sldMk cId="1497646456" sldId="275"/>
            <ac:spMk id="24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1:35.304" v="153" actId="113"/>
        <pc:sldMkLst>
          <pc:docMk/>
          <pc:sldMk cId="3993717517" sldId="276"/>
        </pc:sldMkLst>
        <pc:spChg chg="mod">
          <ac:chgData name="Ms Alina Arshad" userId="cccdfd85-d35d-4453-9c6f-a463aae40722" providerId="ADAL" clId="{5B8A6D22-27A2-4EF9-83C4-9A1491FF93A7}" dt="2024-09-12T06:56:16.816" v="74" actId="27636"/>
          <ac:spMkLst>
            <pc:docMk/>
            <pc:sldMk cId="3993717517" sldId="276"/>
            <ac:spMk id="2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1:35.304" v="153" actId="113"/>
          <ac:spMkLst>
            <pc:docMk/>
            <pc:sldMk cId="3993717517" sldId="276"/>
            <ac:spMk id="2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6T03:47:58.286" v="651" actId="20577"/>
        <pc:sldMkLst>
          <pc:docMk/>
          <pc:sldMk cId="0" sldId="277"/>
        </pc:sldMkLst>
        <pc:spChg chg="mod">
          <ac:chgData name="Ms Alina Arshad" userId="cccdfd85-d35d-4453-9c6f-a463aae40722" providerId="ADAL" clId="{5B8A6D22-27A2-4EF9-83C4-9A1491FF93A7}" dt="2024-09-12T06:57:57.575" v="8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7:53.172" v="83" actId="1076"/>
          <ac:spMkLst>
            <pc:docMk/>
            <pc:sldMk cId="0" sldId="277"/>
            <ac:spMk id="255" creationId="{00000000-0000-0000-0000-000000000000}"/>
          </ac:spMkLst>
        </pc:spChg>
        <pc:graphicFrameChg chg="mod modGraphic">
          <ac:chgData name="Ms Alina Arshad" userId="cccdfd85-d35d-4453-9c6f-a463aae40722" providerId="ADAL" clId="{5B8A6D22-27A2-4EF9-83C4-9A1491FF93A7}" dt="2024-09-16T03:47:58.286" v="651" actId="20577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38.473" v="100" actId="1076"/>
        <pc:sldMkLst>
          <pc:docMk/>
          <pc:sldMk cId="2668593764" sldId="278"/>
        </pc:sldMkLst>
        <pc:spChg chg="mod">
          <ac:chgData name="Ms Alina Arshad" userId="cccdfd85-d35d-4453-9c6f-a463aae40722" providerId="ADAL" clId="{5B8A6D22-27A2-4EF9-83C4-9A1491FF93A7}" dt="2024-09-12T06:58:59.110" v="95" actId="1076"/>
          <ac:spMkLst>
            <pc:docMk/>
            <pc:sldMk cId="2668593764" sldId="278"/>
            <ac:spMk id="26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8:57.039" v="94" actId="1076"/>
          <ac:spMkLst>
            <pc:docMk/>
            <pc:sldMk cId="2668593764" sldId="278"/>
            <ac:spMk id="2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9:18.334" v="98" actId="1076"/>
          <ac:spMkLst>
            <pc:docMk/>
            <pc:sldMk cId="2668593764" sldId="278"/>
            <ac:spMk id="263" creationId="{00000000-0000-0000-0000-000000000000}"/>
          </ac:spMkLst>
        </pc:spChg>
        <pc:graphicFrameChg chg="mod">
          <ac:chgData name="Ms Alina Arshad" userId="cccdfd85-d35d-4453-9c6f-a463aae40722" providerId="ADAL" clId="{5B8A6D22-27A2-4EF9-83C4-9A1491FF93A7}" dt="2024-09-12T06:59:08.736" v="96" actId="1076"/>
          <ac:graphicFrameMkLst>
            <pc:docMk/>
            <pc:sldMk cId="2668593764" sldId="278"/>
            <ac:graphicFrameMk id="264" creationId="{00000000-0000-0000-0000-000000000000}"/>
          </ac:graphicFrameMkLst>
        </pc:graphicFrameChg>
        <pc:graphicFrameChg chg="mod">
          <ac:chgData name="Ms Alina Arshad" userId="cccdfd85-d35d-4453-9c6f-a463aae40722" providerId="ADAL" clId="{5B8A6D22-27A2-4EF9-83C4-9A1491FF93A7}" dt="2024-09-12T07:01:38.473" v="100" actId="1076"/>
          <ac:graphicFrameMkLst>
            <pc:docMk/>
            <pc:sldMk cId="2668593764" sldId="278"/>
            <ac:graphicFrameMk id="26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59.359" v="10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5B8A6D22-27A2-4EF9-83C4-9A1491FF93A7}" dt="2024-09-12T07:01:57.063" v="107" actId="1076"/>
          <ac:spMkLst>
            <pc:docMk/>
            <pc:sldMk cId="3605066316" sldId="281"/>
            <ac:spMk id="27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1:59.359" v="108" actId="1076"/>
          <ac:picMkLst>
            <pc:docMk/>
            <pc:sldMk cId="3605066316" sldId="281"/>
            <ac:picMk id="27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13.645" v="113" actId="14100"/>
        <pc:sldMkLst>
          <pc:docMk/>
          <pc:sldMk cId="24697311" sldId="282"/>
        </pc:sldMkLst>
        <pc:spChg chg="mod">
          <ac:chgData name="Ms Alina Arshad" userId="cccdfd85-d35d-4453-9c6f-a463aae40722" providerId="ADAL" clId="{5B8A6D22-27A2-4EF9-83C4-9A1491FF93A7}" dt="2024-09-12T07:02:13.645" v="113" actId="14100"/>
          <ac:spMkLst>
            <pc:docMk/>
            <pc:sldMk cId="24697311" sldId="282"/>
            <ac:spMk id="27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09.818" v="112" actId="1076"/>
          <ac:picMkLst>
            <pc:docMk/>
            <pc:sldMk cId="24697311" sldId="282"/>
            <ac:picMk id="27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32.578" v="122" actId="27636"/>
        <pc:sldMkLst>
          <pc:docMk/>
          <pc:sldMk cId="3289392637" sldId="283"/>
        </pc:sldMkLst>
        <pc:spChg chg="mod">
          <ac:chgData name="Ms Alina Arshad" userId="cccdfd85-d35d-4453-9c6f-a463aae40722" providerId="ADAL" clId="{5B8A6D22-27A2-4EF9-83C4-9A1491FF93A7}" dt="2024-09-12T07:02:32.578" v="122" actId="27636"/>
          <ac:spMkLst>
            <pc:docMk/>
            <pc:sldMk cId="3289392637" sldId="283"/>
            <ac:spMk id="2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28.146" v="120" actId="1076"/>
          <ac:picMkLst>
            <pc:docMk/>
            <pc:sldMk cId="3289392637" sldId="283"/>
            <ac:picMk id="2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13:51.900" v="187" actId="729"/>
        <pc:sldMkLst>
          <pc:docMk/>
          <pc:sldMk cId="800652809" sldId="284"/>
        </pc:sldMkLst>
        <pc:spChg chg="mod">
          <ac:chgData name="Ms Alina Arshad" userId="cccdfd85-d35d-4453-9c6f-a463aae40722" providerId="ADAL" clId="{5B8A6D22-27A2-4EF9-83C4-9A1491FF93A7}" dt="2024-09-12T07:02:45.877" v="129" actId="14100"/>
          <ac:spMkLst>
            <pc:docMk/>
            <pc:sldMk cId="800652809" sldId="284"/>
            <ac:spMk id="29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36.504" v="123" actId="1076"/>
          <ac:picMkLst>
            <pc:docMk/>
            <pc:sldMk cId="800652809" sldId="284"/>
            <ac:picMk id="293" creationId="{00000000-0000-0000-0000-000000000000}"/>
          </ac:picMkLst>
        </pc:picChg>
      </pc:sldChg>
      <pc:sldChg chg="modSp del mod modShow">
        <pc:chgData name="Ms Alina Arshad" userId="cccdfd85-d35d-4453-9c6f-a463aae40722" providerId="ADAL" clId="{5B8A6D22-27A2-4EF9-83C4-9A1491FF93A7}" dt="2024-09-13T05:14:16.175" v="189" actId="47"/>
        <pc:sldMkLst>
          <pc:docMk/>
          <pc:sldMk cId="1402144616" sldId="285"/>
        </pc:sldMkLst>
        <pc:spChg chg="mod">
          <ac:chgData name="Ms Alina Arshad" userId="cccdfd85-d35d-4453-9c6f-a463aae40722" providerId="ADAL" clId="{5B8A6D22-27A2-4EF9-83C4-9A1491FF93A7}" dt="2024-09-12T07:06:10.037" v="136" actId="113"/>
          <ac:spMkLst>
            <pc:docMk/>
            <pc:sldMk cId="1402144616" sldId="285"/>
            <ac:spMk id="29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2:58.581" v="134" actId="14100"/>
          <ac:spMkLst>
            <pc:docMk/>
            <pc:sldMk cId="1402144616" sldId="285"/>
            <ac:spMk id="29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4:33.451" v="203" actId="404"/>
        <pc:sldMkLst>
          <pc:docMk/>
          <pc:sldMk cId="0" sldId="286"/>
        </pc:sldMkLst>
        <pc:spChg chg="mod">
          <ac:chgData name="Ms Alina Arshad" userId="cccdfd85-d35d-4453-9c6f-a463aae40722" providerId="ADAL" clId="{5B8A6D22-27A2-4EF9-83C4-9A1491FF93A7}" dt="2024-09-13T05:14:33.451" v="203" actId="404"/>
          <ac:spMkLst>
            <pc:docMk/>
            <pc:sldMk cId="0" sldId="286"/>
            <ac:spMk id="3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06.008" v="141" actId="14100"/>
          <ac:spMkLst>
            <pc:docMk/>
            <pc:sldMk cId="0" sldId="286"/>
            <ac:spMk id="30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7:09:18.339" v="146" actId="207"/>
        <pc:sldMkLst>
          <pc:docMk/>
          <pc:sldMk cId="3229345964" sldId="287"/>
        </pc:sldMkLst>
        <pc:spChg chg="mod">
          <ac:chgData name="Ms Alina Arshad" userId="cccdfd85-d35d-4453-9c6f-a463aae40722" providerId="ADAL" clId="{5B8A6D22-27A2-4EF9-83C4-9A1491FF93A7}" dt="2024-09-12T07:09:15.575" v="145" actId="1076"/>
          <ac:spMkLst>
            <pc:docMk/>
            <pc:sldMk cId="3229345964" sldId="287"/>
            <ac:spMk id="3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18.339" v="146" actId="207"/>
          <ac:spMkLst>
            <pc:docMk/>
            <pc:sldMk cId="3229345964" sldId="287"/>
            <ac:spMk id="312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15:12.439" v="210" actId="1076"/>
        <pc:sldMkLst>
          <pc:docMk/>
          <pc:sldMk cId="2002870935" sldId="288"/>
        </pc:sldMkLst>
        <pc:spChg chg="mod">
          <ac:chgData name="Ms Alina Arshad" userId="cccdfd85-d35d-4453-9c6f-a463aae40722" providerId="ADAL" clId="{5B8A6D22-27A2-4EF9-83C4-9A1491FF93A7}" dt="2024-09-13T05:15:04.952" v="208" actId="14100"/>
          <ac:spMkLst>
            <pc:docMk/>
            <pc:sldMk cId="2002870935" sldId="288"/>
            <ac:spMk id="3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07.951" v="209" actId="1076"/>
          <ac:picMkLst>
            <pc:docMk/>
            <pc:sldMk cId="2002870935" sldId="288"/>
            <ac:picMk id="320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15:12.439" v="210" actId="1076"/>
          <ac:picMkLst>
            <pc:docMk/>
            <pc:sldMk cId="2002870935" sldId="288"/>
            <ac:picMk id="32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5:39.437" v="223" actId="207"/>
        <pc:sldMkLst>
          <pc:docMk/>
          <pc:sldMk cId="0" sldId="289"/>
        </pc:sldMkLst>
        <pc:spChg chg="mod">
          <ac:chgData name="Ms Alina Arshad" userId="cccdfd85-d35d-4453-9c6f-a463aae40722" providerId="ADAL" clId="{5B8A6D22-27A2-4EF9-83C4-9A1491FF93A7}" dt="2024-09-13T05:15:28.059" v="218" actId="27636"/>
          <ac:spMkLst>
            <pc:docMk/>
            <pc:sldMk cId="0" sldId="289"/>
            <ac:spMk id="32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5:39.437" v="223" actId="207"/>
          <ac:spMkLst>
            <pc:docMk/>
            <pc:sldMk cId="0" sldId="289"/>
            <ac:spMk id="32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6:09.657" v="229" actId="2711"/>
        <pc:sldMkLst>
          <pc:docMk/>
          <pc:sldMk cId="0" sldId="290"/>
        </pc:sldMkLst>
        <pc:spChg chg="mod">
          <ac:chgData name="Ms Alina Arshad" userId="cccdfd85-d35d-4453-9c6f-a463aae40722" providerId="ADAL" clId="{5B8A6D22-27A2-4EF9-83C4-9A1491FF93A7}" dt="2024-09-13T05:16:09.657" v="229" actId="2711"/>
          <ac:spMkLst>
            <pc:docMk/>
            <pc:sldMk cId="0" sldId="290"/>
            <ac:spMk id="3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48.330" v="225" actId="14100"/>
          <ac:picMkLst>
            <pc:docMk/>
            <pc:sldMk cId="0" sldId="290"/>
            <ac:picMk id="33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6:46.897" v="250" actId="1076"/>
        <pc:sldMkLst>
          <pc:docMk/>
          <pc:sldMk cId="0" sldId="291"/>
        </pc:sldMkLst>
        <pc:spChg chg="mod">
          <ac:chgData name="Ms Alina Arshad" userId="cccdfd85-d35d-4453-9c6f-a463aae40722" providerId="ADAL" clId="{5B8A6D22-27A2-4EF9-83C4-9A1491FF93A7}" dt="2024-09-13T05:16:41.828" v="247" actId="27636"/>
          <ac:spMkLst>
            <pc:docMk/>
            <pc:sldMk cId="0" sldId="291"/>
            <ac:spMk id="33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6:46.897" v="250" actId="1076"/>
          <ac:picMkLst>
            <pc:docMk/>
            <pc:sldMk cId="0" sldId="291"/>
            <ac:picMk id="3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7:13.587" v="259" actId="2711"/>
        <pc:sldMkLst>
          <pc:docMk/>
          <pc:sldMk cId="0" sldId="292"/>
        </pc:sldMkLst>
        <pc:spChg chg="mod">
          <ac:chgData name="Ms Alina Arshad" userId="cccdfd85-d35d-4453-9c6f-a463aae40722" providerId="ADAL" clId="{5B8A6D22-27A2-4EF9-83C4-9A1491FF93A7}" dt="2024-09-13T05:16:56.754" v="253" actId="14100"/>
          <ac:spMkLst>
            <pc:docMk/>
            <pc:sldMk cId="0" sldId="292"/>
            <ac:spMk id="34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7:13.587" v="259" actId="2711"/>
          <ac:spMkLst>
            <pc:docMk/>
            <pc:sldMk cId="0" sldId="292"/>
            <ac:spMk id="34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7:54.481" v="276" actId="1076"/>
        <pc:sldMkLst>
          <pc:docMk/>
          <pc:sldMk cId="0" sldId="293"/>
        </pc:sldMkLst>
        <pc:spChg chg="mod">
          <ac:chgData name="Ms Alina Arshad" userId="cccdfd85-d35d-4453-9c6f-a463aae40722" providerId="ADAL" clId="{5B8A6D22-27A2-4EF9-83C4-9A1491FF93A7}" dt="2024-09-13T05:17:54.481" v="276" actId="1076"/>
          <ac:spMkLst>
            <pc:docMk/>
            <pc:sldMk cId="0" sldId="293"/>
            <ac:spMk id="35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7:40.969" v="270" actId="1076"/>
          <ac:picMkLst>
            <pc:docMk/>
            <pc:sldMk cId="0" sldId="293"/>
            <ac:picMk id="35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8:16.246" v="287" actId="20577"/>
        <pc:sldMkLst>
          <pc:docMk/>
          <pc:sldMk cId="0" sldId="294"/>
        </pc:sldMkLst>
        <pc:spChg chg="mod">
          <ac:chgData name="Ms Alina Arshad" userId="cccdfd85-d35d-4453-9c6f-a463aae40722" providerId="ADAL" clId="{5B8A6D22-27A2-4EF9-83C4-9A1491FF93A7}" dt="2024-09-13T05:18:16.246" v="287" actId="20577"/>
          <ac:spMkLst>
            <pc:docMk/>
            <pc:sldMk cId="0" sldId="294"/>
            <ac:spMk id="356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8:03.026" v="279" actId="1076"/>
          <ac:picMkLst>
            <pc:docMk/>
            <pc:sldMk cId="0" sldId="294"/>
            <ac:picMk id="357" creationId="{00000000-0000-0000-0000-000000000000}"/>
          </ac:picMkLst>
        </pc:picChg>
      </pc:sldChg>
      <pc:sldChg chg="delSp modSp mod">
        <pc:chgData name="Ms Alina Arshad" userId="cccdfd85-d35d-4453-9c6f-a463aae40722" providerId="ADAL" clId="{5B8A6D22-27A2-4EF9-83C4-9A1491FF93A7}" dt="2024-09-13T05:18:42.445" v="299" actId="1076"/>
        <pc:sldMkLst>
          <pc:docMk/>
          <pc:sldMk cId="0" sldId="295"/>
        </pc:sldMkLst>
        <pc:spChg chg="del">
          <ac:chgData name="Ms Alina Arshad" userId="cccdfd85-d35d-4453-9c6f-a463aae40722" providerId="ADAL" clId="{5B8A6D22-27A2-4EF9-83C4-9A1491FF93A7}" dt="2024-09-13T05:18:23.414" v="288" actId="478"/>
          <ac:spMkLst>
            <pc:docMk/>
            <pc:sldMk cId="0" sldId="295"/>
            <ac:spMk id="3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42.445" v="299" actId="1076"/>
          <ac:spMkLst>
            <pc:docMk/>
            <pc:sldMk cId="0" sldId="295"/>
            <ac:spMk id="36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8:53.107" v="303" actId="207"/>
        <pc:sldMkLst>
          <pc:docMk/>
          <pc:sldMk cId="0" sldId="296"/>
        </pc:sldMkLst>
        <pc:spChg chg="mod">
          <ac:chgData name="Ms Alina Arshad" userId="cccdfd85-d35d-4453-9c6f-a463aae40722" providerId="ADAL" clId="{5B8A6D22-27A2-4EF9-83C4-9A1491FF93A7}" dt="2024-09-13T05:18:50.848" v="302" actId="113"/>
          <ac:spMkLst>
            <pc:docMk/>
            <pc:sldMk cId="0" sldId="296"/>
            <ac:spMk id="36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53.107" v="303" actId="207"/>
          <ac:spMkLst>
            <pc:docMk/>
            <pc:sldMk cId="0" sldId="296"/>
            <ac:spMk id="36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9:03.816" v="308" actId="207"/>
        <pc:sldMkLst>
          <pc:docMk/>
          <pc:sldMk cId="0" sldId="297"/>
        </pc:sldMkLst>
        <pc:spChg chg="mod">
          <ac:chgData name="Ms Alina Arshad" userId="cccdfd85-d35d-4453-9c6f-a463aae40722" providerId="ADAL" clId="{5B8A6D22-27A2-4EF9-83C4-9A1491FF93A7}" dt="2024-09-13T05:19:00.926" v="307" actId="27636"/>
          <ac:spMkLst>
            <pc:docMk/>
            <pc:sldMk cId="0" sldId="297"/>
            <ac:spMk id="37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9:03.816" v="308" actId="207"/>
          <ac:spMkLst>
            <pc:docMk/>
            <pc:sldMk cId="0" sldId="297"/>
            <ac:spMk id="37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1:57.672" v="332" actId="403"/>
        <pc:sldMkLst>
          <pc:docMk/>
          <pc:sldMk cId="0" sldId="298"/>
        </pc:sldMkLst>
        <pc:spChg chg="mod">
          <ac:chgData name="Ms Alina Arshad" userId="cccdfd85-d35d-4453-9c6f-a463aae40722" providerId="ADAL" clId="{5B8A6D22-27A2-4EF9-83C4-9A1491FF93A7}" dt="2024-09-13T05:21:57.672" v="332" actId="403"/>
          <ac:spMkLst>
            <pc:docMk/>
            <pc:sldMk cId="0" sldId="298"/>
            <ac:spMk id="38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0:54.546" v="311" actId="1076"/>
          <ac:picMkLst>
            <pc:docMk/>
            <pc:sldMk cId="0" sldId="298"/>
            <ac:picMk id="38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21.505" v="342" actId="1076"/>
        <pc:sldMkLst>
          <pc:docMk/>
          <pc:sldMk cId="0" sldId="299"/>
        </pc:sldMkLst>
        <pc:spChg chg="mod">
          <ac:chgData name="Ms Alina Arshad" userId="cccdfd85-d35d-4453-9c6f-a463aae40722" providerId="ADAL" clId="{5B8A6D22-27A2-4EF9-83C4-9A1491FF93A7}" dt="2024-09-13T05:22:21.505" v="342" actId="1076"/>
          <ac:spMkLst>
            <pc:docMk/>
            <pc:sldMk cId="0" sldId="299"/>
            <ac:spMk id="38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18.844" v="341" actId="1076"/>
          <ac:picMkLst>
            <pc:docMk/>
            <pc:sldMk cId="0" sldId="299"/>
            <ac:picMk id="38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54.631" v="358" actId="27636"/>
        <pc:sldMkLst>
          <pc:docMk/>
          <pc:sldMk cId="0" sldId="300"/>
        </pc:sldMkLst>
        <pc:spChg chg="mod">
          <ac:chgData name="Ms Alina Arshad" userId="cccdfd85-d35d-4453-9c6f-a463aae40722" providerId="ADAL" clId="{5B8A6D22-27A2-4EF9-83C4-9A1491FF93A7}" dt="2024-09-13T05:22:54.631" v="358" actId="27636"/>
          <ac:spMkLst>
            <pc:docMk/>
            <pc:sldMk cId="0" sldId="300"/>
            <ac:spMk id="394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29.858" v="345" actId="1076"/>
          <ac:picMkLst>
            <pc:docMk/>
            <pc:sldMk cId="0" sldId="300"/>
            <ac:picMk id="395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3:03.847" v="361" actId="14100"/>
        <pc:sldMkLst>
          <pc:docMk/>
          <pc:sldMk cId="0" sldId="301"/>
        </pc:sldMkLst>
        <pc:spChg chg="mod">
          <ac:chgData name="Ms Alina Arshad" userId="cccdfd85-d35d-4453-9c6f-a463aae40722" providerId="ADAL" clId="{5B8A6D22-27A2-4EF9-83C4-9A1491FF93A7}" dt="2024-09-13T05:23:03.847" v="361" actId="14100"/>
          <ac:spMkLst>
            <pc:docMk/>
            <pc:sldMk cId="0" sldId="301"/>
            <ac:spMk id="40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17.341" v="364" actId="207"/>
        <pc:sldMkLst>
          <pc:docMk/>
          <pc:sldMk cId="0" sldId="302"/>
        </pc:sldMkLst>
        <pc:spChg chg="mod">
          <ac:chgData name="Ms Alina Arshad" userId="cccdfd85-d35d-4453-9c6f-a463aae40722" providerId="ADAL" clId="{5B8A6D22-27A2-4EF9-83C4-9A1491FF93A7}" dt="2024-09-13T05:23:13.439" v="363" actId="27636"/>
          <ac:spMkLst>
            <pc:docMk/>
            <pc:sldMk cId="0" sldId="302"/>
            <ac:spMk id="4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3:17.341" v="364" actId="207"/>
          <ac:spMkLst>
            <pc:docMk/>
            <pc:sldMk cId="0" sldId="302"/>
            <ac:spMk id="4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42.147" v="370" actId="14100"/>
        <pc:sldMkLst>
          <pc:docMk/>
          <pc:sldMk cId="0" sldId="303"/>
        </pc:sldMkLst>
        <pc:spChg chg="mod">
          <ac:chgData name="Ms Alina Arshad" userId="cccdfd85-d35d-4453-9c6f-a463aae40722" providerId="ADAL" clId="{5B8A6D22-27A2-4EF9-83C4-9A1491FF93A7}" dt="2024-09-13T05:23:42.147" v="370" actId="14100"/>
          <ac:spMkLst>
            <pc:docMk/>
            <pc:sldMk cId="0" sldId="303"/>
            <ac:spMk id="41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3:34.127" v="369" actId="14100"/>
          <ac:picMkLst>
            <pc:docMk/>
            <pc:sldMk cId="0" sldId="303"/>
            <ac:picMk id="4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05.710" v="378" actId="1076"/>
        <pc:sldMkLst>
          <pc:docMk/>
          <pc:sldMk cId="0" sldId="304"/>
        </pc:sldMkLst>
        <pc:spChg chg="mod">
          <ac:chgData name="Ms Alina Arshad" userId="cccdfd85-d35d-4453-9c6f-a463aae40722" providerId="ADAL" clId="{5B8A6D22-27A2-4EF9-83C4-9A1491FF93A7}" dt="2024-09-13T05:24:02.244" v="377" actId="113"/>
          <ac:spMkLst>
            <pc:docMk/>
            <pc:sldMk cId="0" sldId="304"/>
            <ac:spMk id="42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4:05.710" v="378" actId="1076"/>
          <ac:picMkLst>
            <pc:docMk/>
            <pc:sldMk cId="0" sldId="304"/>
            <ac:picMk id="42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24.465" v="385" actId="207"/>
        <pc:sldMkLst>
          <pc:docMk/>
          <pc:sldMk cId="0" sldId="305"/>
        </pc:sldMkLst>
        <pc:spChg chg="mod">
          <ac:chgData name="Ms Alina Arshad" userId="cccdfd85-d35d-4453-9c6f-a463aae40722" providerId="ADAL" clId="{5B8A6D22-27A2-4EF9-83C4-9A1491FF93A7}" dt="2024-09-13T05:24:15.183" v="382" actId="27636"/>
          <ac:spMkLst>
            <pc:docMk/>
            <pc:sldMk cId="0" sldId="305"/>
            <ac:spMk id="43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4:24.465" v="385" actId="207"/>
          <ac:spMkLst>
            <pc:docMk/>
            <pc:sldMk cId="0" sldId="305"/>
            <ac:spMk id="43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6:26.766" v="399" actId="207"/>
        <pc:sldMkLst>
          <pc:docMk/>
          <pc:sldMk cId="0" sldId="306"/>
        </pc:sldMkLst>
        <pc:spChg chg="mod">
          <ac:chgData name="Ms Alina Arshad" userId="cccdfd85-d35d-4453-9c6f-a463aae40722" providerId="ADAL" clId="{5B8A6D22-27A2-4EF9-83C4-9A1491FF93A7}" dt="2024-09-13T05:26:12.122" v="395" actId="1076"/>
          <ac:spMkLst>
            <pc:docMk/>
            <pc:sldMk cId="0" sldId="306"/>
            <ac:spMk id="43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26.766" v="399" actId="207"/>
          <ac:spMkLst>
            <pc:docMk/>
            <pc:sldMk cId="0" sldId="306"/>
            <ac:spMk id="44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6:13.794" v="396" actId="1076"/>
          <ac:picMkLst>
            <pc:docMk/>
            <pc:sldMk cId="0" sldId="306"/>
            <ac:picMk id="43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6:16.730" v="397" actId="1076"/>
          <ac:picMkLst>
            <pc:docMk/>
            <pc:sldMk cId="0" sldId="306"/>
            <ac:picMk id="4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6:48.837" v="404" actId="113"/>
        <pc:sldMkLst>
          <pc:docMk/>
          <pc:sldMk cId="0" sldId="307"/>
        </pc:sldMkLst>
        <pc:spChg chg="mod">
          <ac:chgData name="Ms Alina Arshad" userId="cccdfd85-d35d-4453-9c6f-a463aae40722" providerId="ADAL" clId="{5B8A6D22-27A2-4EF9-83C4-9A1491FF93A7}" dt="2024-09-13T05:26:40.090" v="402" actId="14100"/>
          <ac:spMkLst>
            <pc:docMk/>
            <pc:sldMk cId="0" sldId="307"/>
            <ac:spMk id="4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48.837" v="404" actId="113"/>
          <ac:spMkLst>
            <pc:docMk/>
            <pc:sldMk cId="0" sldId="307"/>
            <ac:spMk id="4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7:33.515" v="420" actId="1076"/>
        <pc:sldMkLst>
          <pc:docMk/>
          <pc:sldMk cId="0" sldId="308"/>
        </pc:sldMkLst>
        <pc:spChg chg="mod">
          <ac:chgData name="Ms Alina Arshad" userId="cccdfd85-d35d-4453-9c6f-a463aae40722" providerId="ADAL" clId="{5B8A6D22-27A2-4EF9-83C4-9A1491FF93A7}" dt="2024-09-13T05:26:59.642" v="408" actId="14100"/>
          <ac:spMkLst>
            <pc:docMk/>
            <pc:sldMk cId="0" sldId="308"/>
            <ac:spMk id="4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7:33.515" v="420" actId="1076"/>
          <ac:spMkLst>
            <pc:docMk/>
            <pc:sldMk cId="0" sldId="308"/>
            <ac:spMk id="45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05.875" v="411" actId="1076"/>
          <ac:picMkLst>
            <pc:docMk/>
            <pc:sldMk cId="0" sldId="308"/>
            <ac:picMk id="454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30.375" v="419" actId="1076"/>
          <ac:picMkLst>
            <pc:docMk/>
            <pc:sldMk cId="0" sldId="308"/>
            <ac:picMk id="45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04.912" v="434" actId="1076"/>
        <pc:sldMkLst>
          <pc:docMk/>
          <pc:sldMk cId="0" sldId="309"/>
        </pc:sldMkLst>
        <pc:spChg chg="mod">
          <ac:chgData name="Ms Alina Arshad" userId="cccdfd85-d35d-4453-9c6f-a463aae40722" providerId="ADAL" clId="{5B8A6D22-27A2-4EF9-83C4-9A1491FF93A7}" dt="2024-09-13T05:27:48.996" v="426" actId="1076"/>
          <ac:spMkLst>
            <pc:docMk/>
            <pc:sldMk cId="0" sldId="309"/>
            <ac:spMk id="4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04.912" v="434" actId="1076"/>
          <ac:spMkLst>
            <pc:docMk/>
            <pc:sldMk cId="0" sldId="309"/>
            <ac:spMk id="46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53.686" v="429" actId="1076"/>
          <ac:picMkLst>
            <pc:docMk/>
            <pc:sldMk cId="0" sldId="309"/>
            <ac:picMk id="463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45.262" v="424" actId="1076"/>
          <ac:picMkLst>
            <pc:docMk/>
            <pc:sldMk cId="0" sldId="309"/>
            <ac:picMk id="46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19.789" v="438" actId="207"/>
        <pc:sldMkLst>
          <pc:docMk/>
          <pc:sldMk cId="0" sldId="310"/>
        </pc:sldMkLst>
        <pc:spChg chg="mod">
          <ac:chgData name="Ms Alina Arshad" userId="cccdfd85-d35d-4453-9c6f-a463aae40722" providerId="ADAL" clId="{5B8A6D22-27A2-4EF9-83C4-9A1491FF93A7}" dt="2024-09-13T05:28:16.258" v="437" actId="14100"/>
          <ac:spMkLst>
            <pc:docMk/>
            <pc:sldMk cId="0" sldId="310"/>
            <ac:spMk id="47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19.789" v="438" actId="207"/>
          <ac:spMkLst>
            <pc:docMk/>
            <pc:sldMk cId="0" sldId="310"/>
            <ac:spMk id="47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8:49.849" v="450" actId="1076"/>
        <pc:sldMkLst>
          <pc:docMk/>
          <pc:sldMk cId="0" sldId="311"/>
        </pc:sldMkLst>
        <pc:spChg chg="mod">
          <ac:chgData name="Ms Alina Arshad" userId="cccdfd85-d35d-4453-9c6f-a463aae40722" providerId="ADAL" clId="{5B8A6D22-27A2-4EF9-83C4-9A1491FF93A7}" dt="2024-09-13T05:28:33.913" v="445" actId="1076"/>
          <ac:spMkLst>
            <pc:docMk/>
            <pc:sldMk cId="0" sldId="311"/>
            <ac:spMk id="47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49.849" v="450" actId="1076"/>
          <ac:spMkLst>
            <pc:docMk/>
            <pc:sldMk cId="0" sldId="311"/>
            <ac:spMk id="479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8:36.417" v="446" actId="1076"/>
          <ac:picMkLst>
            <pc:docMk/>
            <pc:sldMk cId="0" sldId="311"/>
            <ac:picMk id="47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5:27.078" v="463" actId="1076"/>
        <pc:sldMkLst>
          <pc:docMk/>
          <pc:sldMk cId="0" sldId="312"/>
        </pc:sldMkLst>
        <pc:spChg chg="mod">
          <ac:chgData name="Ms Alina Arshad" userId="cccdfd85-d35d-4453-9c6f-a463aae40722" providerId="ADAL" clId="{5B8A6D22-27A2-4EF9-83C4-9A1491FF93A7}" dt="2024-09-13T05:35:11.835" v="455" actId="1076"/>
          <ac:spMkLst>
            <pc:docMk/>
            <pc:sldMk cId="0" sldId="312"/>
            <ac:spMk id="48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25.126" v="461" actId="1076"/>
          <ac:spMkLst>
            <pc:docMk/>
            <pc:sldMk cId="0" sldId="312"/>
            <ac:spMk id="48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5:27.078" v="463" actId="1076"/>
          <ac:picMkLst>
            <pc:docMk/>
            <pc:sldMk cId="0" sldId="312"/>
            <ac:picMk id="4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35:54.938" v="473" actId="729"/>
        <pc:sldMkLst>
          <pc:docMk/>
          <pc:sldMk cId="0" sldId="313"/>
        </pc:sldMkLst>
        <pc:spChg chg="mod">
          <ac:chgData name="Ms Alina Arshad" userId="cccdfd85-d35d-4453-9c6f-a463aae40722" providerId="ADAL" clId="{5B8A6D22-27A2-4EF9-83C4-9A1491FF93A7}" dt="2024-09-13T05:35:36.295" v="467" actId="1076"/>
          <ac:spMkLst>
            <pc:docMk/>
            <pc:sldMk cId="0" sldId="313"/>
            <ac:spMk id="4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48.088" v="472" actId="207"/>
          <ac:spMkLst>
            <pc:docMk/>
            <pc:sldMk cId="0" sldId="313"/>
            <ac:spMk id="495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38:01.383" v="486" actId="404"/>
        <pc:sldMkLst>
          <pc:docMk/>
          <pc:sldMk cId="0" sldId="314"/>
        </pc:sldMkLst>
        <pc:spChg chg="mod">
          <ac:chgData name="Ms Alina Arshad" userId="cccdfd85-d35d-4453-9c6f-a463aae40722" providerId="ADAL" clId="{5B8A6D22-27A2-4EF9-83C4-9A1491FF93A7}" dt="2024-09-13T05:37:57.275" v="485" actId="1076"/>
          <ac:spMkLst>
            <pc:docMk/>
            <pc:sldMk cId="0" sldId="314"/>
            <ac:spMk id="5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01.383" v="486" actId="404"/>
          <ac:spMkLst>
            <pc:docMk/>
            <pc:sldMk cId="0" sldId="314"/>
            <ac:spMk id="5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7:38.579" v="481" actId="1076"/>
          <ac:spMkLst>
            <pc:docMk/>
            <pc:sldMk cId="0" sldId="314"/>
            <ac:spMk id="50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6:08.662" v="476" actId="1076"/>
          <ac:picMkLst>
            <pc:docMk/>
            <pc:sldMk cId="0" sldId="314"/>
            <ac:picMk id="50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14.801" v="492" actId="207"/>
        <pc:sldMkLst>
          <pc:docMk/>
          <pc:sldMk cId="0" sldId="315"/>
        </pc:sldMkLst>
        <pc:spChg chg="mod">
          <ac:chgData name="Ms Alina Arshad" userId="cccdfd85-d35d-4453-9c6f-a463aae40722" providerId="ADAL" clId="{5B8A6D22-27A2-4EF9-83C4-9A1491FF93A7}" dt="2024-09-13T05:38:11.662" v="489" actId="14100"/>
          <ac:spMkLst>
            <pc:docMk/>
            <pc:sldMk cId="0" sldId="315"/>
            <ac:spMk id="5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14.801" v="492" actId="207"/>
          <ac:spMkLst>
            <pc:docMk/>
            <pc:sldMk cId="0" sldId="315"/>
            <ac:spMk id="512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26.127" v="495" actId="207"/>
        <pc:sldMkLst>
          <pc:docMk/>
          <pc:sldMk cId="0" sldId="316"/>
        </pc:sldMkLst>
        <pc:spChg chg="mod">
          <ac:chgData name="Ms Alina Arshad" userId="cccdfd85-d35d-4453-9c6f-a463aae40722" providerId="ADAL" clId="{5B8A6D22-27A2-4EF9-83C4-9A1491FF93A7}" dt="2024-09-13T05:38:23.783" v="494" actId="1076"/>
          <ac:spMkLst>
            <pc:docMk/>
            <pc:sldMk cId="0" sldId="316"/>
            <ac:spMk id="51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26.127" v="495" actId="207"/>
          <ac:spMkLst>
            <pc:docMk/>
            <pc:sldMk cId="0" sldId="316"/>
            <ac:spMk id="51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44.712" v="503" actId="1076"/>
        <pc:sldMkLst>
          <pc:docMk/>
          <pc:sldMk cId="0" sldId="317"/>
        </pc:sldMkLst>
        <pc:spChg chg="mod">
          <ac:chgData name="Ms Alina Arshad" userId="cccdfd85-d35d-4453-9c6f-a463aae40722" providerId="ADAL" clId="{5B8A6D22-27A2-4EF9-83C4-9A1491FF93A7}" dt="2024-09-13T05:38:34.026" v="497" actId="14100"/>
          <ac:spMkLst>
            <pc:docMk/>
            <pc:sldMk cId="0" sldId="317"/>
            <ac:spMk id="52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39.716" v="500" actId="1076"/>
          <ac:spMkLst>
            <pc:docMk/>
            <pc:sldMk cId="0" sldId="317"/>
            <ac:spMk id="52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8:44.712" v="503" actId="1076"/>
          <ac:picMkLst>
            <pc:docMk/>
            <pc:sldMk cId="0" sldId="317"/>
            <ac:picMk id="52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56.740" v="507" actId="207"/>
        <pc:sldMkLst>
          <pc:docMk/>
          <pc:sldMk cId="0" sldId="318"/>
        </pc:sldMkLst>
        <pc:spChg chg="mod">
          <ac:chgData name="Ms Alina Arshad" userId="cccdfd85-d35d-4453-9c6f-a463aae40722" providerId="ADAL" clId="{5B8A6D22-27A2-4EF9-83C4-9A1491FF93A7}" dt="2024-09-13T05:38:54.256" v="506" actId="14100"/>
          <ac:spMkLst>
            <pc:docMk/>
            <pc:sldMk cId="0" sldId="318"/>
            <ac:spMk id="53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56.740" v="507" actId="207"/>
          <ac:spMkLst>
            <pc:docMk/>
            <pc:sldMk cId="0" sldId="318"/>
            <ac:spMk id="53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36.508" v="519" actId="207"/>
        <pc:sldMkLst>
          <pc:docMk/>
          <pc:sldMk cId="0" sldId="319"/>
        </pc:sldMkLst>
        <pc:spChg chg="mod">
          <ac:chgData name="Ms Alina Arshad" userId="cccdfd85-d35d-4453-9c6f-a463aae40722" providerId="ADAL" clId="{5B8A6D22-27A2-4EF9-83C4-9A1491FF93A7}" dt="2024-09-13T05:39:08.797" v="511" actId="1076"/>
          <ac:spMkLst>
            <pc:docMk/>
            <pc:sldMk cId="0" sldId="319"/>
            <ac:spMk id="54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36.508" v="519" actId="207"/>
          <ac:spMkLst>
            <pc:docMk/>
            <pc:sldMk cId="0" sldId="319"/>
            <ac:spMk id="54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43.101" v="521" actId="207"/>
        <pc:sldMkLst>
          <pc:docMk/>
          <pc:sldMk cId="0" sldId="320"/>
        </pc:sldMkLst>
        <pc:spChg chg="mod">
          <ac:chgData name="Ms Alina Arshad" userId="cccdfd85-d35d-4453-9c6f-a463aae40722" providerId="ADAL" clId="{5B8A6D22-27A2-4EF9-83C4-9A1491FF93A7}" dt="2024-09-13T05:39:40.086" v="520" actId="207"/>
          <ac:spMkLst>
            <pc:docMk/>
            <pc:sldMk cId="0" sldId="320"/>
            <ac:spMk id="5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43.101" v="521" actId="207"/>
          <ac:spMkLst>
            <pc:docMk/>
            <pc:sldMk cId="0" sldId="320"/>
            <ac:spMk id="5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03.137" v="526" actId="207"/>
        <pc:sldMkLst>
          <pc:docMk/>
          <pc:sldMk cId="0" sldId="321"/>
        </pc:sldMkLst>
        <pc:spChg chg="mod">
          <ac:chgData name="Ms Alina Arshad" userId="cccdfd85-d35d-4453-9c6f-a463aae40722" providerId="ADAL" clId="{5B8A6D22-27A2-4EF9-83C4-9A1491FF93A7}" dt="2024-09-13T05:39:51.130" v="523" actId="14100"/>
          <ac:spMkLst>
            <pc:docMk/>
            <pc:sldMk cId="0" sldId="321"/>
            <ac:spMk id="55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58.675" v="525" actId="2711"/>
          <ac:spMkLst>
            <pc:docMk/>
            <pc:sldMk cId="0" sldId="321"/>
            <ac:spMk id="5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03.137" v="526" actId="207"/>
          <ac:spMkLst>
            <pc:docMk/>
            <pc:sldMk cId="0" sldId="321"/>
            <ac:spMk id="5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17.744" v="534" actId="20577"/>
        <pc:sldMkLst>
          <pc:docMk/>
          <pc:sldMk cId="0" sldId="322"/>
        </pc:sldMkLst>
        <pc:spChg chg="mod">
          <ac:chgData name="Ms Alina Arshad" userId="cccdfd85-d35d-4453-9c6f-a463aae40722" providerId="ADAL" clId="{5B8A6D22-27A2-4EF9-83C4-9A1491FF93A7}" dt="2024-09-13T05:40:10.948" v="529" actId="27636"/>
          <ac:spMkLst>
            <pc:docMk/>
            <pc:sldMk cId="0" sldId="322"/>
            <ac:spMk id="5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17.744" v="534" actId="20577"/>
          <ac:spMkLst>
            <pc:docMk/>
            <pc:sldMk cId="0" sldId="322"/>
            <ac:spMk id="56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09.017" v="547" actId="14100"/>
        <pc:sldMkLst>
          <pc:docMk/>
          <pc:sldMk cId="0" sldId="323"/>
        </pc:sldMkLst>
        <pc:spChg chg="mod">
          <ac:chgData name="Ms Alina Arshad" userId="cccdfd85-d35d-4453-9c6f-a463aae40722" providerId="ADAL" clId="{5B8A6D22-27A2-4EF9-83C4-9A1491FF93A7}" dt="2024-09-13T05:40:50.376" v="538" actId="207"/>
          <ac:spMkLst>
            <pc:docMk/>
            <pc:sldMk cId="0" sldId="323"/>
            <ac:spMk id="56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09.017" v="547" actId="14100"/>
          <ac:spMkLst>
            <pc:docMk/>
            <pc:sldMk cId="0" sldId="323"/>
            <ac:spMk id="57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47.797" v="554" actId="207"/>
        <pc:sldMkLst>
          <pc:docMk/>
          <pc:sldMk cId="0" sldId="324"/>
        </pc:sldMkLst>
        <pc:spChg chg="mod">
          <ac:chgData name="Ms Alina Arshad" userId="cccdfd85-d35d-4453-9c6f-a463aae40722" providerId="ADAL" clId="{5B8A6D22-27A2-4EF9-83C4-9A1491FF93A7}" dt="2024-09-13T05:41:29.887" v="551" actId="207"/>
          <ac:spMkLst>
            <pc:docMk/>
            <pc:sldMk cId="0" sldId="324"/>
            <ac:spMk id="57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47.797" v="554" actId="207"/>
          <ac:spMkLst>
            <pc:docMk/>
            <pc:sldMk cId="0" sldId="324"/>
            <ac:spMk id="57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2:40.229" v="567" actId="207"/>
        <pc:sldMkLst>
          <pc:docMk/>
          <pc:sldMk cId="0" sldId="325"/>
        </pc:sldMkLst>
        <pc:spChg chg="mod">
          <ac:chgData name="Ms Alina Arshad" userId="cccdfd85-d35d-4453-9c6f-a463aae40722" providerId="ADAL" clId="{5B8A6D22-27A2-4EF9-83C4-9A1491FF93A7}" dt="2024-09-13T05:42:36.755" v="566" actId="1076"/>
          <ac:spMkLst>
            <pc:docMk/>
            <pc:sldMk cId="0" sldId="325"/>
            <ac:spMk id="58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2:40.229" v="567" actId="207"/>
          <ac:spMkLst>
            <pc:docMk/>
            <pc:sldMk cId="0" sldId="325"/>
            <ac:spMk id="58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4:13.537" v="571" actId="207"/>
        <pc:sldMkLst>
          <pc:docMk/>
          <pc:sldMk cId="0" sldId="326"/>
        </pc:sldMkLst>
        <pc:spChg chg="mod">
          <ac:chgData name="Ms Alina Arshad" userId="cccdfd85-d35d-4453-9c6f-a463aae40722" providerId="ADAL" clId="{5B8A6D22-27A2-4EF9-83C4-9A1491FF93A7}" dt="2024-09-13T06:34:10.053" v="570" actId="1076"/>
          <ac:spMkLst>
            <pc:docMk/>
            <pc:sldMk cId="0" sldId="326"/>
            <ac:spMk id="58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13.537" v="571" actId="207"/>
          <ac:spMkLst>
            <pc:docMk/>
            <pc:sldMk cId="0" sldId="326"/>
            <ac:spMk id="59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5:12.054" v="588" actId="14100"/>
        <pc:sldMkLst>
          <pc:docMk/>
          <pc:sldMk cId="0" sldId="327"/>
        </pc:sldMkLst>
        <pc:spChg chg="mod">
          <ac:chgData name="Ms Alina Arshad" userId="cccdfd85-d35d-4453-9c6f-a463aae40722" providerId="ADAL" clId="{5B8A6D22-27A2-4EF9-83C4-9A1491FF93A7}" dt="2024-09-13T06:34:22.582" v="573" actId="14100"/>
          <ac:spMkLst>
            <pc:docMk/>
            <pc:sldMk cId="0" sldId="327"/>
            <ac:spMk id="59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34.922" v="577" actId="207"/>
          <ac:spMkLst>
            <pc:docMk/>
            <pc:sldMk cId="0" sldId="327"/>
            <ac:spMk id="59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5:12.054" v="588" actId="14100"/>
          <ac:spMkLst>
            <pc:docMk/>
            <pc:sldMk cId="0" sldId="327"/>
            <ac:spMk id="59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6:37.576" v="592" actId="207"/>
        <pc:sldMkLst>
          <pc:docMk/>
          <pc:sldMk cId="0" sldId="328"/>
        </pc:sldMkLst>
        <pc:spChg chg="mod">
          <ac:chgData name="Ms Alina Arshad" userId="cccdfd85-d35d-4453-9c6f-a463aae40722" providerId="ADAL" clId="{5B8A6D22-27A2-4EF9-83C4-9A1491FF93A7}" dt="2024-09-13T06:36:23.412" v="591" actId="14100"/>
          <ac:spMkLst>
            <pc:docMk/>
            <pc:sldMk cId="0" sldId="328"/>
            <ac:spMk id="6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6:37.576" v="592" actId="207"/>
          <ac:spMkLst>
            <pc:docMk/>
            <pc:sldMk cId="0" sldId="328"/>
            <ac:spMk id="6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46.588" v="597" actId="207"/>
        <pc:sldMkLst>
          <pc:docMk/>
          <pc:sldMk cId="0" sldId="329"/>
        </pc:sldMkLst>
        <pc:spChg chg="mod">
          <ac:chgData name="Ms Alina Arshad" userId="cccdfd85-d35d-4453-9c6f-a463aae40722" providerId="ADAL" clId="{5B8A6D22-27A2-4EF9-83C4-9A1491FF93A7}" dt="2024-09-13T06:37:42.885" v="596" actId="207"/>
          <ac:spMkLst>
            <pc:docMk/>
            <pc:sldMk cId="0" sldId="329"/>
            <ac:spMk id="6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46.588" v="597" actId="207"/>
          <ac:spMkLst>
            <pc:docMk/>
            <pc:sldMk cId="0" sldId="329"/>
            <ac:spMk id="6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59.873" v="604" actId="1076"/>
        <pc:sldMkLst>
          <pc:docMk/>
          <pc:sldMk cId="0" sldId="330"/>
        </pc:sldMkLst>
        <pc:spChg chg="mod">
          <ac:chgData name="Ms Alina Arshad" userId="cccdfd85-d35d-4453-9c6f-a463aae40722" providerId="ADAL" clId="{5B8A6D22-27A2-4EF9-83C4-9A1491FF93A7}" dt="2024-09-13T06:37:52.843" v="600" actId="14100"/>
          <ac:spMkLst>
            <pc:docMk/>
            <pc:sldMk cId="0" sldId="330"/>
            <ac:spMk id="61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55.702" v="601" actId="1076"/>
          <ac:spMkLst>
            <pc:docMk/>
            <pc:sldMk cId="0" sldId="330"/>
            <ac:spMk id="6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6:37:59.873" v="604" actId="1076"/>
          <ac:picMkLst>
            <pc:docMk/>
            <pc:sldMk cId="0" sldId="330"/>
            <ac:picMk id="6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6:38:15.645" v="608" actId="207"/>
        <pc:sldMkLst>
          <pc:docMk/>
          <pc:sldMk cId="0" sldId="331"/>
        </pc:sldMkLst>
        <pc:spChg chg="mod">
          <ac:chgData name="Ms Alina Arshad" userId="cccdfd85-d35d-4453-9c6f-a463aae40722" providerId="ADAL" clId="{5B8A6D22-27A2-4EF9-83C4-9A1491FF93A7}" dt="2024-09-13T06:38:12.901" v="607" actId="14100"/>
          <ac:spMkLst>
            <pc:docMk/>
            <pc:sldMk cId="0" sldId="331"/>
            <ac:spMk id="62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15.645" v="608" actId="207"/>
          <ac:spMkLst>
            <pc:docMk/>
            <pc:sldMk cId="0" sldId="331"/>
            <ac:spMk id="62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36.075" v="612" actId="207"/>
        <pc:sldMkLst>
          <pc:docMk/>
          <pc:sldMk cId="0" sldId="332"/>
        </pc:sldMkLst>
        <pc:spChg chg="mod">
          <ac:chgData name="Ms Alina Arshad" userId="cccdfd85-d35d-4453-9c6f-a463aae40722" providerId="ADAL" clId="{5B8A6D22-27A2-4EF9-83C4-9A1491FF93A7}" dt="2024-09-13T06:38:33.560" v="611" actId="14100"/>
          <ac:spMkLst>
            <pc:docMk/>
            <pc:sldMk cId="0" sldId="332"/>
            <ac:spMk id="62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36.075" v="612" actId="207"/>
          <ac:spMkLst>
            <pc:docMk/>
            <pc:sldMk cId="0" sldId="332"/>
            <ac:spMk id="63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49.541" v="616" actId="207"/>
        <pc:sldMkLst>
          <pc:docMk/>
          <pc:sldMk cId="0" sldId="333"/>
        </pc:sldMkLst>
        <pc:spChg chg="mod">
          <ac:chgData name="Ms Alina Arshad" userId="cccdfd85-d35d-4453-9c6f-a463aae40722" providerId="ADAL" clId="{5B8A6D22-27A2-4EF9-83C4-9A1491FF93A7}" dt="2024-09-13T06:38:46.697" v="615" actId="14100"/>
          <ac:spMkLst>
            <pc:docMk/>
            <pc:sldMk cId="0" sldId="333"/>
            <ac:spMk id="63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49.541" v="616" actId="207"/>
          <ac:spMkLst>
            <pc:docMk/>
            <pc:sldMk cId="0" sldId="333"/>
            <ac:spMk id="63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02.917" v="621" actId="207"/>
        <pc:sldMkLst>
          <pc:docMk/>
          <pc:sldMk cId="0" sldId="334"/>
        </pc:sldMkLst>
        <pc:spChg chg="mod">
          <ac:chgData name="Ms Alina Arshad" userId="cccdfd85-d35d-4453-9c6f-a463aae40722" providerId="ADAL" clId="{5B8A6D22-27A2-4EF9-83C4-9A1491FF93A7}" dt="2024-09-13T06:38:58.679" v="619" actId="113"/>
          <ac:spMkLst>
            <pc:docMk/>
            <pc:sldMk cId="0" sldId="334"/>
            <ac:spMk id="64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02.917" v="621" actId="207"/>
          <ac:spMkLst>
            <pc:docMk/>
            <pc:sldMk cId="0" sldId="334"/>
            <ac:spMk id="64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13.056" v="625" actId="207"/>
        <pc:sldMkLst>
          <pc:docMk/>
          <pc:sldMk cId="0" sldId="335"/>
        </pc:sldMkLst>
        <pc:spChg chg="mod">
          <ac:chgData name="Ms Alina Arshad" userId="cccdfd85-d35d-4453-9c6f-a463aae40722" providerId="ADAL" clId="{5B8A6D22-27A2-4EF9-83C4-9A1491FF93A7}" dt="2024-09-13T06:39:10.822" v="624" actId="14100"/>
          <ac:spMkLst>
            <pc:docMk/>
            <pc:sldMk cId="0" sldId="335"/>
            <ac:spMk id="6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13.056" v="625" actId="207"/>
          <ac:spMkLst>
            <pc:docMk/>
            <pc:sldMk cId="0" sldId="335"/>
            <ac:spMk id="6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33.838" v="634" actId="1076"/>
        <pc:sldMkLst>
          <pc:docMk/>
          <pc:sldMk cId="0" sldId="336"/>
        </pc:sldMkLst>
        <pc:spChg chg="mod">
          <ac:chgData name="Ms Alina Arshad" userId="cccdfd85-d35d-4453-9c6f-a463aae40722" providerId="ADAL" clId="{5B8A6D22-27A2-4EF9-83C4-9A1491FF93A7}" dt="2024-09-13T06:39:33.838" v="634" actId="1076"/>
          <ac:spMkLst>
            <pc:docMk/>
            <pc:sldMk cId="0" sldId="336"/>
            <ac:spMk id="6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29.042" v="633" actId="20577"/>
          <ac:spMkLst>
            <pc:docMk/>
            <pc:sldMk cId="0" sldId="336"/>
            <ac:spMk id="6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44.101" v="636" actId="207"/>
        <pc:sldMkLst>
          <pc:docMk/>
          <pc:sldMk cId="0" sldId="337"/>
        </pc:sldMkLst>
        <pc:spChg chg="mod">
          <ac:chgData name="Ms Alina Arshad" userId="cccdfd85-d35d-4453-9c6f-a463aae40722" providerId="ADAL" clId="{5B8A6D22-27A2-4EF9-83C4-9A1491FF93A7}" dt="2024-09-13T06:39:38.759" v="635" actId="1076"/>
          <ac:spMkLst>
            <pc:docMk/>
            <pc:sldMk cId="0" sldId="337"/>
            <ac:spMk id="6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44.101" v="636" actId="207"/>
          <ac:spMkLst>
            <pc:docMk/>
            <pc:sldMk cId="0" sldId="337"/>
            <ac:spMk id="664" creationId="{00000000-0000-0000-0000-000000000000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24.005" v="161" actId="1076"/>
        <pc:sldMkLst>
          <pc:docMk/>
          <pc:sldMk cId="3233864465" sldId="338"/>
        </pc:sldMkLst>
        <pc:spChg chg="add mod">
          <ac:chgData name="Ms Alina Arshad" userId="cccdfd85-d35d-4453-9c6f-a463aae40722" providerId="ADAL" clId="{5B8A6D22-27A2-4EF9-83C4-9A1491FF93A7}" dt="2024-09-13T05:12:24.005" v="161" actId="1076"/>
          <ac:spMkLst>
            <pc:docMk/>
            <pc:sldMk cId="3233864465" sldId="338"/>
            <ac:spMk id="3" creationId="{38CBFF88-BEC8-EC9F-E1A7-7E913B0EFCDD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54.408" v="167" actId="1076"/>
        <pc:sldMkLst>
          <pc:docMk/>
          <pc:sldMk cId="1267034377" sldId="339"/>
        </pc:sldMkLst>
        <pc:spChg chg="add mod">
          <ac:chgData name="Ms Alina Arshad" userId="cccdfd85-d35d-4453-9c6f-a463aae40722" providerId="ADAL" clId="{5B8A6D22-27A2-4EF9-83C4-9A1491FF93A7}" dt="2024-09-13T05:12:54.408" v="167" actId="1076"/>
          <ac:spMkLst>
            <pc:docMk/>
            <pc:sldMk cId="1267034377" sldId="339"/>
            <ac:spMk id="3" creationId="{41D1BF0D-AD70-8833-5D6D-38565AB0485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11.117" v="176" actId="113"/>
        <pc:sldMkLst>
          <pc:docMk/>
          <pc:sldMk cId="2400815569" sldId="340"/>
        </pc:sldMkLst>
        <pc:spChg chg="add mod">
          <ac:chgData name="Ms Alina Arshad" userId="cccdfd85-d35d-4453-9c6f-a463aae40722" providerId="ADAL" clId="{5B8A6D22-27A2-4EF9-83C4-9A1491FF93A7}" dt="2024-09-13T05:13:11.117" v="176" actId="113"/>
          <ac:spMkLst>
            <pc:docMk/>
            <pc:sldMk cId="2400815569" sldId="340"/>
            <ac:spMk id="3" creationId="{69C02606-FCDF-8546-6C76-44B4F3EA776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43.875" v="186" actId="1076"/>
        <pc:sldMkLst>
          <pc:docMk/>
          <pc:sldMk cId="1204309406" sldId="341"/>
        </pc:sldMkLst>
        <pc:spChg chg="add mod">
          <ac:chgData name="Ms Alina Arshad" userId="cccdfd85-d35d-4453-9c6f-a463aae40722" providerId="ADAL" clId="{5B8A6D22-27A2-4EF9-83C4-9A1491FF93A7}" dt="2024-09-13T05:13:43.875" v="186" actId="1076"/>
          <ac:spMkLst>
            <pc:docMk/>
            <pc:sldMk cId="1204309406" sldId="341"/>
            <ac:spMk id="3" creationId="{FB09A7D6-CB86-1298-9237-F494689B2453}"/>
          </ac:spMkLst>
        </pc:spChg>
      </pc:sldChg>
      <pc:sldChg chg="new del">
        <pc:chgData name="Ms Alina Arshad" userId="cccdfd85-d35d-4453-9c6f-a463aae40722" providerId="ADAL" clId="{5B8A6D22-27A2-4EF9-83C4-9A1491FF93A7}" dt="2024-09-13T05:13:25.901" v="179" actId="47"/>
        <pc:sldMkLst>
          <pc:docMk/>
          <pc:sldMk cId="3585676104" sldId="341"/>
        </pc:sldMkLst>
      </pc:sldChg>
      <pc:sldChg chg="new del">
        <pc:chgData name="Ms Alina Arshad" userId="cccdfd85-d35d-4453-9c6f-a463aae40722" providerId="ADAL" clId="{5B8A6D22-27A2-4EF9-83C4-9A1491FF93A7}" dt="2024-09-13T05:13:26.151" v="180" actId="47"/>
        <pc:sldMkLst>
          <pc:docMk/>
          <pc:sldMk cId="3903136030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568" y="804641"/>
            <a:ext cx="10688861" cy="633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990033"/>
                </a:solidFill>
                <a:latin typeface="Microsoft Sans Serif"/>
                <a:cs typeface="Microsoft Sans Serif"/>
              </a:defRPr>
            </a:lvl1pPr>
          </a:lstStyle>
          <a:p>
            <a:pPr marL="111125">
              <a:lnSpc>
                <a:spcPts val="1655"/>
              </a:lnSpc>
            </a:pPr>
            <a:r>
              <a:rPr lang="en-US" spc="-5"/>
              <a:t>Slide</a:t>
            </a:r>
            <a:r>
              <a:rPr lang="en-US" spc="-20"/>
              <a:t> </a:t>
            </a:r>
            <a:r>
              <a:rPr lang="en-US"/>
              <a:t>8-</a:t>
            </a:r>
            <a:r>
              <a:rPr lang="en-US" spc="-35"/>
              <a:t> </a:t>
            </a:r>
            <a:fld id="{81D60167-4931-47E6-BA6A-407CBD079E47}" type="slidenum">
              <a:rPr smtClean="0"/>
              <a:pPr marL="111125">
                <a:lnSpc>
                  <a:spcPts val="1655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098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</a:t>
            </a:r>
            <a:r>
              <a:rPr lang="en-US" sz="4400" b="1">
                <a:solidFill>
                  <a:schemeClr val="tx1"/>
                </a:solidFill>
                <a:cs typeface="Times New Roman" panose="02020603050405020304" pitchFamily="18" charset="0"/>
              </a:rPr>
              <a:t>3-</a:t>
            </a:r>
            <a:r>
              <a:rPr lang="en-US" sz="4400" b="1">
                <a:solidFill>
                  <a:schemeClr val="tx1"/>
                </a:solidFill>
              </a:rPr>
              <a:t>Chapter </a:t>
            </a:r>
            <a:r>
              <a:rPr lang="en-US" sz="4400" b="1" dirty="0">
                <a:solidFill>
                  <a:schemeClr val="tx1"/>
                </a:solidFill>
              </a:rPr>
              <a:t># </a:t>
            </a:r>
            <a:r>
              <a:rPr lang="en-US" sz="4400" b="1">
                <a:solidFill>
                  <a:schemeClr val="tx1"/>
                </a:solidFill>
              </a:rPr>
              <a:t>8</a:t>
            </a:r>
            <a:endParaRPr lang="en-US" sz="4400" b="1" dirty="0">
              <a:solidFill>
                <a:schemeClr val="tx1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Relational algebra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5154" y="993112"/>
            <a:ext cx="6619596" cy="690574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chemeClr val="tx1"/>
                </a:solidFill>
              </a:rPr>
              <a:t>Some</a:t>
            </a:r>
            <a:r>
              <a:rPr sz="4400" b="1" spc="-20" dirty="0">
                <a:solidFill>
                  <a:schemeClr val="tx1"/>
                </a:solidFill>
              </a:rPr>
              <a:t> </a:t>
            </a:r>
            <a:r>
              <a:rPr sz="4400" b="1" spc="-10" dirty="0">
                <a:solidFill>
                  <a:schemeClr val="tx1"/>
                </a:solidFill>
              </a:rPr>
              <a:t>properties</a:t>
            </a:r>
            <a:r>
              <a:rPr sz="4400" b="1" spc="-30" dirty="0">
                <a:solidFill>
                  <a:schemeClr val="tx1"/>
                </a:solidFill>
              </a:rPr>
              <a:t> </a:t>
            </a:r>
            <a:r>
              <a:rPr sz="4400" b="1" spc="-5" dirty="0">
                <a:solidFill>
                  <a:schemeClr val="tx1"/>
                </a:solidFill>
              </a:rPr>
              <a:t>of</a:t>
            </a:r>
            <a:r>
              <a:rPr sz="4400" b="1" spc="-25" dirty="0">
                <a:solidFill>
                  <a:schemeClr val="tx1"/>
                </a:solidFill>
              </a:rPr>
              <a:t> </a:t>
            </a:r>
            <a:r>
              <a:rPr sz="4400" b="1" dirty="0">
                <a:solidFill>
                  <a:schemeClr val="tx1"/>
                </a:solidFill>
              </a:rPr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6011" y="2033142"/>
            <a:ext cx="7486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Consider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JOIN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9345" y="2462096"/>
            <a:ext cx="22263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spcBef>
                <a:spcPts val="95"/>
              </a:spcBef>
              <a:buFont typeface="Microsoft Sans Serif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R(A1,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A2,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575" y="2424302"/>
            <a:ext cx="2736850" cy="73787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728980">
              <a:spcBef>
                <a:spcPts val="395"/>
              </a:spcBef>
            </a:pPr>
            <a:r>
              <a:rPr sz="2200" spc="-5" dirty="0">
                <a:latin typeface="Calibri"/>
                <a:cs typeface="Calibri"/>
              </a:rPr>
              <a:t>S(B1, B2, 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.,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Bm)</a:t>
            </a:r>
            <a:endParaRPr sz="2200" dirty="0">
              <a:latin typeface="Calibri"/>
              <a:cs typeface="Calibri"/>
            </a:endParaRPr>
          </a:p>
          <a:p>
            <a:pPr marL="12700">
              <a:spcBef>
                <a:spcPts val="270"/>
              </a:spcBef>
            </a:pPr>
            <a:r>
              <a:rPr sz="2000" dirty="0">
                <a:latin typeface="Calibri"/>
                <a:cs typeface="Calibri"/>
              </a:rPr>
              <a:t>R.Ai=S.Bj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6011" y="3429000"/>
            <a:ext cx="9923173" cy="275485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66700" indent="-228600" algn="just">
              <a:spcBef>
                <a:spcPts val="385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200" spc="-10" dirty="0">
                <a:latin typeface="Calibri"/>
                <a:cs typeface="Calibri"/>
              </a:rPr>
              <a:t>Result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</a:t>
            </a:r>
            <a:r>
              <a:rPr sz="2200" spc="-5" dirty="0">
                <a:latin typeface="Calibri"/>
                <a:cs typeface="Calibri"/>
              </a:rPr>
              <a:t> Q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 </a:t>
            </a:r>
            <a:r>
              <a:rPr sz="2200" spc="-10" dirty="0">
                <a:latin typeface="Calibri"/>
                <a:cs typeface="Calibri"/>
              </a:rPr>
              <a:t>degree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+ m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attributes:</a:t>
            </a:r>
            <a:r>
              <a:rPr lang="en-US" sz="22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Q(A1,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A2,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.,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B1,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B2,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.,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Bm),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order.</a:t>
            </a:r>
            <a:endParaRPr sz="2000" dirty="0">
              <a:latin typeface="Calibri"/>
              <a:cs typeface="Calibri"/>
            </a:endParaRPr>
          </a:p>
          <a:p>
            <a:pPr marL="266700" marR="74295" indent="-228600" algn="just">
              <a:lnSpc>
                <a:spcPct val="90500"/>
              </a:lnSpc>
              <a:spcBef>
                <a:spcPts val="459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resulting </a:t>
            </a:r>
            <a:r>
              <a:rPr sz="2200" spc="-10" dirty="0">
                <a:latin typeface="Calibri"/>
                <a:cs typeface="Calibri"/>
              </a:rPr>
              <a:t>relation </a:t>
            </a:r>
            <a:r>
              <a:rPr sz="2200" spc="-25" dirty="0">
                <a:latin typeface="Calibri"/>
                <a:cs typeface="Calibri"/>
              </a:rPr>
              <a:t>state </a:t>
            </a:r>
            <a:r>
              <a:rPr sz="2200" spc="-5" dirty="0">
                <a:latin typeface="Calibri"/>
                <a:cs typeface="Calibri"/>
              </a:rPr>
              <a:t>has one tuple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each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combination </a:t>
            </a:r>
            <a:r>
              <a:rPr sz="2200" spc="-5" dirty="0">
                <a:latin typeface="Calibri"/>
                <a:cs typeface="Calibri"/>
              </a:rPr>
              <a:t>of tuples—r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R and s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S, </a:t>
            </a:r>
            <a:r>
              <a:rPr sz="2200" spc="-10" dirty="0">
                <a:latin typeface="Calibri"/>
                <a:cs typeface="Calibri"/>
              </a:rPr>
              <a:t>but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only</a:t>
            </a:r>
            <a:r>
              <a:rPr sz="2200" i="1" spc="-5" dirty="0">
                <a:latin typeface="Calibri"/>
                <a:cs typeface="Calibri"/>
              </a:rPr>
              <a:t> if</a:t>
            </a:r>
            <a:r>
              <a:rPr sz="2200" i="1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they</a:t>
            </a:r>
            <a:r>
              <a:rPr sz="2200" i="1" spc="1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satisfy</a:t>
            </a:r>
            <a:r>
              <a:rPr sz="2200" i="1" spc="5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the </a:t>
            </a:r>
            <a:r>
              <a:rPr sz="2200" i="1" spc="-10" dirty="0">
                <a:latin typeface="Calibri"/>
                <a:cs typeface="Calibri"/>
              </a:rPr>
              <a:t>join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condition</a:t>
            </a:r>
            <a:r>
              <a:rPr sz="2200" i="1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r[Ai]=s[Bj]</a:t>
            </a:r>
            <a:endParaRPr sz="2200" dirty="0">
              <a:latin typeface="Calibri"/>
              <a:cs typeface="Calibri"/>
            </a:endParaRPr>
          </a:p>
          <a:p>
            <a:pPr marL="266700" marR="59055" indent="-228600" algn="just">
              <a:lnSpc>
                <a:spcPct val="90300"/>
              </a:lnSpc>
              <a:spcBef>
                <a:spcPts val="470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200" spc="-10" dirty="0">
                <a:latin typeface="Calibri"/>
                <a:cs typeface="Calibri"/>
              </a:rPr>
              <a:t>Hence, </a:t>
            </a:r>
            <a:r>
              <a:rPr sz="2200" spc="-5" dirty="0">
                <a:latin typeface="Calibri"/>
                <a:cs typeface="Calibri"/>
              </a:rPr>
              <a:t>if R has </a:t>
            </a:r>
            <a:r>
              <a:rPr sz="2200" spc="5" dirty="0">
                <a:latin typeface="Calibri"/>
                <a:cs typeface="Calibri"/>
              </a:rPr>
              <a:t>n</a:t>
            </a:r>
            <a:r>
              <a:rPr sz="2175" spc="7" baseline="-21072" dirty="0">
                <a:latin typeface="Calibri"/>
                <a:cs typeface="Calibri"/>
              </a:rPr>
              <a:t>R </a:t>
            </a:r>
            <a:r>
              <a:rPr sz="2200" spc="-10" dirty="0">
                <a:latin typeface="Calibri"/>
                <a:cs typeface="Calibri"/>
              </a:rPr>
              <a:t>tuples, </a:t>
            </a:r>
            <a:r>
              <a:rPr sz="2200" spc="-5" dirty="0">
                <a:latin typeface="Calibri"/>
                <a:cs typeface="Calibri"/>
              </a:rPr>
              <a:t>and S has </a:t>
            </a:r>
            <a:r>
              <a:rPr sz="2200" spc="5" dirty="0">
                <a:latin typeface="Calibri"/>
                <a:cs typeface="Calibri"/>
              </a:rPr>
              <a:t>n</a:t>
            </a:r>
            <a:r>
              <a:rPr sz="2175" spc="7" baseline="-21072" dirty="0">
                <a:latin typeface="Calibri"/>
                <a:cs typeface="Calibri"/>
              </a:rPr>
              <a:t>S </a:t>
            </a:r>
            <a:r>
              <a:rPr sz="2200" spc="-10" dirty="0">
                <a:latin typeface="Calibri"/>
                <a:cs typeface="Calibri"/>
              </a:rPr>
              <a:t>tuples, </a:t>
            </a:r>
            <a:r>
              <a:rPr sz="2200" spc="-5" dirty="0">
                <a:latin typeface="Calibri"/>
                <a:cs typeface="Calibri"/>
              </a:rPr>
              <a:t>then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join </a:t>
            </a:r>
            <a:r>
              <a:rPr sz="2200" spc="-10" dirty="0">
                <a:latin typeface="Calibri"/>
                <a:cs typeface="Calibri"/>
              </a:rPr>
              <a:t>result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spc="-15" dirty="0">
                <a:latin typeface="Calibri"/>
                <a:cs typeface="Calibri"/>
              </a:rPr>
              <a:t>generally </a:t>
            </a:r>
            <a:r>
              <a:rPr sz="2200" spc="-20" dirty="0">
                <a:latin typeface="Calibri"/>
                <a:cs typeface="Calibri"/>
              </a:rPr>
              <a:t>have </a:t>
            </a:r>
            <a:r>
              <a:rPr sz="2200" i="1" spc="-10" dirty="0">
                <a:latin typeface="Calibri"/>
                <a:cs typeface="Calibri"/>
              </a:rPr>
              <a:t>less </a:t>
            </a:r>
            <a:r>
              <a:rPr sz="2200" i="1" spc="-5" dirty="0">
                <a:latin typeface="Calibri"/>
                <a:cs typeface="Calibri"/>
              </a:rPr>
              <a:t>than 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175" baseline="-21072" dirty="0">
                <a:latin typeface="Calibri"/>
                <a:cs typeface="Calibri"/>
              </a:rPr>
              <a:t>R </a:t>
            </a:r>
            <a:r>
              <a:rPr sz="2200" spc="-5" dirty="0">
                <a:latin typeface="Calibri"/>
                <a:cs typeface="Calibri"/>
              </a:rPr>
              <a:t>* 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175" baseline="-21072" dirty="0">
                <a:latin typeface="Calibri"/>
                <a:cs typeface="Calibri"/>
              </a:rPr>
              <a:t>S </a:t>
            </a:r>
            <a:r>
              <a:rPr sz="2175" spc="7" baseline="-21072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tuples.</a:t>
            </a:r>
            <a:endParaRPr sz="2200" dirty="0">
              <a:latin typeface="Calibri"/>
              <a:cs typeface="Calibri"/>
            </a:endParaRPr>
          </a:p>
          <a:p>
            <a:pPr marL="266700" indent="-228600" algn="just">
              <a:lnSpc>
                <a:spcPts val="2520"/>
              </a:lnSpc>
              <a:spcBef>
                <a:spcPts val="219"/>
              </a:spcBef>
              <a:buFont typeface="Microsoft Sans Serif"/>
              <a:buChar char="•"/>
              <a:tabLst>
                <a:tab pos="266700" algn="l"/>
              </a:tabLst>
            </a:pPr>
            <a:r>
              <a:rPr sz="2200" spc="-10" dirty="0">
                <a:latin typeface="Calibri"/>
                <a:cs typeface="Calibri"/>
              </a:rPr>
              <a:t>Only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related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tuples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(based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join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condition)</a:t>
            </a:r>
            <a:endParaRPr sz="2200" dirty="0">
              <a:latin typeface="Calibri"/>
              <a:cs typeface="Calibri"/>
            </a:endParaRPr>
          </a:p>
          <a:p>
            <a:pPr marL="266700" algn="just">
              <a:lnSpc>
                <a:spcPts val="2520"/>
              </a:lnSpc>
            </a:pPr>
            <a:r>
              <a:rPr sz="2200" spc="-5" dirty="0">
                <a:latin typeface="Calibri"/>
                <a:cs typeface="Calibri"/>
              </a:rPr>
              <a:t>will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appear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 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result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27575" y="2462096"/>
            <a:ext cx="458608" cy="347980"/>
          </a:xfrm>
          <a:custGeom>
            <a:avLst/>
            <a:gdLst/>
            <a:ahLst/>
            <a:cxnLst/>
            <a:rect l="l" t="t" r="r" b="b"/>
            <a:pathLst>
              <a:path w="441325" h="347980">
                <a:moveTo>
                  <a:pt x="12191" y="0"/>
                </a:moveTo>
                <a:lnTo>
                  <a:pt x="12191" y="347599"/>
                </a:lnTo>
              </a:path>
              <a:path w="441325" h="347980">
                <a:moveTo>
                  <a:pt x="429767" y="0"/>
                </a:moveTo>
                <a:lnTo>
                  <a:pt x="429767" y="347599"/>
                </a:lnTo>
              </a:path>
              <a:path w="441325" h="347980">
                <a:moveTo>
                  <a:pt x="22860" y="0"/>
                </a:moveTo>
                <a:lnTo>
                  <a:pt x="418338" y="347599"/>
                </a:lnTo>
              </a:path>
              <a:path w="441325" h="347980">
                <a:moveTo>
                  <a:pt x="441325" y="0"/>
                </a:moveTo>
                <a:lnTo>
                  <a:pt x="0" y="347599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402" y="993108"/>
            <a:ext cx="7220097" cy="690574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chemeClr val="tx1"/>
                </a:solidFill>
              </a:rPr>
              <a:t>Some</a:t>
            </a:r>
            <a:r>
              <a:rPr sz="4400" b="1" spc="-20" dirty="0">
                <a:solidFill>
                  <a:schemeClr val="tx1"/>
                </a:solidFill>
              </a:rPr>
              <a:t> </a:t>
            </a:r>
            <a:r>
              <a:rPr sz="4400" b="1" spc="-10" dirty="0">
                <a:solidFill>
                  <a:schemeClr val="tx1"/>
                </a:solidFill>
              </a:rPr>
              <a:t>properties</a:t>
            </a:r>
            <a:r>
              <a:rPr sz="4400" b="1" spc="-30" dirty="0">
                <a:solidFill>
                  <a:schemeClr val="tx1"/>
                </a:solidFill>
              </a:rPr>
              <a:t> </a:t>
            </a:r>
            <a:r>
              <a:rPr sz="4400" b="1" spc="-5" dirty="0">
                <a:solidFill>
                  <a:schemeClr val="tx1"/>
                </a:solidFill>
              </a:rPr>
              <a:t>of</a:t>
            </a:r>
            <a:r>
              <a:rPr sz="4400" b="1" spc="-25" dirty="0">
                <a:solidFill>
                  <a:schemeClr val="tx1"/>
                </a:solidFill>
              </a:rPr>
              <a:t> </a:t>
            </a:r>
            <a:r>
              <a:rPr sz="4400" b="1" dirty="0">
                <a:solidFill>
                  <a:schemeClr val="tx1"/>
                </a:solidFill>
              </a:rPr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210" y="1913155"/>
            <a:ext cx="9947942" cy="264623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27305" indent="-228600">
              <a:lnSpc>
                <a:spcPts val="3030"/>
              </a:lnSpc>
              <a:spcBef>
                <a:spcPts val="475"/>
              </a:spcBef>
              <a:buFont typeface="Microsoft Sans Serif"/>
              <a:buChar char="•"/>
              <a:tabLst>
                <a:tab pos="241300" algn="l"/>
                <a:tab pos="5545455" algn="l"/>
              </a:tabLst>
            </a:pPr>
            <a:r>
              <a:rPr sz="2400" dirty="0"/>
              <a:t>The general case of JOIN operatio</a:t>
            </a:r>
            <a:r>
              <a:rPr lang="en-US" sz="2400" dirty="0"/>
              <a:t>n</a:t>
            </a:r>
            <a:r>
              <a:rPr sz="2400" dirty="0"/>
              <a:t> is called a Theta-join:</a:t>
            </a:r>
            <a:endParaRPr lang="en-US" sz="2400" dirty="0"/>
          </a:p>
          <a:p>
            <a:pPr marL="12700" marR="27305">
              <a:lnSpc>
                <a:spcPts val="3030"/>
              </a:lnSpc>
              <a:spcBef>
                <a:spcPts val="475"/>
              </a:spcBef>
              <a:tabLst>
                <a:tab pos="241300" algn="l"/>
                <a:tab pos="5545455" algn="l"/>
              </a:tabLst>
            </a:pPr>
            <a:r>
              <a:rPr lang="en-US" sz="2400" dirty="0"/>
              <a:t>             </a:t>
            </a:r>
            <a:r>
              <a:rPr sz="4000" dirty="0"/>
              <a:t>R</a:t>
            </a:r>
            <a:r>
              <a:rPr lang="en-US" sz="2400" dirty="0"/>
              <a:t>         </a:t>
            </a:r>
            <a:r>
              <a:rPr sz="2400" dirty="0"/>
              <a:t>theta</a:t>
            </a:r>
            <a:r>
              <a:rPr lang="en-US" sz="2400" dirty="0"/>
              <a:t> </a:t>
            </a:r>
            <a:r>
              <a:rPr lang="en-US" sz="4000" dirty="0"/>
              <a:t>S</a:t>
            </a:r>
            <a:endParaRPr sz="4000" dirty="0"/>
          </a:p>
          <a:p>
            <a:pPr marL="241300" indent="-228600" algn="just">
              <a:spcBef>
                <a:spcPts val="64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dirty="0"/>
              <a:t>The join condition is called theta</a:t>
            </a:r>
          </a:p>
          <a:p>
            <a:pPr marL="241300" marR="194310" indent="-228600">
              <a:lnSpc>
                <a:spcPts val="3020"/>
              </a:lnSpc>
              <a:spcBef>
                <a:spcPts val="10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400" dirty="0"/>
              <a:t>Most join conditions involve one or more equality </a:t>
            </a:r>
            <a:r>
              <a:rPr lang="en-US" sz="2400" dirty="0"/>
              <a:t>c</a:t>
            </a:r>
            <a:r>
              <a:rPr sz="2400" dirty="0"/>
              <a:t>onditions “AND”  together; for example:</a:t>
            </a:r>
          </a:p>
          <a:p>
            <a:pPr marL="697865" lvl="1" indent="-229235">
              <a:spcBef>
                <a:spcPts val="18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dirty="0"/>
              <a:t>R.Ai=S.Bj AND R.Ak=S.Bl AND R.Ap=S.Bq</a:t>
            </a:r>
          </a:p>
        </p:txBody>
      </p:sp>
      <p:sp>
        <p:nvSpPr>
          <p:cNvPr id="4" name="object 4"/>
          <p:cNvSpPr/>
          <p:nvPr/>
        </p:nvSpPr>
        <p:spPr>
          <a:xfrm>
            <a:off x="2357445" y="2430166"/>
            <a:ext cx="330200" cy="258443"/>
          </a:xfrm>
          <a:custGeom>
            <a:avLst/>
            <a:gdLst/>
            <a:ahLst/>
            <a:cxnLst/>
            <a:rect l="l" t="t" r="r" b="b"/>
            <a:pathLst>
              <a:path w="330200" h="174625">
                <a:moveTo>
                  <a:pt x="9143" y="0"/>
                </a:moveTo>
                <a:lnTo>
                  <a:pt x="9143" y="174116"/>
                </a:lnTo>
              </a:path>
              <a:path w="330200" h="174625">
                <a:moveTo>
                  <a:pt x="321563" y="0"/>
                </a:moveTo>
                <a:lnTo>
                  <a:pt x="321563" y="174116"/>
                </a:lnTo>
              </a:path>
              <a:path w="330200" h="174625">
                <a:moveTo>
                  <a:pt x="16763" y="0"/>
                </a:moveTo>
                <a:lnTo>
                  <a:pt x="312420" y="174116"/>
                </a:lnTo>
              </a:path>
              <a:path w="330200" h="174625">
                <a:moveTo>
                  <a:pt x="329946" y="0"/>
                </a:moveTo>
                <a:lnTo>
                  <a:pt x="0" y="174116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E0FC4-757C-2DC3-A410-9F8B650219BA}"/>
              </a:ext>
            </a:extLst>
          </p:cNvPr>
          <p:cNvSpPr txBox="1"/>
          <p:nvPr/>
        </p:nvSpPr>
        <p:spPr>
          <a:xfrm>
            <a:off x="5851488" y="5864892"/>
            <a:ext cx="7018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R.DeptID</a:t>
            </a:r>
            <a:r>
              <a:rPr lang="en-US" sz="2000" b="1" dirty="0"/>
              <a:t>=</a:t>
            </a:r>
            <a:r>
              <a:rPr lang="en-US" sz="2000" b="1" dirty="0" err="1"/>
              <a:t>S.DeptID</a:t>
            </a:r>
            <a:r>
              <a:rPr lang="en-US" sz="2000" b="1" dirty="0"/>
              <a:t> AND </a:t>
            </a:r>
            <a:r>
              <a:rPr lang="en-US" sz="2000" b="1" dirty="0" err="1"/>
              <a:t>S.Location</a:t>
            </a:r>
            <a:r>
              <a:rPr lang="en-US" sz="2000" b="1" dirty="0"/>
              <a:t>=’Building 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5854" y="945726"/>
            <a:ext cx="9744933" cy="690574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chemeClr val="tx1"/>
                </a:solidFill>
              </a:rPr>
              <a:t>Binary</a:t>
            </a:r>
            <a:r>
              <a:rPr sz="4400" b="1" spc="-10" dirty="0">
                <a:solidFill>
                  <a:schemeClr val="tx1"/>
                </a:solidFill>
              </a:rPr>
              <a:t> Relational</a:t>
            </a:r>
            <a:r>
              <a:rPr sz="4400" b="1" dirty="0">
                <a:solidFill>
                  <a:schemeClr val="tx1"/>
                </a:solidFill>
              </a:rPr>
              <a:t> </a:t>
            </a:r>
            <a:r>
              <a:rPr sz="4400" b="1" spc="-15" dirty="0">
                <a:solidFill>
                  <a:schemeClr val="tx1"/>
                </a:solidFill>
              </a:rPr>
              <a:t>Operations:</a:t>
            </a:r>
            <a:r>
              <a:rPr sz="4400" b="1" spc="-5" dirty="0">
                <a:solidFill>
                  <a:schemeClr val="tx1"/>
                </a:solidFill>
              </a:rPr>
              <a:t> EQUIJOIN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5854" y="1943575"/>
            <a:ext cx="10208958" cy="381848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spcBef>
                <a:spcPts val="740"/>
              </a:spcBef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EQUIJOIN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Operation</a:t>
            </a:r>
            <a:r>
              <a:rPr lang="en-US" sz="2800" b="1" spc="-20" dirty="0">
                <a:latin typeface="Calibri"/>
                <a:cs typeface="Calibri"/>
              </a:rPr>
              <a:t>:</a:t>
            </a:r>
            <a:endParaRPr sz="2800" b="1" dirty="0">
              <a:latin typeface="Calibri"/>
              <a:cs typeface="Calibri"/>
            </a:endParaRPr>
          </a:p>
          <a:p>
            <a:pPr marL="241300" marR="19685" indent="-228600">
              <a:lnSpc>
                <a:spcPts val="305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most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join </a:t>
            </a:r>
            <a:r>
              <a:rPr sz="2800" spc="-20" dirty="0">
                <a:latin typeface="Calibri"/>
                <a:cs typeface="Calibri"/>
              </a:rPr>
              <a:t>involves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join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conditions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equality </a:t>
            </a:r>
            <a:r>
              <a:rPr sz="2800" i="1" spc="-10" dirty="0">
                <a:latin typeface="Calibri"/>
                <a:cs typeface="Calibri"/>
              </a:rPr>
              <a:t>comparisons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endParaRPr sz="2800" dirty="0">
              <a:latin typeface="Calibri"/>
              <a:cs typeface="Calibri"/>
            </a:endParaRPr>
          </a:p>
          <a:p>
            <a:pPr marL="241300" marR="257175" indent="-228600">
              <a:lnSpc>
                <a:spcPts val="3050"/>
              </a:lnSpc>
              <a:spcBef>
                <a:spcPts val="94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Such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join,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where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only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comparison </a:t>
            </a:r>
            <a:r>
              <a:rPr sz="2800" spc="-20" dirty="0">
                <a:latin typeface="Calibri"/>
                <a:cs typeface="Calibri"/>
              </a:rPr>
              <a:t>operator</a:t>
            </a:r>
            <a:r>
              <a:rPr sz="2800" spc="-10" dirty="0">
                <a:latin typeface="Calibri"/>
                <a:cs typeface="Calibri"/>
              </a:rPr>
              <a:t> used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EQUIJOIN.</a:t>
            </a:r>
            <a:endParaRPr sz="2800" dirty="0">
              <a:latin typeface="Calibri"/>
              <a:cs typeface="Calibri"/>
            </a:endParaRPr>
          </a:p>
          <a:p>
            <a:pPr marL="697865" marR="48260" lvl="1" indent="-228600">
              <a:lnSpc>
                <a:spcPct val="90200"/>
              </a:lnSpc>
              <a:spcBef>
                <a:spcPts val="455"/>
              </a:spcBef>
              <a:buFont typeface="Microsoft Sans Serif"/>
              <a:buChar char="•"/>
              <a:tabLst>
                <a:tab pos="698500" algn="l"/>
                <a:tab pos="2330450" algn="l"/>
              </a:tabLst>
            </a:pP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result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EQUIJOIN </a:t>
            </a:r>
            <a:r>
              <a:rPr sz="2400" spc="-15" dirty="0">
                <a:latin typeface="Calibri"/>
                <a:cs typeface="Calibri"/>
              </a:rPr>
              <a:t>we always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 or </a:t>
            </a:r>
            <a:r>
              <a:rPr sz="2400" spc="-15" dirty="0">
                <a:latin typeface="Calibri"/>
                <a:cs typeface="Calibri"/>
              </a:rPr>
              <a:t>more </a:t>
            </a:r>
            <a:r>
              <a:rPr sz="2400" spc="-10" dirty="0">
                <a:latin typeface="Calibri"/>
                <a:cs typeface="Calibri"/>
              </a:rPr>
              <a:t>pairs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attributes </a:t>
            </a:r>
            <a:r>
              <a:rPr sz="2400" spc="-5" dirty="0">
                <a:latin typeface="Calibri"/>
                <a:cs typeface="Calibri"/>
              </a:rPr>
              <a:t>(whose names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 not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	identical)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spc="-5" dirty="0">
                <a:latin typeface="Calibri"/>
                <a:cs typeface="Calibri"/>
              </a:rPr>
              <a:t>identical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every </a:t>
            </a:r>
            <a:r>
              <a:rPr sz="2400" dirty="0">
                <a:latin typeface="Calibri"/>
                <a:cs typeface="Calibri"/>
              </a:rPr>
              <a:t>tuple.</a:t>
            </a:r>
          </a:p>
          <a:p>
            <a:pPr marL="697865" marR="5080" lvl="1" indent="-228600">
              <a:lnSpc>
                <a:spcPts val="2620"/>
              </a:lnSpc>
              <a:spcBef>
                <a:spcPts val="49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JOIN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previous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example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EQUIJOIN.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6923" y="703705"/>
            <a:ext cx="10331787" cy="1014637"/>
          </a:xfrm>
          <a:prstGeom prst="rect">
            <a:avLst/>
          </a:prstGeom>
        </p:spPr>
        <p:txBody>
          <a:bodyPr vert="horz" wrap="square" lIns="0" tIns="66040" rIns="0" bIns="0" rtlCol="0" anchor="b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20"/>
              </a:spcBef>
            </a:pPr>
            <a:r>
              <a:rPr sz="4000" b="1" dirty="0">
                <a:solidFill>
                  <a:schemeClr val="tx1"/>
                </a:solidFill>
              </a:rPr>
              <a:t>Binary </a:t>
            </a:r>
            <a:r>
              <a:rPr sz="4000" b="1" spc="-10" dirty="0">
                <a:solidFill>
                  <a:schemeClr val="tx1"/>
                </a:solidFill>
              </a:rPr>
              <a:t>Relational </a:t>
            </a:r>
            <a:r>
              <a:rPr sz="4000" b="1" spc="-15" dirty="0">
                <a:solidFill>
                  <a:schemeClr val="tx1"/>
                </a:solidFill>
              </a:rPr>
              <a:t>Operations: </a:t>
            </a:r>
            <a:r>
              <a:rPr sz="4000" b="1" spc="-710" dirty="0">
                <a:solidFill>
                  <a:schemeClr val="tx1"/>
                </a:solidFill>
              </a:rPr>
              <a:t> </a:t>
            </a:r>
            <a:r>
              <a:rPr sz="4000" b="1" spc="-40" dirty="0">
                <a:solidFill>
                  <a:schemeClr val="tx1"/>
                </a:solidFill>
              </a:rPr>
              <a:t>NATURAL</a:t>
            </a:r>
            <a:r>
              <a:rPr sz="4000" b="1" spc="-15" dirty="0">
                <a:solidFill>
                  <a:schemeClr val="tx1"/>
                </a:solidFill>
              </a:rPr>
              <a:t> </a:t>
            </a:r>
            <a:r>
              <a:rPr sz="4000" b="1" dirty="0">
                <a:solidFill>
                  <a:schemeClr val="tx1"/>
                </a:solidFill>
              </a:rPr>
              <a:t>JOIN</a:t>
            </a:r>
            <a:r>
              <a:rPr sz="4000" b="1" spc="10" dirty="0">
                <a:solidFill>
                  <a:schemeClr val="tx1"/>
                </a:solidFill>
              </a:rPr>
              <a:t> </a:t>
            </a:r>
            <a:r>
              <a:rPr sz="4000" b="1" spc="-15" dirty="0">
                <a:solidFill>
                  <a:schemeClr val="tx1"/>
                </a:solidFill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6923" y="2001865"/>
            <a:ext cx="10017889" cy="357604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spcBef>
                <a:spcPts val="345"/>
              </a:spcBef>
              <a:tabLst>
                <a:tab pos="241300" algn="l"/>
              </a:tabLst>
            </a:pPr>
            <a:r>
              <a:rPr sz="2400" b="1" dirty="0"/>
              <a:t>NATURAL JOIN Operation</a:t>
            </a:r>
          </a:p>
          <a:p>
            <a:pPr marL="240665" marR="187960" indent="-228600">
              <a:lnSpc>
                <a:spcPct val="90300"/>
              </a:lnSpc>
              <a:spcBef>
                <a:spcPts val="480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400" dirty="0"/>
              <a:t>Another variation of JOIN called NATURAL JOIN denoted by * was created to get rid of the second (superfluous) attribute in an EQUIJOIN  condition.</a:t>
            </a:r>
          </a:p>
          <a:p>
            <a:pPr marL="698500" lvl="1" indent="-229870">
              <a:lnSpc>
                <a:spcPts val="2295"/>
              </a:lnSpc>
              <a:spcBef>
                <a:spcPts val="250"/>
              </a:spcBef>
              <a:buFont typeface="Microsoft Sans Serif"/>
              <a:buChar char="•"/>
              <a:tabLst>
                <a:tab pos="1155700" algn="l"/>
                <a:tab pos="1156335" algn="l"/>
              </a:tabLst>
            </a:pPr>
            <a:r>
              <a:rPr sz="2400" dirty="0"/>
              <a:t>because one of each pair of attributes with identical</a:t>
            </a:r>
            <a:r>
              <a:rPr lang="en-US" sz="2400" dirty="0"/>
              <a:t> </a:t>
            </a:r>
            <a:r>
              <a:rPr sz="2400" dirty="0"/>
              <a:t>values is superfluous</a:t>
            </a:r>
            <a:endParaRPr lang="en-US" sz="2400" dirty="0"/>
          </a:p>
          <a:p>
            <a:pPr marL="1155700">
              <a:lnSpc>
                <a:spcPts val="2295"/>
              </a:lnSpc>
            </a:pPr>
            <a:endParaRPr sz="2400" dirty="0"/>
          </a:p>
          <a:p>
            <a:pPr marL="240665" marR="20320" indent="-228600">
              <a:lnSpc>
                <a:spcPct val="90200"/>
              </a:lnSpc>
              <a:spcBef>
                <a:spcPts val="465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400" dirty="0"/>
              <a:t>The standard definition of natural join requires that  the two join attributes, or each pair of  corresponding join attributes, have the same name  in both relations</a:t>
            </a:r>
            <a:endParaRPr lang="en-US" sz="2400" dirty="0"/>
          </a:p>
          <a:p>
            <a:pPr marL="12065" marR="20320">
              <a:lnSpc>
                <a:spcPct val="90200"/>
              </a:lnSpc>
              <a:spcBef>
                <a:spcPts val="465"/>
              </a:spcBef>
              <a:tabLst>
                <a:tab pos="697865" algn="l"/>
                <a:tab pos="698500" algn="l"/>
              </a:tabLst>
            </a:pPr>
            <a:endParaRPr sz="2400" dirty="0"/>
          </a:p>
          <a:p>
            <a:pPr marL="240665" indent="-229235">
              <a:lnSpc>
                <a:spcPts val="2520"/>
              </a:lnSpc>
              <a:spcBef>
                <a:spcPts val="215"/>
              </a:spcBef>
              <a:buFont typeface="Microsoft Sans Serif"/>
              <a:buChar char="•"/>
              <a:tabLst>
                <a:tab pos="697865" algn="l"/>
                <a:tab pos="698500" algn="l"/>
              </a:tabLst>
            </a:pPr>
            <a:r>
              <a:rPr sz="2400" dirty="0"/>
              <a:t>If this is not the case, a renaming operation</a:t>
            </a:r>
            <a:r>
              <a:rPr lang="en-US" sz="2400" dirty="0"/>
              <a:t> </a:t>
            </a:r>
            <a:r>
              <a:rPr sz="2400" dirty="0"/>
              <a:t>is applied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9317" y="1171103"/>
            <a:ext cx="10877757" cy="567463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5" dirty="0"/>
              <a:t>Binary</a:t>
            </a:r>
            <a:r>
              <a:rPr sz="3600" b="1" spc="-40" dirty="0"/>
              <a:t> </a:t>
            </a:r>
            <a:r>
              <a:rPr sz="3600" b="1" spc="-10" dirty="0"/>
              <a:t>Relational</a:t>
            </a:r>
            <a:r>
              <a:rPr sz="3600" b="1" spc="-30" dirty="0"/>
              <a:t> </a:t>
            </a:r>
            <a:r>
              <a:rPr sz="3600" b="1" spc="-15" dirty="0"/>
              <a:t>Operations</a:t>
            </a:r>
            <a:r>
              <a:rPr lang="en-US" sz="3600" b="1" spc="-15" dirty="0"/>
              <a:t>: </a:t>
            </a:r>
            <a:r>
              <a:rPr lang="en-US" sz="3600" b="1" spc="-40" dirty="0">
                <a:cs typeface="Calibri"/>
              </a:rPr>
              <a:t>NATURAL</a:t>
            </a:r>
            <a:r>
              <a:rPr lang="en-US" sz="3600" b="1" spc="-50" dirty="0">
                <a:cs typeface="Calibri"/>
              </a:rPr>
              <a:t> </a:t>
            </a:r>
            <a:r>
              <a:rPr lang="en-US" sz="3600" b="1" dirty="0">
                <a:cs typeface="Calibri"/>
              </a:rPr>
              <a:t>JOIN</a:t>
            </a:r>
            <a:r>
              <a:rPr lang="en-US" sz="3600" b="1" spc="-15" dirty="0">
                <a:cs typeface="Calibri"/>
              </a:rPr>
              <a:t> </a:t>
            </a:r>
            <a:r>
              <a:rPr lang="en-US" sz="3600" b="1" spc="-5" dirty="0">
                <a:cs typeface="Calibri"/>
              </a:rPr>
              <a:t>(continued)</a:t>
            </a:r>
            <a:endParaRPr sz="36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859317" y="1847489"/>
            <a:ext cx="10591153" cy="40950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7965" indent="-227965">
              <a:lnSpc>
                <a:spcPts val="2295"/>
              </a:lnSpc>
              <a:spcBef>
                <a:spcPts val="105"/>
              </a:spcBef>
              <a:buFont typeface="Microsoft Sans Serif"/>
              <a:buChar char="•"/>
              <a:tabLst>
                <a:tab pos="227965" algn="l"/>
                <a:tab pos="228600" algn="l"/>
              </a:tabLst>
            </a:pPr>
            <a:r>
              <a:rPr sz="2000" spc="-10" dirty="0">
                <a:latin typeface="Calibri"/>
                <a:cs typeface="Calibri"/>
              </a:rPr>
              <a:t>Example: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9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apply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natural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join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DNUMBER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DEPARTMENT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DEPT_LOCATIONS,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sufficient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write:</a:t>
            </a:r>
            <a:endParaRPr sz="2000" dirty="0">
              <a:latin typeface="Calibri"/>
              <a:cs typeface="Calibri"/>
            </a:endParaRPr>
          </a:p>
          <a:p>
            <a:pPr marL="685800" lvl="1" indent="-228600">
              <a:spcBef>
                <a:spcPts val="270"/>
              </a:spcBef>
              <a:buFont typeface="Microsoft Sans Serif"/>
              <a:buChar char="•"/>
              <a:tabLst>
                <a:tab pos="685165" algn="l"/>
                <a:tab pos="685800" algn="l"/>
              </a:tabLst>
            </a:pPr>
            <a:r>
              <a:rPr sz="1900" spc="-15" dirty="0">
                <a:latin typeface="Calibri"/>
                <a:cs typeface="Calibri"/>
              </a:rPr>
              <a:t>DEPT_LOCS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←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DEPARTMENT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*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DEPT_LOCATIONS</a:t>
            </a:r>
            <a:endParaRPr sz="1900" dirty="0">
              <a:latin typeface="Calibri"/>
              <a:cs typeface="Calibri"/>
            </a:endParaRPr>
          </a:p>
          <a:p>
            <a:pPr marL="227965" indent="-227965">
              <a:spcBef>
                <a:spcPts val="760"/>
              </a:spcBef>
              <a:buFont typeface="Microsoft Sans Serif"/>
              <a:buChar char="•"/>
              <a:tabLst>
                <a:tab pos="227965" algn="l"/>
                <a:tab pos="228600" algn="l"/>
              </a:tabLst>
            </a:pPr>
            <a:r>
              <a:rPr sz="2000" dirty="0">
                <a:latin typeface="Calibri"/>
                <a:cs typeface="Calibri"/>
              </a:rPr>
              <a:t>Only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-5" dirty="0">
                <a:latin typeface="Calibri"/>
                <a:cs typeface="Calibri"/>
              </a:rPr>
              <a:t>same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name</a:t>
            </a:r>
            <a:r>
              <a:rPr sz="2000" dirty="0">
                <a:latin typeface="Calibri"/>
                <a:cs typeface="Calibri"/>
              </a:rPr>
              <a:t> 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DNUMBER</a:t>
            </a:r>
            <a:endParaRPr sz="2000" dirty="0">
              <a:latin typeface="Calibri"/>
              <a:cs typeface="Calibri"/>
            </a:endParaRPr>
          </a:p>
          <a:p>
            <a:pPr marL="227965" marR="1205865" indent="-227965">
              <a:lnSpc>
                <a:spcPct val="111000"/>
              </a:lnSpc>
              <a:spcBef>
                <a:spcPts val="495"/>
              </a:spcBef>
              <a:buFont typeface="Microsoft Sans Serif"/>
              <a:buChar char="•"/>
              <a:tabLst>
                <a:tab pos="227965" algn="l"/>
                <a:tab pos="228600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5" dirty="0">
                <a:latin typeface="Calibri"/>
                <a:cs typeface="Calibri"/>
              </a:rPr>
              <a:t> implicit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join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condition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attribute: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DEPARTMENT.DNUMBER=DEPT_LOCATIONS.DNUMBER</a:t>
            </a:r>
            <a:endParaRPr sz="2000" dirty="0">
              <a:latin typeface="Calibri"/>
              <a:cs typeface="Calibri"/>
            </a:endParaRPr>
          </a:p>
          <a:p>
            <a:pPr marL="227965" indent="-227965">
              <a:spcBef>
                <a:spcPts val="755"/>
              </a:spcBef>
              <a:buFont typeface="Microsoft Sans Serif"/>
              <a:buChar char="•"/>
              <a:tabLst>
                <a:tab pos="227965" algn="l"/>
                <a:tab pos="228600" algn="l"/>
              </a:tabLst>
            </a:pPr>
            <a:r>
              <a:rPr sz="2000" spc="-5" dirty="0">
                <a:latin typeface="Calibri"/>
                <a:cs typeface="Calibri"/>
              </a:rPr>
              <a:t>Another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example: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←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R(A,B,C,D)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S(C,D,E)</a:t>
            </a:r>
            <a:endParaRPr sz="2000" dirty="0">
              <a:latin typeface="Calibri"/>
              <a:cs typeface="Calibri"/>
            </a:endParaRPr>
          </a:p>
          <a:p>
            <a:pPr marL="685800" lvl="1" indent="-228600">
              <a:lnSpc>
                <a:spcPts val="2295"/>
              </a:lnSpc>
              <a:spcBef>
                <a:spcPts val="240"/>
              </a:spcBef>
              <a:buFont typeface="Microsoft Sans Serif"/>
              <a:buChar char="•"/>
              <a:tabLst>
                <a:tab pos="685165" algn="l"/>
                <a:tab pos="68580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implicit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join condition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includes </a:t>
            </a:r>
            <a:r>
              <a:rPr sz="2000" i="1" dirty="0">
                <a:latin typeface="Calibri"/>
                <a:cs typeface="Calibri"/>
              </a:rPr>
              <a:t>each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pair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attributes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same name,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“AND”ed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together:</a:t>
            </a:r>
            <a:endParaRPr sz="2000" dirty="0">
              <a:latin typeface="Calibri"/>
              <a:cs typeface="Calibri"/>
            </a:endParaRPr>
          </a:p>
          <a:p>
            <a:pPr marL="1143000" lvl="2" indent="-229235">
              <a:spcBef>
                <a:spcPts val="285"/>
              </a:spcBef>
              <a:buFont typeface="Microsoft Sans Serif"/>
              <a:buChar char="•"/>
              <a:tabLst>
                <a:tab pos="1142365" algn="l"/>
                <a:tab pos="1143635" algn="l"/>
              </a:tabLst>
            </a:pPr>
            <a:r>
              <a:rPr spc="-15" dirty="0">
                <a:latin typeface="Calibri"/>
                <a:cs typeface="Calibri"/>
              </a:rPr>
              <a:t>R.C=S.C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R.D.S.D</a:t>
            </a:r>
            <a:endParaRPr dirty="0">
              <a:latin typeface="Calibri"/>
              <a:cs typeface="Calibri"/>
            </a:endParaRPr>
          </a:p>
          <a:p>
            <a:pPr marL="685800" lvl="1" indent="-228600">
              <a:spcBef>
                <a:spcPts val="254"/>
              </a:spcBef>
              <a:buFont typeface="Microsoft Sans Serif"/>
              <a:buChar char="•"/>
              <a:tabLst>
                <a:tab pos="685165" algn="l"/>
                <a:tab pos="685800" algn="l"/>
              </a:tabLst>
            </a:pPr>
            <a:r>
              <a:rPr sz="2000" spc="-10" dirty="0">
                <a:latin typeface="Calibri"/>
                <a:cs typeface="Calibri"/>
              </a:rPr>
              <a:t>Result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keeps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5" dirty="0">
                <a:latin typeface="Calibri"/>
                <a:cs typeface="Calibri"/>
              </a:rPr>
              <a:t> pair:</a:t>
            </a:r>
            <a:endParaRPr sz="2000" dirty="0">
              <a:latin typeface="Calibri"/>
              <a:cs typeface="Calibri"/>
            </a:endParaRPr>
          </a:p>
          <a:p>
            <a:pPr marL="1143000" lvl="2" indent="-229235">
              <a:spcBef>
                <a:spcPts val="300"/>
              </a:spcBef>
              <a:buFont typeface="Microsoft Sans Serif"/>
              <a:buChar char="•"/>
              <a:tabLst>
                <a:tab pos="1142365" algn="l"/>
                <a:tab pos="1143635" algn="l"/>
              </a:tabLst>
            </a:pPr>
            <a:r>
              <a:rPr spc="-15" dirty="0">
                <a:latin typeface="Calibri"/>
                <a:cs typeface="Calibri"/>
              </a:rPr>
              <a:t>Q(A,B,C,D,E)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9718" y="5642864"/>
            <a:ext cx="80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dirty="0">
                <a:latin typeface="Microsoft Sans Serif"/>
                <a:cs typeface="Microsoft Sans Serif"/>
              </a:rPr>
              <a:t>•</a:t>
            </a:r>
            <a:endParaRPr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2674" y="5123942"/>
            <a:ext cx="4724400" cy="10378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1821" y="1068140"/>
            <a:ext cx="7771939" cy="662361"/>
          </a:xfrm>
          <a:prstGeom prst="rect">
            <a:avLst/>
          </a:prstGeom>
        </p:spPr>
        <p:txBody>
          <a:bodyPr vert="horz" wrap="square" lIns="0" tIns="84455" rIns="0" bIns="0" rtlCol="0" anchor="b">
            <a:spAutoFit/>
          </a:bodyPr>
          <a:lstStyle/>
          <a:p>
            <a:pPr marL="12700" marR="5080">
              <a:lnSpc>
                <a:spcPts val="4540"/>
              </a:lnSpc>
              <a:spcBef>
                <a:spcPts val="665"/>
              </a:spcBef>
            </a:pPr>
            <a:r>
              <a:rPr sz="4200" b="1" spc="-80" dirty="0">
                <a:solidFill>
                  <a:schemeClr val="tx1"/>
                </a:solidFill>
                <a:cs typeface="Verdana"/>
              </a:rPr>
              <a:t>Exampl</a:t>
            </a:r>
            <a:r>
              <a:rPr sz="4200" b="1" spc="-75" dirty="0">
                <a:solidFill>
                  <a:schemeClr val="tx1"/>
                </a:solidFill>
                <a:cs typeface="Verdana"/>
              </a:rPr>
              <a:t>e</a:t>
            </a:r>
            <a:r>
              <a:rPr sz="4200" b="1" spc="-330" dirty="0">
                <a:solidFill>
                  <a:schemeClr val="tx1"/>
                </a:solidFill>
                <a:cs typeface="Verdana"/>
              </a:rPr>
              <a:t> </a:t>
            </a:r>
            <a:r>
              <a:rPr sz="4200" b="1" spc="20" dirty="0">
                <a:solidFill>
                  <a:schemeClr val="tx1"/>
                </a:solidFill>
                <a:cs typeface="Verdana"/>
              </a:rPr>
              <a:t>of</a:t>
            </a:r>
            <a:r>
              <a:rPr sz="4200" b="1" spc="-315" dirty="0">
                <a:solidFill>
                  <a:schemeClr val="tx1"/>
                </a:solidFill>
                <a:cs typeface="Verdana"/>
              </a:rPr>
              <a:t> </a:t>
            </a:r>
            <a:r>
              <a:rPr sz="4200" b="1" spc="-210" dirty="0">
                <a:solidFill>
                  <a:schemeClr val="tx1"/>
                </a:solidFill>
                <a:cs typeface="Verdana"/>
              </a:rPr>
              <a:t>NATURAL</a:t>
            </a:r>
            <a:r>
              <a:rPr sz="4200" b="1" spc="-315" dirty="0">
                <a:solidFill>
                  <a:schemeClr val="tx1"/>
                </a:solidFill>
                <a:cs typeface="Verdana"/>
              </a:rPr>
              <a:t> </a:t>
            </a:r>
            <a:r>
              <a:rPr sz="4200" b="1" spc="-85" dirty="0">
                <a:solidFill>
                  <a:schemeClr val="tx1"/>
                </a:solidFill>
                <a:cs typeface="Verdana"/>
              </a:rPr>
              <a:t>JOIN </a:t>
            </a:r>
            <a:r>
              <a:rPr sz="4200" b="1" dirty="0">
                <a:solidFill>
                  <a:schemeClr val="tx1"/>
                </a:solidFill>
                <a:cs typeface="Verdana"/>
              </a:rPr>
              <a:t>operation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5816" y="1730501"/>
            <a:ext cx="6592823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8685" y="1086713"/>
            <a:ext cx="410840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b="1" spc="-50" dirty="0">
                <a:latin typeface="Calibri"/>
                <a:cs typeface="Calibri"/>
              </a:rPr>
              <a:t>N-Way</a:t>
            </a:r>
            <a:r>
              <a:rPr sz="4400" b="1" spc="-7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Join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7076" y="2993409"/>
            <a:ext cx="7391400" cy="609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73695" y="2044420"/>
            <a:ext cx="6861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For</a:t>
            </a:r>
            <a:r>
              <a:rPr sz="2400" spc="-2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example,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consider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following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three-way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join: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837" y="916527"/>
            <a:ext cx="10104325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chemeClr val="tx1"/>
                </a:solidFill>
              </a:rPr>
              <a:t>Complete </a:t>
            </a:r>
            <a:r>
              <a:rPr b="1" spc="-5" dirty="0">
                <a:solidFill>
                  <a:schemeClr val="tx1"/>
                </a:solidFill>
              </a:rPr>
              <a:t>Set</a:t>
            </a:r>
            <a:r>
              <a:rPr b="1" spc="-10" dirty="0">
                <a:solidFill>
                  <a:schemeClr val="tx1"/>
                </a:solidFill>
              </a:rPr>
              <a:t> </a:t>
            </a:r>
            <a:r>
              <a:rPr b="1" spc="-5" dirty="0">
                <a:solidFill>
                  <a:schemeClr val="tx1"/>
                </a:solidFill>
              </a:rPr>
              <a:t>of</a:t>
            </a:r>
            <a:r>
              <a:rPr b="1" spc="-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Relational</a:t>
            </a:r>
            <a:r>
              <a:rPr b="1" dirty="0">
                <a:solidFill>
                  <a:schemeClr val="tx1"/>
                </a:solidFill>
              </a:rPr>
              <a:t> </a:t>
            </a:r>
            <a:r>
              <a:rPr b="1" spc="-15" dirty="0">
                <a:solidFill>
                  <a:schemeClr val="tx1"/>
                </a:solidFill>
              </a:rPr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413" y="2022170"/>
            <a:ext cx="10317706" cy="2545953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41300" marR="92075" indent="-228600">
              <a:lnSpc>
                <a:spcPts val="3040"/>
              </a:lnSpc>
              <a:spcBef>
                <a:spcPts val="4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set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operations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including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SELECT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90" dirty="0">
                <a:latin typeface="Lucida Sans Unicode"/>
                <a:cs typeface="Lucida Sans Unicode"/>
              </a:rPr>
              <a:t>σ</a:t>
            </a:r>
            <a:r>
              <a:rPr sz="2800" spc="-90" dirty="0">
                <a:latin typeface="Calibri"/>
                <a:cs typeface="Calibri"/>
              </a:rPr>
              <a:t>,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PROJECT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60" dirty="0">
                <a:latin typeface="Lucida Sans Unicode"/>
                <a:cs typeface="Lucida Sans Unicode"/>
              </a:rPr>
              <a:t>π</a:t>
            </a:r>
            <a:r>
              <a:rPr sz="2800" spc="-254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UNION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55" dirty="0">
                <a:latin typeface="Cambria Math"/>
                <a:cs typeface="Cambria Math"/>
              </a:rPr>
              <a:t>𝖴</a:t>
            </a:r>
            <a:r>
              <a:rPr sz="2800" spc="5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DIFFERENCE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690" dirty="0">
                <a:latin typeface="Lucida Sans Unicode"/>
                <a:cs typeface="Lucida Sans Unicode"/>
              </a:rPr>
              <a:t>−</a:t>
            </a:r>
            <a:r>
              <a:rPr sz="2800" spc="-64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RENAME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ρ, and</a:t>
            </a:r>
            <a:r>
              <a:rPr sz="2800" spc="-10" dirty="0">
                <a:latin typeface="Calibri"/>
                <a:cs typeface="Calibri"/>
              </a:rPr>
              <a:t> CARTESIAN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complete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set</a:t>
            </a:r>
            <a:r>
              <a:rPr sz="2800" i="1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because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relational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algebra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expression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expressed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-5" dirty="0">
                <a:latin typeface="Calibri"/>
                <a:cs typeface="Calibri"/>
              </a:rPr>
              <a:t> a </a:t>
            </a:r>
            <a:r>
              <a:rPr sz="2800" spc="-10" dirty="0">
                <a:latin typeface="Calibri"/>
                <a:cs typeface="Calibri"/>
              </a:rPr>
              <a:t>combination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these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five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operations.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spcBef>
                <a:spcPts val="66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For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example:</a:t>
            </a:r>
            <a:endParaRPr sz="2800" dirty="0">
              <a:latin typeface="Calibri"/>
              <a:cs typeface="Calibri"/>
            </a:endParaRPr>
          </a:p>
          <a:p>
            <a:pPr marL="697865" lvl="1" indent="-229235">
              <a:spcBef>
                <a:spcPts val="234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∩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165" dirty="0">
                <a:latin typeface="Cambria Math"/>
                <a:cs typeface="Cambria Math"/>
              </a:rPr>
              <a:t>𝖴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5" dirty="0">
                <a:latin typeface="Calibri"/>
                <a:cs typeface="Calibri"/>
              </a:rPr>
              <a:t>((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90" dirty="0">
                <a:latin typeface="Lucida Sans Unicode"/>
                <a:cs typeface="Lucida Sans Unicode"/>
              </a:rPr>
              <a:t>−</a:t>
            </a:r>
            <a:r>
              <a:rPr sz="2400" spc="-225" dirty="0">
                <a:latin typeface="Lucida Sans Unicode"/>
                <a:cs typeface="Lucida Sans Unicode"/>
              </a:rPr>
              <a:t> 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165" dirty="0">
                <a:latin typeface="Cambria Math"/>
                <a:cs typeface="Cambria Math"/>
              </a:rPr>
              <a:t>𝖴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90" dirty="0">
                <a:latin typeface="Lucida Sans Unicode"/>
                <a:cs typeface="Lucida Sans Unicode"/>
              </a:rPr>
              <a:t>−</a:t>
            </a:r>
            <a:r>
              <a:rPr sz="2400" spc="-2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Calibri"/>
                <a:cs typeface="Calibri"/>
              </a:rPr>
              <a:t>R))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24082" y="4530477"/>
            <a:ext cx="8383763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1300" algn="l"/>
              </a:tabLst>
            </a:pPr>
            <a:r>
              <a:rPr sz="3600" dirty="0">
                <a:latin typeface="Calibri"/>
                <a:cs typeface="Calibri"/>
              </a:rPr>
              <a:t>R</a:t>
            </a:r>
            <a:r>
              <a:rPr lang="en-US" sz="2400" dirty="0">
                <a:latin typeface="Calibri"/>
                <a:cs typeface="Calibri"/>
              </a:rPr>
              <a:t>          </a:t>
            </a:r>
            <a:r>
              <a:rPr lang="en-US" sz="2000" spc="-10" dirty="0">
                <a:latin typeface="Calibri"/>
                <a:cs typeface="Calibri"/>
              </a:rPr>
              <a:t>&lt;join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condition&gt;</a:t>
            </a:r>
            <a:r>
              <a:rPr lang="en-US" sz="4800" spc="-7" baseline="13888" dirty="0">
                <a:latin typeface="Calibri"/>
                <a:cs typeface="Calibri"/>
              </a:rPr>
              <a:t>S</a:t>
            </a:r>
            <a:r>
              <a:rPr lang="en-US" sz="4800" spc="-22" baseline="13888" dirty="0">
                <a:latin typeface="Calibri"/>
                <a:cs typeface="Calibri"/>
              </a:rPr>
              <a:t> </a:t>
            </a:r>
            <a:r>
              <a:rPr lang="en-US" sz="4800" baseline="13888" dirty="0">
                <a:latin typeface="Calibri"/>
                <a:cs typeface="Calibri"/>
              </a:rPr>
              <a:t>=</a:t>
            </a:r>
            <a:r>
              <a:rPr lang="en-US" sz="4800" spc="7" baseline="13888" dirty="0">
                <a:latin typeface="Calibri"/>
                <a:cs typeface="Calibri"/>
              </a:rPr>
              <a:t> </a:t>
            </a:r>
            <a:r>
              <a:rPr lang="el-GR" sz="4800" spc="-217" baseline="13888" dirty="0">
                <a:latin typeface="Lucida Sans Unicode"/>
                <a:cs typeface="Lucida Sans Unicode"/>
              </a:rPr>
              <a:t>σ</a:t>
            </a:r>
            <a:r>
              <a:rPr lang="el-GR" sz="4800" spc="-330" baseline="13888" dirty="0">
                <a:latin typeface="Lucida Sans Unicode"/>
                <a:cs typeface="Lucida Sans Unicode"/>
              </a:rPr>
              <a:t> </a:t>
            </a:r>
            <a:r>
              <a:rPr lang="el-GR" sz="2000" spc="-10" dirty="0">
                <a:latin typeface="Calibri"/>
                <a:cs typeface="Calibri"/>
              </a:rPr>
              <a:t>&lt;</a:t>
            </a:r>
            <a:r>
              <a:rPr lang="en-US" sz="2000" spc="-10" dirty="0">
                <a:latin typeface="Calibri"/>
                <a:cs typeface="Calibri"/>
              </a:rPr>
              <a:t>join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condition&gt;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4800" spc="-7" baseline="13888" dirty="0">
                <a:latin typeface="Calibri"/>
                <a:cs typeface="Calibri"/>
              </a:rPr>
              <a:t>(R</a:t>
            </a:r>
            <a:r>
              <a:rPr lang="en-US" sz="4800" spc="-30" baseline="13888" dirty="0">
                <a:latin typeface="Calibri"/>
                <a:cs typeface="Calibri"/>
              </a:rPr>
              <a:t> </a:t>
            </a:r>
            <a:r>
              <a:rPr lang="en-US" sz="4800" baseline="13888" dirty="0">
                <a:latin typeface="Calibri"/>
                <a:cs typeface="Calibri"/>
              </a:rPr>
              <a:t>X</a:t>
            </a:r>
            <a:r>
              <a:rPr lang="en-US" sz="4800" spc="-7" baseline="13888" dirty="0">
                <a:latin typeface="Calibri"/>
                <a:cs typeface="Calibri"/>
              </a:rPr>
              <a:t> S)</a:t>
            </a:r>
            <a:endParaRPr lang="en-US" sz="4800" baseline="13888" dirty="0">
              <a:latin typeface="Calibri"/>
              <a:cs typeface="Calibri"/>
            </a:endParaRPr>
          </a:p>
          <a:p>
            <a:pPr marL="12700">
              <a:spcBef>
                <a:spcPts val="100"/>
              </a:spcBef>
              <a:tabLst>
                <a:tab pos="24130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40315" y="4728941"/>
            <a:ext cx="487680" cy="264069"/>
          </a:xfrm>
          <a:custGeom>
            <a:avLst/>
            <a:gdLst/>
            <a:ahLst/>
            <a:cxnLst/>
            <a:rect l="l" t="t" r="r" b="b"/>
            <a:pathLst>
              <a:path w="487680" h="174625">
                <a:moveTo>
                  <a:pt x="12192" y="0"/>
                </a:moveTo>
                <a:lnTo>
                  <a:pt x="12192" y="174625"/>
                </a:lnTo>
              </a:path>
              <a:path w="487680" h="174625">
                <a:moveTo>
                  <a:pt x="473963" y="0"/>
                </a:moveTo>
                <a:lnTo>
                  <a:pt x="473963" y="174625"/>
                </a:lnTo>
              </a:path>
              <a:path w="487680" h="174625">
                <a:moveTo>
                  <a:pt x="24384" y="0"/>
                </a:moveTo>
                <a:lnTo>
                  <a:pt x="461137" y="174625"/>
                </a:lnTo>
              </a:path>
              <a:path w="487680" h="174625">
                <a:moveTo>
                  <a:pt x="487299" y="0"/>
                </a:moveTo>
                <a:lnTo>
                  <a:pt x="0" y="174625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0F02C0-7FC8-A399-D4BE-FE0D6AB8F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267207"/>
              </p:ext>
            </p:extLst>
          </p:nvPr>
        </p:nvGraphicFramePr>
        <p:xfrm>
          <a:off x="1890050" y="1950720"/>
          <a:ext cx="3597866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98933">
                  <a:extLst>
                    <a:ext uri="{9D8B030D-6E8A-4147-A177-3AD203B41FA5}">
                      <a16:colId xmlns:a16="http://schemas.microsoft.com/office/drawing/2014/main" val="3630937914"/>
                    </a:ext>
                  </a:extLst>
                </a:gridCol>
                <a:gridCol w="1798933">
                  <a:extLst>
                    <a:ext uri="{9D8B030D-6E8A-4147-A177-3AD203B41FA5}">
                      <a16:colId xmlns:a16="http://schemas.microsoft.com/office/drawing/2014/main" val="408629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815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383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097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75180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5432CE1-EEA2-1DC5-8FA6-CC540DC5A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33469"/>
              </p:ext>
            </p:extLst>
          </p:nvPr>
        </p:nvGraphicFramePr>
        <p:xfrm>
          <a:off x="6096000" y="1950720"/>
          <a:ext cx="4205950" cy="1478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02975">
                  <a:extLst>
                    <a:ext uri="{9D8B030D-6E8A-4147-A177-3AD203B41FA5}">
                      <a16:colId xmlns:a16="http://schemas.microsoft.com/office/drawing/2014/main" val="2850851677"/>
                    </a:ext>
                  </a:extLst>
                </a:gridCol>
                <a:gridCol w="2102975">
                  <a:extLst>
                    <a:ext uri="{9D8B030D-6E8A-4147-A177-3AD203B41FA5}">
                      <a16:colId xmlns:a16="http://schemas.microsoft.com/office/drawing/2014/main" val="3504752616"/>
                    </a:ext>
                  </a:extLst>
                </a:gridCol>
              </a:tblGrid>
              <a:tr h="33077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671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David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323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784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73034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2508341-3568-2A95-AD77-C9F5B0C6A78D}"/>
              </a:ext>
            </a:extLst>
          </p:cNvPr>
          <p:cNvSpPr txBox="1"/>
          <p:nvPr/>
        </p:nvSpPr>
        <p:spPr>
          <a:xfrm>
            <a:off x="1381836" y="1341476"/>
            <a:ext cx="410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 (Students taking Database course)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B2ABBC-C52E-158B-136C-5BB3A3D6530C}"/>
              </a:ext>
            </a:extLst>
          </p:cNvPr>
          <p:cNvSpPr txBox="1"/>
          <p:nvPr/>
        </p:nvSpPr>
        <p:spPr>
          <a:xfrm>
            <a:off x="5983407" y="1347880"/>
            <a:ext cx="39248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 (Students taking AI course)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396326-FF2A-932B-93B8-70E875575FD3}"/>
              </a:ext>
            </a:extLst>
          </p:cNvPr>
          <p:cNvSpPr txBox="1"/>
          <p:nvPr/>
        </p:nvSpPr>
        <p:spPr>
          <a:xfrm>
            <a:off x="3292523" y="3793656"/>
            <a:ext cx="6093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8630" lvl="1">
              <a:spcBef>
                <a:spcPts val="234"/>
              </a:spcBef>
              <a:tabLst>
                <a:tab pos="698500" algn="l"/>
              </a:tabLst>
            </a:pPr>
            <a:r>
              <a:rPr lang="pt-BR" sz="2400" b="1" dirty="0">
                <a:cs typeface="Calibri"/>
              </a:rPr>
              <a:t>R</a:t>
            </a:r>
            <a:r>
              <a:rPr lang="pt-BR" sz="2400" b="1" spc="-10" dirty="0">
                <a:cs typeface="Calibri"/>
              </a:rPr>
              <a:t> </a:t>
            </a:r>
            <a:r>
              <a:rPr lang="pt-BR" sz="2400" b="1" dirty="0">
                <a:cs typeface="Microsoft Sans Serif"/>
              </a:rPr>
              <a:t>∩</a:t>
            </a:r>
            <a:r>
              <a:rPr lang="pt-BR" sz="2400" b="1" spc="-95" dirty="0">
                <a:cs typeface="Microsoft Sans Serif"/>
              </a:rPr>
              <a:t> </a:t>
            </a:r>
            <a:r>
              <a:rPr lang="pt-BR" sz="2400" b="1" dirty="0">
                <a:cs typeface="Calibri"/>
              </a:rPr>
              <a:t>S</a:t>
            </a:r>
            <a:r>
              <a:rPr lang="pt-BR" sz="2400" b="1" spc="-15" dirty="0">
                <a:cs typeface="Calibri"/>
              </a:rPr>
              <a:t> </a:t>
            </a:r>
            <a:r>
              <a:rPr lang="pt-BR" sz="2400" b="1" dirty="0">
                <a:cs typeface="Calibri"/>
              </a:rPr>
              <a:t>=</a:t>
            </a:r>
            <a:r>
              <a:rPr lang="pt-BR" sz="2400" b="1" spc="-5" dirty="0">
                <a:cs typeface="Calibri"/>
              </a:rPr>
              <a:t> </a:t>
            </a:r>
            <a:r>
              <a:rPr lang="pt-BR" sz="2400" b="1" dirty="0">
                <a:cs typeface="Calibri"/>
              </a:rPr>
              <a:t>(R</a:t>
            </a:r>
            <a:r>
              <a:rPr lang="pt-BR" sz="2400" b="1" spc="-20" dirty="0">
                <a:cs typeface="Calibri"/>
              </a:rPr>
              <a:t> </a:t>
            </a:r>
            <a:r>
              <a:rPr lang="pt-BR" sz="2400" b="1" spc="165" dirty="0">
                <a:cs typeface="Cambria Math"/>
              </a:rPr>
              <a:t>𝖴</a:t>
            </a:r>
            <a:r>
              <a:rPr lang="pt-BR" sz="2400" b="1" spc="20" dirty="0">
                <a:cs typeface="Cambria Math"/>
              </a:rPr>
              <a:t> </a:t>
            </a:r>
            <a:r>
              <a:rPr lang="pt-BR" sz="2400" b="1" dirty="0">
                <a:cs typeface="Calibri"/>
              </a:rPr>
              <a:t>S</a:t>
            </a:r>
            <a:r>
              <a:rPr lang="pt-BR" sz="2400" b="1" spc="-15" dirty="0">
                <a:cs typeface="Calibri"/>
              </a:rPr>
              <a:t> </a:t>
            </a:r>
            <a:r>
              <a:rPr lang="pt-BR" sz="2400" b="1" dirty="0">
                <a:cs typeface="Calibri"/>
              </a:rPr>
              <a:t>)</a:t>
            </a:r>
            <a:r>
              <a:rPr lang="pt-BR" sz="2400" b="1" spc="-10" dirty="0">
                <a:cs typeface="Calibri"/>
              </a:rPr>
              <a:t> </a:t>
            </a:r>
            <a:r>
              <a:rPr lang="pt-BR" sz="2400" b="1" dirty="0">
                <a:cs typeface="Calibri"/>
              </a:rPr>
              <a:t>– </a:t>
            </a:r>
            <a:r>
              <a:rPr lang="pt-BR" sz="2400" b="1" spc="5" dirty="0">
                <a:cs typeface="Calibri"/>
              </a:rPr>
              <a:t>((</a:t>
            </a:r>
            <a:r>
              <a:rPr lang="pt-BR" sz="2400" b="1" dirty="0">
                <a:cs typeface="Calibri"/>
              </a:rPr>
              <a:t>R</a:t>
            </a:r>
            <a:r>
              <a:rPr lang="pt-BR" sz="2400" b="1" spc="-25" dirty="0">
                <a:cs typeface="Calibri"/>
              </a:rPr>
              <a:t> </a:t>
            </a:r>
            <a:r>
              <a:rPr lang="pt-BR" sz="2400" b="1" spc="-590" dirty="0">
                <a:cs typeface="Lucida Sans Unicode"/>
              </a:rPr>
              <a:t>−</a:t>
            </a:r>
            <a:r>
              <a:rPr lang="pt-BR" sz="2400" b="1" spc="-225" dirty="0">
                <a:cs typeface="Lucida Sans Unicode"/>
              </a:rPr>
              <a:t> </a:t>
            </a:r>
            <a:r>
              <a:rPr lang="pt-BR" sz="2400" b="1" spc="-5" dirty="0">
                <a:cs typeface="Calibri"/>
              </a:rPr>
              <a:t>S</a:t>
            </a:r>
            <a:r>
              <a:rPr lang="pt-BR" sz="2400" b="1" dirty="0">
                <a:cs typeface="Calibri"/>
              </a:rPr>
              <a:t>)</a:t>
            </a:r>
            <a:r>
              <a:rPr lang="pt-BR" sz="2400" b="1" spc="-10" dirty="0">
                <a:cs typeface="Calibri"/>
              </a:rPr>
              <a:t> </a:t>
            </a:r>
            <a:r>
              <a:rPr lang="pt-BR" sz="2400" b="1" spc="165" dirty="0">
                <a:cs typeface="Cambria Math"/>
              </a:rPr>
              <a:t>𝖴</a:t>
            </a:r>
            <a:r>
              <a:rPr lang="pt-BR" sz="2400" b="1" spc="5" dirty="0">
                <a:cs typeface="Cambria Math"/>
              </a:rPr>
              <a:t> </a:t>
            </a:r>
            <a:r>
              <a:rPr lang="pt-BR" sz="2400" b="1" spc="-5" dirty="0">
                <a:cs typeface="Calibri"/>
              </a:rPr>
              <a:t>(</a:t>
            </a:r>
            <a:r>
              <a:rPr lang="pt-BR" sz="2400" b="1" dirty="0">
                <a:cs typeface="Calibri"/>
              </a:rPr>
              <a:t>S</a:t>
            </a:r>
            <a:r>
              <a:rPr lang="pt-BR" sz="2400" b="1" spc="-10" dirty="0">
                <a:cs typeface="Calibri"/>
              </a:rPr>
              <a:t> </a:t>
            </a:r>
            <a:r>
              <a:rPr lang="pt-BR" sz="2400" b="1" spc="-590" dirty="0">
                <a:cs typeface="Lucida Sans Unicode"/>
              </a:rPr>
              <a:t>−</a:t>
            </a:r>
            <a:r>
              <a:rPr lang="pt-BR" sz="2400" b="1" spc="-210" dirty="0">
                <a:cs typeface="Lucida Sans Unicode"/>
              </a:rPr>
              <a:t> </a:t>
            </a:r>
            <a:r>
              <a:rPr lang="pt-BR" sz="2400" b="1" dirty="0">
                <a:cs typeface="Calibri"/>
              </a:rPr>
              <a:t>R)) </a:t>
            </a:r>
            <a:br>
              <a:rPr lang="pt-BR" sz="2400" b="1" dirty="0">
                <a:cs typeface="Calibri"/>
              </a:rPr>
            </a:br>
            <a:r>
              <a:rPr lang="pt-BR" sz="2400" b="1" dirty="0">
                <a:cs typeface="Calibri"/>
              </a:rPr>
              <a:t>prove?</a:t>
            </a:r>
          </a:p>
        </p:txBody>
      </p:sp>
    </p:spTree>
    <p:extLst>
      <p:ext uri="{BB962C8B-B14F-4D97-AF65-F5344CB8AC3E}">
        <p14:creationId xmlns:p14="http://schemas.microsoft.com/office/powerpoint/2010/main" val="2741761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50B835-0CCC-AE92-B3A7-5602767DB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26460"/>
              </p:ext>
            </p:extLst>
          </p:nvPr>
        </p:nvGraphicFramePr>
        <p:xfrm>
          <a:off x="1096963" y="1821383"/>
          <a:ext cx="4457676" cy="109728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228838">
                  <a:extLst>
                    <a:ext uri="{9D8B030D-6E8A-4147-A177-3AD203B41FA5}">
                      <a16:colId xmlns:a16="http://schemas.microsoft.com/office/drawing/2014/main" val="2181213130"/>
                    </a:ext>
                  </a:extLst>
                </a:gridCol>
                <a:gridCol w="2228838">
                  <a:extLst>
                    <a:ext uri="{9D8B030D-6E8A-4147-A177-3AD203B41FA5}">
                      <a16:colId xmlns:a16="http://schemas.microsoft.com/office/drawing/2014/main" val="4285896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EmpID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EmpName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50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955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51690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62D740-0673-ECB1-9DE4-D4E9BA293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977120"/>
              </p:ext>
            </p:extLst>
          </p:nvPr>
        </p:nvGraphicFramePr>
        <p:xfrm>
          <a:off x="5767319" y="1821383"/>
          <a:ext cx="4457676" cy="109728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485892">
                  <a:extLst>
                    <a:ext uri="{9D8B030D-6E8A-4147-A177-3AD203B41FA5}">
                      <a16:colId xmlns:a16="http://schemas.microsoft.com/office/drawing/2014/main" val="1412085248"/>
                    </a:ext>
                  </a:extLst>
                </a:gridCol>
                <a:gridCol w="1485892">
                  <a:extLst>
                    <a:ext uri="{9D8B030D-6E8A-4147-A177-3AD203B41FA5}">
                      <a16:colId xmlns:a16="http://schemas.microsoft.com/office/drawing/2014/main" val="524181309"/>
                    </a:ext>
                  </a:extLst>
                </a:gridCol>
                <a:gridCol w="1485892">
                  <a:extLst>
                    <a:ext uri="{9D8B030D-6E8A-4147-A177-3AD203B41FA5}">
                      <a16:colId xmlns:a16="http://schemas.microsoft.com/office/drawing/2014/main" val="759938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DeptID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DeptName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EmpID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49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3627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8442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592F5E4-46F1-2C2C-39C8-F5BB56872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703" y="1278835"/>
            <a:ext cx="34048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(Employees)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31078-DAAC-9E80-DF46-3FE1079463CE}"/>
              </a:ext>
            </a:extLst>
          </p:cNvPr>
          <p:cNvSpPr txBox="1"/>
          <p:nvPr/>
        </p:nvSpPr>
        <p:spPr>
          <a:xfrm>
            <a:off x="5680881" y="1292062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 (Departments)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B6F745-C2E5-7B4F-52F8-698F19EA0AAF}"/>
              </a:ext>
            </a:extLst>
          </p:cNvPr>
          <p:cNvSpPr txBox="1"/>
          <p:nvPr/>
        </p:nvSpPr>
        <p:spPr>
          <a:xfrm>
            <a:off x="2634018" y="3814072"/>
            <a:ext cx="6741993" cy="157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  <a:tabLst>
                <a:tab pos="241300" algn="l"/>
              </a:tabLst>
            </a:pPr>
            <a:r>
              <a:rPr lang="en-US" sz="3200" dirty="0">
                <a:cs typeface="Calibri"/>
              </a:rPr>
              <a:t>     R       </a:t>
            </a:r>
            <a:r>
              <a:rPr lang="en-US" spc="-10" dirty="0">
                <a:cs typeface="Calibri"/>
              </a:rPr>
              <a:t>&lt;join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condition&gt; </a:t>
            </a:r>
            <a:r>
              <a:rPr lang="en-US" sz="4000" spc="-7" baseline="13888" dirty="0">
                <a:cs typeface="Calibri"/>
              </a:rPr>
              <a:t>S</a:t>
            </a:r>
            <a:r>
              <a:rPr lang="en-US" sz="3200" spc="-22" baseline="13888" dirty="0">
                <a:cs typeface="Calibri"/>
              </a:rPr>
              <a:t> </a:t>
            </a:r>
            <a:r>
              <a:rPr lang="en-US" sz="3200" baseline="13888" dirty="0">
                <a:cs typeface="Calibri"/>
              </a:rPr>
              <a:t>=</a:t>
            </a:r>
            <a:r>
              <a:rPr lang="en-US" sz="3200" spc="7" baseline="13888" dirty="0">
                <a:cs typeface="Calibri"/>
              </a:rPr>
              <a:t> </a:t>
            </a:r>
            <a:r>
              <a:rPr lang="el-GR" sz="5400" spc="-217" baseline="13888" dirty="0">
                <a:cs typeface="Lucida Sans Unicode"/>
              </a:rPr>
              <a:t>σ</a:t>
            </a:r>
            <a:r>
              <a:rPr lang="el-GR" sz="5400" spc="-330" baseline="13888" dirty="0">
                <a:cs typeface="Lucida Sans Unicode"/>
              </a:rPr>
              <a:t> </a:t>
            </a:r>
            <a:r>
              <a:rPr lang="el-GR" spc="-10" dirty="0">
                <a:cs typeface="Calibri"/>
              </a:rPr>
              <a:t>&lt;</a:t>
            </a:r>
            <a:r>
              <a:rPr lang="en-US" spc="-10" dirty="0">
                <a:cs typeface="Calibri"/>
              </a:rPr>
              <a:t>join</a:t>
            </a:r>
            <a:r>
              <a:rPr lang="en-US" spc="1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condition&gt;</a:t>
            </a:r>
            <a:r>
              <a:rPr lang="en-US" sz="3200" spc="185" dirty="0">
                <a:cs typeface="Calibri"/>
              </a:rPr>
              <a:t> </a:t>
            </a:r>
            <a:r>
              <a:rPr lang="en-US" sz="4000" spc="-7" baseline="13888" dirty="0">
                <a:cs typeface="Calibri"/>
              </a:rPr>
              <a:t>(R</a:t>
            </a:r>
            <a:r>
              <a:rPr lang="en-US" sz="4000" spc="-30" baseline="13888" dirty="0">
                <a:cs typeface="Calibri"/>
              </a:rPr>
              <a:t> </a:t>
            </a:r>
            <a:r>
              <a:rPr lang="en-US" sz="4000" baseline="13888" dirty="0">
                <a:cs typeface="Calibri"/>
              </a:rPr>
              <a:t>X</a:t>
            </a:r>
            <a:r>
              <a:rPr lang="en-US" sz="4000" spc="-7" baseline="13888" dirty="0">
                <a:cs typeface="Calibri"/>
              </a:rPr>
              <a:t> S)</a:t>
            </a:r>
          </a:p>
          <a:p>
            <a:pPr marL="12700">
              <a:spcBef>
                <a:spcPts val="100"/>
              </a:spcBef>
              <a:tabLst>
                <a:tab pos="241300" algn="l"/>
              </a:tabLst>
            </a:pPr>
            <a:r>
              <a:rPr lang="en-US" sz="4000" spc="-7" baseline="13888" dirty="0">
                <a:cs typeface="Calibri"/>
              </a:rPr>
              <a:t>       Prove?</a:t>
            </a:r>
            <a:endParaRPr lang="en-US" sz="4000" baseline="13888" dirty="0">
              <a:cs typeface="Calibri"/>
            </a:endParaRPr>
          </a:p>
          <a:p>
            <a:pPr marL="12700">
              <a:spcBef>
                <a:spcPts val="100"/>
              </a:spcBef>
              <a:tabLst>
                <a:tab pos="241300" algn="l"/>
              </a:tabLst>
            </a:pPr>
            <a:endParaRPr lang="en-US" sz="3200" dirty="0">
              <a:cs typeface="Calibri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F66300B7-3D22-1030-3330-FDD1CAFB438A}"/>
              </a:ext>
            </a:extLst>
          </p:cNvPr>
          <p:cNvSpPr/>
          <p:nvPr/>
        </p:nvSpPr>
        <p:spPr>
          <a:xfrm>
            <a:off x="3475929" y="4019257"/>
            <a:ext cx="487680" cy="264069"/>
          </a:xfrm>
          <a:custGeom>
            <a:avLst/>
            <a:gdLst/>
            <a:ahLst/>
            <a:cxnLst/>
            <a:rect l="l" t="t" r="r" b="b"/>
            <a:pathLst>
              <a:path w="487680" h="174625">
                <a:moveTo>
                  <a:pt x="12192" y="0"/>
                </a:moveTo>
                <a:lnTo>
                  <a:pt x="12192" y="174625"/>
                </a:lnTo>
              </a:path>
              <a:path w="487680" h="174625">
                <a:moveTo>
                  <a:pt x="473963" y="0"/>
                </a:moveTo>
                <a:lnTo>
                  <a:pt x="473963" y="174625"/>
                </a:lnTo>
              </a:path>
              <a:path w="487680" h="174625">
                <a:moveTo>
                  <a:pt x="24384" y="0"/>
                </a:moveTo>
                <a:lnTo>
                  <a:pt x="461137" y="174625"/>
                </a:lnTo>
              </a:path>
              <a:path w="487680" h="174625">
                <a:moveTo>
                  <a:pt x="487299" y="0"/>
                </a:moveTo>
                <a:lnTo>
                  <a:pt x="0" y="174625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37111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2087</TotalTime>
  <Words>787</Words>
  <Application>Microsoft Office PowerPoint</Application>
  <PresentationFormat>Widescreen</PresentationFormat>
  <Paragraphs>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Cambria Math</vt:lpstr>
      <vt:lpstr>Lucida Sans Unicode</vt:lpstr>
      <vt:lpstr>Microsoft Sans Serif</vt:lpstr>
      <vt:lpstr>Times New Roman</vt:lpstr>
      <vt:lpstr>Verdana</vt:lpstr>
      <vt:lpstr>Retrospect</vt:lpstr>
      <vt:lpstr> Database Systems</vt:lpstr>
      <vt:lpstr>Some properties of JOIN</vt:lpstr>
      <vt:lpstr>Some properties of JOIN</vt:lpstr>
      <vt:lpstr>Binary Relational Operations: EQUIJOIN</vt:lpstr>
      <vt:lpstr>Binary Relational Operations:  NATURAL JOIN Operation</vt:lpstr>
      <vt:lpstr>Binary Relational Operations: NATURAL JOIN (continued)</vt:lpstr>
      <vt:lpstr>Example of NATURAL JOIN operation</vt:lpstr>
      <vt:lpstr>PowerPoint Presentation</vt:lpstr>
      <vt:lpstr>Complete Set of Relational Operations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46</cp:revision>
  <dcterms:created xsi:type="dcterms:W3CDTF">2024-08-09T06:58:16Z</dcterms:created>
  <dcterms:modified xsi:type="dcterms:W3CDTF">2024-10-23T15:10:47Z</dcterms:modified>
</cp:coreProperties>
</file>