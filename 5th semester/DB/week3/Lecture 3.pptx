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4.jpg" ContentType="image/jpg"/>
  <Override PartName="/ppt/media/image5.jpg" ContentType="image/jpg"/>
  <Override PartName="/ppt/media/image7.jpg" ContentType="image/jpg"/>
  <Override PartName="/ppt/media/image8.jpg" ContentType="image/jpg"/>
  <Override PartName="/ppt/media/image10.jpg" ContentType="image/jpg"/>
  <Override PartName="/ppt/media/image11.jpg" ContentType="image/jpg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91" r:id="rId3"/>
    <p:sldId id="292" r:id="rId4"/>
    <p:sldId id="387" r:id="rId5"/>
    <p:sldId id="294" r:id="rId6"/>
    <p:sldId id="295" r:id="rId7"/>
    <p:sldId id="296" r:id="rId8"/>
    <p:sldId id="297" r:id="rId9"/>
    <p:sldId id="298" r:id="rId10"/>
    <p:sldId id="300" r:id="rId11"/>
    <p:sldId id="301" r:id="rId12"/>
    <p:sldId id="279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4901C8-38FB-4B87-AE62-30A7367673DF}" v="1" dt="2024-08-31T05:30:35.3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74" autoAdjust="0"/>
    <p:restoredTop sz="93103" autoAdjust="0"/>
  </p:normalViewPr>
  <p:slideViewPr>
    <p:cSldViewPr snapToGrid="0">
      <p:cViewPr varScale="1">
        <p:scale>
          <a:sx n="70" d="100"/>
          <a:sy n="70" d="100"/>
        </p:scale>
        <p:origin x="53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s Alina Arshad" userId="cccdfd85-d35d-4453-9c6f-a463aae40722" providerId="ADAL" clId="{8F4901C8-38FB-4B87-AE62-30A7367673DF}"/>
    <pc:docChg chg="undo custSel addSld delSld modSld">
      <pc:chgData name="Ms Alina Arshad" userId="cccdfd85-d35d-4453-9c6f-a463aae40722" providerId="ADAL" clId="{8F4901C8-38FB-4B87-AE62-30A7367673DF}" dt="2024-09-03T17:03:31.496" v="486" actId="47"/>
      <pc:docMkLst>
        <pc:docMk/>
      </pc:docMkLst>
      <pc:sldChg chg="modSp mod">
        <pc:chgData name="Ms Alina Arshad" userId="cccdfd85-d35d-4453-9c6f-a463aae40722" providerId="ADAL" clId="{8F4901C8-38FB-4B87-AE62-30A7367673DF}" dt="2024-08-31T11:49:51.434" v="465" actId="27636"/>
        <pc:sldMkLst>
          <pc:docMk/>
          <pc:sldMk cId="3322361034" sldId="256"/>
        </pc:sldMkLst>
        <pc:spChg chg="mod">
          <ac:chgData name="Ms Alina Arshad" userId="cccdfd85-d35d-4453-9c6f-a463aae40722" providerId="ADAL" clId="{8F4901C8-38FB-4B87-AE62-30A7367673DF}" dt="2024-08-31T11:49:51.434" v="465" actId="27636"/>
          <ac:spMkLst>
            <pc:docMk/>
            <pc:sldMk cId="3322361034" sldId="256"/>
            <ac:spMk id="3" creationId="{44E9F82C-BBA7-3495-1097-BEDB54FFFDF4}"/>
          </ac:spMkLst>
        </pc:spChg>
      </pc:sldChg>
      <pc:sldChg chg="modSp del mod">
        <pc:chgData name="Ms Alina Arshad" userId="cccdfd85-d35d-4453-9c6f-a463aae40722" providerId="ADAL" clId="{8F4901C8-38FB-4B87-AE62-30A7367673DF}" dt="2024-08-31T05:30:50.500" v="2" actId="47"/>
        <pc:sldMkLst>
          <pc:docMk/>
          <pc:sldMk cId="690379836" sldId="278"/>
        </pc:sldMkLst>
        <pc:spChg chg="mod">
          <ac:chgData name="Ms Alina Arshad" userId="cccdfd85-d35d-4453-9c6f-a463aae40722" providerId="ADAL" clId="{8F4901C8-38FB-4B87-AE62-30A7367673DF}" dt="2024-08-31T05:27:34.567" v="0" actId="207"/>
          <ac:spMkLst>
            <pc:docMk/>
            <pc:sldMk cId="690379836" sldId="278"/>
            <ac:spMk id="2" creationId="{00000000-0000-0000-0000-000000000000}"/>
          </ac:spMkLst>
        </pc:spChg>
      </pc:sldChg>
      <pc:sldChg chg="del">
        <pc:chgData name="Ms Alina Arshad" userId="cccdfd85-d35d-4453-9c6f-a463aae40722" providerId="ADAL" clId="{8F4901C8-38FB-4B87-AE62-30A7367673DF}" dt="2024-08-31T05:30:51.181" v="4" actId="47"/>
        <pc:sldMkLst>
          <pc:docMk/>
          <pc:sldMk cId="1359494105" sldId="280"/>
        </pc:sldMkLst>
      </pc:sldChg>
      <pc:sldChg chg="del">
        <pc:chgData name="Ms Alina Arshad" userId="cccdfd85-d35d-4453-9c6f-a463aae40722" providerId="ADAL" clId="{8F4901C8-38FB-4B87-AE62-30A7367673DF}" dt="2024-08-31T05:30:51.595" v="5" actId="47"/>
        <pc:sldMkLst>
          <pc:docMk/>
          <pc:sldMk cId="1986393990" sldId="281"/>
        </pc:sldMkLst>
      </pc:sldChg>
      <pc:sldChg chg="del">
        <pc:chgData name="Ms Alina Arshad" userId="cccdfd85-d35d-4453-9c6f-a463aae40722" providerId="ADAL" clId="{8F4901C8-38FB-4B87-AE62-30A7367673DF}" dt="2024-08-31T05:30:51.947" v="6" actId="47"/>
        <pc:sldMkLst>
          <pc:docMk/>
          <pc:sldMk cId="62257074" sldId="282"/>
        </pc:sldMkLst>
      </pc:sldChg>
      <pc:sldChg chg="del">
        <pc:chgData name="Ms Alina Arshad" userId="cccdfd85-d35d-4453-9c6f-a463aae40722" providerId="ADAL" clId="{8F4901C8-38FB-4B87-AE62-30A7367673DF}" dt="2024-08-31T05:30:52.267" v="7" actId="47"/>
        <pc:sldMkLst>
          <pc:docMk/>
          <pc:sldMk cId="1448268549" sldId="283"/>
        </pc:sldMkLst>
      </pc:sldChg>
      <pc:sldChg chg="del">
        <pc:chgData name="Ms Alina Arshad" userId="cccdfd85-d35d-4453-9c6f-a463aae40722" providerId="ADAL" clId="{8F4901C8-38FB-4B87-AE62-30A7367673DF}" dt="2024-08-31T05:30:52.569" v="8" actId="47"/>
        <pc:sldMkLst>
          <pc:docMk/>
          <pc:sldMk cId="1013870418" sldId="284"/>
        </pc:sldMkLst>
      </pc:sldChg>
      <pc:sldChg chg="del">
        <pc:chgData name="Ms Alina Arshad" userId="cccdfd85-d35d-4453-9c6f-a463aae40722" providerId="ADAL" clId="{8F4901C8-38FB-4B87-AE62-30A7367673DF}" dt="2024-08-31T05:30:53.411" v="10" actId="47"/>
        <pc:sldMkLst>
          <pc:docMk/>
          <pc:sldMk cId="1933644143" sldId="285"/>
        </pc:sldMkLst>
      </pc:sldChg>
      <pc:sldChg chg="del">
        <pc:chgData name="Ms Alina Arshad" userId="cccdfd85-d35d-4453-9c6f-a463aae40722" providerId="ADAL" clId="{8F4901C8-38FB-4B87-AE62-30A7367673DF}" dt="2024-08-31T05:30:54.774" v="13" actId="47"/>
        <pc:sldMkLst>
          <pc:docMk/>
          <pc:sldMk cId="3042126378" sldId="286"/>
        </pc:sldMkLst>
      </pc:sldChg>
      <pc:sldChg chg="del">
        <pc:chgData name="Ms Alina Arshad" userId="cccdfd85-d35d-4453-9c6f-a463aae40722" providerId="ADAL" clId="{8F4901C8-38FB-4B87-AE62-30A7367673DF}" dt="2024-08-31T05:30:55.197" v="14" actId="47"/>
        <pc:sldMkLst>
          <pc:docMk/>
          <pc:sldMk cId="907460114" sldId="287"/>
        </pc:sldMkLst>
      </pc:sldChg>
      <pc:sldChg chg="modSp add mod">
        <pc:chgData name="Ms Alina Arshad" userId="cccdfd85-d35d-4453-9c6f-a463aae40722" providerId="ADAL" clId="{8F4901C8-38FB-4B87-AE62-30A7367673DF}" dt="2024-09-01T16:30:17.550" v="468" actId="20577"/>
        <pc:sldMkLst>
          <pc:docMk/>
          <pc:sldMk cId="0" sldId="291"/>
        </pc:sldMkLst>
        <pc:spChg chg="mod">
          <ac:chgData name="Ms Alina Arshad" userId="cccdfd85-d35d-4453-9c6f-a463aae40722" providerId="ADAL" clId="{8F4901C8-38FB-4B87-AE62-30A7367673DF}" dt="2024-08-31T05:31:30.124" v="26" actId="14100"/>
          <ac:spMkLst>
            <pc:docMk/>
            <pc:sldMk cId="0" sldId="291"/>
            <ac:spMk id="2" creationId="{00000000-0000-0000-0000-000000000000}"/>
          </ac:spMkLst>
        </pc:spChg>
        <pc:spChg chg="mod">
          <ac:chgData name="Ms Alina Arshad" userId="cccdfd85-d35d-4453-9c6f-a463aae40722" providerId="ADAL" clId="{8F4901C8-38FB-4B87-AE62-30A7367673DF}" dt="2024-09-01T16:30:17.550" v="468" actId="20577"/>
          <ac:spMkLst>
            <pc:docMk/>
            <pc:sldMk cId="0" sldId="291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8F4901C8-38FB-4B87-AE62-30A7367673DF}" dt="2024-08-31T05:59:10.686" v="458" actId="12"/>
        <pc:sldMkLst>
          <pc:docMk/>
          <pc:sldMk cId="0" sldId="292"/>
        </pc:sldMkLst>
        <pc:spChg chg="mod">
          <ac:chgData name="Ms Alina Arshad" userId="cccdfd85-d35d-4453-9c6f-a463aae40722" providerId="ADAL" clId="{8F4901C8-38FB-4B87-AE62-30A7367673DF}" dt="2024-08-31T05:33:42.038" v="72" actId="207"/>
          <ac:spMkLst>
            <pc:docMk/>
            <pc:sldMk cId="0" sldId="292"/>
            <ac:spMk id="2" creationId="{00000000-0000-0000-0000-000000000000}"/>
          </ac:spMkLst>
        </pc:spChg>
        <pc:spChg chg="mod">
          <ac:chgData name="Ms Alina Arshad" userId="cccdfd85-d35d-4453-9c6f-a463aae40722" providerId="ADAL" clId="{8F4901C8-38FB-4B87-AE62-30A7367673DF}" dt="2024-08-31T05:59:10.686" v="458" actId="12"/>
          <ac:spMkLst>
            <pc:docMk/>
            <pc:sldMk cId="0" sldId="292"/>
            <ac:spMk id="3" creationId="{00000000-0000-0000-0000-000000000000}"/>
          </ac:spMkLst>
        </pc:spChg>
      </pc:sldChg>
      <pc:sldChg chg="del">
        <pc:chgData name="Ms Alina Arshad" userId="cccdfd85-d35d-4453-9c6f-a463aae40722" providerId="ADAL" clId="{8F4901C8-38FB-4B87-AE62-30A7367673DF}" dt="2024-08-31T05:30:50.830" v="3" actId="47"/>
        <pc:sldMkLst>
          <pc:docMk/>
          <pc:sldMk cId="1846796533" sldId="293"/>
        </pc:sldMkLst>
      </pc:sldChg>
      <pc:sldChg chg="modSp add mod">
        <pc:chgData name="Ms Alina Arshad" userId="cccdfd85-d35d-4453-9c6f-a463aae40722" providerId="ADAL" clId="{8F4901C8-38FB-4B87-AE62-30A7367673DF}" dt="2024-08-31T05:36:41.927" v="118" actId="1076"/>
        <pc:sldMkLst>
          <pc:docMk/>
          <pc:sldMk cId="0" sldId="294"/>
        </pc:sldMkLst>
        <pc:spChg chg="mod">
          <ac:chgData name="Ms Alina Arshad" userId="cccdfd85-d35d-4453-9c6f-a463aae40722" providerId="ADAL" clId="{8F4901C8-38FB-4B87-AE62-30A7367673DF}" dt="2024-08-31T05:36:33.113" v="115" actId="1076"/>
          <ac:spMkLst>
            <pc:docMk/>
            <pc:sldMk cId="0" sldId="294"/>
            <ac:spMk id="2" creationId="{00000000-0000-0000-0000-000000000000}"/>
          </ac:spMkLst>
        </pc:spChg>
        <pc:grpChg chg="mod">
          <ac:chgData name="Ms Alina Arshad" userId="cccdfd85-d35d-4453-9c6f-a463aae40722" providerId="ADAL" clId="{8F4901C8-38FB-4B87-AE62-30A7367673DF}" dt="2024-08-31T05:36:41.927" v="118" actId="1076"/>
          <ac:grpSpMkLst>
            <pc:docMk/>
            <pc:sldMk cId="0" sldId="294"/>
            <ac:grpSpMk id="3" creationId="{00000000-0000-0000-0000-000000000000}"/>
          </ac:grpSpMkLst>
        </pc:grpChg>
      </pc:sldChg>
      <pc:sldChg chg="addSp delSp modSp add mod">
        <pc:chgData name="Ms Alina Arshad" userId="cccdfd85-d35d-4453-9c6f-a463aae40722" providerId="ADAL" clId="{8F4901C8-38FB-4B87-AE62-30A7367673DF}" dt="2024-09-03T17:03:12.322" v="483" actId="478"/>
        <pc:sldMkLst>
          <pc:docMk/>
          <pc:sldMk cId="0" sldId="295"/>
        </pc:sldMkLst>
        <pc:spChg chg="mod">
          <ac:chgData name="Ms Alina Arshad" userId="cccdfd85-d35d-4453-9c6f-a463aae40722" providerId="ADAL" clId="{8F4901C8-38FB-4B87-AE62-30A7367673DF}" dt="2024-08-31T05:37:21.293" v="126" actId="1076"/>
          <ac:spMkLst>
            <pc:docMk/>
            <pc:sldMk cId="0" sldId="295"/>
            <ac:spMk id="2" creationId="{00000000-0000-0000-0000-000000000000}"/>
          </ac:spMkLst>
        </pc:spChg>
        <pc:spChg chg="add del mod">
          <ac:chgData name="Ms Alina Arshad" userId="cccdfd85-d35d-4453-9c6f-a463aae40722" providerId="ADAL" clId="{8F4901C8-38FB-4B87-AE62-30A7367673DF}" dt="2024-08-31T05:39:01.759" v="144" actId="478"/>
          <ac:spMkLst>
            <pc:docMk/>
            <pc:sldMk cId="0" sldId="295"/>
            <ac:spMk id="11" creationId="{EED66269-66D2-6F14-FA04-693C6FFA2662}"/>
          </ac:spMkLst>
        </pc:spChg>
        <pc:grpChg chg="mod">
          <ac:chgData name="Ms Alina Arshad" userId="cccdfd85-d35d-4453-9c6f-a463aae40722" providerId="ADAL" clId="{8F4901C8-38FB-4B87-AE62-30A7367673DF}" dt="2024-09-03T17:03:11.660" v="482" actId="1076"/>
          <ac:grpSpMkLst>
            <pc:docMk/>
            <pc:sldMk cId="0" sldId="295"/>
            <ac:grpSpMk id="3" creationId="{00000000-0000-0000-0000-000000000000}"/>
          </ac:grpSpMkLst>
        </pc:grpChg>
        <pc:picChg chg="add del mod">
          <ac:chgData name="Ms Alina Arshad" userId="cccdfd85-d35d-4453-9c6f-a463aae40722" providerId="ADAL" clId="{8F4901C8-38FB-4B87-AE62-30A7367673DF}" dt="2024-09-03T17:03:12.322" v="483" actId="478"/>
          <ac:picMkLst>
            <pc:docMk/>
            <pc:sldMk cId="0" sldId="295"/>
            <ac:picMk id="4" creationId="{00000000-0000-0000-0000-000000000000}"/>
          </ac:picMkLst>
        </pc:picChg>
        <pc:picChg chg="mod">
          <ac:chgData name="Ms Alina Arshad" userId="cccdfd85-d35d-4453-9c6f-a463aae40722" providerId="ADAL" clId="{8F4901C8-38FB-4B87-AE62-30A7367673DF}" dt="2024-08-31T05:39:09.859" v="146" actId="1076"/>
          <ac:picMkLst>
            <pc:docMk/>
            <pc:sldMk cId="0" sldId="295"/>
            <ac:picMk id="5" creationId="{00000000-0000-0000-0000-000000000000}"/>
          </ac:picMkLst>
        </pc:picChg>
        <pc:picChg chg="mod">
          <ac:chgData name="Ms Alina Arshad" userId="cccdfd85-d35d-4453-9c6f-a463aae40722" providerId="ADAL" clId="{8F4901C8-38FB-4B87-AE62-30A7367673DF}" dt="2024-08-31T05:38:13.676" v="140" actId="1076"/>
          <ac:picMkLst>
            <pc:docMk/>
            <pc:sldMk cId="0" sldId="295"/>
            <ac:picMk id="6" creationId="{00000000-0000-0000-0000-000000000000}"/>
          </ac:picMkLst>
        </pc:picChg>
        <pc:picChg chg="mod">
          <ac:chgData name="Ms Alina Arshad" userId="cccdfd85-d35d-4453-9c6f-a463aae40722" providerId="ADAL" clId="{8F4901C8-38FB-4B87-AE62-30A7367673DF}" dt="2024-09-03T17:03:10.789" v="480" actId="1076"/>
          <ac:picMkLst>
            <pc:docMk/>
            <pc:sldMk cId="0" sldId="295"/>
            <ac:picMk id="7" creationId="{00000000-0000-0000-0000-000000000000}"/>
          </ac:picMkLst>
        </pc:picChg>
        <pc:picChg chg="mod">
          <ac:chgData name="Ms Alina Arshad" userId="cccdfd85-d35d-4453-9c6f-a463aae40722" providerId="ADAL" clId="{8F4901C8-38FB-4B87-AE62-30A7367673DF}" dt="2024-09-03T17:03:10.252" v="479" actId="1076"/>
          <ac:picMkLst>
            <pc:docMk/>
            <pc:sldMk cId="0" sldId="295"/>
            <ac:picMk id="8" creationId="{00000000-0000-0000-0000-000000000000}"/>
          </ac:picMkLst>
        </pc:picChg>
        <pc:picChg chg="add del mod">
          <ac:chgData name="Ms Alina Arshad" userId="cccdfd85-d35d-4453-9c6f-a463aae40722" providerId="ADAL" clId="{8F4901C8-38FB-4B87-AE62-30A7367673DF}" dt="2024-09-03T17:03:11.277" v="481" actId="478"/>
          <ac:picMkLst>
            <pc:docMk/>
            <pc:sldMk cId="0" sldId="295"/>
            <ac:picMk id="9" creationId="{00000000-0000-0000-0000-000000000000}"/>
          </ac:picMkLst>
        </pc:picChg>
      </pc:sldChg>
      <pc:sldChg chg="modSp add mod">
        <pc:chgData name="Ms Alina Arshad" userId="cccdfd85-d35d-4453-9c6f-a463aae40722" providerId="ADAL" clId="{8F4901C8-38FB-4B87-AE62-30A7367673DF}" dt="2024-08-31T05:59:44.859" v="460" actId="12"/>
        <pc:sldMkLst>
          <pc:docMk/>
          <pc:sldMk cId="0" sldId="296"/>
        </pc:sldMkLst>
        <pc:spChg chg="mod">
          <ac:chgData name="Ms Alina Arshad" userId="cccdfd85-d35d-4453-9c6f-a463aae40722" providerId="ADAL" clId="{8F4901C8-38FB-4B87-AE62-30A7367673DF}" dt="2024-08-31T05:40:33.836" v="168" actId="207"/>
          <ac:spMkLst>
            <pc:docMk/>
            <pc:sldMk cId="0" sldId="296"/>
            <ac:spMk id="2" creationId="{00000000-0000-0000-0000-000000000000}"/>
          </ac:spMkLst>
        </pc:spChg>
        <pc:spChg chg="mod">
          <ac:chgData name="Ms Alina Arshad" userId="cccdfd85-d35d-4453-9c6f-a463aae40722" providerId="ADAL" clId="{8F4901C8-38FB-4B87-AE62-30A7367673DF}" dt="2024-08-31T05:59:44.859" v="460" actId="12"/>
          <ac:spMkLst>
            <pc:docMk/>
            <pc:sldMk cId="0" sldId="296"/>
            <ac:spMk id="3" creationId="{00000000-0000-0000-0000-000000000000}"/>
          </ac:spMkLst>
        </pc:spChg>
        <pc:spChg chg="mod">
          <ac:chgData name="Ms Alina Arshad" userId="cccdfd85-d35d-4453-9c6f-a463aae40722" providerId="ADAL" clId="{8F4901C8-38FB-4B87-AE62-30A7367673DF}" dt="2024-08-31T05:59:34.169" v="459" actId="12"/>
          <ac:spMkLst>
            <pc:docMk/>
            <pc:sldMk cId="0" sldId="296"/>
            <ac:spMk id="4" creationId="{00000000-0000-0000-0000-000000000000}"/>
          </ac:spMkLst>
        </pc:spChg>
      </pc:sldChg>
      <pc:sldChg chg="modSp add mod">
        <pc:chgData name="Ms Alina Arshad" userId="cccdfd85-d35d-4453-9c6f-a463aae40722" providerId="ADAL" clId="{8F4901C8-38FB-4B87-AE62-30A7367673DF}" dt="2024-08-31T05:59:57.854" v="461" actId="12"/>
        <pc:sldMkLst>
          <pc:docMk/>
          <pc:sldMk cId="0" sldId="297"/>
        </pc:sldMkLst>
        <pc:spChg chg="mod">
          <ac:chgData name="Ms Alina Arshad" userId="cccdfd85-d35d-4453-9c6f-a463aae40722" providerId="ADAL" clId="{8F4901C8-38FB-4B87-AE62-30A7367673DF}" dt="2024-08-31T05:44:44.753" v="223" actId="1076"/>
          <ac:spMkLst>
            <pc:docMk/>
            <pc:sldMk cId="0" sldId="297"/>
            <ac:spMk id="2" creationId="{00000000-0000-0000-0000-000000000000}"/>
          </ac:spMkLst>
        </pc:spChg>
        <pc:spChg chg="mod">
          <ac:chgData name="Ms Alina Arshad" userId="cccdfd85-d35d-4453-9c6f-a463aae40722" providerId="ADAL" clId="{8F4901C8-38FB-4B87-AE62-30A7367673DF}" dt="2024-08-31T05:59:57.854" v="461" actId="12"/>
          <ac:spMkLst>
            <pc:docMk/>
            <pc:sldMk cId="0" sldId="297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8F4901C8-38FB-4B87-AE62-30A7367673DF}" dt="2024-08-31T05:45:30.898" v="237" actId="1076"/>
        <pc:sldMkLst>
          <pc:docMk/>
          <pc:sldMk cId="0" sldId="298"/>
        </pc:sldMkLst>
        <pc:spChg chg="mod">
          <ac:chgData name="Ms Alina Arshad" userId="cccdfd85-d35d-4453-9c6f-a463aae40722" providerId="ADAL" clId="{8F4901C8-38FB-4B87-AE62-30A7367673DF}" dt="2024-08-31T05:45:10.598" v="230" actId="207"/>
          <ac:spMkLst>
            <pc:docMk/>
            <pc:sldMk cId="0" sldId="298"/>
            <ac:spMk id="2" creationId="{00000000-0000-0000-0000-000000000000}"/>
          </ac:spMkLst>
        </pc:spChg>
        <pc:grpChg chg="mod">
          <ac:chgData name="Ms Alina Arshad" userId="cccdfd85-d35d-4453-9c6f-a463aae40722" providerId="ADAL" clId="{8F4901C8-38FB-4B87-AE62-30A7367673DF}" dt="2024-08-31T05:45:15.553" v="232" actId="14100"/>
          <ac:grpSpMkLst>
            <pc:docMk/>
            <pc:sldMk cId="0" sldId="298"/>
            <ac:grpSpMk id="4" creationId="{00000000-0000-0000-0000-000000000000}"/>
          </ac:grpSpMkLst>
        </pc:grpChg>
        <pc:picChg chg="mod">
          <ac:chgData name="Ms Alina Arshad" userId="cccdfd85-d35d-4453-9c6f-a463aae40722" providerId="ADAL" clId="{8F4901C8-38FB-4B87-AE62-30A7367673DF}" dt="2024-08-31T05:45:30.898" v="237" actId="1076"/>
          <ac:picMkLst>
            <pc:docMk/>
            <pc:sldMk cId="0" sldId="298"/>
            <ac:picMk id="3" creationId="{00000000-0000-0000-0000-000000000000}"/>
          </ac:picMkLst>
        </pc:picChg>
      </pc:sldChg>
      <pc:sldChg chg="modSp add mod">
        <pc:chgData name="Ms Alina Arshad" userId="cccdfd85-d35d-4453-9c6f-a463aae40722" providerId="ADAL" clId="{8F4901C8-38FB-4B87-AE62-30A7367673DF}" dt="2024-09-03T16:38:48.724" v="469" actId="2711"/>
        <pc:sldMkLst>
          <pc:docMk/>
          <pc:sldMk cId="0" sldId="300"/>
        </pc:sldMkLst>
        <pc:spChg chg="mod">
          <ac:chgData name="Ms Alina Arshad" userId="cccdfd85-d35d-4453-9c6f-a463aae40722" providerId="ADAL" clId="{8F4901C8-38FB-4B87-AE62-30A7367673DF}" dt="2024-09-03T16:38:48.724" v="469" actId="2711"/>
          <ac:spMkLst>
            <pc:docMk/>
            <pc:sldMk cId="0" sldId="300"/>
            <ac:spMk id="2" creationId="{00000000-0000-0000-0000-000000000000}"/>
          </ac:spMkLst>
        </pc:spChg>
        <pc:spChg chg="mod">
          <ac:chgData name="Ms Alina Arshad" userId="cccdfd85-d35d-4453-9c6f-a463aae40722" providerId="ADAL" clId="{8F4901C8-38FB-4B87-AE62-30A7367673DF}" dt="2024-08-31T06:00:11.708" v="462" actId="12"/>
          <ac:spMkLst>
            <pc:docMk/>
            <pc:sldMk cId="0" sldId="300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8F4901C8-38FB-4B87-AE62-30A7367673DF}" dt="2024-09-03T16:52:22.468" v="473" actId="404"/>
        <pc:sldMkLst>
          <pc:docMk/>
          <pc:sldMk cId="0" sldId="301"/>
        </pc:sldMkLst>
        <pc:spChg chg="mod">
          <ac:chgData name="Ms Alina Arshad" userId="cccdfd85-d35d-4453-9c6f-a463aae40722" providerId="ADAL" clId="{8F4901C8-38FB-4B87-AE62-30A7367673DF}" dt="2024-08-31T05:48:40.289" v="315" actId="207"/>
          <ac:spMkLst>
            <pc:docMk/>
            <pc:sldMk cId="0" sldId="301"/>
            <ac:spMk id="2" creationId="{00000000-0000-0000-0000-000000000000}"/>
          </ac:spMkLst>
        </pc:spChg>
        <pc:spChg chg="mod">
          <ac:chgData name="Ms Alina Arshad" userId="cccdfd85-d35d-4453-9c6f-a463aae40722" providerId="ADAL" clId="{8F4901C8-38FB-4B87-AE62-30A7367673DF}" dt="2024-09-03T16:52:22.468" v="473" actId="404"/>
          <ac:spMkLst>
            <pc:docMk/>
            <pc:sldMk cId="0" sldId="301"/>
            <ac:spMk id="3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8F4901C8-38FB-4B87-AE62-30A7367673DF}" dt="2024-09-03T17:03:30.568" v="484" actId="47"/>
        <pc:sldMkLst>
          <pc:docMk/>
          <pc:sldMk cId="0" sldId="302"/>
        </pc:sldMkLst>
        <pc:spChg chg="mod">
          <ac:chgData name="Ms Alina Arshad" userId="cccdfd85-d35d-4453-9c6f-a463aae40722" providerId="ADAL" clId="{8F4901C8-38FB-4B87-AE62-30A7367673DF}" dt="2024-08-31T05:52:08.875" v="362" actId="1076"/>
          <ac:spMkLst>
            <pc:docMk/>
            <pc:sldMk cId="0" sldId="302"/>
            <ac:spMk id="2" creationId="{00000000-0000-0000-0000-000000000000}"/>
          </ac:spMkLst>
        </pc:spChg>
        <pc:spChg chg="mod">
          <ac:chgData name="Ms Alina Arshad" userId="cccdfd85-d35d-4453-9c6f-a463aae40722" providerId="ADAL" clId="{8F4901C8-38FB-4B87-AE62-30A7367673DF}" dt="2024-08-31T05:52:06.008" v="361" actId="1076"/>
          <ac:spMkLst>
            <pc:docMk/>
            <pc:sldMk cId="0" sldId="302"/>
            <ac:spMk id="9" creationId="{00000000-0000-0000-0000-000000000000}"/>
          </ac:spMkLst>
        </pc:spChg>
        <pc:spChg chg="mod">
          <ac:chgData name="Ms Alina Arshad" userId="cccdfd85-d35d-4453-9c6f-a463aae40722" providerId="ADAL" clId="{8F4901C8-38FB-4B87-AE62-30A7367673DF}" dt="2024-08-31T05:53:37.652" v="383" actId="1076"/>
          <ac:spMkLst>
            <pc:docMk/>
            <pc:sldMk cId="0" sldId="302"/>
            <ac:spMk id="10" creationId="{00000000-0000-0000-0000-000000000000}"/>
          </ac:spMkLst>
        </pc:spChg>
        <pc:spChg chg="mod">
          <ac:chgData name="Ms Alina Arshad" userId="cccdfd85-d35d-4453-9c6f-a463aae40722" providerId="ADAL" clId="{8F4901C8-38FB-4B87-AE62-30A7367673DF}" dt="2024-08-31T05:54:48.822" v="401" actId="1076"/>
          <ac:spMkLst>
            <pc:docMk/>
            <pc:sldMk cId="0" sldId="302"/>
            <ac:spMk id="11" creationId="{00000000-0000-0000-0000-000000000000}"/>
          </ac:spMkLst>
        </pc:spChg>
        <pc:graphicFrameChg chg="mod modGraphic">
          <ac:chgData name="Ms Alina Arshad" userId="cccdfd85-d35d-4453-9c6f-a463aae40722" providerId="ADAL" clId="{8F4901C8-38FB-4B87-AE62-30A7367673DF}" dt="2024-08-31T05:51:47.476" v="357" actId="207"/>
          <ac:graphicFrameMkLst>
            <pc:docMk/>
            <pc:sldMk cId="0" sldId="302"/>
            <ac:graphicFrameMk id="4" creationId="{00000000-0000-0000-0000-000000000000}"/>
          </ac:graphicFrameMkLst>
        </pc:graphicFrameChg>
        <pc:graphicFrameChg chg="mod modGraphic">
          <ac:chgData name="Ms Alina Arshad" userId="cccdfd85-d35d-4453-9c6f-a463aae40722" providerId="ADAL" clId="{8F4901C8-38FB-4B87-AE62-30A7367673DF}" dt="2024-08-31T05:53:42.674" v="384" actId="1076"/>
          <ac:graphicFrameMkLst>
            <pc:docMk/>
            <pc:sldMk cId="0" sldId="302"/>
            <ac:graphicFrameMk id="6" creationId="{00000000-0000-0000-0000-000000000000}"/>
          </ac:graphicFrameMkLst>
        </pc:graphicFrameChg>
        <pc:graphicFrameChg chg="mod modGraphic">
          <ac:chgData name="Ms Alina Arshad" userId="cccdfd85-d35d-4453-9c6f-a463aae40722" providerId="ADAL" clId="{8F4901C8-38FB-4B87-AE62-30A7367673DF}" dt="2024-08-31T05:54:44.681" v="400" actId="14100"/>
          <ac:graphicFrameMkLst>
            <pc:docMk/>
            <pc:sldMk cId="0" sldId="302"/>
            <ac:graphicFrameMk id="8" creationId="{00000000-0000-0000-0000-000000000000}"/>
          </ac:graphicFrameMkLst>
        </pc:graphicFrameChg>
        <pc:picChg chg="del">
          <ac:chgData name="Ms Alina Arshad" userId="cccdfd85-d35d-4453-9c6f-a463aae40722" providerId="ADAL" clId="{8F4901C8-38FB-4B87-AE62-30A7367673DF}" dt="2024-08-31T05:50:44.894" v="340" actId="478"/>
          <ac:picMkLst>
            <pc:docMk/>
            <pc:sldMk cId="0" sldId="302"/>
            <ac:picMk id="3" creationId="{00000000-0000-0000-0000-000000000000}"/>
          </ac:picMkLst>
        </pc:picChg>
        <pc:picChg chg="del">
          <ac:chgData name="Ms Alina Arshad" userId="cccdfd85-d35d-4453-9c6f-a463aae40722" providerId="ADAL" clId="{8F4901C8-38FB-4B87-AE62-30A7367673DF}" dt="2024-08-31T05:52:31.028" v="368" actId="478"/>
          <ac:picMkLst>
            <pc:docMk/>
            <pc:sldMk cId="0" sldId="302"/>
            <ac:picMk id="5" creationId="{00000000-0000-0000-0000-000000000000}"/>
          </ac:picMkLst>
        </pc:picChg>
        <pc:picChg chg="del">
          <ac:chgData name="Ms Alina Arshad" userId="cccdfd85-d35d-4453-9c6f-a463aae40722" providerId="ADAL" clId="{8F4901C8-38FB-4B87-AE62-30A7367673DF}" dt="2024-08-31T05:54:03.495" v="390" actId="478"/>
          <ac:picMkLst>
            <pc:docMk/>
            <pc:sldMk cId="0" sldId="302"/>
            <ac:picMk id="7" creationId="{00000000-0000-0000-0000-000000000000}"/>
          </ac:picMkLst>
        </pc:picChg>
      </pc:sldChg>
      <pc:sldChg chg="modSp add del mod">
        <pc:chgData name="Ms Alina Arshad" userId="cccdfd85-d35d-4453-9c6f-a463aae40722" providerId="ADAL" clId="{8F4901C8-38FB-4B87-AE62-30A7367673DF}" dt="2024-09-03T17:03:31.010" v="485" actId="47"/>
        <pc:sldMkLst>
          <pc:docMk/>
          <pc:sldMk cId="0" sldId="303"/>
        </pc:sldMkLst>
        <pc:spChg chg="mod">
          <ac:chgData name="Ms Alina Arshad" userId="cccdfd85-d35d-4453-9c6f-a463aae40722" providerId="ADAL" clId="{8F4901C8-38FB-4B87-AE62-30A7367673DF}" dt="2024-08-31T05:55:17.408" v="407" actId="1076"/>
          <ac:spMkLst>
            <pc:docMk/>
            <pc:sldMk cId="0" sldId="303"/>
            <ac:spMk id="2" creationId="{00000000-0000-0000-0000-000000000000}"/>
          </ac:spMkLst>
        </pc:spChg>
        <pc:spChg chg="mod">
          <ac:chgData name="Ms Alina Arshad" userId="cccdfd85-d35d-4453-9c6f-a463aae40722" providerId="ADAL" clId="{8F4901C8-38FB-4B87-AE62-30A7367673DF}" dt="2024-08-31T05:57:16.456" v="439" actId="113"/>
          <ac:spMkLst>
            <pc:docMk/>
            <pc:sldMk cId="0" sldId="303"/>
            <ac:spMk id="3" creationId="{00000000-0000-0000-0000-000000000000}"/>
          </ac:spMkLst>
        </pc:spChg>
      </pc:sldChg>
      <pc:sldChg chg="modSp add del mod">
        <pc:chgData name="Ms Alina Arshad" userId="cccdfd85-d35d-4453-9c6f-a463aae40722" providerId="ADAL" clId="{8F4901C8-38FB-4B87-AE62-30A7367673DF}" dt="2024-09-03T17:03:31.496" v="486" actId="47"/>
        <pc:sldMkLst>
          <pc:docMk/>
          <pc:sldMk cId="0" sldId="304"/>
        </pc:sldMkLst>
        <pc:spChg chg="mod">
          <ac:chgData name="Ms Alina Arshad" userId="cccdfd85-d35d-4453-9c6f-a463aae40722" providerId="ADAL" clId="{8F4901C8-38FB-4B87-AE62-30A7367673DF}" dt="2024-08-31T05:58:37.321" v="456" actId="1076"/>
          <ac:spMkLst>
            <pc:docMk/>
            <pc:sldMk cId="0" sldId="304"/>
            <ac:spMk id="2" creationId="{00000000-0000-0000-0000-000000000000}"/>
          </ac:spMkLst>
        </pc:spChg>
        <pc:spChg chg="mod">
          <ac:chgData name="Ms Alina Arshad" userId="cccdfd85-d35d-4453-9c6f-a463aae40722" providerId="ADAL" clId="{8F4901C8-38FB-4B87-AE62-30A7367673DF}" dt="2024-08-31T05:58:34.623" v="455" actId="1076"/>
          <ac:spMkLst>
            <pc:docMk/>
            <pc:sldMk cId="0" sldId="304"/>
            <ac:spMk id="3" creationId="{00000000-0000-0000-0000-000000000000}"/>
          </ac:spMkLst>
        </pc:spChg>
      </pc:sldChg>
      <pc:sldChg chg="del">
        <pc:chgData name="Ms Alina Arshad" userId="cccdfd85-d35d-4453-9c6f-a463aae40722" providerId="ADAL" clId="{8F4901C8-38FB-4B87-AE62-30A7367673DF}" dt="2024-08-31T05:30:55.652" v="15" actId="47"/>
        <pc:sldMkLst>
          <pc:docMk/>
          <pc:sldMk cId="1999997857" sldId="383"/>
        </pc:sldMkLst>
      </pc:sldChg>
      <pc:sldChg chg="del">
        <pc:chgData name="Ms Alina Arshad" userId="cccdfd85-d35d-4453-9c6f-a463aae40722" providerId="ADAL" clId="{8F4901C8-38FB-4B87-AE62-30A7367673DF}" dt="2024-08-31T05:30:53.022" v="9" actId="47"/>
        <pc:sldMkLst>
          <pc:docMk/>
          <pc:sldMk cId="2945287982" sldId="384"/>
        </pc:sldMkLst>
      </pc:sldChg>
      <pc:sldChg chg="del">
        <pc:chgData name="Ms Alina Arshad" userId="cccdfd85-d35d-4453-9c6f-a463aae40722" providerId="ADAL" clId="{8F4901C8-38FB-4B87-AE62-30A7367673DF}" dt="2024-08-31T05:30:53.991" v="11" actId="47"/>
        <pc:sldMkLst>
          <pc:docMk/>
          <pc:sldMk cId="482241889" sldId="385"/>
        </pc:sldMkLst>
      </pc:sldChg>
      <pc:sldChg chg="del">
        <pc:chgData name="Ms Alina Arshad" userId="cccdfd85-d35d-4453-9c6f-a463aae40722" providerId="ADAL" clId="{8F4901C8-38FB-4B87-AE62-30A7367673DF}" dt="2024-08-31T05:30:54.331" v="12" actId="47"/>
        <pc:sldMkLst>
          <pc:docMk/>
          <pc:sldMk cId="1301245489" sldId="386"/>
        </pc:sldMkLst>
      </pc:sldChg>
      <pc:sldChg chg="modSp add mod">
        <pc:chgData name="Ms Alina Arshad" userId="cccdfd85-d35d-4453-9c6f-a463aae40722" providerId="ADAL" clId="{8F4901C8-38FB-4B87-AE62-30A7367673DF}" dt="2024-08-31T05:36:06.118" v="110" actId="14100"/>
        <pc:sldMkLst>
          <pc:docMk/>
          <pc:sldMk cId="0" sldId="387"/>
        </pc:sldMkLst>
        <pc:spChg chg="mod">
          <ac:chgData name="Ms Alina Arshad" userId="cccdfd85-d35d-4453-9c6f-a463aae40722" providerId="ADAL" clId="{8F4901C8-38FB-4B87-AE62-30A7367673DF}" dt="2024-08-31T05:35:35.427" v="100" actId="1076"/>
          <ac:spMkLst>
            <pc:docMk/>
            <pc:sldMk cId="0" sldId="387"/>
            <ac:spMk id="2" creationId="{00000000-0000-0000-0000-000000000000}"/>
          </ac:spMkLst>
        </pc:spChg>
        <pc:grpChg chg="mod">
          <ac:chgData name="Ms Alina Arshad" userId="cccdfd85-d35d-4453-9c6f-a463aae40722" providerId="ADAL" clId="{8F4901C8-38FB-4B87-AE62-30A7367673DF}" dt="2024-08-31T05:36:06.118" v="110" actId="14100"/>
          <ac:grpSpMkLst>
            <pc:docMk/>
            <pc:sldMk cId="0" sldId="387"/>
            <ac:grpSpMk id="4" creationId="{00000000-0000-0000-0000-000000000000}"/>
          </ac:grpSpMkLst>
        </pc:grpChg>
        <pc:picChg chg="mod">
          <ac:chgData name="Ms Alina Arshad" userId="cccdfd85-d35d-4453-9c6f-a463aae40722" providerId="ADAL" clId="{8F4901C8-38FB-4B87-AE62-30A7367673DF}" dt="2024-08-31T05:36:02.723" v="109" actId="1076"/>
          <ac:picMkLst>
            <pc:docMk/>
            <pc:sldMk cId="0" sldId="387"/>
            <ac:picMk id="3" creationId="{00000000-0000-0000-0000-000000000000}"/>
          </ac:picMkLst>
        </pc:picChg>
        <pc:picChg chg="mod">
          <ac:chgData name="Ms Alina Arshad" userId="cccdfd85-d35d-4453-9c6f-a463aae40722" providerId="ADAL" clId="{8F4901C8-38FB-4B87-AE62-30A7367673DF}" dt="2024-08-31T05:35:48.265" v="104" actId="1076"/>
          <ac:picMkLst>
            <pc:docMk/>
            <pc:sldMk cId="0" sldId="387"/>
            <ac:picMk id="5" creationId="{00000000-0000-0000-0000-000000000000}"/>
          </ac:picMkLst>
        </pc:picChg>
      </pc:sldChg>
    </pc:docChg>
  </pc:docChgLst>
  <pc:docChgLst>
    <pc:chgData name="Ms Alina Arshad" userId="cccdfd85-d35d-4453-9c6f-a463aae40722" providerId="ADAL" clId="{B83EE3B8-698D-4805-B937-C915DCC3A7B4}"/>
    <pc:docChg chg="undo custSel addSld delSld modSld">
      <pc:chgData name="Ms Alina Arshad" userId="cccdfd85-d35d-4453-9c6f-a463aae40722" providerId="ADAL" clId="{B83EE3B8-698D-4805-B937-C915DCC3A7B4}" dt="2024-08-27T15:12:47.410" v="220" actId="207"/>
      <pc:docMkLst>
        <pc:docMk/>
      </pc:docMkLst>
      <pc:sldChg chg="modSp mod">
        <pc:chgData name="Ms Alina Arshad" userId="cccdfd85-d35d-4453-9c6f-a463aae40722" providerId="ADAL" clId="{B83EE3B8-698D-4805-B937-C915DCC3A7B4}" dt="2024-08-27T14:58:19.757" v="160" actId="1036"/>
        <pc:sldMkLst>
          <pc:docMk/>
          <pc:sldMk cId="690379836" sldId="278"/>
        </pc:sldMkLst>
        <pc:spChg chg="mod">
          <ac:chgData name="Ms Alina Arshad" userId="cccdfd85-d35d-4453-9c6f-a463aae40722" providerId="ADAL" clId="{B83EE3B8-698D-4805-B937-C915DCC3A7B4}" dt="2024-08-26T14:31:51.413" v="2" actId="207"/>
          <ac:spMkLst>
            <pc:docMk/>
            <pc:sldMk cId="690379836" sldId="278"/>
            <ac:spMk id="2" creationId="{00000000-0000-0000-0000-000000000000}"/>
          </ac:spMkLst>
        </pc:spChg>
        <pc:spChg chg="mod">
          <ac:chgData name="Ms Alina Arshad" userId="cccdfd85-d35d-4453-9c6f-a463aae40722" providerId="ADAL" clId="{B83EE3B8-698D-4805-B937-C915DCC3A7B4}" dt="2024-08-27T14:58:19.757" v="160" actId="1036"/>
          <ac:spMkLst>
            <pc:docMk/>
            <pc:sldMk cId="690379836" sldId="278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B83EE3B8-698D-4805-B937-C915DCC3A7B4}" dt="2024-08-26T14:32:49.003" v="13" actId="1076"/>
        <pc:sldMkLst>
          <pc:docMk/>
          <pc:sldMk cId="1359494105" sldId="280"/>
        </pc:sldMkLst>
        <pc:spChg chg="mod">
          <ac:chgData name="Ms Alina Arshad" userId="cccdfd85-d35d-4453-9c6f-a463aae40722" providerId="ADAL" clId="{B83EE3B8-698D-4805-B937-C915DCC3A7B4}" dt="2024-08-26T14:32:49.003" v="13" actId="1076"/>
          <ac:spMkLst>
            <pc:docMk/>
            <pc:sldMk cId="1359494105" sldId="280"/>
            <ac:spMk id="2" creationId="{00000000-0000-0000-0000-000000000000}"/>
          </ac:spMkLst>
        </pc:spChg>
        <pc:spChg chg="mod">
          <ac:chgData name="Ms Alina Arshad" userId="cccdfd85-d35d-4453-9c6f-a463aae40722" providerId="ADAL" clId="{B83EE3B8-698D-4805-B937-C915DCC3A7B4}" dt="2024-08-26T14:32:24.843" v="7" actId="207"/>
          <ac:spMkLst>
            <pc:docMk/>
            <pc:sldMk cId="1359494105" sldId="280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B83EE3B8-698D-4805-B937-C915DCC3A7B4}" dt="2024-08-26T14:33:20.054" v="22" actId="255"/>
        <pc:sldMkLst>
          <pc:docMk/>
          <pc:sldMk cId="1986393990" sldId="281"/>
        </pc:sldMkLst>
        <pc:spChg chg="mod">
          <ac:chgData name="Ms Alina Arshad" userId="cccdfd85-d35d-4453-9c6f-a463aae40722" providerId="ADAL" clId="{B83EE3B8-698D-4805-B937-C915DCC3A7B4}" dt="2024-08-26T14:33:02.676" v="17" actId="207"/>
          <ac:spMkLst>
            <pc:docMk/>
            <pc:sldMk cId="1986393990" sldId="281"/>
            <ac:spMk id="2" creationId="{00000000-0000-0000-0000-000000000000}"/>
          </ac:spMkLst>
        </pc:spChg>
        <pc:spChg chg="mod">
          <ac:chgData name="Ms Alina Arshad" userId="cccdfd85-d35d-4453-9c6f-a463aae40722" providerId="ADAL" clId="{B83EE3B8-698D-4805-B937-C915DCC3A7B4}" dt="2024-08-26T14:33:20.054" v="22" actId="255"/>
          <ac:spMkLst>
            <pc:docMk/>
            <pc:sldMk cId="1986393990" sldId="281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B83EE3B8-698D-4805-B937-C915DCC3A7B4}" dt="2024-08-26T14:33:45.149" v="28" actId="20577"/>
        <pc:sldMkLst>
          <pc:docMk/>
          <pc:sldMk cId="62257074" sldId="282"/>
        </pc:sldMkLst>
        <pc:spChg chg="mod">
          <ac:chgData name="Ms Alina Arshad" userId="cccdfd85-d35d-4453-9c6f-a463aae40722" providerId="ADAL" clId="{B83EE3B8-698D-4805-B937-C915DCC3A7B4}" dt="2024-08-26T14:33:33.853" v="25" actId="207"/>
          <ac:spMkLst>
            <pc:docMk/>
            <pc:sldMk cId="62257074" sldId="282"/>
            <ac:spMk id="2" creationId="{00000000-0000-0000-0000-000000000000}"/>
          </ac:spMkLst>
        </pc:spChg>
        <pc:spChg chg="mod">
          <ac:chgData name="Ms Alina Arshad" userId="cccdfd85-d35d-4453-9c6f-a463aae40722" providerId="ADAL" clId="{B83EE3B8-698D-4805-B937-C915DCC3A7B4}" dt="2024-08-26T14:33:45.149" v="28" actId="20577"/>
          <ac:spMkLst>
            <pc:docMk/>
            <pc:sldMk cId="62257074" sldId="282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B83EE3B8-698D-4805-B937-C915DCC3A7B4}" dt="2024-08-27T15:11:58.190" v="219" actId="207"/>
        <pc:sldMkLst>
          <pc:docMk/>
          <pc:sldMk cId="1448268549" sldId="283"/>
        </pc:sldMkLst>
        <pc:spChg chg="mod">
          <ac:chgData name="Ms Alina Arshad" userId="cccdfd85-d35d-4453-9c6f-a463aae40722" providerId="ADAL" clId="{B83EE3B8-698D-4805-B937-C915DCC3A7B4}" dt="2024-08-26T14:34:42.388" v="33" actId="207"/>
          <ac:spMkLst>
            <pc:docMk/>
            <pc:sldMk cId="1448268549" sldId="283"/>
            <ac:spMk id="2" creationId="{00000000-0000-0000-0000-000000000000}"/>
          </ac:spMkLst>
        </pc:spChg>
        <pc:spChg chg="mod">
          <ac:chgData name="Ms Alina Arshad" userId="cccdfd85-d35d-4453-9c6f-a463aae40722" providerId="ADAL" clId="{B83EE3B8-698D-4805-B937-C915DCC3A7B4}" dt="2024-08-27T15:11:58.190" v="219" actId="207"/>
          <ac:spMkLst>
            <pc:docMk/>
            <pc:sldMk cId="1448268549" sldId="283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B83EE3B8-698D-4805-B937-C915DCC3A7B4}" dt="2024-08-26T14:35:01.191" v="37" actId="14100"/>
        <pc:sldMkLst>
          <pc:docMk/>
          <pc:sldMk cId="1013870418" sldId="284"/>
        </pc:sldMkLst>
        <pc:spChg chg="mod">
          <ac:chgData name="Ms Alina Arshad" userId="cccdfd85-d35d-4453-9c6f-a463aae40722" providerId="ADAL" clId="{B83EE3B8-698D-4805-B937-C915DCC3A7B4}" dt="2024-08-26T14:35:01.191" v="37" actId="14100"/>
          <ac:spMkLst>
            <pc:docMk/>
            <pc:sldMk cId="1013870418" sldId="284"/>
            <ac:spMk id="2" creationId="{00000000-0000-0000-0000-000000000000}"/>
          </ac:spMkLst>
        </pc:spChg>
        <pc:spChg chg="mod">
          <ac:chgData name="Ms Alina Arshad" userId="cccdfd85-d35d-4453-9c6f-a463aae40722" providerId="ADAL" clId="{B83EE3B8-698D-4805-B937-C915DCC3A7B4}" dt="2024-08-26T14:34:55.651" v="35" actId="255"/>
          <ac:spMkLst>
            <pc:docMk/>
            <pc:sldMk cId="1013870418" sldId="284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B83EE3B8-698D-4805-B937-C915DCC3A7B4}" dt="2024-08-27T15:12:47.410" v="220" actId="207"/>
        <pc:sldMkLst>
          <pc:docMk/>
          <pc:sldMk cId="1933644143" sldId="285"/>
        </pc:sldMkLst>
        <pc:spChg chg="mod">
          <ac:chgData name="Ms Alina Arshad" userId="cccdfd85-d35d-4453-9c6f-a463aae40722" providerId="ADAL" clId="{B83EE3B8-698D-4805-B937-C915DCC3A7B4}" dt="2024-08-26T14:47:29.082" v="58" actId="14100"/>
          <ac:spMkLst>
            <pc:docMk/>
            <pc:sldMk cId="1933644143" sldId="285"/>
            <ac:spMk id="2" creationId="{00000000-0000-0000-0000-000000000000}"/>
          </ac:spMkLst>
        </pc:spChg>
        <pc:spChg chg="mod">
          <ac:chgData name="Ms Alina Arshad" userId="cccdfd85-d35d-4453-9c6f-a463aae40722" providerId="ADAL" clId="{B83EE3B8-698D-4805-B937-C915DCC3A7B4}" dt="2024-08-27T15:12:47.410" v="220" actId="207"/>
          <ac:spMkLst>
            <pc:docMk/>
            <pc:sldMk cId="1933644143" sldId="285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B83EE3B8-698D-4805-B937-C915DCC3A7B4}" dt="2024-08-26T14:54:12.864" v="135" actId="1076"/>
        <pc:sldMkLst>
          <pc:docMk/>
          <pc:sldMk cId="3042126378" sldId="286"/>
        </pc:sldMkLst>
        <pc:spChg chg="mod">
          <ac:chgData name="Ms Alina Arshad" userId="cccdfd85-d35d-4453-9c6f-a463aae40722" providerId="ADAL" clId="{B83EE3B8-698D-4805-B937-C915DCC3A7B4}" dt="2024-08-26T14:53:28.150" v="123" actId="14100"/>
          <ac:spMkLst>
            <pc:docMk/>
            <pc:sldMk cId="3042126378" sldId="286"/>
            <ac:spMk id="2" creationId="{00000000-0000-0000-0000-000000000000}"/>
          </ac:spMkLst>
        </pc:spChg>
        <pc:spChg chg="mod">
          <ac:chgData name="Ms Alina Arshad" userId="cccdfd85-d35d-4453-9c6f-a463aae40722" providerId="ADAL" clId="{B83EE3B8-698D-4805-B937-C915DCC3A7B4}" dt="2024-08-26T14:54:09.444" v="134" actId="1076"/>
          <ac:spMkLst>
            <pc:docMk/>
            <pc:sldMk cId="3042126378" sldId="286"/>
            <ac:spMk id="3" creationId="{00000000-0000-0000-0000-000000000000}"/>
          </ac:spMkLst>
        </pc:spChg>
        <pc:picChg chg="mod">
          <ac:chgData name="Ms Alina Arshad" userId="cccdfd85-d35d-4453-9c6f-a463aae40722" providerId="ADAL" clId="{B83EE3B8-698D-4805-B937-C915DCC3A7B4}" dt="2024-08-26T14:54:12.864" v="135" actId="1076"/>
          <ac:picMkLst>
            <pc:docMk/>
            <pc:sldMk cId="3042126378" sldId="286"/>
            <ac:picMk id="4" creationId="{00000000-0000-0000-0000-000000000000}"/>
          </ac:picMkLst>
        </pc:picChg>
      </pc:sldChg>
      <pc:sldChg chg="modSp mod">
        <pc:chgData name="Ms Alina Arshad" userId="cccdfd85-d35d-4453-9c6f-a463aae40722" providerId="ADAL" clId="{B83EE3B8-698D-4805-B937-C915DCC3A7B4}" dt="2024-08-26T14:54:57.484" v="147" actId="14100"/>
        <pc:sldMkLst>
          <pc:docMk/>
          <pc:sldMk cId="907460114" sldId="287"/>
        </pc:sldMkLst>
        <pc:spChg chg="mod">
          <ac:chgData name="Ms Alina Arshad" userId="cccdfd85-d35d-4453-9c6f-a463aae40722" providerId="ADAL" clId="{B83EE3B8-698D-4805-B937-C915DCC3A7B4}" dt="2024-08-26T14:54:18.848" v="136" actId="207"/>
          <ac:spMkLst>
            <pc:docMk/>
            <pc:sldMk cId="907460114" sldId="287"/>
            <ac:spMk id="2" creationId="{00000000-0000-0000-0000-000000000000}"/>
          </ac:spMkLst>
        </pc:spChg>
        <pc:spChg chg="mod">
          <ac:chgData name="Ms Alina Arshad" userId="cccdfd85-d35d-4453-9c6f-a463aae40722" providerId="ADAL" clId="{B83EE3B8-698D-4805-B937-C915DCC3A7B4}" dt="2024-08-26T14:54:52.504" v="145" actId="14100"/>
          <ac:spMkLst>
            <pc:docMk/>
            <pc:sldMk cId="907460114" sldId="287"/>
            <ac:spMk id="3" creationId="{00000000-0000-0000-0000-000000000000}"/>
          </ac:spMkLst>
        </pc:spChg>
        <pc:picChg chg="mod">
          <ac:chgData name="Ms Alina Arshad" userId="cccdfd85-d35d-4453-9c6f-a463aae40722" providerId="ADAL" clId="{B83EE3B8-698D-4805-B937-C915DCC3A7B4}" dt="2024-08-26T14:54:57.484" v="147" actId="14100"/>
          <ac:picMkLst>
            <pc:docMk/>
            <pc:sldMk cId="907460114" sldId="287"/>
            <ac:picMk id="4" creationId="{00000000-0000-0000-0000-000000000000}"/>
          </ac:picMkLst>
        </pc:picChg>
      </pc:sldChg>
      <pc:sldChg chg="modSp mod">
        <pc:chgData name="Ms Alina Arshad" userId="cccdfd85-d35d-4453-9c6f-a463aae40722" providerId="ADAL" clId="{B83EE3B8-698D-4805-B937-C915DCC3A7B4}" dt="2024-08-27T14:58:30.434" v="162" actId="207"/>
        <pc:sldMkLst>
          <pc:docMk/>
          <pc:sldMk cId="1846796533" sldId="293"/>
        </pc:sldMkLst>
        <pc:spChg chg="mod">
          <ac:chgData name="Ms Alina Arshad" userId="cccdfd85-d35d-4453-9c6f-a463aae40722" providerId="ADAL" clId="{B83EE3B8-698D-4805-B937-C915DCC3A7B4}" dt="2024-08-27T14:58:25.784" v="161" actId="207"/>
          <ac:spMkLst>
            <pc:docMk/>
            <pc:sldMk cId="1846796533" sldId="293"/>
            <ac:spMk id="2" creationId="{00000000-0000-0000-0000-000000000000}"/>
          </ac:spMkLst>
        </pc:spChg>
        <pc:spChg chg="mod">
          <ac:chgData name="Ms Alina Arshad" userId="cccdfd85-d35d-4453-9c6f-a463aae40722" providerId="ADAL" clId="{B83EE3B8-698D-4805-B937-C915DCC3A7B4}" dt="2024-08-27T14:58:30.434" v="162" actId="207"/>
          <ac:spMkLst>
            <pc:docMk/>
            <pc:sldMk cId="1846796533" sldId="293"/>
            <ac:spMk id="3" creationId="{00000000-0000-0000-0000-000000000000}"/>
          </ac:spMkLst>
        </pc:spChg>
      </pc:sldChg>
      <pc:sldChg chg="addSp delSp modSp del mod">
        <pc:chgData name="Ms Alina Arshad" userId="cccdfd85-d35d-4453-9c6f-a463aae40722" providerId="ADAL" clId="{B83EE3B8-698D-4805-B937-C915DCC3A7B4}" dt="2024-08-26T14:47:15.799" v="53" actId="47"/>
        <pc:sldMkLst>
          <pc:docMk/>
          <pc:sldMk cId="3235250699" sldId="294"/>
        </pc:sldMkLst>
        <pc:spChg chg="del">
          <ac:chgData name="Ms Alina Arshad" userId="cccdfd85-d35d-4453-9c6f-a463aae40722" providerId="ADAL" clId="{B83EE3B8-698D-4805-B937-C915DCC3A7B4}" dt="2024-08-26T14:46:20.140" v="39" actId="21"/>
          <ac:spMkLst>
            <pc:docMk/>
            <pc:sldMk cId="3235250699" sldId="294"/>
            <ac:spMk id="2" creationId="{00000000-0000-0000-0000-000000000000}"/>
          </ac:spMkLst>
        </pc:spChg>
        <pc:spChg chg="add mod">
          <ac:chgData name="Ms Alina Arshad" userId="cccdfd85-d35d-4453-9c6f-a463aae40722" providerId="ADAL" clId="{B83EE3B8-698D-4805-B937-C915DCC3A7B4}" dt="2024-08-26T14:46:20.140" v="39" actId="21"/>
          <ac:spMkLst>
            <pc:docMk/>
            <pc:sldMk cId="3235250699" sldId="294"/>
            <ac:spMk id="5" creationId="{B30B151D-0391-3325-AC8A-9621D5B63F54}"/>
          </ac:spMkLst>
        </pc:spChg>
        <pc:spChg chg="add mod">
          <ac:chgData name="Ms Alina Arshad" userId="cccdfd85-d35d-4453-9c6f-a463aae40722" providerId="ADAL" clId="{B83EE3B8-698D-4805-B937-C915DCC3A7B4}" dt="2024-08-26T14:46:20.140" v="39" actId="21"/>
          <ac:spMkLst>
            <pc:docMk/>
            <pc:sldMk cId="3235250699" sldId="294"/>
            <ac:spMk id="7" creationId="{88EBD0D1-7E5D-CC56-E303-9A114B78734C}"/>
          </ac:spMkLst>
        </pc:spChg>
        <pc:picChg chg="del">
          <ac:chgData name="Ms Alina Arshad" userId="cccdfd85-d35d-4453-9c6f-a463aae40722" providerId="ADAL" clId="{B83EE3B8-698D-4805-B937-C915DCC3A7B4}" dt="2024-08-26T14:46:20.140" v="39" actId="21"/>
          <ac:picMkLst>
            <pc:docMk/>
            <pc:sldMk cId="3235250699" sldId="294"/>
            <ac:picMk id="4" creationId="{00000000-0000-0000-0000-000000000000}"/>
          </ac:picMkLst>
        </pc:picChg>
      </pc:sldChg>
      <pc:sldChg chg="addSp delSp modSp del mod">
        <pc:chgData name="Ms Alina Arshad" userId="cccdfd85-d35d-4453-9c6f-a463aae40722" providerId="ADAL" clId="{B83EE3B8-698D-4805-B937-C915DCC3A7B4}" dt="2024-08-26T14:53:08.129" v="121" actId="47"/>
        <pc:sldMkLst>
          <pc:docMk/>
          <pc:sldMk cId="3384167368" sldId="295"/>
        </pc:sldMkLst>
        <pc:spChg chg="del mod">
          <ac:chgData name="Ms Alina Arshad" userId="cccdfd85-d35d-4453-9c6f-a463aae40722" providerId="ADAL" clId="{B83EE3B8-698D-4805-B937-C915DCC3A7B4}" dt="2024-08-26T14:52:52.044" v="117" actId="21"/>
          <ac:spMkLst>
            <pc:docMk/>
            <pc:sldMk cId="3384167368" sldId="295"/>
            <ac:spMk id="2" creationId="{00000000-0000-0000-0000-000000000000}"/>
          </ac:spMkLst>
        </pc:spChg>
        <pc:spChg chg="del mod">
          <ac:chgData name="Ms Alina Arshad" userId="cccdfd85-d35d-4453-9c6f-a463aae40722" providerId="ADAL" clId="{B83EE3B8-698D-4805-B937-C915DCC3A7B4}" dt="2024-08-26T14:52:52.044" v="117" actId="21"/>
          <ac:spMkLst>
            <pc:docMk/>
            <pc:sldMk cId="3384167368" sldId="295"/>
            <ac:spMk id="3" creationId="{00000000-0000-0000-0000-000000000000}"/>
          </ac:spMkLst>
        </pc:spChg>
        <pc:spChg chg="del mod">
          <ac:chgData name="Ms Alina Arshad" userId="cccdfd85-d35d-4453-9c6f-a463aae40722" providerId="ADAL" clId="{B83EE3B8-698D-4805-B937-C915DCC3A7B4}" dt="2024-08-26T14:52:52.044" v="117" actId="21"/>
          <ac:spMkLst>
            <pc:docMk/>
            <pc:sldMk cId="3384167368" sldId="295"/>
            <ac:spMk id="6" creationId="{00000000-0000-0000-0000-000000000000}"/>
          </ac:spMkLst>
        </pc:spChg>
        <pc:spChg chg="del">
          <ac:chgData name="Ms Alina Arshad" userId="cccdfd85-d35d-4453-9c6f-a463aae40722" providerId="ADAL" clId="{B83EE3B8-698D-4805-B937-C915DCC3A7B4}" dt="2024-08-26T14:52:52.044" v="117" actId="21"/>
          <ac:spMkLst>
            <pc:docMk/>
            <pc:sldMk cId="3384167368" sldId="295"/>
            <ac:spMk id="9" creationId="{00000000-0000-0000-0000-000000000000}"/>
          </ac:spMkLst>
        </pc:spChg>
        <pc:spChg chg="add mod">
          <ac:chgData name="Ms Alina Arshad" userId="cccdfd85-d35d-4453-9c6f-a463aae40722" providerId="ADAL" clId="{B83EE3B8-698D-4805-B937-C915DCC3A7B4}" dt="2024-08-26T14:52:52.044" v="117" actId="21"/>
          <ac:spMkLst>
            <pc:docMk/>
            <pc:sldMk cId="3384167368" sldId="295"/>
            <ac:spMk id="10" creationId="{86E41ED1-09C8-683E-193D-C63CD75A87B7}"/>
          </ac:spMkLst>
        </pc:spChg>
        <pc:graphicFrameChg chg="del">
          <ac:chgData name="Ms Alina Arshad" userId="cccdfd85-d35d-4453-9c6f-a463aae40722" providerId="ADAL" clId="{B83EE3B8-698D-4805-B937-C915DCC3A7B4}" dt="2024-08-26T14:52:52.044" v="117" actId="21"/>
          <ac:graphicFrameMkLst>
            <pc:docMk/>
            <pc:sldMk cId="3384167368" sldId="295"/>
            <ac:graphicFrameMk id="8" creationId="{00000000-0000-0000-0000-000000000000}"/>
          </ac:graphicFrameMkLst>
        </pc:graphicFrameChg>
        <pc:picChg chg="del mod">
          <ac:chgData name="Ms Alina Arshad" userId="cccdfd85-d35d-4453-9c6f-a463aae40722" providerId="ADAL" clId="{B83EE3B8-698D-4805-B937-C915DCC3A7B4}" dt="2024-08-26T14:52:52.044" v="117" actId="21"/>
          <ac:picMkLst>
            <pc:docMk/>
            <pc:sldMk cId="3384167368" sldId="295"/>
            <ac:picMk id="4" creationId="{00000000-0000-0000-0000-000000000000}"/>
          </ac:picMkLst>
        </pc:picChg>
        <pc:picChg chg="del mod">
          <ac:chgData name="Ms Alina Arshad" userId="cccdfd85-d35d-4453-9c6f-a463aae40722" providerId="ADAL" clId="{B83EE3B8-698D-4805-B937-C915DCC3A7B4}" dt="2024-08-26T14:52:52.044" v="117" actId="21"/>
          <ac:picMkLst>
            <pc:docMk/>
            <pc:sldMk cId="3384167368" sldId="295"/>
            <ac:picMk id="5" creationId="{00000000-0000-0000-0000-000000000000}"/>
          </ac:picMkLst>
        </pc:picChg>
      </pc:sldChg>
      <pc:sldChg chg="modSp mod">
        <pc:chgData name="Ms Alina Arshad" userId="cccdfd85-d35d-4453-9c6f-a463aae40722" providerId="ADAL" clId="{B83EE3B8-698D-4805-B937-C915DCC3A7B4}" dt="2024-08-26T14:55:33.514" v="158" actId="14100"/>
        <pc:sldMkLst>
          <pc:docMk/>
          <pc:sldMk cId="1999997857" sldId="383"/>
        </pc:sldMkLst>
        <pc:spChg chg="mod">
          <ac:chgData name="Ms Alina Arshad" userId="cccdfd85-d35d-4453-9c6f-a463aae40722" providerId="ADAL" clId="{B83EE3B8-698D-4805-B937-C915DCC3A7B4}" dt="2024-08-26T14:55:17.678" v="152" actId="14100"/>
          <ac:spMkLst>
            <pc:docMk/>
            <pc:sldMk cId="1999997857" sldId="383"/>
            <ac:spMk id="2" creationId="{00000000-0000-0000-0000-000000000000}"/>
          </ac:spMkLst>
        </pc:spChg>
        <pc:spChg chg="mod">
          <ac:chgData name="Ms Alina Arshad" userId="cccdfd85-d35d-4453-9c6f-a463aae40722" providerId="ADAL" clId="{B83EE3B8-698D-4805-B937-C915DCC3A7B4}" dt="2024-08-26T14:55:33.514" v="158" actId="14100"/>
          <ac:spMkLst>
            <pc:docMk/>
            <pc:sldMk cId="1999997857" sldId="383"/>
            <ac:spMk id="3" creationId="{00000000-0000-0000-0000-000000000000}"/>
          </ac:spMkLst>
        </pc:spChg>
      </pc:sldChg>
      <pc:sldChg chg="addSp modSp new mod">
        <pc:chgData name="Ms Alina Arshad" userId="cccdfd85-d35d-4453-9c6f-a463aae40722" providerId="ADAL" clId="{B83EE3B8-698D-4805-B937-C915DCC3A7B4}" dt="2024-08-26T14:47:08.815" v="52" actId="1076"/>
        <pc:sldMkLst>
          <pc:docMk/>
          <pc:sldMk cId="2945287982" sldId="384"/>
        </pc:sldMkLst>
        <pc:spChg chg="add mod">
          <ac:chgData name="Ms Alina Arshad" userId="cccdfd85-d35d-4453-9c6f-a463aae40722" providerId="ADAL" clId="{B83EE3B8-698D-4805-B937-C915DCC3A7B4}" dt="2024-08-26T14:47:08.815" v="52" actId="1076"/>
          <ac:spMkLst>
            <pc:docMk/>
            <pc:sldMk cId="2945287982" sldId="384"/>
            <ac:spMk id="2" creationId="{00000000-0000-0000-0000-000000000000}"/>
          </ac:spMkLst>
        </pc:spChg>
        <pc:picChg chg="add mod">
          <ac:chgData name="Ms Alina Arshad" userId="cccdfd85-d35d-4453-9c6f-a463aae40722" providerId="ADAL" clId="{B83EE3B8-698D-4805-B937-C915DCC3A7B4}" dt="2024-08-26T14:47:02.693" v="51" actId="14100"/>
          <ac:picMkLst>
            <pc:docMk/>
            <pc:sldMk cId="2945287982" sldId="384"/>
            <ac:picMk id="4" creationId="{00000000-0000-0000-0000-000000000000}"/>
          </ac:picMkLst>
        </pc:picChg>
      </pc:sldChg>
      <pc:sldChg chg="addSp delSp modSp new mod">
        <pc:chgData name="Ms Alina Arshad" userId="cccdfd85-d35d-4453-9c6f-a463aae40722" providerId="ADAL" clId="{B83EE3B8-698D-4805-B937-C915DCC3A7B4}" dt="2024-08-26T14:50:22.522" v="93"/>
        <pc:sldMkLst>
          <pc:docMk/>
          <pc:sldMk cId="482241889" sldId="385"/>
        </pc:sldMkLst>
        <pc:spChg chg="del">
          <ac:chgData name="Ms Alina Arshad" userId="cccdfd85-d35d-4453-9c6f-a463aae40722" providerId="ADAL" clId="{B83EE3B8-698D-4805-B937-C915DCC3A7B4}" dt="2024-08-26T14:50:21.676" v="92" actId="478"/>
          <ac:spMkLst>
            <pc:docMk/>
            <pc:sldMk cId="482241889" sldId="385"/>
            <ac:spMk id="2" creationId="{4C28F0B9-E92C-556C-EA72-776D21158F53}"/>
          </ac:spMkLst>
        </pc:spChg>
        <pc:spChg chg="mod">
          <ac:chgData name="Ms Alina Arshad" userId="cccdfd85-d35d-4453-9c6f-a463aae40722" providerId="ADAL" clId="{B83EE3B8-698D-4805-B937-C915DCC3A7B4}" dt="2024-08-26T14:50:13.862" v="91" actId="255"/>
          <ac:spMkLst>
            <pc:docMk/>
            <pc:sldMk cId="482241889" sldId="385"/>
            <ac:spMk id="3" creationId="{F5A11132-7A56-7F5C-C246-E4C611D24FFF}"/>
          </ac:spMkLst>
        </pc:spChg>
        <pc:spChg chg="add mod">
          <ac:chgData name="Ms Alina Arshad" userId="cccdfd85-d35d-4453-9c6f-a463aae40722" providerId="ADAL" clId="{B83EE3B8-698D-4805-B937-C915DCC3A7B4}" dt="2024-08-26T14:50:22.522" v="93"/>
          <ac:spMkLst>
            <pc:docMk/>
            <pc:sldMk cId="482241889" sldId="385"/>
            <ac:spMk id="4" creationId="{C6BED586-487C-483B-73C1-7C7F0AE31E22}"/>
          </ac:spMkLst>
        </pc:spChg>
      </pc:sldChg>
      <pc:sldChg chg="addSp delSp modSp new del mod">
        <pc:chgData name="Ms Alina Arshad" userId="cccdfd85-d35d-4453-9c6f-a463aae40722" providerId="ADAL" clId="{B83EE3B8-698D-4805-B937-C915DCC3A7B4}" dt="2024-08-26T14:49:47.068" v="84" actId="680"/>
        <pc:sldMkLst>
          <pc:docMk/>
          <pc:sldMk cId="4084249170" sldId="385"/>
        </pc:sldMkLst>
        <pc:spChg chg="add del">
          <ac:chgData name="Ms Alina Arshad" userId="cccdfd85-d35d-4453-9c6f-a463aae40722" providerId="ADAL" clId="{B83EE3B8-698D-4805-B937-C915DCC3A7B4}" dt="2024-08-26T14:49:45.778" v="82" actId="478"/>
          <ac:spMkLst>
            <pc:docMk/>
            <pc:sldMk cId="4084249170" sldId="385"/>
            <ac:spMk id="2" creationId="{CD9C9365-510D-7AC1-296A-54DACA68D972}"/>
          </ac:spMkLst>
        </pc:spChg>
        <pc:spChg chg="mod">
          <ac:chgData name="Ms Alina Arshad" userId="cccdfd85-d35d-4453-9c6f-a463aae40722" providerId="ADAL" clId="{B83EE3B8-698D-4805-B937-C915DCC3A7B4}" dt="2024-08-26T14:49:46.391" v="83"/>
          <ac:spMkLst>
            <pc:docMk/>
            <pc:sldMk cId="4084249170" sldId="385"/>
            <ac:spMk id="3" creationId="{ED6A6792-70AD-E479-5F5F-AC5E23C72B36}"/>
          </ac:spMkLst>
        </pc:spChg>
        <pc:spChg chg="add mod">
          <ac:chgData name="Ms Alina Arshad" userId="cccdfd85-d35d-4453-9c6f-a463aae40722" providerId="ADAL" clId="{B83EE3B8-698D-4805-B937-C915DCC3A7B4}" dt="2024-08-26T14:48:28.694" v="69"/>
          <ac:spMkLst>
            <pc:docMk/>
            <pc:sldMk cId="4084249170" sldId="385"/>
            <ac:spMk id="4" creationId="{F6330A65-8496-A26E-A977-DF071225970E}"/>
          </ac:spMkLst>
        </pc:spChg>
      </pc:sldChg>
      <pc:sldChg chg="addSp modSp new mod">
        <pc:chgData name="Ms Alina Arshad" userId="cccdfd85-d35d-4453-9c6f-a463aae40722" providerId="ADAL" clId="{B83EE3B8-698D-4805-B937-C915DCC3A7B4}" dt="2024-08-26T14:53:05.358" v="120" actId="1076"/>
        <pc:sldMkLst>
          <pc:docMk/>
          <pc:sldMk cId="1301245489" sldId="386"/>
        </pc:sldMkLst>
        <pc:spChg chg="add mod">
          <ac:chgData name="Ms Alina Arshad" userId="cccdfd85-d35d-4453-9c6f-a463aae40722" providerId="ADAL" clId="{B83EE3B8-698D-4805-B937-C915DCC3A7B4}" dt="2024-08-26T14:52:54.312" v="118"/>
          <ac:spMkLst>
            <pc:docMk/>
            <pc:sldMk cId="1301245489" sldId="386"/>
            <ac:spMk id="2" creationId="{00000000-0000-0000-0000-000000000000}"/>
          </ac:spMkLst>
        </pc:spChg>
        <pc:spChg chg="add mod">
          <ac:chgData name="Ms Alina Arshad" userId="cccdfd85-d35d-4453-9c6f-a463aae40722" providerId="ADAL" clId="{B83EE3B8-698D-4805-B937-C915DCC3A7B4}" dt="2024-08-26T14:52:54.312" v="118"/>
          <ac:spMkLst>
            <pc:docMk/>
            <pc:sldMk cId="1301245489" sldId="386"/>
            <ac:spMk id="3" creationId="{00000000-0000-0000-0000-000000000000}"/>
          </ac:spMkLst>
        </pc:spChg>
        <pc:spChg chg="add mod">
          <ac:chgData name="Ms Alina Arshad" userId="cccdfd85-d35d-4453-9c6f-a463aae40722" providerId="ADAL" clId="{B83EE3B8-698D-4805-B937-C915DCC3A7B4}" dt="2024-08-26T14:52:54.312" v="118"/>
          <ac:spMkLst>
            <pc:docMk/>
            <pc:sldMk cId="1301245489" sldId="386"/>
            <ac:spMk id="6" creationId="{00000000-0000-0000-0000-000000000000}"/>
          </ac:spMkLst>
        </pc:spChg>
        <pc:spChg chg="add mod">
          <ac:chgData name="Ms Alina Arshad" userId="cccdfd85-d35d-4453-9c6f-a463aae40722" providerId="ADAL" clId="{B83EE3B8-698D-4805-B937-C915DCC3A7B4}" dt="2024-08-26T14:53:05.358" v="120" actId="1076"/>
          <ac:spMkLst>
            <pc:docMk/>
            <pc:sldMk cId="1301245489" sldId="386"/>
            <ac:spMk id="9" creationId="{00000000-0000-0000-0000-000000000000}"/>
          </ac:spMkLst>
        </pc:spChg>
        <pc:graphicFrameChg chg="add mod">
          <ac:chgData name="Ms Alina Arshad" userId="cccdfd85-d35d-4453-9c6f-a463aae40722" providerId="ADAL" clId="{B83EE3B8-698D-4805-B937-C915DCC3A7B4}" dt="2024-08-26T14:53:01.774" v="119" actId="1076"/>
          <ac:graphicFrameMkLst>
            <pc:docMk/>
            <pc:sldMk cId="1301245489" sldId="386"/>
            <ac:graphicFrameMk id="8" creationId="{00000000-0000-0000-0000-000000000000}"/>
          </ac:graphicFrameMkLst>
        </pc:graphicFrameChg>
        <pc:picChg chg="add mod">
          <ac:chgData name="Ms Alina Arshad" userId="cccdfd85-d35d-4453-9c6f-a463aae40722" providerId="ADAL" clId="{B83EE3B8-698D-4805-B937-C915DCC3A7B4}" dt="2024-08-26T14:52:54.312" v="118"/>
          <ac:picMkLst>
            <pc:docMk/>
            <pc:sldMk cId="1301245489" sldId="386"/>
            <ac:picMk id="4" creationId="{00000000-0000-0000-0000-000000000000}"/>
          </ac:picMkLst>
        </pc:picChg>
        <pc:picChg chg="add mod">
          <ac:chgData name="Ms Alina Arshad" userId="cccdfd85-d35d-4453-9c6f-a463aae40722" providerId="ADAL" clId="{B83EE3B8-698D-4805-B937-C915DCC3A7B4}" dt="2024-08-26T14:52:54.312" v="118"/>
          <ac:picMkLst>
            <pc:docMk/>
            <pc:sldMk cId="1301245489" sldId="386"/>
            <ac:picMk id="5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B90151-A221-46B3-A769-373FDD9A38FB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4BEA5B-0F90-491B-8570-2B3910989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135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4BEA5B-0F90-491B-8570-2B391098908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1376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1544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694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0702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86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710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184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977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69B51B5-5729-4227-8149-0FFB0D6660E2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684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418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544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662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69B51B5-5729-4227-8149-0FFB0D6660E2}" type="datetimeFigureOut">
              <a:rPr lang="en-US" smtClean="0"/>
              <a:t>9/3/2024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0009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alina.arshad@nu.edu.pk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jpg"/><Relationship Id="rId5" Type="http://schemas.openxmlformats.org/officeDocument/2006/relationships/image" Target="../media/image7.jp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4B019-E1ED-7643-5A50-74CEA7F41E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535" y="116380"/>
            <a:ext cx="11588435" cy="3065732"/>
          </a:xfrm>
        </p:spPr>
        <p:txBody>
          <a:bodyPr/>
          <a:lstStyle/>
          <a:p>
            <a:pPr algn="ctr"/>
            <a:br>
              <a:rPr lang="en-US" b="1" dirty="0">
                <a:solidFill>
                  <a:schemeClr val="tx1"/>
                </a:solidFill>
              </a:rPr>
            </a:br>
            <a:r>
              <a:rPr lang="en-US" b="1">
                <a:solidFill>
                  <a:schemeClr val="tx1"/>
                </a:solidFill>
              </a:rPr>
              <a:t>Database Systems</a:t>
            </a:r>
            <a:endParaRPr lang="en-US" sz="7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E9F82C-BBA7-3495-1097-BEDB54FFFD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3675889"/>
            <a:ext cx="10058400" cy="1922731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sz="4400" b="1" dirty="0">
                <a:solidFill>
                  <a:schemeClr val="tx1"/>
                </a:solidFill>
                <a:cs typeface="Times New Roman" panose="02020603050405020304" pitchFamily="18" charset="0"/>
              </a:rPr>
              <a:t>Lecture 3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THE RELATIONAL DATA MODEL AND RELATIONAL DATABASE CONSTRAINTS</a:t>
            </a:r>
            <a:endParaRPr lang="en-US" sz="24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  <a:p>
            <a:pPr algn="ctr"/>
            <a:r>
              <a:rPr lang="en-US" b="1">
                <a:solidFill>
                  <a:schemeClr val="tx1"/>
                </a:solidFill>
                <a:cs typeface="Times New Roman" panose="02020603050405020304" pitchFamily="18" charset="0"/>
              </a:rPr>
              <a:t>Chapter 5</a:t>
            </a:r>
            <a:endParaRPr lang="en-US" b="1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DE143E-53E3-798D-07E7-8D85DD770A95}"/>
              </a:ext>
            </a:extLst>
          </p:cNvPr>
          <p:cNvSpPr txBox="1"/>
          <p:nvPr/>
        </p:nvSpPr>
        <p:spPr>
          <a:xfrm>
            <a:off x="8094529" y="5374233"/>
            <a:ext cx="439772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tx1"/>
                </a:solidFill>
                <a:cs typeface="Times New Roman" panose="02020603050405020304" pitchFamily="18" charset="0"/>
              </a:rPr>
              <a:t>Alina Arshad</a:t>
            </a:r>
          </a:p>
          <a:p>
            <a:pPr algn="ctr"/>
            <a:r>
              <a:rPr lang="en-US" sz="2800" dirty="0">
                <a:cs typeface="Times New Roman" panose="02020603050405020304" pitchFamily="18" charset="0"/>
                <a:hlinkClick r:id="rId3"/>
              </a:rPr>
              <a:t>alina.arshad@nu.edu.pk</a:t>
            </a:r>
            <a:endParaRPr lang="en-US" sz="28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2361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54724" y="948889"/>
            <a:ext cx="8735437" cy="751488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315" dirty="0">
                <a:solidFill>
                  <a:schemeClr val="tx1"/>
                </a:solidFill>
                <a:cs typeface="Tahoma"/>
              </a:rPr>
              <a:t>Insert</a:t>
            </a:r>
            <a:r>
              <a:rPr b="1" dirty="0">
                <a:solidFill>
                  <a:schemeClr val="tx1"/>
                </a:solidFill>
                <a:cs typeface="Tahoma"/>
              </a:rPr>
              <a:t> </a:t>
            </a:r>
            <a:r>
              <a:rPr b="1" spc="-65" dirty="0">
                <a:solidFill>
                  <a:schemeClr val="tx1"/>
                </a:solidFill>
                <a:cs typeface="Tahoma"/>
              </a:rPr>
              <a:t>Operations</a:t>
            </a:r>
            <a:r>
              <a:rPr b="1" spc="-200" dirty="0">
                <a:solidFill>
                  <a:schemeClr val="tx1"/>
                </a:solidFill>
                <a:cs typeface="Tahoma"/>
              </a:rPr>
              <a:t> </a:t>
            </a:r>
            <a:r>
              <a:rPr b="1" dirty="0">
                <a:solidFill>
                  <a:schemeClr val="tx1"/>
                </a:solidFill>
                <a:cs typeface="Tahoma"/>
              </a:rPr>
              <a:t>on</a:t>
            </a:r>
            <a:r>
              <a:rPr b="1" spc="-135" dirty="0">
                <a:solidFill>
                  <a:schemeClr val="tx1"/>
                </a:solidFill>
                <a:cs typeface="Tahoma"/>
              </a:rPr>
              <a:t> </a:t>
            </a:r>
            <a:r>
              <a:rPr b="1" spc="-114" dirty="0">
                <a:solidFill>
                  <a:schemeClr val="tx1"/>
                </a:solidFill>
                <a:cs typeface="Tahoma"/>
              </a:rPr>
              <a:t>Relations</a:t>
            </a:r>
            <a:endParaRPr b="1" dirty="0">
              <a:solidFill>
                <a:schemeClr val="tx1"/>
              </a:solidFill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68121" y="1888087"/>
            <a:ext cx="11110148" cy="2530821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355600" marR="5080" indent="-342900">
              <a:lnSpc>
                <a:spcPts val="2810"/>
              </a:lnSpc>
              <a:spcBef>
                <a:spcPts val="455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dirty="0"/>
              <a:t> In</a:t>
            </a:r>
            <a:r>
              <a:rPr sz="2400" dirty="0"/>
              <a:t> case of integrity violation, several actions can be taken:</a:t>
            </a:r>
          </a:p>
          <a:p>
            <a:pPr marL="812165" marR="963294" indent="-342900">
              <a:lnSpc>
                <a:spcPts val="2380"/>
              </a:lnSpc>
              <a:spcBef>
                <a:spcPts val="1055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sz="2400" dirty="0"/>
              <a:t>Cancel the operation that causes the violation (RESTRICT or REJECT option)</a:t>
            </a:r>
          </a:p>
          <a:p>
            <a:pPr marL="812165" marR="845185" indent="-342900">
              <a:lnSpc>
                <a:spcPts val="2380"/>
              </a:lnSpc>
              <a:spcBef>
                <a:spcPts val="105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sz="2400" dirty="0"/>
              <a:t>Perform the operation but inform the user of the violation</a:t>
            </a:r>
          </a:p>
          <a:p>
            <a:pPr marL="812800" indent="-342900">
              <a:lnSpc>
                <a:spcPts val="2510"/>
              </a:lnSpc>
              <a:spcBef>
                <a:spcPts val="75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sz="2400" dirty="0"/>
              <a:t>Trigger additional updates so the violation is</a:t>
            </a:r>
            <a:r>
              <a:rPr lang="en-US" sz="2400" dirty="0"/>
              <a:t> </a:t>
            </a:r>
            <a:r>
              <a:rPr sz="2400" dirty="0"/>
              <a:t>corrected (CASCADE option, SET NULL option)</a:t>
            </a:r>
          </a:p>
          <a:p>
            <a:pPr marL="812800" indent="-342900">
              <a:spcBef>
                <a:spcPts val="795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sz="2400" dirty="0"/>
              <a:t>Execute a user-specified error-correction routine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3750" y="919251"/>
            <a:ext cx="9744500" cy="752129"/>
          </a:xfrm>
          <a:prstGeom prst="rect">
            <a:avLst/>
          </a:prstGeom>
        </p:spPr>
        <p:txBody>
          <a:bodyPr vert="horz" wrap="square" lIns="0" tIns="13335" rIns="0" bIns="0" rtlCol="0" anchor="b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b="1" spc="-75" dirty="0">
                <a:solidFill>
                  <a:schemeClr val="tx1"/>
                </a:solidFill>
                <a:cs typeface="Tahoma"/>
              </a:rPr>
              <a:t>Violation</a:t>
            </a:r>
            <a:r>
              <a:rPr b="1" spc="-150" dirty="0">
                <a:solidFill>
                  <a:schemeClr val="tx1"/>
                </a:solidFill>
                <a:cs typeface="Tahoma"/>
              </a:rPr>
              <a:t> </a:t>
            </a:r>
            <a:r>
              <a:rPr b="1" spc="-65" dirty="0">
                <a:solidFill>
                  <a:schemeClr val="tx1"/>
                </a:solidFill>
                <a:cs typeface="Tahoma"/>
              </a:rPr>
              <a:t>of</a:t>
            </a:r>
            <a:r>
              <a:rPr b="1" spc="-120" dirty="0">
                <a:solidFill>
                  <a:schemeClr val="tx1"/>
                </a:solidFill>
                <a:cs typeface="Tahoma"/>
              </a:rPr>
              <a:t> </a:t>
            </a:r>
            <a:r>
              <a:rPr b="1" spc="-145" dirty="0">
                <a:solidFill>
                  <a:schemeClr val="tx1"/>
                </a:solidFill>
                <a:cs typeface="Tahoma"/>
              </a:rPr>
              <a:t>Constraints:</a:t>
            </a:r>
            <a:r>
              <a:rPr b="1" spc="-90" dirty="0">
                <a:solidFill>
                  <a:schemeClr val="tx1"/>
                </a:solidFill>
                <a:cs typeface="Tahoma"/>
              </a:rPr>
              <a:t> </a:t>
            </a:r>
            <a:r>
              <a:rPr b="1" spc="-25" dirty="0">
                <a:solidFill>
                  <a:schemeClr val="tx1"/>
                </a:solidFill>
                <a:cs typeface="Tahoma"/>
              </a:rPr>
              <a:t>Delete </a:t>
            </a:r>
            <a:r>
              <a:rPr b="1" spc="-10" dirty="0">
                <a:solidFill>
                  <a:schemeClr val="tx1"/>
                </a:solidFill>
                <a:cs typeface="Tahoma"/>
              </a:rPr>
              <a:t>Operation</a:t>
            </a:r>
            <a:endParaRPr dirty="0">
              <a:solidFill>
                <a:schemeClr val="tx1"/>
              </a:solidFill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23750" y="1771236"/>
            <a:ext cx="9981062" cy="1393330"/>
          </a:xfrm>
          <a:prstGeom prst="rect">
            <a:avLst/>
          </a:prstGeom>
        </p:spPr>
        <p:txBody>
          <a:bodyPr vert="horz" wrap="square" lIns="0" tIns="155575" rIns="0" bIns="0" rtlCol="0">
            <a:spAutoFit/>
          </a:bodyPr>
          <a:lstStyle/>
          <a:p>
            <a:pPr marL="355600" indent="-342900">
              <a:spcBef>
                <a:spcPts val="122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400" dirty="0"/>
              <a:t>Delete operation can violate only referential integrity.</a:t>
            </a:r>
          </a:p>
          <a:p>
            <a:pPr marL="812165" marR="5080" indent="-342900">
              <a:spcBef>
                <a:spcPts val="101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sz="2400" dirty="0"/>
              <a:t>This occurs if the tuple being deleted is referenced by foreign keys from other tuples in the database.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3164" y="286532"/>
            <a:ext cx="11041039" cy="752129"/>
          </a:xfrm>
          <a:prstGeom prst="rect">
            <a:avLst/>
          </a:prstGeom>
        </p:spPr>
        <p:txBody>
          <a:bodyPr vert="horz" wrap="square" lIns="0" tIns="13335" rIns="0" bIns="0" rtlCol="0" anchor="b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b="1" spc="-110" dirty="0">
                <a:solidFill>
                  <a:schemeClr val="tx1"/>
                </a:solidFill>
                <a:cs typeface="Tahoma"/>
              </a:rPr>
              <a:t>Violation</a:t>
            </a:r>
            <a:r>
              <a:rPr b="1" spc="-215" dirty="0">
                <a:solidFill>
                  <a:schemeClr val="tx1"/>
                </a:solidFill>
                <a:cs typeface="Tahoma"/>
              </a:rPr>
              <a:t> </a:t>
            </a:r>
            <a:r>
              <a:rPr b="1" spc="-110" dirty="0">
                <a:solidFill>
                  <a:schemeClr val="tx1"/>
                </a:solidFill>
                <a:cs typeface="Tahoma"/>
              </a:rPr>
              <a:t>of</a:t>
            </a:r>
            <a:r>
              <a:rPr b="1" spc="-155" dirty="0">
                <a:solidFill>
                  <a:schemeClr val="tx1"/>
                </a:solidFill>
                <a:cs typeface="Tahoma"/>
              </a:rPr>
              <a:t> </a:t>
            </a:r>
            <a:r>
              <a:rPr b="1" spc="-185" dirty="0">
                <a:solidFill>
                  <a:schemeClr val="tx1"/>
                </a:solidFill>
                <a:cs typeface="Tahoma"/>
              </a:rPr>
              <a:t>Constraints: </a:t>
            </a:r>
            <a:r>
              <a:rPr b="1" spc="-55" dirty="0">
                <a:solidFill>
                  <a:schemeClr val="tx1"/>
                </a:solidFill>
                <a:cs typeface="Tahoma"/>
              </a:rPr>
              <a:t>Delete</a:t>
            </a:r>
            <a:r>
              <a:rPr b="1" spc="-225" dirty="0">
                <a:solidFill>
                  <a:schemeClr val="tx1"/>
                </a:solidFill>
                <a:cs typeface="Tahoma"/>
              </a:rPr>
              <a:t> </a:t>
            </a:r>
            <a:r>
              <a:rPr b="1" spc="-10" dirty="0">
                <a:solidFill>
                  <a:schemeClr val="tx1"/>
                </a:solidFill>
                <a:cs typeface="Tahoma"/>
              </a:rPr>
              <a:t>Operation</a:t>
            </a:r>
            <a:endParaRPr dirty="0">
              <a:solidFill>
                <a:schemeClr val="tx1"/>
              </a:solidFill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03307" y="845750"/>
            <a:ext cx="2615123" cy="537763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245659" y="1195401"/>
            <a:ext cx="9157648" cy="5027980"/>
            <a:chOff x="344424" y="1638369"/>
            <a:chExt cx="6883908" cy="4882827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2397" y="1638369"/>
              <a:ext cx="6601745" cy="395782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4424" y="5742432"/>
              <a:ext cx="6883908" cy="77876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800" y="480264"/>
            <a:ext cx="10058400" cy="752129"/>
          </a:xfrm>
          <a:prstGeom prst="rect">
            <a:avLst/>
          </a:prstGeom>
        </p:spPr>
        <p:txBody>
          <a:bodyPr vert="horz" wrap="square" lIns="0" tIns="13335" rIns="0" bIns="0" rtlCol="0" anchor="b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b="1" spc="-110" dirty="0">
                <a:solidFill>
                  <a:schemeClr val="tx1"/>
                </a:solidFill>
                <a:cs typeface="Tahoma"/>
              </a:rPr>
              <a:t>Violation</a:t>
            </a:r>
            <a:r>
              <a:rPr b="1" spc="-215" dirty="0">
                <a:solidFill>
                  <a:schemeClr val="tx1"/>
                </a:solidFill>
                <a:cs typeface="Tahoma"/>
              </a:rPr>
              <a:t> </a:t>
            </a:r>
            <a:r>
              <a:rPr b="1" spc="-110" dirty="0">
                <a:solidFill>
                  <a:schemeClr val="tx1"/>
                </a:solidFill>
                <a:cs typeface="Tahoma"/>
              </a:rPr>
              <a:t>of</a:t>
            </a:r>
            <a:r>
              <a:rPr b="1" spc="-155" dirty="0">
                <a:solidFill>
                  <a:schemeClr val="tx1"/>
                </a:solidFill>
                <a:cs typeface="Tahoma"/>
              </a:rPr>
              <a:t> </a:t>
            </a:r>
            <a:r>
              <a:rPr b="1" spc="-185" dirty="0">
                <a:solidFill>
                  <a:schemeClr val="tx1"/>
                </a:solidFill>
                <a:cs typeface="Tahoma"/>
              </a:rPr>
              <a:t>Constraints: </a:t>
            </a:r>
            <a:r>
              <a:rPr b="1" spc="-55" dirty="0">
                <a:solidFill>
                  <a:schemeClr val="tx1"/>
                </a:solidFill>
                <a:cs typeface="Tahoma"/>
              </a:rPr>
              <a:t>Delete</a:t>
            </a:r>
            <a:r>
              <a:rPr b="1" spc="-225" dirty="0">
                <a:solidFill>
                  <a:schemeClr val="tx1"/>
                </a:solidFill>
                <a:cs typeface="Tahoma"/>
              </a:rPr>
              <a:t> </a:t>
            </a:r>
            <a:r>
              <a:rPr b="1" spc="-10" dirty="0">
                <a:solidFill>
                  <a:schemeClr val="tx1"/>
                </a:solidFill>
                <a:cs typeface="Tahoma"/>
              </a:rPr>
              <a:t>Operation</a:t>
            </a:r>
            <a:endParaRPr dirty="0">
              <a:solidFill>
                <a:schemeClr val="tx1"/>
              </a:solidFill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48436" y="1232393"/>
            <a:ext cx="10874991" cy="5038725"/>
            <a:chOff x="219456" y="1455420"/>
            <a:chExt cx="7712075" cy="50387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97652" y="1455420"/>
              <a:ext cx="2061972" cy="394716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9456" y="1764792"/>
              <a:ext cx="5067300" cy="3587496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56032" y="5379720"/>
              <a:ext cx="7675372" cy="111404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12972" y="291083"/>
            <a:ext cx="11915405" cy="752129"/>
          </a:xfrm>
          <a:prstGeom prst="rect">
            <a:avLst/>
          </a:prstGeom>
        </p:spPr>
        <p:txBody>
          <a:bodyPr vert="horz" wrap="square" lIns="0" tIns="13335" rIns="0" bIns="0" rtlCol="0" anchor="b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lang="en-US" b="1" spc="-110" dirty="0">
                <a:solidFill>
                  <a:schemeClr val="tx1"/>
                </a:solidFill>
                <a:cs typeface="Tahoma"/>
              </a:rPr>
              <a:t>Violation</a:t>
            </a:r>
            <a:r>
              <a:rPr lang="en-US" b="1" spc="-215" dirty="0">
                <a:solidFill>
                  <a:schemeClr val="tx1"/>
                </a:solidFill>
                <a:cs typeface="Tahoma"/>
              </a:rPr>
              <a:t> </a:t>
            </a:r>
            <a:r>
              <a:rPr lang="en-US" b="1" spc="-110" dirty="0">
                <a:solidFill>
                  <a:schemeClr val="tx1"/>
                </a:solidFill>
                <a:cs typeface="Tahoma"/>
              </a:rPr>
              <a:t>of</a:t>
            </a:r>
            <a:r>
              <a:rPr lang="en-US" b="1" spc="-155" dirty="0">
                <a:solidFill>
                  <a:schemeClr val="tx1"/>
                </a:solidFill>
                <a:cs typeface="Tahoma"/>
              </a:rPr>
              <a:t> </a:t>
            </a:r>
            <a:r>
              <a:rPr lang="en-US" b="1" spc="-185" dirty="0">
                <a:solidFill>
                  <a:schemeClr val="tx1"/>
                </a:solidFill>
                <a:cs typeface="Tahoma"/>
              </a:rPr>
              <a:t>Constraints: </a:t>
            </a:r>
            <a:r>
              <a:rPr lang="en-US" b="1" spc="-55" dirty="0">
                <a:solidFill>
                  <a:schemeClr val="tx1"/>
                </a:solidFill>
                <a:cs typeface="Tahoma"/>
              </a:rPr>
              <a:t>Delete</a:t>
            </a:r>
            <a:r>
              <a:rPr lang="en-US" b="1" spc="-225" dirty="0">
                <a:solidFill>
                  <a:schemeClr val="tx1"/>
                </a:solidFill>
                <a:cs typeface="Tahoma"/>
              </a:rPr>
              <a:t> </a:t>
            </a:r>
            <a:r>
              <a:rPr lang="en-US" b="1" spc="-10" dirty="0">
                <a:solidFill>
                  <a:schemeClr val="tx1"/>
                </a:solidFill>
                <a:cs typeface="Tahoma"/>
              </a:rPr>
              <a:t>Operation</a:t>
            </a:r>
            <a:endParaRPr lang="en-US" dirty="0">
              <a:solidFill>
                <a:schemeClr val="tx1"/>
              </a:solidFill>
              <a:cs typeface="Tahoma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49692" y="389175"/>
            <a:ext cx="11611926" cy="6267306"/>
            <a:chOff x="-754204" y="347600"/>
            <a:chExt cx="11703714" cy="69125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66075" y="347600"/>
              <a:ext cx="1583435" cy="3761421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672877" y="1068976"/>
              <a:ext cx="6850177" cy="478135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-754204" y="5971151"/>
              <a:ext cx="6708140" cy="119024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73271" y="4109023"/>
              <a:ext cx="6383019" cy="155457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77298" y="5705607"/>
              <a:ext cx="4772212" cy="1554573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89832" y="1645602"/>
              <a:ext cx="2718405" cy="203991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800" y="903344"/>
            <a:ext cx="10058400" cy="752129"/>
          </a:xfrm>
          <a:prstGeom prst="rect">
            <a:avLst/>
          </a:prstGeom>
        </p:spPr>
        <p:txBody>
          <a:bodyPr vert="horz" wrap="square" lIns="0" tIns="13335" rIns="0" bIns="0" rtlCol="0" anchor="b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b="1" dirty="0">
                <a:solidFill>
                  <a:schemeClr val="tx1"/>
                </a:solidFill>
              </a:rPr>
              <a:t>Violation of Constraints: Delete Operation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66800" y="1876785"/>
            <a:ext cx="10058400" cy="41101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355600" marR="5080" indent="-342900">
              <a:lnSpc>
                <a:spcPts val="2500"/>
              </a:lnSpc>
              <a:spcBef>
                <a:spcPts val="705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sz="2400" dirty="0"/>
              <a:t>Options to overcome violation if a deletion operation causes a violation.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10184" y="2396977"/>
            <a:ext cx="9935571" cy="3864456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355600" indent="-342900">
              <a:spcBef>
                <a:spcPts val="68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sz="2400" b="1" dirty="0"/>
              <a:t>Restrict</a:t>
            </a:r>
            <a:r>
              <a:rPr sz="2400" dirty="0"/>
              <a:t>: is to reject the deletion.</a:t>
            </a:r>
          </a:p>
          <a:p>
            <a:pPr marL="354965" marR="39370" indent="-342900">
              <a:lnSpc>
                <a:spcPct val="80000"/>
              </a:lnSpc>
              <a:spcBef>
                <a:spcPts val="994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sz="2400" b="1" dirty="0"/>
              <a:t>Cascade</a:t>
            </a:r>
            <a:r>
              <a:rPr sz="2400" dirty="0"/>
              <a:t>: to cascade (or propagate) the deletion by deleting tuples that reference the tuple that is being deleted.</a:t>
            </a:r>
            <a:endParaRPr lang="en-US" sz="2400" dirty="0"/>
          </a:p>
          <a:p>
            <a:pPr marL="354965" marR="39370" indent="-342900">
              <a:lnSpc>
                <a:spcPct val="80000"/>
              </a:lnSpc>
              <a:spcBef>
                <a:spcPts val="994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sz="2400" b="1" dirty="0"/>
              <a:t>Set null or set default: </a:t>
            </a:r>
            <a:r>
              <a:rPr sz="2400" dirty="0"/>
              <a:t>is to modify the referencing attribute values that cause the violation</a:t>
            </a:r>
          </a:p>
          <a:p>
            <a:pPr marL="354965" marR="276860" indent="-342900">
              <a:lnSpc>
                <a:spcPct val="80000"/>
              </a:lnSpc>
              <a:spcBef>
                <a:spcPts val="101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sz="2400" dirty="0"/>
              <a:t>each such value is either set to NULL or changed to reference another default valid tuple.</a:t>
            </a:r>
          </a:p>
          <a:p>
            <a:pPr marL="354965" marR="92075" indent="-342900">
              <a:lnSpc>
                <a:spcPct val="80000"/>
              </a:lnSpc>
              <a:spcBef>
                <a:spcPts val="994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>
                <a:tab pos="299085" algn="l"/>
              </a:tabLst>
            </a:pPr>
            <a:r>
              <a:rPr sz="2400" b="1" dirty="0"/>
              <a:t>Notice</a:t>
            </a:r>
            <a:r>
              <a:rPr sz="2400" dirty="0"/>
              <a:t> that if a referencing attribute that causes a violation is part of the primary key, it cannot be set to NULL; otherwise, it would violate entity integrity.</a:t>
            </a:r>
          </a:p>
          <a:p>
            <a:pPr marL="641985" indent="-342900">
              <a:lnSpc>
                <a:spcPts val="163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sz="2400" dirty="0"/>
              <a:t>Combinations of these three options are also possible.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69241" y="959292"/>
            <a:ext cx="10454184" cy="751488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b="1" spc="-90" dirty="0">
                <a:solidFill>
                  <a:schemeClr val="tx1"/>
                </a:solidFill>
                <a:cs typeface="Tahoma"/>
              </a:rPr>
              <a:t>Violation</a:t>
            </a:r>
            <a:r>
              <a:rPr b="1" spc="-135" dirty="0">
                <a:solidFill>
                  <a:schemeClr val="tx1"/>
                </a:solidFill>
                <a:cs typeface="Tahoma"/>
              </a:rPr>
              <a:t> </a:t>
            </a:r>
            <a:r>
              <a:rPr b="1" spc="-105" dirty="0">
                <a:solidFill>
                  <a:schemeClr val="tx1"/>
                </a:solidFill>
                <a:cs typeface="Tahoma"/>
              </a:rPr>
              <a:t>of</a:t>
            </a:r>
            <a:r>
              <a:rPr b="1" spc="-114" dirty="0">
                <a:solidFill>
                  <a:schemeClr val="tx1"/>
                </a:solidFill>
                <a:cs typeface="Tahoma"/>
              </a:rPr>
              <a:t> </a:t>
            </a:r>
            <a:r>
              <a:rPr b="1" spc="-155" dirty="0">
                <a:solidFill>
                  <a:schemeClr val="tx1"/>
                </a:solidFill>
                <a:cs typeface="Tahoma"/>
              </a:rPr>
              <a:t>Constraints: </a:t>
            </a:r>
            <a:r>
              <a:rPr b="1" spc="-20" dirty="0">
                <a:solidFill>
                  <a:schemeClr val="tx1"/>
                </a:solidFill>
                <a:cs typeface="Tahoma"/>
              </a:rPr>
              <a:t>Update</a:t>
            </a:r>
            <a:r>
              <a:rPr b="1" spc="-225" dirty="0">
                <a:solidFill>
                  <a:schemeClr val="tx1"/>
                </a:solidFill>
                <a:cs typeface="Tahoma"/>
              </a:rPr>
              <a:t> </a:t>
            </a:r>
            <a:r>
              <a:rPr b="1" spc="-10" dirty="0">
                <a:solidFill>
                  <a:schemeClr val="tx1"/>
                </a:solidFill>
                <a:cs typeface="Tahoma"/>
              </a:rPr>
              <a:t>Operation</a:t>
            </a:r>
            <a:endParaRPr dirty="0">
              <a:solidFill>
                <a:schemeClr val="tx1"/>
              </a:solidFill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69241" y="1932579"/>
            <a:ext cx="10112991" cy="75084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7995" marR="5080" indent="-455295" algn="just">
              <a:spcBef>
                <a:spcPts val="95"/>
              </a:spcBef>
              <a:buClr>
                <a:schemeClr val="accent1"/>
              </a:buClr>
              <a:buFont typeface="Arial MT"/>
              <a:buChar char="•"/>
              <a:tabLst>
                <a:tab pos="469900" algn="l"/>
              </a:tabLst>
            </a:pPr>
            <a:r>
              <a:rPr sz="2400" spc="-10" dirty="0">
                <a:cs typeface="Verdana"/>
              </a:rPr>
              <a:t>Updating</a:t>
            </a:r>
            <a:r>
              <a:rPr sz="2400" spc="-240" dirty="0">
                <a:cs typeface="Verdana"/>
              </a:rPr>
              <a:t> </a:t>
            </a:r>
            <a:r>
              <a:rPr sz="2400" spc="65" dirty="0">
                <a:cs typeface="Verdana"/>
              </a:rPr>
              <a:t>an</a:t>
            </a:r>
            <a:r>
              <a:rPr sz="2400" spc="-245" dirty="0">
                <a:cs typeface="Verdana"/>
              </a:rPr>
              <a:t> </a:t>
            </a:r>
            <a:r>
              <a:rPr sz="2400" spc="-70" dirty="0">
                <a:cs typeface="Verdana"/>
              </a:rPr>
              <a:t>attribute</a:t>
            </a:r>
            <a:r>
              <a:rPr sz="2400" spc="-180" dirty="0">
                <a:cs typeface="Verdana"/>
              </a:rPr>
              <a:t> </a:t>
            </a:r>
            <a:r>
              <a:rPr sz="2400" spc="-50" dirty="0">
                <a:cs typeface="Verdana"/>
              </a:rPr>
              <a:t>that</a:t>
            </a:r>
            <a:r>
              <a:rPr sz="2400" spc="-135" dirty="0">
                <a:cs typeface="Verdana"/>
              </a:rPr>
              <a:t> </a:t>
            </a:r>
            <a:r>
              <a:rPr sz="2400" spc="-560" dirty="0">
                <a:cs typeface="Verdana"/>
              </a:rPr>
              <a:t>is</a:t>
            </a:r>
            <a:r>
              <a:rPr sz="2400" spc="315" dirty="0">
                <a:cs typeface="Verdana"/>
              </a:rPr>
              <a:t> </a:t>
            </a:r>
            <a:r>
              <a:rPr sz="2400" spc="-95" dirty="0">
                <a:cs typeface="Verdana"/>
              </a:rPr>
              <a:t>neither</a:t>
            </a:r>
            <a:r>
              <a:rPr sz="2400" spc="-75" dirty="0">
                <a:cs typeface="Verdana"/>
              </a:rPr>
              <a:t> </a:t>
            </a:r>
            <a:r>
              <a:rPr sz="2400" spc="-20" dirty="0">
                <a:cs typeface="Verdana"/>
              </a:rPr>
              <a:t>part </a:t>
            </a:r>
            <a:r>
              <a:rPr sz="2400" dirty="0">
                <a:cs typeface="Verdana"/>
              </a:rPr>
              <a:t>of</a:t>
            </a:r>
            <a:r>
              <a:rPr sz="2400" spc="-250" dirty="0">
                <a:cs typeface="Verdana"/>
              </a:rPr>
              <a:t> </a:t>
            </a:r>
            <a:r>
              <a:rPr sz="2400" spc="215" dirty="0">
                <a:cs typeface="Verdana"/>
              </a:rPr>
              <a:t>a</a:t>
            </a:r>
            <a:r>
              <a:rPr sz="2400" spc="-225" dirty="0">
                <a:cs typeface="Verdana"/>
              </a:rPr>
              <a:t> </a:t>
            </a:r>
            <a:r>
              <a:rPr sz="2400" spc="-145" dirty="0">
                <a:cs typeface="Verdana"/>
              </a:rPr>
              <a:t>primary</a:t>
            </a:r>
            <a:r>
              <a:rPr sz="2400" spc="-105" dirty="0">
                <a:cs typeface="Verdana"/>
              </a:rPr>
              <a:t> </a:t>
            </a:r>
            <a:r>
              <a:rPr sz="2400" spc="-140" dirty="0">
                <a:cs typeface="Verdana"/>
              </a:rPr>
              <a:t>key</a:t>
            </a:r>
            <a:r>
              <a:rPr sz="2400" spc="-105" dirty="0">
                <a:cs typeface="Verdana"/>
              </a:rPr>
              <a:t> </a:t>
            </a:r>
            <a:r>
              <a:rPr sz="2400" spc="-140" dirty="0">
                <a:cs typeface="Verdana"/>
              </a:rPr>
              <a:t>nor</a:t>
            </a:r>
            <a:r>
              <a:rPr sz="2400" spc="-105" dirty="0">
                <a:cs typeface="Verdana"/>
              </a:rPr>
              <a:t> </a:t>
            </a:r>
            <a:r>
              <a:rPr sz="2400" spc="-50" dirty="0">
                <a:cs typeface="Verdana"/>
              </a:rPr>
              <a:t>part</a:t>
            </a:r>
            <a:r>
              <a:rPr sz="2400" spc="-160" dirty="0">
                <a:cs typeface="Verdana"/>
              </a:rPr>
              <a:t> </a:t>
            </a:r>
            <a:r>
              <a:rPr sz="2400" dirty="0">
                <a:cs typeface="Verdana"/>
              </a:rPr>
              <a:t>of</a:t>
            </a:r>
            <a:r>
              <a:rPr sz="2400" spc="-155" dirty="0">
                <a:cs typeface="Verdana"/>
              </a:rPr>
              <a:t> </a:t>
            </a:r>
            <a:r>
              <a:rPr sz="2400" spc="215" dirty="0">
                <a:cs typeface="Verdana"/>
              </a:rPr>
              <a:t>a</a:t>
            </a:r>
            <a:r>
              <a:rPr sz="2400" spc="-160" dirty="0">
                <a:cs typeface="Verdana"/>
              </a:rPr>
              <a:t> </a:t>
            </a:r>
            <a:r>
              <a:rPr sz="2400" spc="-70" dirty="0">
                <a:cs typeface="Verdana"/>
              </a:rPr>
              <a:t>foreign</a:t>
            </a:r>
            <a:r>
              <a:rPr sz="2400" spc="-160" dirty="0">
                <a:cs typeface="Verdana"/>
              </a:rPr>
              <a:t> </a:t>
            </a:r>
            <a:r>
              <a:rPr sz="2400" spc="-25" dirty="0">
                <a:cs typeface="Verdana"/>
              </a:rPr>
              <a:t>key 	</a:t>
            </a:r>
            <a:r>
              <a:rPr sz="2400" spc="-135" dirty="0">
                <a:cs typeface="Verdana"/>
              </a:rPr>
              <a:t>usually</a:t>
            </a:r>
            <a:r>
              <a:rPr sz="2400" spc="-204" dirty="0">
                <a:cs typeface="Verdana"/>
              </a:rPr>
              <a:t> </a:t>
            </a:r>
            <a:r>
              <a:rPr sz="2400" spc="-25" dirty="0">
                <a:cs typeface="Verdana"/>
              </a:rPr>
              <a:t>causes</a:t>
            </a:r>
            <a:r>
              <a:rPr sz="2400" spc="-185" dirty="0">
                <a:cs typeface="Verdana"/>
              </a:rPr>
              <a:t> </a:t>
            </a:r>
            <a:r>
              <a:rPr sz="2400" dirty="0">
                <a:cs typeface="Verdana"/>
              </a:rPr>
              <a:t>no</a:t>
            </a:r>
            <a:r>
              <a:rPr sz="2400" spc="-190" dirty="0">
                <a:cs typeface="Verdana"/>
              </a:rPr>
              <a:t> </a:t>
            </a:r>
            <a:r>
              <a:rPr sz="2400" spc="-10" dirty="0">
                <a:cs typeface="Verdana"/>
              </a:rPr>
              <a:t>problems.</a:t>
            </a:r>
            <a:endParaRPr sz="2400" dirty="0">
              <a:cs typeface="Verdan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800" y="700884"/>
            <a:ext cx="10058400" cy="751488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b="1" spc="-90" dirty="0">
                <a:solidFill>
                  <a:schemeClr val="tx1"/>
                </a:solidFill>
                <a:cs typeface="Tahoma"/>
              </a:rPr>
              <a:t>Violation</a:t>
            </a:r>
            <a:r>
              <a:rPr b="1" spc="-135" dirty="0">
                <a:solidFill>
                  <a:schemeClr val="tx1"/>
                </a:solidFill>
                <a:cs typeface="Tahoma"/>
              </a:rPr>
              <a:t> </a:t>
            </a:r>
            <a:r>
              <a:rPr b="1" spc="-105" dirty="0">
                <a:solidFill>
                  <a:schemeClr val="tx1"/>
                </a:solidFill>
                <a:cs typeface="Tahoma"/>
              </a:rPr>
              <a:t>of</a:t>
            </a:r>
            <a:r>
              <a:rPr b="1" spc="-114" dirty="0">
                <a:solidFill>
                  <a:schemeClr val="tx1"/>
                </a:solidFill>
                <a:cs typeface="Tahoma"/>
              </a:rPr>
              <a:t> </a:t>
            </a:r>
            <a:r>
              <a:rPr b="1" spc="-155" dirty="0">
                <a:solidFill>
                  <a:schemeClr val="tx1"/>
                </a:solidFill>
                <a:cs typeface="Tahoma"/>
              </a:rPr>
              <a:t>Constraints: </a:t>
            </a:r>
            <a:r>
              <a:rPr b="1" spc="-20" dirty="0">
                <a:solidFill>
                  <a:schemeClr val="tx1"/>
                </a:solidFill>
                <a:cs typeface="Tahoma"/>
              </a:rPr>
              <a:t>Update</a:t>
            </a:r>
            <a:r>
              <a:rPr b="1" spc="-225" dirty="0">
                <a:solidFill>
                  <a:schemeClr val="tx1"/>
                </a:solidFill>
                <a:cs typeface="Tahoma"/>
              </a:rPr>
              <a:t> </a:t>
            </a:r>
            <a:r>
              <a:rPr b="1" spc="-10" dirty="0">
                <a:solidFill>
                  <a:schemeClr val="tx1"/>
                </a:solidFill>
                <a:cs typeface="Tahoma"/>
              </a:rPr>
              <a:t>Operation</a:t>
            </a:r>
            <a:endParaRPr dirty="0">
              <a:solidFill>
                <a:schemeClr val="tx1"/>
              </a:solidFill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8137" y="5224954"/>
            <a:ext cx="9115726" cy="1400556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923498" y="1496568"/>
            <a:ext cx="10390495" cy="3550920"/>
            <a:chOff x="0" y="1452372"/>
            <a:chExt cx="9144000" cy="355092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9412" y="2185416"/>
              <a:ext cx="7886700" cy="281787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452372"/>
              <a:ext cx="9144000" cy="91744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37230" y="843110"/>
            <a:ext cx="8926066" cy="752129"/>
          </a:xfrm>
          <a:prstGeom prst="rect">
            <a:avLst/>
          </a:prstGeom>
        </p:spPr>
        <p:txBody>
          <a:bodyPr vert="horz" wrap="square" lIns="0" tIns="13335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110" dirty="0">
                <a:solidFill>
                  <a:schemeClr val="tx1"/>
                </a:solidFill>
                <a:cs typeface="Tahoma"/>
              </a:rPr>
              <a:t>Violation</a:t>
            </a:r>
            <a:r>
              <a:rPr b="1" spc="-215" dirty="0">
                <a:solidFill>
                  <a:schemeClr val="tx1"/>
                </a:solidFill>
                <a:cs typeface="Tahoma"/>
              </a:rPr>
              <a:t> </a:t>
            </a:r>
            <a:r>
              <a:rPr b="1" spc="-110" dirty="0">
                <a:solidFill>
                  <a:schemeClr val="tx1"/>
                </a:solidFill>
                <a:cs typeface="Tahoma"/>
              </a:rPr>
              <a:t>of</a:t>
            </a:r>
            <a:r>
              <a:rPr b="1" spc="-155" dirty="0">
                <a:solidFill>
                  <a:schemeClr val="tx1"/>
                </a:solidFill>
                <a:cs typeface="Tahoma"/>
              </a:rPr>
              <a:t> </a:t>
            </a:r>
            <a:r>
              <a:rPr b="1" spc="-180" dirty="0">
                <a:solidFill>
                  <a:schemeClr val="tx1"/>
                </a:solidFill>
                <a:cs typeface="Tahoma"/>
              </a:rPr>
              <a:t>Constraints:</a:t>
            </a:r>
            <a:endParaRPr dirty="0">
              <a:solidFill>
                <a:schemeClr val="tx1"/>
              </a:solidFill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23582" y="1748200"/>
            <a:ext cx="10481479" cy="3808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spcBef>
                <a:spcPts val="1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sz="2400" b="1" spc="-20" dirty="0">
                <a:cs typeface="Tahoma"/>
              </a:rPr>
              <a:t>Update</a:t>
            </a:r>
            <a:r>
              <a:rPr sz="2400" b="1" spc="-265" dirty="0">
                <a:cs typeface="Tahoma"/>
              </a:rPr>
              <a:t> </a:t>
            </a:r>
            <a:r>
              <a:rPr sz="2400" b="1" spc="-10" dirty="0">
                <a:cs typeface="Tahoma"/>
              </a:rPr>
              <a:t>Operation</a:t>
            </a:r>
            <a:endParaRPr lang="en-US" sz="2400" b="1" dirty="0">
              <a:cs typeface="Tahoma"/>
            </a:endParaRPr>
          </a:p>
          <a:p>
            <a:pPr marL="812800" lvl="1" indent="-342900">
              <a:spcBef>
                <a:spcPts val="1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2400" b="1" spc="-30" dirty="0">
                <a:cs typeface="Tahoma"/>
              </a:rPr>
              <a:t> </a:t>
            </a:r>
            <a:r>
              <a:rPr sz="2400" spc="-30" dirty="0">
                <a:cs typeface="Verdana"/>
              </a:rPr>
              <a:t>Any</a:t>
            </a:r>
            <a:r>
              <a:rPr sz="2400" spc="-135" dirty="0">
                <a:cs typeface="Verdana"/>
              </a:rPr>
              <a:t> </a:t>
            </a:r>
            <a:r>
              <a:rPr sz="2400" dirty="0">
                <a:cs typeface="Verdana"/>
              </a:rPr>
              <a:t>of</a:t>
            </a:r>
            <a:r>
              <a:rPr sz="2400" spc="-125" dirty="0">
                <a:cs typeface="Verdana"/>
              </a:rPr>
              <a:t> </a:t>
            </a:r>
            <a:r>
              <a:rPr sz="2400" spc="-10" dirty="0">
                <a:cs typeface="Verdana"/>
              </a:rPr>
              <a:t>the</a:t>
            </a:r>
            <a:r>
              <a:rPr sz="2400" spc="-160" dirty="0">
                <a:cs typeface="Verdana"/>
              </a:rPr>
              <a:t> </a:t>
            </a:r>
            <a:r>
              <a:rPr sz="2400" spc="-45" dirty="0">
                <a:cs typeface="Verdana"/>
              </a:rPr>
              <a:t>other</a:t>
            </a:r>
            <a:r>
              <a:rPr sz="2400" spc="-150" dirty="0">
                <a:cs typeface="Verdana"/>
              </a:rPr>
              <a:t> </a:t>
            </a:r>
            <a:r>
              <a:rPr sz="2400" spc="-75" dirty="0">
                <a:cs typeface="Verdana"/>
              </a:rPr>
              <a:t>constraints</a:t>
            </a:r>
            <a:r>
              <a:rPr sz="2400" spc="-175" dirty="0">
                <a:cs typeface="Verdana"/>
              </a:rPr>
              <a:t> </a:t>
            </a:r>
            <a:r>
              <a:rPr sz="2400" spc="-20" dirty="0">
                <a:cs typeface="Verdana"/>
              </a:rPr>
              <a:t>may</a:t>
            </a:r>
            <a:r>
              <a:rPr sz="2400" spc="-120" dirty="0">
                <a:cs typeface="Verdana"/>
              </a:rPr>
              <a:t> </a:t>
            </a:r>
            <a:r>
              <a:rPr sz="2400" spc="-50" dirty="0">
                <a:cs typeface="Verdana"/>
              </a:rPr>
              <a:t>also</a:t>
            </a:r>
            <a:r>
              <a:rPr sz="2400" spc="-155" dirty="0">
                <a:cs typeface="Verdana"/>
              </a:rPr>
              <a:t> </a:t>
            </a:r>
            <a:r>
              <a:rPr sz="2400" spc="105" dirty="0">
                <a:cs typeface="Verdana"/>
              </a:rPr>
              <a:t>be</a:t>
            </a:r>
            <a:r>
              <a:rPr sz="2400" spc="-130" dirty="0">
                <a:cs typeface="Verdana"/>
              </a:rPr>
              <a:t> </a:t>
            </a:r>
            <a:r>
              <a:rPr sz="2400" spc="-10" dirty="0">
                <a:cs typeface="Verdana"/>
              </a:rPr>
              <a:t>violated,</a:t>
            </a:r>
            <a:r>
              <a:rPr lang="en-US" sz="2400" spc="-10" dirty="0">
                <a:cs typeface="Verdana"/>
              </a:rPr>
              <a:t> depends </a:t>
            </a:r>
            <a:r>
              <a:rPr sz="2400" dirty="0">
                <a:cs typeface="Verdana"/>
              </a:rPr>
              <a:t>on</a:t>
            </a:r>
            <a:r>
              <a:rPr sz="2400" spc="-15" dirty="0">
                <a:cs typeface="Verdana"/>
              </a:rPr>
              <a:t> </a:t>
            </a:r>
            <a:r>
              <a:rPr sz="2400" spc="-10" dirty="0">
                <a:cs typeface="Verdana"/>
              </a:rPr>
              <a:t>the</a:t>
            </a:r>
            <a:r>
              <a:rPr sz="2400" spc="-65" dirty="0">
                <a:cs typeface="Verdana"/>
              </a:rPr>
              <a:t> </a:t>
            </a:r>
            <a:r>
              <a:rPr sz="2400" spc="-55" dirty="0">
                <a:cs typeface="Verdana"/>
              </a:rPr>
              <a:t>attribute</a:t>
            </a:r>
            <a:r>
              <a:rPr sz="2400" spc="-85" dirty="0">
                <a:cs typeface="Verdana"/>
              </a:rPr>
              <a:t> </a:t>
            </a:r>
            <a:r>
              <a:rPr sz="2400" dirty="0">
                <a:cs typeface="Verdana"/>
              </a:rPr>
              <a:t>being</a:t>
            </a:r>
            <a:r>
              <a:rPr sz="2400" spc="-35" dirty="0">
                <a:cs typeface="Verdana"/>
              </a:rPr>
              <a:t> </a:t>
            </a:r>
            <a:r>
              <a:rPr sz="2400" spc="-10" dirty="0">
                <a:cs typeface="Verdana"/>
              </a:rPr>
              <a:t>updated:</a:t>
            </a:r>
            <a:endParaRPr lang="en-US" sz="2400" dirty="0">
              <a:cs typeface="Verdana"/>
            </a:endParaRPr>
          </a:p>
          <a:p>
            <a:pPr marL="355600" indent="-342900">
              <a:spcBef>
                <a:spcPts val="1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sz="2400" b="1" spc="-45" dirty="0">
                <a:cs typeface="Tahoma"/>
              </a:rPr>
              <a:t>Updating</a:t>
            </a:r>
            <a:r>
              <a:rPr sz="2400" b="1" spc="-50" dirty="0">
                <a:cs typeface="Tahoma"/>
              </a:rPr>
              <a:t> </a:t>
            </a:r>
            <a:r>
              <a:rPr sz="2400" b="1" spc="-70" dirty="0">
                <a:cs typeface="Tahoma"/>
              </a:rPr>
              <a:t>the</a:t>
            </a:r>
            <a:r>
              <a:rPr sz="2400" b="1" spc="-40" dirty="0">
                <a:cs typeface="Tahoma"/>
              </a:rPr>
              <a:t> </a:t>
            </a:r>
            <a:r>
              <a:rPr sz="2400" b="1" spc="-70" dirty="0">
                <a:cs typeface="Tahoma"/>
              </a:rPr>
              <a:t>primary</a:t>
            </a:r>
            <a:r>
              <a:rPr sz="2400" b="1" spc="-50" dirty="0">
                <a:cs typeface="Tahoma"/>
              </a:rPr>
              <a:t> </a:t>
            </a:r>
            <a:r>
              <a:rPr sz="2400" b="1" dirty="0">
                <a:cs typeface="Tahoma"/>
              </a:rPr>
              <a:t>key</a:t>
            </a:r>
            <a:r>
              <a:rPr sz="2400" b="1" spc="-35" dirty="0">
                <a:cs typeface="Tahoma"/>
              </a:rPr>
              <a:t> </a:t>
            </a:r>
            <a:r>
              <a:rPr sz="2400" b="1" spc="-10" dirty="0">
                <a:cs typeface="Tahoma"/>
              </a:rPr>
              <a:t>(PK):</a:t>
            </a:r>
            <a:endParaRPr lang="en-US" sz="2400" b="1" dirty="0">
              <a:cs typeface="Tahoma"/>
            </a:endParaRPr>
          </a:p>
          <a:p>
            <a:pPr marL="812800" lvl="1" indent="-342900">
              <a:spcBef>
                <a:spcPts val="1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sz="2400" spc="-135" dirty="0">
                <a:cs typeface="Verdana"/>
              </a:rPr>
              <a:t>Similar</a:t>
            </a:r>
            <a:r>
              <a:rPr sz="2400" spc="-160" dirty="0">
                <a:cs typeface="Verdana"/>
              </a:rPr>
              <a:t> </a:t>
            </a:r>
            <a:r>
              <a:rPr sz="2400" spc="-20" dirty="0">
                <a:cs typeface="Verdana"/>
              </a:rPr>
              <a:t>to</a:t>
            </a:r>
            <a:r>
              <a:rPr sz="2400" spc="-135" dirty="0">
                <a:cs typeface="Verdana"/>
              </a:rPr>
              <a:t> </a:t>
            </a:r>
            <a:r>
              <a:rPr sz="2400" spc="150" dirty="0">
                <a:cs typeface="Verdana"/>
              </a:rPr>
              <a:t>a</a:t>
            </a:r>
            <a:r>
              <a:rPr sz="2400" spc="-130" dirty="0">
                <a:cs typeface="Verdana"/>
              </a:rPr>
              <a:t> </a:t>
            </a:r>
            <a:r>
              <a:rPr sz="2400" spc="-195" dirty="0">
                <a:cs typeface="Verdana"/>
              </a:rPr>
              <a:t>DELETE</a:t>
            </a:r>
            <a:r>
              <a:rPr sz="2400" spc="-120" dirty="0">
                <a:cs typeface="Verdana"/>
              </a:rPr>
              <a:t> </a:t>
            </a:r>
            <a:r>
              <a:rPr sz="2400" dirty="0">
                <a:cs typeface="Verdana"/>
              </a:rPr>
              <a:t>followed</a:t>
            </a:r>
            <a:r>
              <a:rPr sz="2400" spc="-100" dirty="0">
                <a:cs typeface="Verdana"/>
              </a:rPr>
              <a:t> </a:t>
            </a:r>
            <a:r>
              <a:rPr sz="2400" dirty="0">
                <a:cs typeface="Verdana"/>
              </a:rPr>
              <a:t>by</a:t>
            </a:r>
            <a:r>
              <a:rPr sz="2400" spc="-140" dirty="0">
                <a:cs typeface="Verdana"/>
              </a:rPr>
              <a:t> </a:t>
            </a:r>
            <a:r>
              <a:rPr sz="2400" spc="55" dirty="0">
                <a:cs typeface="Verdana"/>
              </a:rPr>
              <a:t>an</a:t>
            </a:r>
            <a:r>
              <a:rPr sz="2400" spc="-135" dirty="0">
                <a:cs typeface="Verdana"/>
              </a:rPr>
              <a:t> </a:t>
            </a:r>
            <a:r>
              <a:rPr sz="2400" spc="-50" dirty="0">
                <a:cs typeface="Verdana"/>
              </a:rPr>
              <a:t>INSERT</a:t>
            </a:r>
            <a:endParaRPr lang="en-US" sz="2400" dirty="0">
              <a:cs typeface="Verdana"/>
            </a:endParaRPr>
          </a:p>
          <a:p>
            <a:pPr marL="812800" lvl="1" indent="-342900">
              <a:spcBef>
                <a:spcPts val="1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sz="2400" spc="60" dirty="0">
                <a:cs typeface="Verdana"/>
              </a:rPr>
              <a:t>Need</a:t>
            </a:r>
            <a:r>
              <a:rPr sz="2400" spc="-85" dirty="0">
                <a:cs typeface="Verdana"/>
              </a:rPr>
              <a:t> </a:t>
            </a:r>
            <a:r>
              <a:rPr sz="2400" spc="-10" dirty="0">
                <a:cs typeface="Verdana"/>
              </a:rPr>
              <a:t>to</a:t>
            </a:r>
            <a:r>
              <a:rPr sz="2400" spc="-114" dirty="0">
                <a:cs typeface="Verdana"/>
              </a:rPr>
              <a:t> </a:t>
            </a:r>
            <a:r>
              <a:rPr sz="2400" spc="-30" dirty="0">
                <a:cs typeface="Verdana"/>
              </a:rPr>
              <a:t>specify</a:t>
            </a:r>
            <a:r>
              <a:rPr sz="2400" spc="-140" dirty="0">
                <a:cs typeface="Verdana"/>
              </a:rPr>
              <a:t> </a:t>
            </a:r>
            <a:r>
              <a:rPr sz="2400" spc="-120" dirty="0">
                <a:cs typeface="Verdana"/>
              </a:rPr>
              <a:t>similar</a:t>
            </a:r>
            <a:r>
              <a:rPr sz="2400" spc="-160" dirty="0">
                <a:cs typeface="Verdana"/>
              </a:rPr>
              <a:t> </a:t>
            </a:r>
            <a:r>
              <a:rPr sz="2400" spc="-45" dirty="0">
                <a:cs typeface="Verdana"/>
              </a:rPr>
              <a:t>options</a:t>
            </a:r>
            <a:r>
              <a:rPr sz="2400" spc="-125" dirty="0">
                <a:cs typeface="Verdana"/>
              </a:rPr>
              <a:t> </a:t>
            </a:r>
            <a:r>
              <a:rPr sz="2400" spc="-10" dirty="0">
                <a:cs typeface="Verdana"/>
              </a:rPr>
              <a:t>to</a:t>
            </a:r>
            <a:r>
              <a:rPr sz="2400" spc="-120" dirty="0">
                <a:cs typeface="Verdana"/>
              </a:rPr>
              <a:t> </a:t>
            </a:r>
            <a:r>
              <a:rPr sz="2400" spc="-10" dirty="0">
                <a:cs typeface="Verdana"/>
              </a:rPr>
              <a:t>DELETE</a:t>
            </a:r>
            <a:endParaRPr lang="en-US" sz="2400" dirty="0">
              <a:cs typeface="Verdana"/>
            </a:endParaRPr>
          </a:p>
          <a:p>
            <a:pPr marL="355600" indent="-342900">
              <a:spcBef>
                <a:spcPts val="1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sz="2400" b="1" spc="-45" dirty="0">
                <a:cs typeface="Tahoma"/>
              </a:rPr>
              <a:t>Updating</a:t>
            </a:r>
            <a:r>
              <a:rPr sz="2400" b="1" spc="-35" dirty="0">
                <a:cs typeface="Tahoma"/>
              </a:rPr>
              <a:t> </a:t>
            </a:r>
            <a:r>
              <a:rPr sz="2400" b="1" spc="120" dirty="0">
                <a:cs typeface="Tahoma"/>
              </a:rPr>
              <a:t>a</a:t>
            </a:r>
            <a:r>
              <a:rPr sz="2400" b="1" spc="-10" dirty="0">
                <a:cs typeface="Tahoma"/>
              </a:rPr>
              <a:t> </a:t>
            </a:r>
            <a:r>
              <a:rPr sz="2400" b="1" spc="-70" dirty="0">
                <a:cs typeface="Tahoma"/>
              </a:rPr>
              <a:t>foreign</a:t>
            </a:r>
            <a:r>
              <a:rPr sz="2400" b="1" spc="-50" dirty="0">
                <a:cs typeface="Tahoma"/>
              </a:rPr>
              <a:t> </a:t>
            </a:r>
            <a:r>
              <a:rPr sz="2400" b="1" dirty="0">
                <a:cs typeface="Tahoma"/>
              </a:rPr>
              <a:t>key</a:t>
            </a:r>
            <a:r>
              <a:rPr sz="2400" b="1" spc="-20" dirty="0">
                <a:cs typeface="Tahoma"/>
              </a:rPr>
              <a:t> </a:t>
            </a:r>
            <a:r>
              <a:rPr sz="2400" b="1" spc="-10" dirty="0">
                <a:cs typeface="Tahoma"/>
              </a:rPr>
              <a:t>(FK):</a:t>
            </a:r>
            <a:endParaRPr lang="en-US" sz="2400" b="1" dirty="0">
              <a:cs typeface="Tahoma"/>
            </a:endParaRPr>
          </a:p>
          <a:p>
            <a:pPr marL="812800" lvl="1" indent="-342900">
              <a:spcBef>
                <a:spcPts val="1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sz="2400" spc="60" dirty="0">
                <a:cs typeface="Verdana"/>
              </a:rPr>
              <a:t>May</a:t>
            </a:r>
            <a:r>
              <a:rPr sz="2400" spc="-135" dirty="0">
                <a:cs typeface="Verdana"/>
              </a:rPr>
              <a:t> </a:t>
            </a:r>
            <a:r>
              <a:rPr sz="2400" spc="-30" dirty="0">
                <a:cs typeface="Verdana"/>
              </a:rPr>
              <a:t>violate</a:t>
            </a:r>
            <a:r>
              <a:rPr sz="2400" spc="-135" dirty="0">
                <a:cs typeface="Verdana"/>
              </a:rPr>
              <a:t> </a:t>
            </a:r>
            <a:r>
              <a:rPr sz="2400" spc="-55" dirty="0">
                <a:cs typeface="Verdana"/>
              </a:rPr>
              <a:t>referential</a:t>
            </a:r>
            <a:r>
              <a:rPr sz="2400" spc="-85" dirty="0">
                <a:cs typeface="Verdana"/>
              </a:rPr>
              <a:t> </a:t>
            </a:r>
            <a:r>
              <a:rPr sz="2400" spc="-10" dirty="0">
                <a:cs typeface="Verdana"/>
              </a:rPr>
              <a:t>integrity</a:t>
            </a:r>
            <a:endParaRPr lang="en-US" sz="2400" dirty="0">
              <a:cs typeface="Verdana"/>
            </a:endParaRPr>
          </a:p>
          <a:p>
            <a:pPr marL="355600" indent="-342900">
              <a:spcBef>
                <a:spcPts val="1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sz="2400" b="1" spc="-45" dirty="0">
                <a:cs typeface="Tahoma"/>
              </a:rPr>
              <a:t>Updating</a:t>
            </a:r>
            <a:r>
              <a:rPr sz="2400" b="1" spc="-25" dirty="0">
                <a:cs typeface="Tahoma"/>
              </a:rPr>
              <a:t> </a:t>
            </a:r>
            <a:r>
              <a:rPr sz="2400" b="1" dirty="0">
                <a:cs typeface="Tahoma"/>
              </a:rPr>
              <a:t>an</a:t>
            </a:r>
            <a:r>
              <a:rPr sz="2400" b="1" spc="-5" dirty="0">
                <a:cs typeface="Tahoma"/>
              </a:rPr>
              <a:t> </a:t>
            </a:r>
            <a:r>
              <a:rPr sz="2400" b="1" spc="-55" dirty="0">
                <a:cs typeface="Tahoma"/>
              </a:rPr>
              <a:t>ordinary</a:t>
            </a:r>
            <a:r>
              <a:rPr sz="2400" b="1" spc="-25" dirty="0">
                <a:cs typeface="Tahoma"/>
              </a:rPr>
              <a:t> </a:t>
            </a:r>
            <a:r>
              <a:rPr sz="2400" b="1" spc="-100" dirty="0">
                <a:cs typeface="Tahoma"/>
              </a:rPr>
              <a:t>attribute</a:t>
            </a:r>
            <a:r>
              <a:rPr sz="2400" b="1" spc="-20" dirty="0">
                <a:cs typeface="Tahoma"/>
              </a:rPr>
              <a:t> </a:t>
            </a:r>
            <a:r>
              <a:rPr sz="2400" b="1" spc="-95" dirty="0">
                <a:cs typeface="Tahoma"/>
              </a:rPr>
              <a:t>(neither</a:t>
            </a:r>
            <a:r>
              <a:rPr sz="2400" b="1" spc="-30" dirty="0">
                <a:cs typeface="Tahoma"/>
              </a:rPr>
              <a:t> </a:t>
            </a:r>
            <a:r>
              <a:rPr sz="2400" b="1" spc="-185" dirty="0">
                <a:cs typeface="Tahoma"/>
              </a:rPr>
              <a:t>PK</a:t>
            </a:r>
            <a:r>
              <a:rPr sz="2400" b="1" spc="-30" dirty="0">
                <a:cs typeface="Tahoma"/>
              </a:rPr>
              <a:t> </a:t>
            </a:r>
            <a:r>
              <a:rPr sz="2400" b="1" spc="-85" dirty="0">
                <a:cs typeface="Tahoma"/>
              </a:rPr>
              <a:t>nor</a:t>
            </a:r>
            <a:r>
              <a:rPr sz="2400" b="1" spc="-25" dirty="0">
                <a:cs typeface="Tahoma"/>
              </a:rPr>
              <a:t> FK):</a:t>
            </a:r>
            <a:endParaRPr lang="en-US" sz="2400" b="1" dirty="0">
              <a:cs typeface="Tahoma"/>
            </a:endParaRPr>
          </a:p>
          <a:p>
            <a:pPr marL="812800" lvl="1" indent="-342900">
              <a:spcBef>
                <a:spcPts val="1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sz="2400" spc="100" dirty="0">
                <a:cs typeface="Verdana"/>
              </a:rPr>
              <a:t>Can</a:t>
            </a:r>
            <a:r>
              <a:rPr sz="2400" spc="-105" dirty="0">
                <a:cs typeface="Verdana"/>
              </a:rPr>
              <a:t> </a:t>
            </a:r>
            <a:r>
              <a:rPr sz="2400" spc="-65" dirty="0">
                <a:cs typeface="Verdana"/>
              </a:rPr>
              <a:t>only</a:t>
            </a:r>
            <a:r>
              <a:rPr sz="2400" spc="-95" dirty="0">
                <a:cs typeface="Verdana"/>
              </a:rPr>
              <a:t> </a:t>
            </a:r>
            <a:r>
              <a:rPr sz="2400" spc="-30" dirty="0">
                <a:cs typeface="Verdana"/>
              </a:rPr>
              <a:t>violate</a:t>
            </a:r>
            <a:r>
              <a:rPr sz="2400" spc="-125" dirty="0">
                <a:cs typeface="Verdana"/>
              </a:rPr>
              <a:t> </a:t>
            </a:r>
            <a:r>
              <a:rPr sz="2400" dirty="0">
                <a:cs typeface="Verdana"/>
              </a:rPr>
              <a:t>domain</a:t>
            </a:r>
            <a:r>
              <a:rPr sz="2400" spc="-114" dirty="0">
                <a:cs typeface="Verdana"/>
              </a:rPr>
              <a:t> </a:t>
            </a:r>
            <a:r>
              <a:rPr sz="2400" spc="-10" dirty="0">
                <a:cs typeface="Verdana"/>
              </a:rPr>
              <a:t>constraints</a:t>
            </a:r>
            <a:endParaRPr sz="2400" dirty="0">
              <a:cs typeface="Verdan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86925" y="909694"/>
            <a:ext cx="5091045" cy="751488"/>
          </a:xfrm>
          <a:prstGeom prst="rect">
            <a:avLst/>
          </a:prstGeom>
        </p:spPr>
        <p:txBody>
          <a:bodyPr vert="horz" wrap="square" lIns="0" tIns="12700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140" dirty="0">
                <a:solidFill>
                  <a:schemeClr val="tx1"/>
                </a:solidFill>
                <a:cs typeface="Tahoma"/>
              </a:rPr>
              <a:t>Transaction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86925" y="1916614"/>
            <a:ext cx="10017887" cy="21166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13970" indent="-342900">
              <a:spcBef>
                <a:spcPts val="105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000" dirty="0"/>
              <a:t>A transaction is an executing program that includes some database operations, such as reading from the database, or applying insertions, deletions, or updates to the database.</a:t>
            </a:r>
          </a:p>
          <a:p>
            <a:pPr marL="355600" marR="144780" indent="-342900" algn="just">
              <a:spcBef>
                <a:spcPts val="994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sz="2000" dirty="0"/>
              <a:t>After the transaction is completed the database must be in valid and consistent state that satisfies all the constraints.</a:t>
            </a:r>
          </a:p>
          <a:p>
            <a:pPr marL="355600" marR="5080" indent="-342900">
              <a:spcBef>
                <a:spcPts val="1010"/>
              </a:spcBef>
              <a:buClr>
                <a:schemeClr val="accent1"/>
              </a:buClr>
              <a:buFont typeface="Arial" panose="020B0604020202020204" pitchFamily="34" charset="0"/>
              <a:buChar char="•"/>
              <a:tabLst>
                <a:tab pos="354965" algn="l"/>
              </a:tabLst>
            </a:pPr>
            <a:r>
              <a:rPr sz="2000" dirty="0"/>
              <a:t>For example, a bank withdrawal will typically read the user account record, check if there is a sufficient balance, and then update the record by the withdrawal amount.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A5257F-9A6D-150C-68F5-76BCDFF181B8}"/>
              </a:ext>
            </a:extLst>
          </p:cNvPr>
          <p:cNvSpPr txBox="1"/>
          <p:nvPr/>
        </p:nvSpPr>
        <p:spPr>
          <a:xfrm>
            <a:off x="3382224" y="2598003"/>
            <a:ext cx="60975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Any question????</a:t>
            </a:r>
          </a:p>
        </p:txBody>
      </p:sp>
    </p:spTree>
    <p:extLst>
      <p:ext uri="{BB962C8B-B14F-4D97-AF65-F5344CB8AC3E}">
        <p14:creationId xmlns:p14="http://schemas.microsoft.com/office/powerpoint/2010/main" val="132598588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690</TotalTime>
  <Words>456</Words>
  <Application>Microsoft Office PowerPoint</Application>
  <PresentationFormat>Widescreen</PresentationFormat>
  <Paragraphs>45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Aptos</vt:lpstr>
      <vt:lpstr>Arial</vt:lpstr>
      <vt:lpstr>Arial MT</vt:lpstr>
      <vt:lpstr>Calibri</vt:lpstr>
      <vt:lpstr>Calibri Light</vt:lpstr>
      <vt:lpstr>Tahoma</vt:lpstr>
      <vt:lpstr>Times New Roman</vt:lpstr>
      <vt:lpstr>Verdana</vt:lpstr>
      <vt:lpstr>Retrospect</vt:lpstr>
      <vt:lpstr> Database Systems</vt:lpstr>
      <vt:lpstr>Insert Operations on Relations</vt:lpstr>
      <vt:lpstr>Violation of Constraints: Delete Operation</vt:lpstr>
      <vt:lpstr>Violation of Constraints: Delete Operation</vt:lpstr>
      <vt:lpstr>Violation of Constraints: Delete Operation</vt:lpstr>
      <vt:lpstr>Violation of Constraints: Delete Operation</vt:lpstr>
      <vt:lpstr>Violation of Constraints: Delete Operation</vt:lpstr>
      <vt:lpstr>Violation of Constraints: Update Operation</vt:lpstr>
      <vt:lpstr>Violation of Constraints: Update Operation</vt:lpstr>
      <vt:lpstr>Violation of Constraints:</vt:lpstr>
      <vt:lpstr>Transaction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Alina Arshad</dc:creator>
  <cp:lastModifiedBy>Ms Alina Arshad</cp:lastModifiedBy>
  <cp:revision>37</cp:revision>
  <dcterms:created xsi:type="dcterms:W3CDTF">2024-08-09T06:58:16Z</dcterms:created>
  <dcterms:modified xsi:type="dcterms:W3CDTF">2024-09-03T17:03:33Z</dcterms:modified>
</cp:coreProperties>
</file>