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4.jpg" ContentType="image/jpg"/>
  <Override PartName="/ppt/media/image6.jpg" ContentType="image/jpg"/>
  <Override PartName="/ppt/media/image7.jpg" ContentType="image/jpg"/>
  <Override PartName="/ppt/media/image9.jpg" ContentType="image/jpg"/>
  <Override PartName="/ppt/media/image10.jpg" ContentType="image/jp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398" r:id="rId3"/>
    <p:sldId id="277" r:id="rId4"/>
    <p:sldId id="278" r:id="rId5"/>
    <p:sldId id="399" r:id="rId6"/>
    <p:sldId id="402" r:id="rId7"/>
    <p:sldId id="281" r:id="rId8"/>
    <p:sldId id="403" r:id="rId9"/>
    <p:sldId id="283" r:id="rId10"/>
    <p:sldId id="284" r:id="rId11"/>
    <p:sldId id="404" r:id="rId12"/>
    <p:sldId id="286" r:id="rId13"/>
    <p:sldId id="287" r:id="rId14"/>
    <p:sldId id="288" r:id="rId15"/>
    <p:sldId id="400" r:id="rId16"/>
    <p:sldId id="401" r:id="rId17"/>
    <p:sldId id="27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83" autoAdjust="0"/>
  </p:normalViewPr>
  <p:slideViewPr>
    <p:cSldViewPr snapToGrid="0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BCBA590E-54B5-40E6-9FC8-1EE861FD549B}"/>
    <pc:docChg chg="custSel addSld delSld modSld sldOrd">
      <pc:chgData name="Ms Alina Arshad" userId="cccdfd85-d35d-4453-9c6f-a463aae40722" providerId="ADAL" clId="{BCBA590E-54B5-40E6-9FC8-1EE861FD549B}" dt="2024-08-27T04:18:26.265" v="252" actId="20577"/>
      <pc:docMkLst>
        <pc:docMk/>
      </pc:docMkLst>
      <pc:sldChg chg="modSp mod ord">
        <pc:chgData name="Ms Alina Arshad" userId="cccdfd85-d35d-4453-9c6f-a463aae40722" providerId="ADAL" clId="{BCBA590E-54B5-40E6-9FC8-1EE861FD549B}" dt="2024-08-26T08:01:33.503" v="11"/>
        <pc:sldMkLst>
          <pc:docMk/>
          <pc:sldMk cId="3846990556" sldId="273"/>
        </pc:sldMkLst>
        <pc:spChg chg="mod">
          <ac:chgData name="Ms Alina Arshad" userId="cccdfd85-d35d-4453-9c6f-a463aae40722" providerId="ADAL" clId="{BCBA590E-54B5-40E6-9FC8-1EE861FD549B}" dt="2024-08-26T08:00:05.570" v="3" actId="207"/>
          <ac:spMkLst>
            <pc:docMk/>
            <pc:sldMk cId="3846990556" sldId="273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BCBA590E-54B5-40E6-9FC8-1EE861FD549B}" dt="2024-08-27T04:18:26.265" v="252" actId="20577"/>
        <pc:sldMkLst>
          <pc:docMk/>
          <pc:sldMk cId="1062436133" sldId="274"/>
        </pc:sldMkLst>
        <pc:spChg chg="mod">
          <ac:chgData name="Ms Alina Arshad" userId="cccdfd85-d35d-4453-9c6f-a463aae40722" providerId="ADAL" clId="{BCBA590E-54B5-40E6-9FC8-1EE861FD549B}" dt="2024-08-27T04:18:26.265" v="252" actId="20577"/>
          <ac:spMkLst>
            <pc:docMk/>
            <pc:sldMk cId="1062436133" sldId="274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BCBA590E-54B5-40E6-9FC8-1EE861FD549B}" dt="2024-08-26T08:00:09.741" v="4" actId="207"/>
        <pc:sldMkLst>
          <pc:docMk/>
          <pc:sldMk cId="1434241508" sldId="275"/>
        </pc:sldMkLst>
        <pc:spChg chg="mod">
          <ac:chgData name="Ms Alina Arshad" userId="cccdfd85-d35d-4453-9c6f-a463aae40722" providerId="ADAL" clId="{BCBA590E-54B5-40E6-9FC8-1EE861FD549B}" dt="2024-08-26T08:00:09.741" v="4" actId="207"/>
          <ac:spMkLst>
            <pc:docMk/>
            <pc:sldMk cId="1434241508" sldId="275"/>
            <ac:spMk id="3" creationId="{00000000-0000-0000-0000-000000000000}"/>
          </ac:spMkLst>
        </pc:spChg>
      </pc:sldChg>
      <pc:sldChg chg="addSp modSp mod modNotesTx">
        <pc:chgData name="Ms Alina Arshad" userId="cccdfd85-d35d-4453-9c6f-a463aae40722" providerId="ADAL" clId="{BCBA590E-54B5-40E6-9FC8-1EE861FD549B}" dt="2024-08-26T08:27:24.998" v="158" actId="403"/>
        <pc:sldMkLst>
          <pc:docMk/>
          <pc:sldMk cId="3811117247" sldId="276"/>
        </pc:sldMkLst>
        <pc:spChg chg="add mod">
          <ac:chgData name="Ms Alina Arshad" userId="cccdfd85-d35d-4453-9c6f-a463aae40722" providerId="ADAL" clId="{BCBA590E-54B5-40E6-9FC8-1EE861FD549B}" dt="2024-08-26T08:26:36.025" v="146" actId="1076"/>
          <ac:spMkLst>
            <pc:docMk/>
            <pc:sldMk cId="3811117247" sldId="276"/>
            <ac:spMk id="2" creationId="{30BE0A31-F08A-5844-5E17-200E33BB345A}"/>
          </ac:spMkLst>
        </pc:spChg>
        <pc:spChg chg="mod">
          <ac:chgData name="Ms Alina Arshad" userId="cccdfd85-d35d-4453-9c6f-a463aae40722" providerId="ADAL" clId="{BCBA590E-54B5-40E6-9FC8-1EE861FD549B}" dt="2024-08-26T08:27:11.854" v="154" actId="20577"/>
          <ac:spMkLst>
            <pc:docMk/>
            <pc:sldMk cId="3811117247" sldId="276"/>
            <ac:spMk id="3" creationId="{00000000-0000-0000-0000-000000000000}"/>
          </ac:spMkLst>
        </pc:spChg>
        <pc:spChg chg="add">
          <ac:chgData name="Ms Alina Arshad" userId="cccdfd85-d35d-4453-9c6f-a463aae40722" providerId="ADAL" clId="{BCBA590E-54B5-40E6-9FC8-1EE861FD549B}" dt="2024-08-26T08:26:38.119" v="147"/>
          <ac:spMkLst>
            <pc:docMk/>
            <pc:sldMk cId="3811117247" sldId="276"/>
            <ac:spMk id="5" creationId="{B2728579-CA85-A852-6FF0-9335A3063437}"/>
          </ac:spMkLst>
        </pc:spChg>
        <pc:spChg chg="add mod">
          <ac:chgData name="Ms Alina Arshad" userId="cccdfd85-d35d-4453-9c6f-a463aae40722" providerId="ADAL" clId="{BCBA590E-54B5-40E6-9FC8-1EE861FD549B}" dt="2024-08-26T08:27:24.998" v="158" actId="403"/>
          <ac:spMkLst>
            <pc:docMk/>
            <pc:sldMk cId="3811117247" sldId="276"/>
            <ac:spMk id="6" creationId="{043E1D5A-350F-6570-850F-DFE53BD86885}"/>
          </ac:spMkLst>
        </pc:spChg>
      </pc:sldChg>
      <pc:sldChg chg="modNotesTx">
        <pc:chgData name="Ms Alina Arshad" userId="cccdfd85-d35d-4453-9c6f-a463aae40722" providerId="ADAL" clId="{BCBA590E-54B5-40E6-9FC8-1EE861FD549B}" dt="2024-08-26T08:47:49.708" v="245"/>
        <pc:sldMkLst>
          <pc:docMk/>
          <pc:sldMk cId="2349219484" sldId="290"/>
        </pc:sldMkLst>
      </pc:sldChg>
      <pc:sldChg chg="modSp mod">
        <pc:chgData name="Ms Alina Arshad" userId="cccdfd85-d35d-4453-9c6f-a463aae40722" providerId="ADAL" clId="{BCBA590E-54B5-40E6-9FC8-1EE861FD549B}" dt="2024-08-26T08:48:15.382" v="246" actId="14100"/>
        <pc:sldMkLst>
          <pc:docMk/>
          <pc:sldMk cId="4122508665" sldId="291"/>
        </pc:sldMkLst>
        <pc:spChg chg="mod">
          <ac:chgData name="Ms Alina Arshad" userId="cccdfd85-d35d-4453-9c6f-a463aae40722" providerId="ADAL" clId="{BCBA590E-54B5-40E6-9FC8-1EE861FD549B}" dt="2024-08-26T08:48:15.382" v="246" actId="14100"/>
          <ac:spMkLst>
            <pc:docMk/>
            <pc:sldMk cId="4122508665" sldId="291"/>
            <ac:spMk id="3" creationId="{00000000-0000-0000-0000-000000000000}"/>
          </ac:spMkLst>
        </pc:spChg>
      </pc:sldChg>
      <pc:sldChg chg="ord">
        <pc:chgData name="Ms Alina Arshad" userId="cccdfd85-d35d-4453-9c6f-a463aae40722" providerId="ADAL" clId="{BCBA590E-54B5-40E6-9FC8-1EE861FD549B}" dt="2024-08-26T08:01:23.869" v="9"/>
        <pc:sldMkLst>
          <pc:docMk/>
          <pc:sldMk cId="2844238622" sldId="311"/>
        </pc:sldMkLst>
      </pc:sldChg>
      <pc:sldChg chg="addSp modSp mod">
        <pc:chgData name="Ms Alina Arshad" userId="cccdfd85-d35d-4453-9c6f-a463aae40722" providerId="ADAL" clId="{BCBA590E-54B5-40E6-9FC8-1EE861FD549B}" dt="2024-08-26T08:10:04.173" v="13"/>
        <pc:sldMkLst>
          <pc:docMk/>
          <pc:sldMk cId="0" sldId="363"/>
        </pc:sldMkLst>
        <pc:spChg chg="add">
          <ac:chgData name="Ms Alina Arshad" userId="cccdfd85-d35d-4453-9c6f-a463aae40722" providerId="ADAL" clId="{BCBA590E-54B5-40E6-9FC8-1EE861FD549B}" dt="2024-08-26T08:10:04.173" v="13"/>
          <ac:spMkLst>
            <pc:docMk/>
            <pc:sldMk cId="0" sldId="363"/>
            <ac:spMk id="2" creationId="{778B151E-BF03-D949-FFEB-FBE97D026765}"/>
          </ac:spMkLst>
        </pc:spChg>
        <pc:spChg chg="mod">
          <ac:chgData name="Ms Alina Arshad" userId="cccdfd85-d35d-4453-9c6f-a463aae40722" providerId="ADAL" clId="{BCBA590E-54B5-40E6-9FC8-1EE861FD549B}" dt="2024-08-26T08:01:40.204" v="12" actId="20577"/>
          <ac:spMkLst>
            <pc:docMk/>
            <pc:sldMk cId="0" sldId="363"/>
            <ac:spMk id="36868" creationId="{0BCCDD2B-A68C-AF28-A312-B2896CBBAB1B}"/>
          </ac:spMkLst>
        </pc:spChg>
      </pc:sldChg>
      <pc:sldChg chg="delSp modSp mod">
        <pc:chgData name="Ms Alina Arshad" userId="cccdfd85-d35d-4453-9c6f-a463aae40722" providerId="ADAL" clId="{BCBA590E-54B5-40E6-9FC8-1EE861FD549B}" dt="2024-08-26T08:36:18.575" v="243" actId="255"/>
        <pc:sldMkLst>
          <pc:docMk/>
          <pc:sldMk cId="0" sldId="364"/>
        </pc:sldMkLst>
        <pc:spChg chg="del">
          <ac:chgData name="Ms Alina Arshad" userId="cccdfd85-d35d-4453-9c6f-a463aae40722" providerId="ADAL" clId="{BCBA590E-54B5-40E6-9FC8-1EE861FD549B}" dt="2024-08-26T08:33:09.713" v="211" actId="478"/>
          <ac:spMkLst>
            <pc:docMk/>
            <pc:sldMk cId="0" sldId="364"/>
            <ac:spMk id="38914" creationId="{77CC0C1D-A177-FAB4-7A9A-A975B707FB04}"/>
          </ac:spMkLst>
        </pc:spChg>
        <pc:spChg chg="mod">
          <ac:chgData name="Ms Alina Arshad" userId="cccdfd85-d35d-4453-9c6f-a463aae40722" providerId="ADAL" clId="{BCBA590E-54B5-40E6-9FC8-1EE861FD549B}" dt="2024-08-26T08:36:18.575" v="243" actId="255"/>
          <ac:spMkLst>
            <pc:docMk/>
            <pc:sldMk cId="0" sldId="364"/>
            <ac:spMk id="38916" creationId="{D8FCABD0-D270-2805-11F3-BBEBD03B024B}"/>
          </ac:spMkLst>
        </pc:spChg>
      </pc:sldChg>
      <pc:sldChg chg="addSp delSp modSp new mod">
        <pc:chgData name="Ms Alina Arshad" userId="cccdfd85-d35d-4453-9c6f-a463aae40722" providerId="ADAL" clId="{BCBA590E-54B5-40E6-9FC8-1EE861FD549B}" dt="2024-08-26T08:23:24.794" v="126" actId="403"/>
        <pc:sldMkLst>
          <pc:docMk/>
          <pc:sldMk cId="2044861486" sldId="391"/>
        </pc:sldMkLst>
        <pc:spChg chg="mod">
          <ac:chgData name="Ms Alina Arshad" userId="cccdfd85-d35d-4453-9c6f-a463aae40722" providerId="ADAL" clId="{BCBA590E-54B5-40E6-9FC8-1EE861FD549B}" dt="2024-08-26T08:11:54.225" v="32" actId="113"/>
          <ac:spMkLst>
            <pc:docMk/>
            <pc:sldMk cId="2044861486" sldId="391"/>
            <ac:spMk id="2" creationId="{118B7DC4-A251-AC0D-002D-7DADFEEEAB88}"/>
          </ac:spMkLst>
        </pc:spChg>
        <pc:spChg chg="del">
          <ac:chgData name="Ms Alina Arshad" userId="cccdfd85-d35d-4453-9c6f-a463aae40722" providerId="ADAL" clId="{BCBA590E-54B5-40E6-9FC8-1EE861FD549B}" dt="2024-08-26T08:10:13.750" v="15"/>
          <ac:spMkLst>
            <pc:docMk/>
            <pc:sldMk cId="2044861486" sldId="391"/>
            <ac:spMk id="3" creationId="{1E44F761-9220-0DFF-1082-C853B3C09959}"/>
          </ac:spMkLst>
        </pc:spChg>
        <pc:spChg chg="add mod">
          <ac:chgData name="Ms Alina Arshad" userId="cccdfd85-d35d-4453-9c6f-a463aae40722" providerId="ADAL" clId="{BCBA590E-54B5-40E6-9FC8-1EE861FD549B}" dt="2024-08-26T08:23:24.794" v="126" actId="403"/>
          <ac:spMkLst>
            <pc:docMk/>
            <pc:sldMk cId="2044861486" sldId="391"/>
            <ac:spMk id="4" creationId="{58A80029-D8E0-93A1-BBB7-B30939B0FE16}"/>
          </ac:spMkLst>
        </pc:spChg>
      </pc:sldChg>
      <pc:sldChg chg="modSp new mod">
        <pc:chgData name="Ms Alina Arshad" userId="cccdfd85-d35d-4453-9c6f-a463aae40722" providerId="ADAL" clId="{BCBA590E-54B5-40E6-9FC8-1EE861FD549B}" dt="2024-08-26T08:19:46.488" v="107" actId="113"/>
        <pc:sldMkLst>
          <pc:docMk/>
          <pc:sldMk cId="64326949" sldId="392"/>
        </pc:sldMkLst>
        <pc:spChg chg="mod">
          <ac:chgData name="Ms Alina Arshad" userId="cccdfd85-d35d-4453-9c6f-a463aae40722" providerId="ADAL" clId="{BCBA590E-54B5-40E6-9FC8-1EE861FD549B}" dt="2024-08-26T08:19:06.143" v="104" actId="1076"/>
          <ac:spMkLst>
            <pc:docMk/>
            <pc:sldMk cId="64326949" sldId="392"/>
            <ac:spMk id="2" creationId="{024639D9-9C76-FCC8-8E82-616610256BC4}"/>
          </ac:spMkLst>
        </pc:spChg>
        <pc:spChg chg="mod">
          <ac:chgData name="Ms Alina Arshad" userId="cccdfd85-d35d-4453-9c6f-a463aae40722" providerId="ADAL" clId="{BCBA590E-54B5-40E6-9FC8-1EE861FD549B}" dt="2024-08-26T08:19:46.488" v="107" actId="113"/>
          <ac:spMkLst>
            <pc:docMk/>
            <pc:sldMk cId="64326949" sldId="392"/>
            <ac:spMk id="3" creationId="{3B867A36-9A3B-BC57-0D47-8ADBA4654B37}"/>
          </ac:spMkLst>
        </pc:spChg>
      </pc:sldChg>
      <pc:sldChg chg="new del">
        <pc:chgData name="Ms Alina Arshad" userId="cccdfd85-d35d-4453-9c6f-a463aae40722" providerId="ADAL" clId="{BCBA590E-54B5-40E6-9FC8-1EE861FD549B}" dt="2024-08-26T08:18:27.871" v="91" actId="47"/>
        <pc:sldMkLst>
          <pc:docMk/>
          <pc:sldMk cId="4111105523" sldId="392"/>
        </pc:sldMkLst>
      </pc:sldChg>
      <pc:sldChg chg="addSp modSp new mod">
        <pc:chgData name="Ms Alina Arshad" userId="cccdfd85-d35d-4453-9c6f-a463aae40722" providerId="ADAL" clId="{BCBA590E-54B5-40E6-9FC8-1EE861FD549B}" dt="2024-08-26T08:28:15.217" v="171" actId="1076"/>
        <pc:sldMkLst>
          <pc:docMk/>
          <pc:sldMk cId="705896138" sldId="393"/>
        </pc:sldMkLst>
        <pc:spChg chg="mod">
          <ac:chgData name="Ms Alina Arshad" userId="cccdfd85-d35d-4453-9c6f-a463aae40722" providerId="ADAL" clId="{BCBA590E-54B5-40E6-9FC8-1EE861FD549B}" dt="2024-08-26T08:26:13.772" v="142"/>
          <ac:spMkLst>
            <pc:docMk/>
            <pc:sldMk cId="705896138" sldId="393"/>
            <ac:spMk id="2" creationId="{E165008C-1AE5-4143-7F76-3826CFF4BF75}"/>
          </ac:spMkLst>
        </pc:spChg>
        <pc:spChg chg="mod">
          <ac:chgData name="Ms Alina Arshad" userId="cccdfd85-d35d-4453-9c6f-a463aae40722" providerId="ADAL" clId="{BCBA590E-54B5-40E6-9FC8-1EE861FD549B}" dt="2024-08-26T08:27:57.898" v="165" actId="1076"/>
          <ac:spMkLst>
            <pc:docMk/>
            <pc:sldMk cId="705896138" sldId="393"/>
            <ac:spMk id="3" creationId="{A981D506-7579-9A7B-3FCE-1DBD7223E27F}"/>
          </ac:spMkLst>
        </pc:spChg>
        <pc:spChg chg="add mod">
          <ac:chgData name="Ms Alina Arshad" userId="cccdfd85-d35d-4453-9c6f-a463aae40722" providerId="ADAL" clId="{BCBA590E-54B5-40E6-9FC8-1EE861FD549B}" dt="2024-08-26T08:28:15.217" v="171" actId="1076"/>
          <ac:spMkLst>
            <pc:docMk/>
            <pc:sldMk cId="705896138" sldId="393"/>
            <ac:spMk id="4" creationId="{B729148F-BC2B-1EF6-C1E2-F4FD66F3D896}"/>
          </ac:spMkLst>
        </pc:spChg>
      </pc:sldChg>
      <pc:sldChg chg="modSp new del mod">
        <pc:chgData name="Ms Alina Arshad" userId="cccdfd85-d35d-4453-9c6f-a463aae40722" providerId="ADAL" clId="{BCBA590E-54B5-40E6-9FC8-1EE861FD549B}" dt="2024-08-26T08:22:21.483" v="114" actId="47"/>
        <pc:sldMkLst>
          <pc:docMk/>
          <pc:sldMk cId="4240255194" sldId="393"/>
        </pc:sldMkLst>
        <pc:spChg chg="mod">
          <ac:chgData name="Ms Alina Arshad" userId="cccdfd85-d35d-4453-9c6f-a463aae40722" providerId="ADAL" clId="{BCBA590E-54B5-40E6-9FC8-1EE861FD549B}" dt="2024-08-26T08:21:58.898" v="110" actId="21"/>
          <ac:spMkLst>
            <pc:docMk/>
            <pc:sldMk cId="4240255194" sldId="393"/>
            <ac:spMk id="3" creationId="{1F1A7D1C-F3DA-4870-54F3-08532298C4CF}"/>
          </ac:spMkLst>
        </pc:spChg>
      </pc:sldChg>
      <pc:sldChg chg="addSp delSp modSp new mod">
        <pc:chgData name="Ms Alina Arshad" userId="cccdfd85-d35d-4453-9c6f-a463aae40722" providerId="ADAL" clId="{BCBA590E-54B5-40E6-9FC8-1EE861FD549B}" dt="2024-08-26T08:31:20.376" v="210" actId="1076"/>
        <pc:sldMkLst>
          <pc:docMk/>
          <pc:sldMk cId="1834176997" sldId="394"/>
        </pc:sldMkLst>
        <pc:spChg chg="mod">
          <ac:chgData name="Ms Alina Arshad" userId="cccdfd85-d35d-4453-9c6f-a463aae40722" providerId="ADAL" clId="{BCBA590E-54B5-40E6-9FC8-1EE861FD549B}" dt="2024-08-26T08:31:20.376" v="210" actId="1076"/>
          <ac:spMkLst>
            <pc:docMk/>
            <pc:sldMk cId="1834176997" sldId="394"/>
            <ac:spMk id="2" creationId="{87DB683D-8B10-8C72-550A-D9E9006D44DB}"/>
          </ac:spMkLst>
        </pc:spChg>
        <pc:spChg chg="del">
          <ac:chgData name="Ms Alina Arshad" userId="cccdfd85-d35d-4453-9c6f-a463aae40722" providerId="ADAL" clId="{BCBA590E-54B5-40E6-9FC8-1EE861FD549B}" dt="2024-08-26T08:29:03.772" v="173"/>
          <ac:spMkLst>
            <pc:docMk/>
            <pc:sldMk cId="1834176997" sldId="394"/>
            <ac:spMk id="3" creationId="{5376CEB2-E83D-23DC-174C-B6809E5DBD38}"/>
          </ac:spMkLst>
        </pc:spChg>
        <pc:spChg chg="add del mod">
          <ac:chgData name="Ms Alina Arshad" userId="cccdfd85-d35d-4453-9c6f-a463aae40722" providerId="ADAL" clId="{BCBA590E-54B5-40E6-9FC8-1EE861FD549B}" dt="2024-08-26T08:29:07.594" v="174" actId="478"/>
          <ac:spMkLst>
            <pc:docMk/>
            <pc:sldMk cId="1834176997" sldId="394"/>
            <ac:spMk id="4" creationId="{8EF23FFC-DBDC-DB8E-8136-826DADC73667}"/>
          </ac:spMkLst>
        </pc:spChg>
        <pc:spChg chg="add del mod">
          <ac:chgData name="Ms Alina Arshad" userId="cccdfd85-d35d-4453-9c6f-a463aae40722" providerId="ADAL" clId="{BCBA590E-54B5-40E6-9FC8-1EE861FD549B}" dt="2024-08-26T08:29:09.386" v="175" actId="478"/>
          <ac:spMkLst>
            <pc:docMk/>
            <pc:sldMk cId="1834176997" sldId="394"/>
            <ac:spMk id="5" creationId="{D7A17B51-F5AB-816C-0B89-DF71C861B2D7}"/>
          </ac:spMkLst>
        </pc:spChg>
        <pc:spChg chg="add mod">
          <ac:chgData name="Ms Alina Arshad" userId="cccdfd85-d35d-4453-9c6f-a463aae40722" providerId="ADAL" clId="{BCBA590E-54B5-40E6-9FC8-1EE861FD549B}" dt="2024-08-26T08:31:02.130" v="206" actId="1076"/>
          <ac:spMkLst>
            <pc:docMk/>
            <pc:sldMk cId="1834176997" sldId="394"/>
            <ac:spMk id="6" creationId="{6D11BF51-FA1F-FA5D-A2F3-EC243824F8B0}"/>
          </ac:spMkLst>
        </pc:spChg>
      </pc:sldChg>
    </pc:docChg>
  </pc:docChgLst>
  <pc:docChgLst>
    <pc:chgData name="Ms Alina Arshad" userId="cccdfd85-d35d-4453-9c6f-a463aae40722" providerId="ADAL" clId="{7B6CF320-EF38-4395-A82C-47B15E4836D7}"/>
    <pc:docChg chg="undo custSel addSld delSld modSld">
      <pc:chgData name="Ms Alina Arshad" userId="cccdfd85-d35d-4453-9c6f-a463aae40722" providerId="ADAL" clId="{7B6CF320-EF38-4395-A82C-47B15E4836D7}" dt="2024-09-03T04:14:31.266" v="140" actId="14100"/>
      <pc:docMkLst>
        <pc:docMk/>
      </pc:docMkLst>
      <pc:sldChg chg="add del">
        <pc:chgData name="Ms Alina Arshad" userId="cccdfd85-d35d-4453-9c6f-a463aae40722" providerId="ADAL" clId="{7B6CF320-EF38-4395-A82C-47B15E4836D7}" dt="2024-08-29T08:42:16.523" v="1" actId="47"/>
        <pc:sldMkLst>
          <pc:docMk/>
          <pc:sldMk cId="0" sldId="272"/>
        </pc:sldMkLst>
      </pc:sldChg>
      <pc:sldChg chg="modSp add mod">
        <pc:chgData name="Ms Alina Arshad" userId="cccdfd85-d35d-4453-9c6f-a463aae40722" providerId="ADAL" clId="{7B6CF320-EF38-4395-A82C-47B15E4836D7}" dt="2024-09-02T08:35:26.874" v="75" actId="113"/>
        <pc:sldMkLst>
          <pc:docMk/>
          <pc:sldMk cId="0" sldId="277"/>
        </pc:sldMkLst>
        <pc:spChg chg="mod">
          <ac:chgData name="Ms Alina Arshad" userId="cccdfd85-d35d-4453-9c6f-a463aae40722" providerId="ADAL" clId="{7B6CF320-EF38-4395-A82C-47B15E4836D7}" dt="2024-09-02T08:35:26.874" v="75" actId="113"/>
          <ac:spMkLst>
            <pc:docMk/>
            <pc:sldMk cId="0" sldId="277"/>
            <ac:spMk id="4" creationId="{00000000-0000-0000-0000-000000000000}"/>
          </ac:spMkLst>
        </pc:spChg>
      </pc:sldChg>
      <pc:sldChg chg="modSp add mod">
        <pc:chgData name="Ms Alina Arshad" userId="cccdfd85-d35d-4453-9c6f-a463aae40722" providerId="ADAL" clId="{7B6CF320-EF38-4395-A82C-47B15E4836D7}" dt="2024-09-03T04:00:23.188" v="115" actId="20577"/>
        <pc:sldMkLst>
          <pc:docMk/>
          <pc:sldMk cId="0" sldId="278"/>
        </pc:sldMkLst>
        <pc:spChg chg="mod">
          <ac:chgData name="Ms Alina Arshad" userId="cccdfd85-d35d-4453-9c6f-a463aae40722" providerId="ADAL" clId="{7B6CF320-EF38-4395-A82C-47B15E4836D7}" dt="2024-09-03T04:00:23.188" v="115" actId="20577"/>
          <ac:spMkLst>
            <pc:docMk/>
            <pc:sldMk cId="0" sldId="278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7B6CF320-EF38-4395-A82C-47B15E4836D7}" dt="2024-08-29T08:40:01.028" v="0"/>
        <pc:sldMkLst>
          <pc:docMk/>
          <pc:sldMk cId="0" sldId="280"/>
        </pc:sldMkLst>
      </pc:sldChg>
      <pc:sldChg chg="modSp add mod">
        <pc:chgData name="Ms Alina Arshad" userId="cccdfd85-d35d-4453-9c6f-a463aae40722" providerId="ADAL" clId="{7B6CF320-EF38-4395-A82C-47B15E4836D7}" dt="2024-09-02T08:36:04.300" v="87" actId="403"/>
        <pc:sldMkLst>
          <pc:docMk/>
          <pc:sldMk cId="0" sldId="281"/>
        </pc:sldMkLst>
        <pc:spChg chg="mod">
          <ac:chgData name="Ms Alina Arshad" userId="cccdfd85-d35d-4453-9c6f-a463aae40722" providerId="ADAL" clId="{7B6CF320-EF38-4395-A82C-47B15E4836D7}" dt="2024-09-02T08:29:53.173" v="55" actId="404"/>
          <ac:spMkLst>
            <pc:docMk/>
            <pc:sldMk cId="0" sldId="281"/>
            <ac:spMk id="2" creationId="{00000000-0000-0000-0000-000000000000}"/>
          </ac:spMkLst>
        </pc:spChg>
        <pc:spChg chg="mod">
          <ac:chgData name="Ms Alina Arshad" userId="cccdfd85-d35d-4453-9c6f-a463aae40722" providerId="ADAL" clId="{7B6CF320-EF38-4395-A82C-47B15E4836D7}" dt="2024-09-02T08:36:04.300" v="87" actId="403"/>
          <ac:spMkLst>
            <pc:docMk/>
            <pc:sldMk cId="0" sldId="281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7B6CF320-EF38-4395-A82C-47B15E4836D7}" dt="2024-08-29T08:40:01.028" v="0"/>
        <pc:sldMkLst>
          <pc:docMk/>
          <pc:sldMk cId="0" sldId="282"/>
        </pc:sldMkLst>
      </pc:sldChg>
      <pc:sldChg chg="modSp add mod">
        <pc:chgData name="Ms Alina Arshad" userId="cccdfd85-d35d-4453-9c6f-a463aae40722" providerId="ADAL" clId="{7B6CF320-EF38-4395-A82C-47B15E4836D7}" dt="2024-09-02T08:36:16.776" v="90" actId="113"/>
        <pc:sldMkLst>
          <pc:docMk/>
          <pc:sldMk cId="0" sldId="283"/>
        </pc:sldMkLst>
        <pc:spChg chg="mod">
          <ac:chgData name="Ms Alina Arshad" userId="cccdfd85-d35d-4453-9c6f-a463aae40722" providerId="ADAL" clId="{7B6CF320-EF38-4395-A82C-47B15E4836D7}" dt="2024-09-02T08:36:16.776" v="90" actId="113"/>
          <ac:spMkLst>
            <pc:docMk/>
            <pc:sldMk cId="0" sldId="28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7B6CF320-EF38-4395-A82C-47B15E4836D7}" dt="2024-09-02T08:36:28.351" v="93" actId="20577"/>
        <pc:sldMkLst>
          <pc:docMk/>
          <pc:sldMk cId="0" sldId="284"/>
        </pc:sldMkLst>
        <pc:spChg chg="mod">
          <ac:chgData name="Ms Alina Arshad" userId="cccdfd85-d35d-4453-9c6f-a463aae40722" providerId="ADAL" clId="{7B6CF320-EF38-4395-A82C-47B15E4836D7}" dt="2024-09-02T08:36:28.351" v="93" actId="20577"/>
          <ac:spMkLst>
            <pc:docMk/>
            <pc:sldMk cId="0" sldId="284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7B6CF320-EF38-4395-A82C-47B15E4836D7}" dt="2024-08-29T08:40:01.028" v="0"/>
        <pc:sldMkLst>
          <pc:docMk/>
          <pc:sldMk cId="0" sldId="285"/>
        </pc:sldMkLst>
      </pc:sldChg>
      <pc:sldChg chg="modSp add mod">
        <pc:chgData name="Ms Alina Arshad" userId="cccdfd85-d35d-4453-9c6f-a463aae40722" providerId="ADAL" clId="{7B6CF320-EF38-4395-A82C-47B15E4836D7}" dt="2024-09-02T08:39:16.105" v="99" actId="20577"/>
        <pc:sldMkLst>
          <pc:docMk/>
          <pc:sldMk cId="0" sldId="286"/>
        </pc:sldMkLst>
        <pc:spChg chg="mod">
          <ac:chgData name="Ms Alina Arshad" userId="cccdfd85-d35d-4453-9c6f-a463aae40722" providerId="ADAL" clId="{7B6CF320-EF38-4395-A82C-47B15E4836D7}" dt="2024-09-02T08:39:16.105" v="99" actId="20577"/>
          <ac:spMkLst>
            <pc:docMk/>
            <pc:sldMk cId="0" sldId="286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7B6CF320-EF38-4395-A82C-47B15E4836D7}" dt="2024-09-02T08:43:57.885" v="113" actId="113"/>
        <pc:sldMkLst>
          <pc:docMk/>
          <pc:sldMk cId="0" sldId="287"/>
        </pc:sldMkLst>
        <pc:spChg chg="mod">
          <ac:chgData name="Ms Alina Arshad" userId="cccdfd85-d35d-4453-9c6f-a463aae40722" providerId="ADAL" clId="{7B6CF320-EF38-4395-A82C-47B15E4836D7}" dt="2024-09-02T08:43:35.495" v="106" actId="1076"/>
          <ac:spMkLst>
            <pc:docMk/>
            <pc:sldMk cId="0" sldId="287"/>
            <ac:spMk id="2" creationId="{00000000-0000-0000-0000-000000000000}"/>
          </ac:spMkLst>
        </pc:spChg>
        <pc:spChg chg="mod">
          <ac:chgData name="Ms Alina Arshad" userId="cccdfd85-d35d-4453-9c6f-a463aae40722" providerId="ADAL" clId="{7B6CF320-EF38-4395-A82C-47B15E4836D7}" dt="2024-09-02T08:43:57.885" v="113" actId="113"/>
          <ac:spMkLst>
            <pc:docMk/>
            <pc:sldMk cId="0" sldId="287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7B6CF320-EF38-4395-A82C-47B15E4836D7}" dt="2024-09-03T04:13:30.887" v="125" actId="20577"/>
        <pc:sldMkLst>
          <pc:docMk/>
          <pc:sldMk cId="0" sldId="288"/>
        </pc:sldMkLst>
        <pc:spChg chg="mod">
          <ac:chgData name="Ms Alina Arshad" userId="cccdfd85-d35d-4453-9c6f-a463aae40722" providerId="ADAL" clId="{7B6CF320-EF38-4395-A82C-47B15E4836D7}" dt="2024-09-03T04:13:30.887" v="125" actId="20577"/>
          <ac:spMkLst>
            <pc:docMk/>
            <pc:sldMk cId="0" sldId="288"/>
            <ac:spMk id="2" creationId="{00000000-0000-0000-0000-000000000000}"/>
          </ac:spMkLst>
        </pc:spChg>
      </pc:sldChg>
      <pc:sldChg chg="addSp modSp add mod">
        <pc:chgData name="Ms Alina Arshad" userId="cccdfd85-d35d-4453-9c6f-a463aae40722" providerId="ADAL" clId="{7B6CF320-EF38-4395-A82C-47B15E4836D7}" dt="2024-08-29T08:56:30.444" v="27" actId="20577"/>
        <pc:sldMkLst>
          <pc:docMk/>
          <pc:sldMk cId="0" sldId="395"/>
        </pc:sldMkLst>
        <pc:spChg chg="mod">
          <ac:chgData name="Ms Alina Arshad" userId="cccdfd85-d35d-4453-9c6f-a463aae40722" providerId="ADAL" clId="{7B6CF320-EF38-4395-A82C-47B15E4836D7}" dt="2024-08-29T08:42:26.868" v="5" actId="207"/>
          <ac:spMkLst>
            <pc:docMk/>
            <pc:sldMk cId="0" sldId="395"/>
            <ac:spMk id="2" creationId="{00000000-0000-0000-0000-000000000000}"/>
          </ac:spMkLst>
        </pc:spChg>
        <pc:spChg chg="mod">
          <ac:chgData name="Ms Alina Arshad" userId="cccdfd85-d35d-4453-9c6f-a463aae40722" providerId="ADAL" clId="{7B6CF320-EF38-4395-A82C-47B15E4836D7}" dt="2024-08-29T08:43:30.159" v="11" actId="1076"/>
          <ac:spMkLst>
            <pc:docMk/>
            <pc:sldMk cId="0" sldId="395"/>
            <ac:spMk id="4" creationId="{00000000-0000-0000-0000-000000000000}"/>
          </ac:spMkLst>
        </pc:spChg>
        <pc:spChg chg="add mod">
          <ac:chgData name="Ms Alina Arshad" userId="cccdfd85-d35d-4453-9c6f-a463aae40722" providerId="ADAL" clId="{7B6CF320-EF38-4395-A82C-47B15E4836D7}" dt="2024-08-29T08:56:16.715" v="24" actId="1076"/>
          <ac:spMkLst>
            <pc:docMk/>
            <pc:sldMk cId="0" sldId="395"/>
            <ac:spMk id="7" creationId="{0D2825F4-5553-A424-0DC7-D5B4E78B482C}"/>
          </ac:spMkLst>
        </pc:spChg>
        <pc:graphicFrameChg chg="mod modGraphic">
          <ac:chgData name="Ms Alina Arshad" userId="cccdfd85-d35d-4453-9c6f-a463aae40722" providerId="ADAL" clId="{7B6CF320-EF38-4395-A82C-47B15E4836D7}" dt="2024-08-29T08:56:30.444" v="27" actId="20577"/>
          <ac:graphicFrameMkLst>
            <pc:docMk/>
            <pc:sldMk cId="0" sldId="395"/>
            <ac:graphicFrameMk id="3" creationId="{00000000-0000-0000-0000-000000000000}"/>
          </ac:graphicFrameMkLst>
        </pc:graphicFrameChg>
        <pc:graphicFrameChg chg="add">
          <ac:chgData name="Ms Alina Arshad" userId="cccdfd85-d35d-4453-9c6f-a463aae40722" providerId="ADAL" clId="{7B6CF320-EF38-4395-A82C-47B15E4836D7}" dt="2024-08-29T08:43:38.152" v="13"/>
          <ac:graphicFrameMkLst>
            <pc:docMk/>
            <pc:sldMk cId="0" sldId="395"/>
            <ac:graphicFrameMk id="5" creationId="{C4FD6C02-E63E-A0C9-A7E0-FAFA0ED50A9A}"/>
          </ac:graphicFrameMkLst>
        </pc:graphicFrameChg>
      </pc:sldChg>
      <pc:sldChg chg="add">
        <pc:chgData name="Ms Alina Arshad" userId="cccdfd85-d35d-4453-9c6f-a463aae40722" providerId="ADAL" clId="{7B6CF320-EF38-4395-A82C-47B15E4836D7}" dt="2024-08-29T08:40:01.028" v="0"/>
        <pc:sldMkLst>
          <pc:docMk/>
          <pc:sldMk cId="0" sldId="396"/>
        </pc:sldMkLst>
      </pc:sldChg>
      <pc:sldChg chg="add">
        <pc:chgData name="Ms Alina Arshad" userId="cccdfd85-d35d-4453-9c6f-a463aae40722" providerId="ADAL" clId="{7B6CF320-EF38-4395-A82C-47B15E4836D7}" dt="2024-08-29T08:40:01.028" v="0"/>
        <pc:sldMkLst>
          <pc:docMk/>
          <pc:sldMk cId="0" sldId="397"/>
        </pc:sldMkLst>
      </pc:sldChg>
      <pc:sldChg chg="modSp add mod">
        <pc:chgData name="Ms Alina Arshad" userId="cccdfd85-d35d-4453-9c6f-a463aae40722" providerId="ADAL" clId="{7B6CF320-EF38-4395-A82C-47B15E4836D7}" dt="2024-09-03T03:49:33.794" v="114" actId="207"/>
        <pc:sldMkLst>
          <pc:docMk/>
          <pc:sldMk cId="0" sldId="398"/>
        </pc:sldMkLst>
        <pc:spChg chg="mod">
          <ac:chgData name="Ms Alina Arshad" userId="cccdfd85-d35d-4453-9c6f-a463aae40722" providerId="ADAL" clId="{7B6CF320-EF38-4395-A82C-47B15E4836D7}" dt="2024-09-03T03:49:33.794" v="114" actId="207"/>
          <ac:spMkLst>
            <pc:docMk/>
            <pc:sldMk cId="0" sldId="398"/>
            <ac:spMk id="2" creationId="{00000000-0000-0000-0000-000000000000}"/>
          </ac:spMkLst>
        </pc:spChg>
      </pc:sldChg>
      <pc:sldChg chg="modSp add mod">
        <pc:chgData name="Ms Alina Arshad" userId="cccdfd85-d35d-4453-9c6f-a463aae40722" providerId="ADAL" clId="{7B6CF320-EF38-4395-A82C-47B15E4836D7}" dt="2024-09-02T08:35:57.723" v="85" actId="403"/>
        <pc:sldMkLst>
          <pc:docMk/>
          <pc:sldMk cId="0" sldId="399"/>
        </pc:sldMkLst>
        <pc:spChg chg="mod">
          <ac:chgData name="Ms Alina Arshad" userId="cccdfd85-d35d-4453-9c6f-a463aae40722" providerId="ADAL" clId="{7B6CF320-EF38-4395-A82C-47B15E4836D7}" dt="2024-09-02T08:35:57.723" v="85" actId="403"/>
          <ac:spMkLst>
            <pc:docMk/>
            <pc:sldMk cId="0" sldId="39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7B6CF320-EF38-4395-A82C-47B15E4836D7}" dt="2024-09-03T04:13:55.531" v="134" actId="1076"/>
        <pc:sldMkLst>
          <pc:docMk/>
          <pc:sldMk cId="0" sldId="400"/>
        </pc:sldMkLst>
        <pc:spChg chg="mod">
          <ac:chgData name="Ms Alina Arshad" userId="cccdfd85-d35d-4453-9c6f-a463aae40722" providerId="ADAL" clId="{7B6CF320-EF38-4395-A82C-47B15E4836D7}" dt="2024-09-03T04:13:55.531" v="134" actId="1076"/>
          <ac:spMkLst>
            <pc:docMk/>
            <pc:sldMk cId="0" sldId="400"/>
            <ac:spMk id="2" creationId="{00000000-0000-0000-0000-000000000000}"/>
          </ac:spMkLst>
        </pc:spChg>
      </pc:sldChg>
      <pc:sldChg chg="modSp add mod">
        <pc:chgData name="Ms Alina Arshad" userId="cccdfd85-d35d-4453-9c6f-a463aae40722" providerId="ADAL" clId="{7B6CF320-EF38-4395-A82C-47B15E4836D7}" dt="2024-09-03T04:14:31.266" v="140" actId="14100"/>
        <pc:sldMkLst>
          <pc:docMk/>
          <pc:sldMk cId="0" sldId="401"/>
        </pc:sldMkLst>
        <pc:spChg chg="mod">
          <ac:chgData name="Ms Alina Arshad" userId="cccdfd85-d35d-4453-9c6f-a463aae40722" providerId="ADAL" clId="{7B6CF320-EF38-4395-A82C-47B15E4836D7}" dt="2024-09-03T04:14:31.266" v="140" actId="14100"/>
          <ac:spMkLst>
            <pc:docMk/>
            <pc:sldMk cId="0" sldId="401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7B6CF320-EF38-4395-A82C-47B15E4836D7}" dt="2024-09-03T04:10:17.605" v="116" actId="207"/>
        <pc:sldMkLst>
          <pc:docMk/>
          <pc:sldMk cId="2671486326" sldId="404"/>
        </pc:sldMkLst>
        <pc:spChg chg="mod">
          <ac:chgData name="Ms Alina Arshad" userId="cccdfd85-d35d-4453-9c6f-a463aae40722" providerId="ADAL" clId="{7B6CF320-EF38-4395-A82C-47B15E4836D7}" dt="2024-09-03T04:10:17.605" v="116" actId="207"/>
          <ac:spMkLst>
            <pc:docMk/>
            <pc:sldMk cId="2671486326" sldId="404"/>
            <ac:spMk id="2" creationId="{00000000-0000-0000-0000-000000000000}"/>
          </ac:spMkLst>
        </pc:spChg>
      </pc:sldChg>
    </pc:docChg>
  </pc:docChgLst>
  <pc:docChgLst>
    <pc:chgData name="Ms Alina Arshad" userId="cccdfd85-d35d-4453-9c6f-a463aae40722" providerId="ADAL" clId="{9AECAFF3-FDE7-4A8D-BF0A-8B12117D081C}"/>
    <pc:docChg chg="undo custSel addSld delSld modSld">
      <pc:chgData name="Ms Alina Arshad" userId="cccdfd85-d35d-4453-9c6f-a463aae40722" providerId="ADAL" clId="{9AECAFF3-FDE7-4A8D-BF0A-8B12117D081C}" dt="2024-09-01T16:34:48.087" v="658" actId="20577"/>
      <pc:docMkLst>
        <pc:docMk/>
      </pc:docMkLst>
      <pc:sldChg chg="modSp mod">
        <pc:chgData name="Ms Alina Arshad" userId="cccdfd85-d35d-4453-9c6f-a463aae40722" providerId="ADAL" clId="{9AECAFF3-FDE7-4A8D-BF0A-8B12117D081C}" dt="2024-08-31T11:49:36.300" v="290" actId="27636"/>
        <pc:sldMkLst>
          <pc:docMk/>
          <pc:sldMk cId="3322361034" sldId="256"/>
        </pc:sldMkLst>
        <pc:spChg chg="mod">
          <ac:chgData name="Ms Alina Arshad" userId="cccdfd85-d35d-4453-9c6f-a463aae40722" providerId="ADAL" clId="{9AECAFF3-FDE7-4A8D-BF0A-8B12117D081C}" dt="2024-08-31T11:49:36.300" v="290" actId="27636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9AECAFF3-FDE7-4A8D-BF0A-8B12117D081C}" dt="2024-08-30T09:53:48.291" v="1" actId="47"/>
        <pc:sldMkLst>
          <pc:docMk/>
          <pc:sldMk cId="3846990556" sldId="273"/>
        </pc:sldMkLst>
      </pc:sldChg>
      <pc:sldChg chg="del">
        <pc:chgData name="Ms Alina Arshad" userId="cccdfd85-d35d-4453-9c6f-a463aae40722" providerId="ADAL" clId="{9AECAFF3-FDE7-4A8D-BF0A-8B12117D081C}" dt="2024-08-30T09:53:50.889" v="9" actId="47"/>
        <pc:sldMkLst>
          <pc:docMk/>
          <pc:sldMk cId="1062436133" sldId="274"/>
        </pc:sldMkLst>
      </pc:sldChg>
      <pc:sldChg chg="del">
        <pc:chgData name="Ms Alina Arshad" userId="cccdfd85-d35d-4453-9c6f-a463aae40722" providerId="ADAL" clId="{9AECAFF3-FDE7-4A8D-BF0A-8B12117D081C}" dt="2024-08-30T09:53:49.740" v="5" actId="47"/>
        <pc:sldMkLst>
          <pc:docMk/>
          <pc:sldMk cId="1434241508" sldId="275"/>
        </pc:sldMkLst>
      </pc:sldChg>
      <pc:sldChg chg="del">
        <pc:chgData name="Ms Alina Arshad" userId="cccdfd85-d35d-4453-9c6f-a463aae40722" providerId="ADAL" clId="{9AECAFF3-FDE7-4A8D-BF0A-8B12117D081C}" dt="2024-08-30T09:53:50.033" v="6" actId="47"/>
        <pc:sldMkLst>
          <pc:docMk/>
          <pc:sldMk cId="3811117247" sldId="276"/>
        </pc:sldMkLst>
      </pc:sldChg>
      <pc:sldChg chg="delSp modSp mod">
        <pc:chgData name="Ms Alina Arshad" userId="cccdfd85-d35d-4453-9c6f-a463aae40722" providerId="ADAL" clId="{9AECAFF3-FDE7-4A8D-BF0A-8B12117D081C}" dt="2024-08-31T11:54:30.108" v="362" actId="20577"/>
        <pc:sldMkLst>
          <pc:docMk/>
          <pc:sldMk cId="0" sldId="277"/>
        </pc:sldMkLst>
        <pc:spChg chg="mod">
          <ac:chgData name="Ms Alina Arshad" userId="cccdfd85-d35d-4453-9c6f-a463aae40722" providerId="ADAL" clId="{9AECAFF3-FDE7-4A8D-BF0A-8B12117D081C}" dt="2024-08-31T11:51:53.825" v="304" actId="1076"/>
          <ac:spMkLst>
            <pc:docMk/>
            <pc:sldMk cId="0" sldId="277"/>
            <ac:spMk id="2" creationId="{00000000-0000-0000-0000-000000000000}"/>
          </ac:spMkLst>
        </pc:spChg>
        <pc:spChg chg="del mod">
          <ac:chgData name="Ms Alina Arshad" userId="cccdfd85-d35d-4453-9c6f-a463aae40722" providerId="ADAL" clId="{9AECAFF3-FDE7-4A8D-BF0A-8B12117D081C}" dt="2024-08-31T11:52:48.305" v="309" actId="478"/>
          <ac:spMkLst>
            <pc:docMk/>
            <pc:sldMk cId="0" sldId="277"/>
            <ac:spMk id="3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11:54:30.108" v="362" actId="20577"/>
          <ac:spMkLst>
            <pc:docMk/>
            <pc:sldMk cId="0" sldId="277"/>
            <ac:spMk id="4" creationId="{00000000-0000-0000-0000-000000000000}"/>
          </ac:spMkLst>
        </pc:spChg>
        <pc:spChg chg="del mod">
          <ac:chgData name="Ms Alina Arshad" userId="cccdfd85-d35d-4453-9c6f-a463aae40722" providerId="ADAL" clId="{9AECAFF3-FDE7-4A8D-BF0A-8B12117D081C}" dt="2024-08-31T11:53:30.386" v="335" actId="478"/>
          <ac:spMkLst>
            <pc:docMk/>
            <pc:sldMk cId="0" sldId="277"/>
            <ac:spMk id="5" creationId="{00000000-0000-0000-0000-000000000000}"/>
          </ac:spMkLst>
        </pc:spChg>
      </pc:sldChg>
      <pc:sldChg chg="modSp mod">
        <pc:chgData name="Ms Alina Arshad" userId="cccdfd85-d35d-4453-9c6f-a463aae40722" providerId="ADAL" clId="{9AECAFF3-FDE7-4A8D-BF0A-8B12117D081C}" dt="2024-08-31T11:56:34.880" v="398" actId="1076"/>
        <pc:sldMkLst>
          <pc:docMk/>
          <pc:sldMk cId="0" sldId="278"/>
        </pc:sldMkLst>
        <pc:spChg chg="mod">
          <ac:chgData name="Ms Alina Arshad" userId="cccdfd85-d35d-4453-9c6f-a463aae40722" providerId="ADAL" clId="{9AECAFF3-FDE7-4A8D-BF0A-8B12117D081C}" dt="2024-08-31T11:55:24.835" v="381" actId="1076"/>
          <ac:spMkLst>
            <pc:docMk/>
            <pc:sldMk cId="0" sldId="278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11:56:17.094" v="393" actId="14100"/>
          <ac:spMkLst>
            <pc:docMk/>
            <pc:sldMk cId="0" sldId="278"/>
            <ac:spMk id="3" creationId="{00000000-0000-0000-0000-000000000000}"/>
          </ac:spMkLst>
        </pc:spChg>
        <pc:picChg chg="mod modCrop">
          <ac:chgData name="Ms Alina Arshad" userId="cccdfd85-d35d-4453-9c6f-a463aae40722" providerId="ADAL" clId="{9AECAFF3-FDE7-4A8D-BF0A-8B12117D081C}" dt="2024-08-31T11:56:34.880" v="398" actId="1076"/>
          <ac:picMkLst>
            <pc:docMk/>
            <pc:sldMk cId="0" sldId="278"/>
            <ac:picMk id="4" creationId="{00000000-0000-0000-0000-000000000000}"/>
          </ac:picMkLst>
        </pc:picChg>
      </pc:sldChg>
      <pc:sldChg chg="addSp delSp modSp del mod">
        <pc:chgData name="Ms Alina Arshad" userId="cccdfd85-d35d-4453-9c6f-a463aae40722" providerId="ADAL" clId="{9AECAFF3-FDE7-4A8D-BF0A-8B12117D081C}" dt="2024-08-31T11:58:43.622" v="436" actId="47"/>
        <pc:sldMkLst>
          <pc:docMk/>
          <pc:sldMk cId="0" sldId="280"/>
        </pc:sldMkLst>
        <pc:spChg chg="del mod">
          <ac:chgData name="Ms Alina Arshad" userId="cccdfd85-d35d-4453-9c6f-a463aae40722" providerId="ADAL" clId="{9AECAFF3-FDE7-4A8D-BF0A-8B12117D081C}" dt="2024-08-31T11:58:39.288" v="434" actId="21"/>
          <ac:spMkLst>
            <pc:docMk/>
            <pc:sldMk cId="0" sldId="280"/>
            <ac:spMk id="2" creationId="{00000000-0000-0000-0000-000000000000}"/>
          </ac:spMkLst>
        </pc:spChg>
        <pc:spChg chg="add mod">
          <ac:chgData name="Ms Alina Arshad" userId="cccdfd85-d35d-4453-9c6f-a463aae40722" providerId="ADAL" clId="{9AECAFF3-FDE7-4A8D-BF0A-8B12117D081C}" dt="2024-08-31T11:58:39.288" v="434" actId="21"/>
          <ac:spMkLst>
            <pc:docMk/>
            <pc:sldMk cId="0" sldId="280"/>
            <ac:spMk id="5" creationId="{5A1A647B-4C05-EA3E-5BD7-FD753FEADA31}"/>
          </ac:spMkLst>
        </pc:spChg>
        <pc:picChg chg="del">
          <ac:chgData name="Ms Alina Arshad" userId="cccdfd85-d35d-4453-9c6f-a463aae40722" providerId="ADAL" clId="{9AECAFF3-FDE7-4A8D-BF0A-8B12117D081C}" dt="2024-08-31T11:58:39.288" v="434" actId="21"/>
          <ac:picMkLst>
            <pc:docMk/>
            <pc:sldMk cId="0" sldId="280"/>
            <ac:picMk id="3" creationId="{00000000-0000-0000-0000-000000000000}"/>
          </ac:picMkLst>
        </pc:picChg>
      </pc:sldChg>
      <pc:sldChg chg="delSp modSp mod">
        <pc:chgData name="Ms Alina Arshad" userId="cccdfd85-d35d-4453-9c6f-a463aae40722" providerId="ADAL" clId="{9AECAFF3-FDE7-4A8D-BF0A-8B12117D081C}" dt="2024-08-31T12:00:24.871" v="473" actId="478"/>
        <pc:sldMkLst>
          <pc:docMk/>
          <pc:sldMk cId="0" sldId="281"/>
        </pc:sldMkLst>
        <pc:spChg chg="mod">
          <ac:chgData name="Ms Alina Arshad" userId="cccdfd85-d35d-4453-9c6f-a463aae40722" providerId="ADAL" clId="{9AECAFF3-FDE7-4A8D-BF0A-8B12117D081C}" dt="2024-08-31T12:00:19.098" v="471" actId="113"/>
          <ac:spMkLst>
            <pc:docMk/>
            <pc:sldMk cId="0" sldId="281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12:00:07.466" v="467" actId="14100"/>
          <ac:spMkLst>
            <pc:docMk/>
            <pc:sldMk cId="0" sldId="281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AECAFF3-FDE7-4A8D-BF0A-8B12117D081C}" dt="2024-08-31T12:00:24.871" v="473" actId="478"/>
          <ac:spMkLst>
            <pc:docMk/>
            <pc:sldMk cId="0" sldId="281"/>
            <ac:spMk id="4" creationId="{00000000-0000-0000-0000-000000000000}"/>
          </ac:spMkLst>
        </pc:spChg>
      </pc:sldChg>
      <pc:sldChg chg="delSp del mod">
        <pc:chgData name="Ms Alina Arshad" userId="cccdfd85-d35d-4453-9c6f-a463aae40722" providerId="ADAL" clId="{9AECAFF3-FDE7-4A8D-BF0A-8B12117D081C}" dt="2024-08-31T12:01:16.512" v="479" actId="47"/>
        <pc:sldMkLst>
          <pc:docMk/>
          <pc:sldMk cId="0" sldId="282"/>
        </pc:sldMkLst>
        <pc:picChg chg="del">
          <ac:chgData name="Ms Alina Arshad" userId="cccdfd85-d35d-4453-9c6f-a463aae40722" providerId="ADAL" clId="{9AECAFF3-FDE7-4A8D-BF0A-8B12117D081C}" dt="2024-08-31T12:01:04.026" v="475" actId="21"/>
          <ac:picMkLst>
            <pc:docMk/>
            <pc:sldMk cId="0" sldId="282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9AECAFF3-FDE7-4A8D-BF0A-8B12117D081C}" dt="2024-08-31T12:02:09.319" v="502" actId="14100"/>
        <pc:sldMkLst>
          <pc:docMk/>
          <pc:sldMk cId="0" sldId="283"/>
        </pc:sldMkLst>
        <pc:spChg chg="mod">
          <ac:chgData name="Ms Alina Arshad" userId="cccdfd85-d35d-4453-9c6f-a463aae40722" providerId="ADAL" clId="{9AECAFF3-FDE7-4A8D-BF0A-8B12117D081C}" dt="2024-08-31T12:01:31.581" v="485" actId="1076"/>
          <ac:spMkLst>
            <pc:docMk/>
            <pc:sldMk cId="0" sldId="283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12:02:09.319" v="502" actId="14100"/>
          <ac:spMkLst>
            <pc:docMk/>
            <pc:sldMk cId="0" sldId="283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AECAFF3-FDE7-4A8D-BF0A-8B12117D081C}" dt="2024-08-31T12:09:41.375" v="650" actId="1076"/>
        <pc:sldMkLst>
          <pc:docMk/>
          <pc:sldMk cId="0" sldId="284"/>
        </pc:sldMkLst>
        <pc:spChg chg="mod">
          <ac:chgData name="Ms Alina Arshad" userId="cccdfd85-d35d-4453-9c6f-a463aae40722" providerId="ADAL" clId="{9AECAFF3-FDE7-4A8D-BF0A-8B12117D081C}" dt="2024-08-31T12:08:47.396" v="630" actId="113"/>
          <ac:spMkLst>
            <pc:docMk/>
            <pc:sldMk cId="0" sldId="284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12:09:41.375" v="650" actId="1076"/>
          <ac:spMkLst>
            <pc:docMk/>
            <pc:sldMk cId="0" sldId="284"/>
            <ac:spMk id="3" creationId="{00000000-0000-0000-0000-000000000000}"/>
          </ac:spMkLst>
        </pc:spChg>
      </pc:sldChg>
      <pc:sldChg chg="addSp delSp modSp del mod">
        <pc:chgData name="Ms Alina Arshad" userId="cccdfd85-d35d-4453-9c6f-a463aae40722" providerId="ADAL" clId="{9AECAFF3-FDE7-4A8D-BF0A-8B12117D081C}" dt="2024-08-31T12:08:34.335" v="626" actId="47"/>
        <pc:sldMkLst>
          <pc:docMk/>
          <pc:sldMk cId="0" sldId="285"/>
        </pc:sldMkLst>
        <pc:spChg chg="del mod">
          <ac:chgData name="Ms Alina Arshad" userId="cccdfd85-d35d-4453-9c6f-a463aae40722" providerId="ADAL" clId="{9AECAFF3-FDE7-4A8D-BF0A-8B12117D081C}" dt="2024-08-31T12:08:30.029" v="624" actId="21"/>
          <ac:spMkLst>
            <pc:docMk/>
            <pc:sldMk cId="0" sldId="285"/>
            <ac:spMk id="2" creationId="{00000000-0000-0000-0000-000000000000}"/>
          </ac:spMkLst>
        </pc:spChg>
        <pc:spChg chg="add mod">
          <ac:chgData name="Ms Alina Arshad" userId="cccdfd85-d35d-4453-9c6f-a463aae40722" providerId="ADAL" clId="{9AECAFF3-FDE7-4A8D-BF0A-8B12117D081C}" dt="2024-08-31T12:08:30.029" v="624" actId="21"/>
          <ac:spMkLst>
            <pc:docMk/>
            <pc:sldMk cId="0" sldId="285"/>
            <ac:spMk id="4" creationId="{80B6AFF4-0E3B-BDF5-FA9C-A44C118D15BB}"/>
          </ac:spMkLst>
        </pc:spChg>
      </pc:sldChg>
      <pc:sldChg chg="modSp mod">
        <pc:chgData name="Ms Alina Arshad" userId="cccdfd85-d35d-4453-9c6f-a463aae40722" providerId="ADAL" clId="{9AECAFF3-FDE7-4A8D-BF0A-8B12117D081C}" dt="2024-08-31T12:07:51.874" v="613" actId="1076"/>
        <pc:sldMkLst>
          <pc:docMk/>
          <pc:sldMk cId="0" sldId="286"/>
        </pc:sldMkLst>
        <pc:spChg chg="mod">
          <ac:chgData name="Ms Alina Arshad" userId="cccdfd85-d35d-4453-9c6f-a463aae40722" providerId="ADAL" clId="{9AECAFF3-FDE7-4A8D-BF0A-8B12117D081C}" dt="2024-08-31T12:07:14.841" v="595" actId="1076"/>
          <ac:spMkLst>
            <pc:docMk/>
            <pc:sldMk cId="0" sldId="286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12:07:51.874" v="613" actId="1076"/>
          <ac:spMkLst>
            <pc:docMk/>
            <pc:sldMk cId="0" sldId="286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AECAFF3-FDE7-4A8D-BF0A-8B12117D081C}" dt="2024-09-01T16:34:48.087" v="658" actId="20577"/>
        <pc:sldMkLst>
          <pc:docMk/>
          <pc:sldMk cId="0" sldId="287"/>
        </pc:sldMkLst>
        <pc:spChg chg="mod">
          <ac:chgData name="Ms Alina Arshad" userId="cccdfd85-d35d-4453-9c6f-a463aae40722" providerId="ADAL" clId="{9AECAFF3-FDE7-4A8D-BF0A-8B12117D081C}" dt="2024-08-31T12:05:04.920" v="560" actId="1076"/>
          <ac:spMkLst>
            <pc:docMk/>
            <pc:sldMk cId="0" sldId="287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9-01T16:34:48.087" v="658" actId="20577"/>
          <ac:spMkLst>
            <pc:docMk/>
            <pc:sldMk cId="0" sldId="287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AECAFF3-FDE7-4A8D-BF0A-8B12117D081C}" dt="2024-08-31T12:04:15.565" v="542" actId="1076"/>
        <pc:sldMkLst>
          <pc:docMk/>
          <pc:sldMk cId="0" sldId="288"/>
        </pc:sldMkLst>
        <pc:spChg chg="mod">
          <ac:chgData name="Ms Alina Arshad" userId="cccdfd85-d35d-4453-9c6f-a463aae40722" providerId="ADAL" clId="{9AECAFF3-FDE7-4A8D-BF0A-8B12117D081C}" dt="2024-08-31T12:04:08.945" v="539" actId="1076"/>
          <ac:spMkLst>
            <pc:docMk/>
            <pc:sldMk cId="0" sldId="288"/>
            <ac:spMk id="2" creationId="{00000000-0000-0000-0000-000000000000}"/>
          </ac:spMkLst>
        </pc:spChg>
        <pc:grpChg chg="mod">
          <ac:chgData name="Ms Alina Arshad" userId="cccdfd85-d35d-4453-9c6f-a463aae40722" providerId="ADAL" clId="{9AECAFF3-FDE7-4A8D-BF0A-8B12117D081C}" dt="2024-08-31T12:04:15.565" v="542" actId="1076"/>
          <ac:grpSpMkLst>
            <pc:docMk/>
            <pc:sldMk cId="0" sldId="288"/>
            <ac:grpSpMk id="3" creationId="{00000000-0000-0000-0000-000000000000}"/>
          </ac:grpSpMkLst>
        </pc:grpChg>
      </pc:sldChg>
      <pc:sldChg chg="del">
        <pc:chgData name="Ms Alina Arshad" userId="cccdfd85-d35d-4453-9c6f-a463aae40722" providerId="ADAL" clId="{9AECAFF3-FDE7-4A8D-BF0A-8B12117D081C}" dt="2024-08-30T09:53:51.614" v="12" actId="47"/>
        <pc:sldMkLst>
          <pc:docMk/>
          <pc:sldMk cId="1584519889" sldId="289"/>
        </pc:sldMkLst>
      </pc:sldChg>
      <pc:sldChg chg="del">
        <pc:chgData name="Ms Alina Arshad" userId="cccdfd85-d35d-4453-9c6f-a463aae40722" providerId="ADAL" clId="{9AECAFF3-FDE7-4A8D-BF0A-8B12117D081C}" dt="2024-08-30T09:53:51.988" v="13" actId="47"/>
        <pc:sldMkLst>
          <pc:docMk/>
          <pc:sldMk cId="2349219484" sldId="290"/>
        </pc:sldMkLst>
      </pc:sldChg>
      <pc:sldChg chg="del">
        <pc:chgData name="Ms Alina Arshad" userId="cccdfd85-d35d-4453-9c6f-a463aae40722" providerId="ADAL" clId="{9AECAFF3-FDE7-4A8D-BF0A-8B12117D081C}" dt="2024-08-30T09:53:52.454" v="14" actId="47"/>
        <pc:sldMkLst>
          <pc:docMk/>
          <pc:sldMk cId="4122508665" sldId="291"/>
        </pc:sldMkLst>
      </pc:sldChg>
      <pc:sldChg chg="del">
        <pc:chgData name="Ms Alina Arshad" userId="cccdfd85-d35d-4453-9c6f-a463aae40722" providerId="ADAL" clId="{9AECAFF3-FDE7-4A8D-BF0A-8B12117D081C}" dt="2024-08-30T09:53:53.081" v="15" actId="47"/>
        <pc:sldMkLst>
          <pc:docMk/>
          <pc:sldMk cId="3288913365" sldId="292"/>
        </pc:sldMkLst>
      </pc:sldChg>
      <pc:sldChg chg="del">
        <pc:chgData name="Ms Alina Arshad" userId="cccdfd85-d35d-4453-9c6f-a463aae40722" providerId="ADAL" clId="{9AECAFF3-FDE7-4A8D-BF0A-8B12117D081C}" dt="2024-08-30T09:53:48.041" v="0" actId="47"/>
        <pc:sldMkLst>
          <pc:docMk/>
          <pc:sldMk cId="2844238622" sldId="311"/>
        </pc:sldMkLst>
      </pc:sldChg>
      <pc:sldChg chg="del">
        <pc:chgData name="Ms Alina Arshad" userId="cccdfd85-d35d-4453-9c6f-a463aae40722" providerId="ADAL" clId="{9AECAFF3-FDE7-4A8D-BF0A-8B12117D081C}" dt="2024-08-30T09:53:48.838" v="3" actId="47"/>
        <pc:sldMkLst>
          <pc:docMk/>
          <pc:sldMk cId="0" sldId="363"/>
        </pc:sldMkLst>
      </pc:sldChg>
      <pc:sldChg chg="del">
        <pc:chgData name="Ms Alina Arshad" userId="cccdfd85-d35d-4453-9c6f-a463aae40722" providerId="ADAL" clId="{9AECAFF3-FDE7-4A8D-BF0A-8B12117D081C}" dt="2024-08-30T09:53:51.159" v="10" actId="47"/>
        <pc:sldMkLst>
          <pc:docMk/>
          <pc:sldMk cId="0" sldId="364"/>
        </pc:sldMkLst>
      </pc:sldChg>
      <pc:sldChg chg="del">
        <pc:chgData name="Ms Alina Arshad" userId="cccdfd85-d35d-4453-9c6f-a463aae40722" providerId="ADAL" clId="{9AECAFF3-FDE7-4A8D-BF0A-8B12117D081C}" dt="2024-08-30T09:53:51.416" v="11" actId="47"/>
        <pc:sldMkLst>
          <pc:docMk/>
          <pc:sldMk cId="2657466057" sldId="390"/>
        </pc:sldMkLst>
      </pc:sldChg>
      <pc:sldChg chg="del">
        <pc:chgData name="Ms Alina Arshad" userId="cccdfd85-d35d-4453-9c6f-a463aae40722" providerId="ADAL" clId="{9AECAFF3-FDE7-4A8D-BF0A-8B12117D081C}" dt="2024-08-30T09:53:49.359" v="4" actId="47"/>
        <pc:sldMkLst>
          <pc:docMk/>
          <pc:sldMk cId="2044861486" sldId="391"/>
        </pc:sldMkLst>
      </pc:sldChg>
      <pc:sldChg chg="del">
        <pc:chgData name="Ms Alina Arshad" userId="cccdfd85-d35d-4453-9c6f-a463aae40722" providerId="ADAL" clId="{9AECAFF3-FDE7-4A8D-BF0A-8B12117D081C}" dt="2024-08-30T09:53:48.568" v="2" actId="47"/>
        <pc:sldMkLst>
          <pc:docMk/>
          <pc:sldMk cId="64326949" sldId="392"/>
        </pc:sldMkLst>
      </pc:sldChg>
      <pc:sldChg chg="del">
        <pc:chgData name="Ms Alina Arshad" userId="cccdfd85-d35d-4453-9c6f-a463aae40722" providerId="ADAL" clId="{9AECAFF3-FDE7-4A8D-BF0A-8B12117D081C}" dt="2024-08-30T09:53:50.360" v="7" actId="47"/>
        <pc:sldMkLst>
          <pc:docMk/>
          <pc:sldMk cId="705896138" sldId="393"/>
        </pc:sldMkLst>
      </pc:sldChg>
      <pc:sldChg chg="del">
        <pc:chgData name="Ms Alina Arshad" userId="cccdfd85-d35d-4453-9c6f-a463aae40722" providerId="ADAL" clId="{9AECAFF3-FDE7-4A8D-BF0A-8B12117D081C}" dt="2024-08-30T09:53:50.619" v="8" actId="47"/>
        <pc:sldMkLst>
          <pc:docMk/>
          <pc:sldMk cId="1834176997" sldId="394"/>
        </pc:sldMkLst>
      </pc:sldChg>
      <pc:sldChg chg="addSp delSp modSp del mod">
        <pc:chgData name="Ms Alina Arshad" userId="cccdfd85-d35d-4453-9c6f-a463aae40722" providerId="ADAL" clId="{9AECAFF3-FDE7-4A8D-BF0A-8B12117D081C}" dt="2024-09-01T05:27:20.968" v="651" actId="47"/>
        <pc:sldMkLst>
          <pc:docMk/>
          <pc:sldMk cId="0" sldId="395"/>
        </pc:sldMkLst>
        <pc:spChg chg="mod">
          <ac:chgData name="Ms Alina Arshad" userId="cccdfd85-d35d-4453-9c6f-a463aae40722" providerId="ADAL" clId="{9AECAFF3-FDE7-4A8D-BF0A-8B12117D081C}" dt="2024-08-31T06:04:38.250" v="34" actId="6549"/>
          <ac:spMkLst>
            <pc:docMk/>
            <pc:sldMk cId="0" sldId="395"/>
            <ac:spMk id="2" creationId="{00000000-0000-0000-0000-000000000000}"/>
          </ac:spMkLst>
        </pc:spChg>
        <pc:spChg chg="del mod">
          <ac:chgData name="Ms Alina Arshad" userId="cccdfd85-d35d-4453-9c6f-a463aae40722" providerId="ADAL" clId="{9AECAFF3-FDE7-4A8D-BF0A-8B12117D081C}" dt="2024-08-31T06:05:41.902" v="39" actId="478"/>
          <ac:spMkLst>
            <pc:docMk/>
            <pc:sldMk cId="0" sldId="395"/>
            <ac:spMk id="4" creationId="{00000000-0000-0000-0000-000000000000}"/>
          </ac:spMkLst>
        </pc:spChg>
        <pc:spChg chg="add del mod">
          <ac:chgData name="Ms Alina Arshad" userId="cccdfd85-d35d-4453-9c6f-a463aae40722" providerId="ADAL" clId="{9AECAFF3-FDE7-4A8D-BF0A-8B12117D081C}" dt="2024-08-31T06:02:41.468" v="21" actId="478"/>
          <ac:spMkLst>
            <pc:docMk/>
            <pc:sldMk cId="0" sldId="395"/>
            <ac:spMk id="6" creationId="{7822D387-2069-01FA-C8DF-5A6128303BCD}"/>
          </ac:spMkLst>
        </pc:spChg>
        <pc:spChg chg="mod">
          <ac:chgData name="Ms Alina Arshad" userId="cccdfd85-d35d-4453-9c6f-a463aae40722" providerId="ADAL" clId="{9AECAFF3-FDE7-4A8D-BF0A-8B12117D081C}" dt="2024-08-31T06:07:04.254" v="66" actId="1076"/>
          <ac:spMkLst>
            <pc:docMk/>
            <pc:sldMk cId="0" sldId="395"/>
            <ac:spMk id="7" creationId="{0D2825F4-5553-A424-0DC7-D5B4E78B482C}"/>
          </ac:spMkLst>
        </pc:spChg>
        <pc:spChg chg="add del mod">
          <ac:chgData name="Ms Alina Arshad" userId="cccdfd85-d35d-4453-9c6f-a463aae40722" providerId="ADAL" clId="{9AECAFF3-FDE7-4A8D-BF0A-8B12117D081C}" dt="2024-08-31T06:05:59.032" v="48" actId="478"/>
          <ac:spMkLst>
            <pc:docMk/>
            <pc:sldMk cId="0" sldId="395"/>
            <ac:spMk id="9" creationId="{AD8BCAAF-DACB-BF80-CE57-63A5A787B7C4}"/>
          </ac:spMkLst>
        </pc:spChg>
        <pc:graphicFrameChg chg="mod modGraphic">
          <ac:chgData name="Ms Alina Arshad" userId="cccdfd85-d35d-4453-9c6f-a463aae40722" providerId="ADAL" clId="{9AECAFF3-FDE7-4A8D-BF0A-8B12117D081C}" dt="2024-08-31T06:09:47.010" v="110" actId="20577"/>
          <ac:graphicFrameMkLst>
            <pc:docMk/>
            <pc:sldMk cId="0" sldId="395"/>
            <ac:graphicFrameMk id="3" creationId="{00000000-0000-0000-0000-000000000000}"/>
          </ac:graphicFrameMkLst>
        </pc:graphicFrameChg>
      </pc:sldChg>
      <pc:sldChg chg="modSp del mod">
        <pc:chgData name="Ms Alina Arshad" userId="cccdfd85-d35d-4453-9c6f-a463aae40722" providerId="ADAL" clId="{9AECAFF3-FDE7-4A8D-BF0A-8B12117D081C}" dt="2024-09-01T05:27:21.494" v="652" actId="47"/>
        <pc:sldMkLst>
          <pc:docMk/>
          <pc:sldMk cId="0" sldId="396"/>
        </pc:sldMkLst>
        <pc:spChg chg="mod">
          <ac:chgData name="Ms Alina Arshad" userId="cccdfd85-d35d-4453-9c6f-a463aae40722" providerId="ADAL" clId="{9AECAFF3-FDE7-4A8D-BF0A-8B12117D081C}" dt="2024-08-31T06:07:25.572" v="73" actId="1076"/>
          <ac:spMkLst>
            <pc:docMk/>
            <pc:sldMk cId="0" sldId="396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06:14:40.740" v="147" actId="1076"/>
          <ac:spMkLst>
            <pc:docMk/>
            <pc:sldMk cId="0" sldId="396"/>
            <ac:spMk id="4" creationId="{00000000-0000-0000-0000-000000000000}"/>
          </ac:spMkLst>
        </pc:spChg>
        <pc:graphicFrameChg chg="mod modGraphic">
          <ac:chgData name="Ms Alina Arshad" userId="cccdfd85-d35d-4453-9c6f-a463aae40722" providerId="ADAL" clId="{9AECAFF3-FDE7-4A8D-BF0A-8B12117D081C}" dt="2024-08-31T06:14:37.584" v="146" actId="14734"/>
          <ac:graphicFrameMkLst>
            <pc:docMk/>
            <pc:sldMk cId="0" sldId="396"/>
            <ac:graphicFrameMk id="3" creationId="{00000000-0000-0000-0000-000000000000}"/>
          </ac:graphicFrameMkLst>
        </pc:graphicFrameChg>
      </pc:sldChg>
      <pc:sldChg chg="delSp modSp del mod">
        <pc:chgData name="Ms Alina Arshad" userId="cccdfd85-d35d-4453-9c6f-a463aae40722" providerId="ADAL" clId="{9AECAFF3-FDE7-4A8D-BF0A-8B12117D081C}" dt="2024-09-01T05:27:21.981" v="653" actId="47"/>
        <pc:sldMkLst>
          <pc:docMk/>
          <pc:sldMk cId="0" sldId="397"/>
        </pc:sldMkLst>
        <pc:spChg chg="mod">
          <ac:chgData name="Ms Alina Arshad" userId="cccdfd85-d35d-4453-9c6f-a463aae40722" providerId="ADAL" clId="{9AECAFF3-FDE7-4A8D-BF0A-8B12117D081C}" dt="2024-08-31T06:16:15.559" v="164" actId="1076"/>
          <ac:spMkLst>
            <pc:docMk/>
            <pc:sldMk cId="0" sldId="397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06:19:57.325" v="220" actId="1076"/>
          <ac:spMkLst>
            <pc:docMk/>
            <pc:sldMk cId="0" sldId="397"/>
            <ac:spMk id="5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06:19:38.352" v="216" actId="14100"/>
          <ac:spMkLst>
            <pc:docMk/>
            <pc:sldMk cId="0" sldId="397"/>
            <ac:spMk id="8" creationId="{00000000-0000-0000-0000-000000000000}"/>
          </ac:spMkLst>
        </pc:spChg>
        <pc:graphicFrameChg chg="mod modGraphic">
          <ac:chgData name="Ms Alina Arshad" userId="cccdfd85-d35d-4453-9c6f-a463aae40722" providerId="ADAL" clId="{9AECAFF3-FDE7-4A8D-BF0A-8B12117D081C}" dt="2024-08-31T06:17:45.743" v="186" actId="207"/>
          <ac:graphicFrameMkLst>
            <pc:docMk/>
            <pc:sldMk cId="0" sldId="397"/>
            <ac:graphicFrameMk id="3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9AECAFF3-FDE7-4A8D-BF0A-8B12117D081C}" dt="2024-08-31T06:19:53.098" v="219" actId="14100"/>
          <ac:graphicFrameMkLst>
            <pc:docMk/>
            <pc:sldMk cId="0" sldId="397"/>
            <ac:graphicFrameMk id="6" creationId="{00000000-0000-0000-0000-000000000000}"/>
          </ac:graphicFrameMkLst>
        </pc:graphicFrameChg>
        <pc:picChg chg="del">
          <ac:chgData name="Ms Alina Arshad" userId="cccdfd85-d35d-4453-9c6f-a463aae40722" providerId="ADAL" clId="{9AECAFF3-FDE7-4A8D-BF0A-8B12117D081C}" dt="2024-08-31T06:09:52.382" v="111" actId="478"/>
          <ac:picMkLst>
            <pc:docMk/>
            <pc:sldMk cId="0" sldId="397"/>
            <ac:picMk id="4" creationId="{00000000-0000-0000-0000-000000000000}"/>
          </ac:picMkLst>
        </pc:picChg>
        <pc:picChg chg="del">
          <ac:chgData name="Ms Alina Arshad" userId="cccdfd85-d35d-4453-9c6f-a463aae40722" providerId="ADAL" clId="{9AECAFF3-FDE7-4A8D-BF0A-8B12117D081C}" dt="2024-08-31T06:09:54.049" v="112" actId="478"/>
          <ac:picMkLst>
            <pc:docMk/>
            <pc:sldMk cId="0" sldId="397"/>
            <ac:picMk id="7" creationId="{00000000-0000-0000-0000-000000000000}"/>
          </ac:picMkLst>
        </pc:picChg>
      </pc:sldChg>
      <pc:sldChg chg="modSp mod">
        <pc:chgData name="Ms Alina Arshad" userId="cccdfd85-d35d-4453-9c6f-a463aae40722" providerId="ADAL" clId="{9AECAFF3-FDE7-4A8D-BF0A-8B12117D081C}" dt="2024-08-31T11:51:37.497" v="298" actId="12"/>
        <pc:sldMkLst>
          <pc:docMk/>
          <pc:sldMk cId="0" sldId="398"/>
        </pc:sldMkLst>
        <pc:spChg chg="mod">
          <ac:chgData name="Ms Alina Arshad" userId="cccdfd85-d35d-4453-9c6f-a463aae40722" providerId="ADAL" clId="{9AECAFF3-FDE7-4A8D-BF0A-8B12117D081C}" dt="2024-08-31T06:24:38.375" v="259" actId="207"/>
          <ac:spMkLst>
            <pc:docMk/>
            <pc:sldMk cId="0" sldId="398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11:51:37.497" v="298" actId="12"/>
          <ac:spMkLst>
            <pc:docMk/>
            <pc:sldMk cId="0" sldId="398"/>
            <ac:spMk id="3" creationId="{00000000-0000-0000-0000-000000000000}"/>
          </ac:spMkLst>
        </pc:spChg>
        <pc:picChg chg="mod">
          <ac:chgData name="Ms Alina Arshad" userId="cccdfd85-d35d-4453-9c6f-a463aae40722" providerId="ADAL" clId="{9AECAFF3-FDE7-4A8D-BF0A-8B12117D081C}" dt="2024-08-31T11:50:30.675" v="294" actId="1076"/>
          <ac:picMkLst>
            <pc:docMk/>
            <pc:sldMk cId="0" sldId="398"/>
            <ac:picMk id="4" creationId="{00000000-0000-0000-0000-000000000000}"/>
          </ac:picMkLst>
        </pc:picChg>
      </pc:sldChg>
      <pc:sldChg chg="modSp mod">
        <pc:chgData name="Ms Alina Arshad" userId="cccdfd85-d35d-4453-9c6f-a463aae40722" providerId="ADAL" clId="{9AECAFF3-FDE7-4A8D-BF0A-8B12117D081C}" dt="2024-08-31T11:58:07.247" v="431" actId="113"/>
        <pc:sldMkLst>
          <pc:docMk/>
          <pc:sldMk cId="0" sldId="399"/>
        </pc:sldMkLst>
        <pc:spChg chg="mod">
          <ac:chgData name="Ms Alina Arshad" userId="cccdfd85-d35d-4453-9c6f-a463aae40722" providerId="ADAL" clId="{9AECAFF3-FDE7-4A8D-BF0A-8B12117D081C}" dt="2024-08-31T11:58:07.247" v="431" actId="113"/>
          <ac:spMkLst>
            <pc:docMk/>
            <pc:sldMk cId="0" sldId="399"/>
            <ac:spMk id="2" creationId="{00000000-0000-0000-0000-000000000000}"/>
          </ac:spMkLst>
        </pc:spChg>
        <pc:spChg chg="mod">
          <ac:chgData name="Ms Alina Arshad" userId="cccdfd85-d35d-4453-9c6f-a463aae40722" providerId="ADAL" clId="{9AECAFF3-FDE7-4A8D-BF0A-8B12117D081C}" dt="2024-08-31T11:57:48.446" v="426" actId="14100"/>
          <ac:spMkLst>
            <pc:docMk/>
            <pc:sldMk cId="0" sldId="399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AECAFF3-FDE7-4A8D-BF0A-8B12117D081C}" dt="2024-08-31T12:03:38.391" v="531" actId="14100"/>
        <pc:sldMkLst>
          <pc:docMk/>
          <pc:sldMk cId="0" sldId="400"/>
        </pc:sldMkLst>
        <pc:spChg chg="mod">
          <ac:chgData name="Ms Alina Arshad" userId="cccdfd85-d35d-4453-9c6f-a463aae40722" providerId="ADAL" clId="{9AECAFF3-FDE7-4A8D-BF0A-8B12117D081C}" dt="2024-08-31T12:03:27.547" v="527" actId="1076"/>
          <ac:spMkLst>
            <pc:docMk/>
            <pc:sldMk cId="0" sldId="400"/>
            <ac:spMk id="2" creationId="{00000000-0000-0000-0000-000000000000}"/>
          </ac:spMkLst>
        </pc:spChg>
        <pc:grpChg chg="mod">
          <ac:chgData name="Ms Alina Arshad" userId="cccdfd85-d35d-4453-9c6f-a463aae40722" providerId="ADAL" clId="{9AECAFF3-FDE7-4A8D-BF0A-8B12117D081C}" dt="2024-08-31T12:03:32.197" v="529" actId="14100"/>
          <ac:grpSpMkLst>
            <pc:docMk/>
            <pc:sldMk cId="0" sldId="400"/>
            <ac:grpSpMk id="4" creationId="{00000000-0000-0000-0000-000000000000}"/>
          </ac:grpSpMkLst>
        </pc:grpChg>
        <pc:picChg chg="mod">
          <ac:chgData name="Ms Alina Arshad" userId="cccdfd85-d35d-4453-9c6f-a463aae40722" providerId="ADAL" clId="{9AECAFF3-FDE7-4A8D-BF0A-8B12117D081C}" dt="2024-08-31T12:03:38.391" v="531" actId="14100"/>
          <ac:picMkLst>
            <pc:docMk/>
            <pc:sldMk cId="0" sldId="400"/>
            <ac:picMk id="3" creationId="{00000000-0000-0000-0000-000000000000}"/>
          </ac:picMkLst>
        </pc:picChg>
      </pc:sldChg>
      <pc:sldChg chg="modSp mod">
        <pc:chgData name="Ms Alina Arshad" userId="cccdfd85-d35d-4453-9c6f-a463aae40722" providerId="ADAL" clId="{9AECAFF3-FDE7-4A8D-BF0A-8B12117D081C}" dt="2024-08-31T12:03:06.197" v="519" actId="14100"/>
        <pc:sldMkLst>
          <pc:docMk/>
          <pc:sldMk cId="0" sldId="401"/>
        </pc:sldMkLst>
        <pc:spChg chg="mod">
          <ac:chgData name="Ms Alina Arshad" userId="cccdfd85-d35d-4453-9c6f-a463aae40722" providerId="ADAL" clId="{9AECAFF3-FDE7-4A8D-BF0A-8B12117D081C}" dt="2024-08-31T12:03:01.725" v="517" actId="1076"/>
          <ac:spMkLst>
            <pc:docMk/>
            <pc:sldMk cId="0" sldId="401"/>
            <ac:spMk id="2" creationId="{00000000-0000-0000-0000-000000000000}"/>
          </ac:spMkLst>
        </pc:spChg>
        <pc:grpChg chg="mod">
          <ac:chgData name="Ms Alina Arshad" userId="cccdfd85-d35d-4453-9c6f-a463aae40722" providerId="ADAL" clId="{9AECAFF3-FDE7-4A8D-BF0A-8B12117D081C}" dt="2024-08-31T12:03:06.197" v="519" actId="14100"/>
          <ac:grpSpMkLst>
            <pc:docMk/>
            <pc:sldMk cId="0" sldId="401"/>
            <ac:grpSpMk id="3" creationId="{00000000-0000-0000-0000-000000000000}"/>
          </ac:grpSpMkLst>
        </pc:grpChg>
        <pc:picChg chg="mod">
          <ac:chgData name="Ms Alina Arshad" userId="cccdfd85-d35d-4453-9c6f-a463aae40722" providerId="ADAL" clId="{9AECAFF3-FDE7-4A8D-BF0A-8B12117D081C}" dt="2024-08-31T12:02:32.338" v="505" actId="1076"/>
          <ac:picMkLst>
            <pc:docMk/>
            <pc:sldMk cId="0" sldId="401"/>
            <ac:picMk id="4" creationId="{00000000-0000-0000-0000-000000000000}"/>
          </ac:picMkLst>
        </pc:picChg>
      </pc:sldChg>
      <pc:sldChg chg="addSp modSp new mod">
        <pc:chgData name="Ms Alina Arshad" userId="cccdfd85-d35d-4453-9c6f-a463aae40722" providerId="ADAL" clId="{9AECAFF3-FDE7-4A8D-BF0A-8B12117D081C}" dt="2024-08-31T11:59:14.441" v="446" actId="1076"/>
        <pc:sldMkLst>
          <pc:docMk/>
          <pc:sldMk cId="917421664" sldId="402"/>
        </pc:sldMkLst>
        <pc:spChg chg="add mod">
          <ac:chgData name="Ms Alina Arshad" userId="cccdfd85-d35d-4453-9c6f-a463aae40722" providerId="ADAL" clId="{9AECAFF3-FDE7-4A8D-BF0A-8B12117D081C}" dt="2024-08-31T11:59:01.273" v="442" actId="1076"/>
          <ac:spMkLst>
            <pc:docMk/>
            <pc:sldMk cId="917421664" sldId="402"/>
            <ac:spMk id="2" creationId="{00000000-0000-0000-0000-000000000000}"/>
          </ac:spMkLst>
        </pc:spChg>
        <pc:picChg chg="add mod">
          <ac:chgData name="Ms Alina Arshad" userId="cccdfd85-d35d-4453-9c6f-a463aae40722" providerId="ADAL" clId="{9AECAFF3-FDE7-4A8D-BF0A-8B12117D081C}" dt="2024-08-31T11:59:14.441" v="446" actId="1076"/>
          <ac:picMkLst>
            <pc:docMk/>
            <pc:sldMk cId="917421664" sldId="402"/>
            <ac:picMk id="3" creationId="{00000000-0000-0000-0000-000000000000}"/>
          </ac:picMkLst>
        </pc:picChg>
      </pc:sldChg>
      <pc:sldChg chg="addSp modSp new mod">
        <pc:chgData name="Ms Alina Arshad" userId="cccdfd85-d35d-4453-9c6f-a463aae40722" providerId="ADAL" clId="{9AECAFF3-FDE7-4A8D-BF0A-8B12117D081C}" dt="2024-08-31T12:01:12.335" v="478" actId="14100"/>
        <pc:sldMkLst>
          <pc:docMk/>
          <pc:sldMk cId="1907272601" sldId="403"/>
        </pc:sldMkLst>
        <pc:picChg chg="add mod">
          <ac:chgData name="Ms Alina Arshad" userId="cccdfd85-d35d-4453-9c6f-a463aae40722" providerId="ADAL" clId="{9AECAFF3-FDE7-4A8D-BF0A-8B12117D081C}" dt="2024-08-31T12:01:12.335" v="478" actId="14100"/>
          <ac:picMkLst>
            <pc:docMk/>
            <pc:sldMk cId="1907272601" sldId="403"/>
            <ac:picMk id="2" creationId="{00000000-0000-0000-0000-000000000000}"/>
          </ac:picMkLst>
        </pc:picChg>
      </pc:sldChg>
      <pc:sldChg chg="addSp modSp new">
        <pc:chgData name="Ms Alina Arshad" userId="cccdfd85-d35d-4453-9c6f-a463aae40722" providerId="ADAL" clId="{9AECAFF3-FDE7-4A8D-BF0A-8B12117D081C}" dt="2024-08-31T12:08:32.585" v="625"/>
        <pc:sldMkLst>
          <pc:docMk/>
          <pc:sldMk cId="2671486326" sldId="404"/>
        </pc:sldMkLst>
        <pc:spChg chg="add mod">
          <ac:chgData name="Ms Alina Arshad" userId="cccdfd85-d35d-4453-9c6f-a463aae40722" providerId="ADAL" clId="{9AECAFF3-FDE7-4A8D-BF0A-8B12117D081C}" dt="2024-08-31T12:08:32.585" v="625"/>
          <ac:spMkLst>
            <pc:docMk/>
            <pc:sldMk cId="2671486326" sldId="404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lina.arshad@nu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16380"/>
            <a:ext cx="11588435" cy="3065732"/>
          </a:xfrm>
        </p:spPr>
        <p:txBody>
          <a:bodyPr/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Database System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675889"/>
            <a:ext cx="10058400" cy="1922731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2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THE RELATIONAL DATA MODEL AND RELATIONAL DATABASE CONSTRAINTS</a:t>
            </a:r>
            <a:endParaRPr lang="en-US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Chapter 5</a:t>
            </a: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7794278" y="4637254"/>
            <a:ext cx="43977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Alina Arshad</a:t>
            </a:r>
          </a:p>
          <a:p>
            <a:pPr algn="ctr"/>
            <a:r>
              <a:rPr lang="en-US" sz="2800" dirty="0">
                <a:cs typeface="Times New Roman" panose="02020603050405020304" pitchFamily="18" charset="0"/>
                <a:hlinkClick r:id="rId3"/>
              </a:rPr>
              <a:t>alina.arshad@nu.edu.pk</a:t>
            </a:r>
            <a:endParaRPr lang="en-US" sz="2800" dirty="0"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Basement 2 Ro</a:t>
            </a:r>
            <a:r>
              <a:rPr lang="en-US" sz="2800" dirty="0">
                <a:cs typeface="Times New Roman" panose="02020603050405020304" pitchFamily="18" charset="0"/>
              </a:rPr>
              <a:t>om#4</a:t>
            </a:r>
            <a:endParaRPr lang="en-US" sz="28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9629" y="903461"/>
            <a:ext cx="6377940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chemeClr val="tx1"/>
                </a:solidFill>
              </a:rPr>
              <a:t>Entity Integrity Constraint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4803" y="1865697"/>
            <a:ext cx="10162394" cy="8803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spcBef>
                <a:spcPts val="105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400" dirty="0"/>
              <a:t>Entity integrity constraint: primary key value can't be null.</a:t>
            </a:r>
          </a:p>
          <a:p>
            <a:pPr marL="355600" marR="193675" indent="-342900">
              <a:spcBef>
                <a:spcPts val="994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400" dirty="0"/>
              <a:t>A table can contain a null value other than the  primary key field.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3256" y="2847632"/>
            <a:ext cx="5912255" cy="34712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2208" y="1006523"/>
            <a:ext cx="8407451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-175" dirty="0">
                <a:solidFill>
                  <a:schemeClr val="tx1"/>
                </a:solidFill>
              </a:rPr>
              <a:t>Referential</a:t>
            </a:r>
            <a:r>
              <a:rPr b="1" spc="-90" dirty="0">
                <a:solidFill>
                  <a:schemeClr val="tx1"/>
                </a:solidFill>
              </a:rPr>
              <a:t> </a:t>
            </a:r>
            <a:r>
              <a:rPr b="1" spc="-200" dirty="0">
                <a:solidFill>
                  <a:schemeClr val="tx1"/>
                </a:solidFill>
              </a:rPr>
              <a:t>integrity </a:t>
            </a:r>
            <a:r>
              <a:rPr b="1" spc="-1215" dirty="0">
                <a:solidFill>
                  <a:schemeClr val="tx1"/>
                </a:solidFill>
              </a:rPr>
              <a:t> </a:t>
            </a:r>
            <a:r>
              <a:rPr b="1" spc="-160" dirty="0">
                <a:solidFill>
                  <a:schemeClr val="tx1"/>
                </a:solidFill>
              </a:rPr>
              <a:t>constraint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6870" y="2053093"/>
            <a:ext cx="10185949" cy="28603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spcBef>
                <a:spcPts val="105"/>
              </a:spcBef>
              <a:buClr>
                <a:schemeClr val="accent2"/>
              </a:buClr>
              <a:buSzPct val="80000"/>
              <a:buFont typeface="Arial MT"/>
              <a:buChar char="•"/>
              <a:tabLst>
                <a:tab pos="354965" algn="l"/>
                <a:tab pos="355600" algn="l"/>
                <a:tab pos="2009139" algn="l"/>
                <a:tab pos="3344545" algn="l"/>
              </a:tabLst>
            </a:pPr>
            <a:r>
              <a:rPr sz="2000" b="1" dirty="0"/>
              <a:t>Referential</a:t>
            </a:r>
            <a:r>
              <a:rPr lang="en-US" sz="2000" b="1" dirty="0"/>
              <a:t> </a:t>
            </a:r>
            <a:r>
              <a:rPr sz="2000" b="1" dirty="0"/>
              <a:t>integrity</a:t>
            </a:r>
            <a:r>
              <a:rPr lang="en-US" sz="2000" b="1" dirty="0"/>
              <a:t> </a:t>
            </a:r>
            <a:r>
              <a:rPr sz="2000" b="1" dirty="0"/>
              <a:t>constraint</a:t>
            </a:r>
            <a:r>
              <a:rPr lang="en-US" sz="2000" b="1" dirty="0"/>
              <a:t> </a:t>
            </a:r>
            <a:r>
              <a:rPr lang="en-US" sz="2000" dirty="0"/>
              <a:t>is specified </a:t>
            </a:r>
            <a:r>
              <a:rPr sz="2000" dirty="0"/>
              <a:t>between two tables.</a:t>
            </a:r>
            <a:endParaRPr lang="en-US" sz="2000" dirty="0"/>
          </a:p>
          <a:p>
            <a:pPr marL="1270000" lvl="2" indent="-342900">
              <a:spcBef>
                <a:spcPts val="105"/>
              </a:spcBef>
              <a:buClr>
                <a:schemeClr val="accent2"/>
              </a:buClr>
              <a:buSzPct val="80000"/>
              <a:buFont typeface="Arial MT"/>
              <a:buChar char="•"/>
              <a:tabLst>
                <a:tab pos="354965" algn="l"/>
                <a:tab pos="355600" algn="l"/>
                <a:tab pos="2009139" algn="l"/>
                <a:tab pos="3344545" algn="l"/>
              </a:tabLst>
            </a:pPr>
            <a:r>
              <a:rPr lang="en-US" sz="2000" dirty="0"/>
              <a:t>Foreign key in Relation 1 refers to the Primary Key of  Relation 2. </a:t>
            </a:r>
          </a:p>
          <a:p>
            <a:pPr marL="927100" lvl="2">
              <a:spcBef>
                <a:spcPts val="105"/>
              </a:spcBef>
              <a:buClr>
                <a:schemeClr val="accent2"/>
              </a:buClr>
              <a:buSzPct val="80000"/>
              <a:tabLst>
                <a:tab pos="354965" algn="l"/>
                <a:tab pos="355600" algn="l"/>
                <a:tab pos="2009139" algn="l"/>
                <a:tab pos="3344545" algn="l"/>
              </a:tabLst>
            </a:pPr>
            <a:endParaRPr lang="en-US" sz="2000" dirty="0"/>
          </a:p>
          <a:p>
            <a:pPr marL="355600" indent="-342900">
              <a:spcBef>
                <a:spcPts val="105"/>
              </a:spcBef>
              <a:buClr>
                <a:schemeClr val="accent2"/>
              </a:buClr>
              <a:buSzPct val="80000"/>
              <a:buFont typeface="Arial MT"/>
              <a:buChar char="•"/>
              <a:tabLst>
                <a:tab pos="354965" algn="l"/>
                <a:tab pos="355600" algn="l"/>
                <a:tab pos="2009139" algn="l"/>
                <a:tab pos="3344545" algn="l"/>
              </a:tabLst>
            </a:pPr>
            <a:r>
              <a:rPr lang="en-US" sz="2000" dirty="0"/>
              <a:t>Used to specify a relationship among tuples in  two relations: the referencing relation and the referenced relation.</a:t>
            </a:r>
          </a:p>
          <a:p>
            <a:pPr marL="12700">
              <a:spcBef>
                <a:spcPts val="105"/>
              </a:spcBef>
              <a:buClr>
                <a:schemeClr val="accent2"/>
              </a:buClr>
              <a:buSzPct val="80000"/>
              <a:tabLst>
                <a:tab pos="354965" algn="l"/>
                <a:tab pos="355600" algn="l"/>
                <a:tab pos="2009139" algn="l"/>
                <a:tab pos="3344545" algn="l"/>
              </a:tabLst>
            </a:pPr>
            <a:endParaRPr lang="en-US" sz="2000" dirty="0"/>
          </a:p>
          <a:p>
            <a:pPr marL="355600" indent="-342900">
              <a:spcBef>
                <a:spcPts val="105"/>
              </a:spcBef>
              <a:buClr>
                <a:schemeClr val="accent2"/>
              </a:buClr>
              <a:buSzPct val="80000"/>
              <a:buFont typeface="Arial MT"/>
              <a:buChar char="•"/>
              <a:tabLst>
                <a:tab pos="354965" algn="l"/>
                <a:tab pos="355600" algn="l"/>
                <a:tab pos="2009139" algn="l"/>
                <a:tab pos="3344545" algn="l"/>
              </a:tabLst>
            </a:pPr>
            <a:r>
              <a:rPr lang="en-US" sz="2000" dirty="0"/>
              <a:t>A referential integrity constraint can be displayed  in a relational database schema as a directed arc from R1.FK to R2.PK</a:t>
            </a:r>
          </a:p>
          <a:p>
            <a:pPr marL="355600" indent="-342900">
              <a:spcBef>
                <a:spcPts val="105"/>
              </a:spcBef>
              <a:buClr>
                <a:srgbClr val="89D0D5"/>
              </a:buClr>
              <a:buSzPct val="80000"/>
              <a:buFont typeface="Arial MT"/>
              <a:buChar char="•"/>
              <a:tabLst>
                <a:tab pos="354965" algn="l"/>
                <a:tab pos="355600" algn="l"/>
                <a:tab pos="2009139" algn="l"/>
                <a:tab pos="3344545" algn="l"/>
              </a:tabLst>
            </a:pPr>
            <a:endParaRPr lang="en-US" sz="2000" spc="-175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287" y="1031795"/>
            <a:ext cx="7585357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-130" dirty="0">
                <a:solidFill>
                  <a:schemeClr val="tx1"/>
                </a:solidFill>
              </a:rPr>
              <a:t>Relational</a:t>
            </a:r>
            <a:r>
              <a:rPr b="1" spc="-95" dirty="0">
                <a:solidFill>
                  <a:schemeClr val="tx1"/>
                </a:solidFill>
              </a:rPr>
              <a:t> </a:t>
            </a:r>
            <a:r>
              <a:rPr b="1" spc="30" dirty="0">
                <a:solidFill>
                  <a:schemeClr val="tx1"/>
                </a:solidFill>
              </a:rPr>
              <a:t>Model </a:t>
            </a:r>
            <a:r>
              <a:rPr b="1" spc="-1215" dirty="0">
                <a:solidFill>
                  <a:schemeClr val="tx1"/>
                </a:solidFill>
              </a:rPr>
              <a:t> </a:t>
            </a:r>
            <a:r>
              <a:rPr b="1" spc="-170" dirty="0">
                <a:solidFill>
                  <a:schemeClr val="tx1"/>
                </a:solidFill>
              </a:rPr>
              <a:t>Constraints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3707" y="1941480"/>
            <a:ext cx="4922293" cy="2627642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spcBef>
                <a:spcPts val="1210"/>
              </a:spcBef>
              <a:tabLst>
                <a:tab pos="354965" algn="l"/>
              </a:tabLst>
            </a:pPr>
            <a:r>
              <a:rPr lang="en-US" sz="2400" b="1" dirty="0"/>
              <a:t>Domain Constraints:</a:t>
            </a:r>
          </a:p>
          <a:p>
            <a:pPr marL="469265" marR="240665">
              <a:spcBef>
                <a:spcPts val="990"/>
              </a:spcBef>
            </a:pPr>
            <a:r>
              <a:rPr lang="en-US" sz="2000" dirty="0"/>
              <a:t>Value of each attribute must be an atomic value from the domain dom(A).</a:t>
            </a:r>
          </a:p>
          <a:p>
            <a:pPr marL="469265" marR="5080">
              <a:spcBef>
                <a:spcPts val="1000"/>
              </a:spcBef>
            </a:pPr>
            <a:r>
              <a:rPr lang="en-US" sz="2000" dirty="0"/>
              <a:t>The data type of domain includes string, character,  integer, time, date, currency, etc. The value of the  attribute must be available in the corresponding  domain.</a:t>
            </a:r>
          </a:p>
        </p:txBody>
      </p:sp>
      <p:pic>
        <p:nvPicPr>
          <p:cNvPr id="4" name="object 4"/>
          <p:cNvPicPr/>
          <p:nvPr/>
        </p:nvPicPr>
        <p:blipFill rotWithShape="1">
          <a:blip r:embed="rId2" cstate="print"/>
          <a:srcRect l="10698"/>
          <a:stretch/>
        </p:blipFill>
        <p:spPr>
          <a:xfrm>
            <a:off x="6227930" y="1925619"/>
            <a:ext cx="5886144" cy="30067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2387" y="330912"/>
            <a:ext cx="11041039" cy="149015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-110" dirty="0">
                <a:solidFill>
                  <a:schemeClr val="tx1"/>
                </a:solidFill>
              </a:rPr>
              <a:t>Relational</a:t>
            </a:r>
            <a:r>
              <a:rPr b="1" spc="-60" dirty="0">
                <a:solidFill>
                  <a:schemeClr val="tx1"/>
                </a:solidFill>
              </a:rPr>
              <a:t> </a:t>
            </a:r>
            <a:r>
              <a:rPr b="1" spc="-30" dirty="0">
                <a:solidFill>
                  <a:schemeClr val="tx1"/>
                </a:solidFill>
              </a:rPr>
              <a:t>Databases</a:t>
            </a:r>
            <a:r>
              <a:rPr b="1" spc="-60" dirty="0">
                <a:solidFill>
                  <a:schemeClr val="tx1"/>
                </a:solidFill>
              </a:rPr>
              <a:t> </a:t>
            </a:r>
            <a:r>
              <a:rPr b="1" spc="55" dirty="0">
                <a:solidFill>
                  <a:schemeClr val="tx1"/>
                </a:solidFill>
              </a:rPr>
              <a:t>and </a:t>
            </a:r>
            <a:r>
              <a:rPr b="1" spc="60" dirty="0">
                <a:solidFill>
                  <a:schemeClr val="tx1"/>
                </a:solidFill>
              </a:rPr>
              <a:t> </a:t>
            </a:r>
            <a:r>
              <a:rPr b="1" spc="-114" dirty="0">
                <a:solidFill>
                  <a:schemeClr val="tx1"/>
                </a:solidFill>
              </a:rPr>
              <a:t>Relational</a:t>
            </a:r>
            <a:r>
              <a:rPr b="1" spc="-7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Database</a:t>
            </a:r>
            <a:r>
              <a:rPr b="1" spc="-60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Schemas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7309" y="1931657"/>
            <a:ext cx="10331866" cy="2275623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355600" indent="-342900">
              <a:spcBef>
                <a:spcPts val="1265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b="1" dirty="0"/>
              <a:t>Relational Database Schema:</a:t>
            </a:r>
          </a:p>
          <a:p>
            <a:pPr marL="812165" marR="5080" indent="-342900">
              <a:spcBef>
                <a:spcPts val="1005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sz="2000" dirty="0"/>
              <a:t>A set S of relation schemas that belong  to the same database.</a:t>
            </a:r>
          </a:p>
          <a:p>
            <a:pPr marL="812165" indent="-342900">
              <a:spcBef>
                <a:spcPts val="994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sz="2000" dirty="0"/>
              <a:t>S is the name of the whole </a:t>
            </a:r>
            <a:r>
              <a:rPr lang="en-US" sz="2000" dirty="0"/>
              <a:t>database schema</a:t>
            </a:r>
          </a:p>
          <a:p>
            <a:pPr marL="812165" indent="-342900">
              <a:spcBef>
                <a:spcPts val="994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sz="2000" dirty="0"/>
              <a:t>S = {R1, R2, ..., Rn}</a:t>
            </a:r>
          </a:p>
          <a:p>
            <a:pPr marL="812165" marR="247650" indent="-3429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sz="2000" dirty="0"/>
              <a:t>R1, R2, …, Rn are the names of the individual relation schemas within the  database 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814101" y="122919"/>
            <a:ext cx="10563798" cy="1244571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US" sz="4000" b="1" spc="25" dirty="0">
                <a:solidFill>
                  <a:schemeClr val="tx1"/>
                </a:solidFill>
              </a:rPr>
              <a:t>Schema</a:t>
            </a:r>
            <a:r>
              <a:rPr lang="en-US" sz="4000" b="1" spc="-45" dirty="0">
                <a:solidFill>
                  <a:schemeClr val="tx1"/>
                </a:solidFill>
              </a:rPr>
              <a:t> Diagr</a:t>
            </a:r>
            <a:r>
              <a:rPr lang="en-US" sz="4000" b="1" spc="-60" dirty="0">
                <a:solidFill>
                  <a:schemeClr val="tx1"/>
                </a:solidFill>
              </a:rPr>
              <a:t>a</a:t>
            </a:r>
            <a:r>
              <a:rPr lang="en-US" sz="4000" b="1" spc="-40" dirty="0">
                <a:solidFill>
                  <a:schemeClr val="tx1"/>
                </a:solidFill>
              </a:rPr>
              <a:t>m </a:t>
            </a:r>
            <a:r>
              <a:rPr lang="en-US" sz="4000" b="1" spc="-204" dirty="0">
                <a:solidFill>
                  <a:schemeClr val="tx1"/>
                </a:solidFill>
              </a:rPr>
              <a:t>for</a:t>
            </a:r>
            <a:r>
              <a:rPr lang="en-US" sz="4000" b="1" spc="-40" dirty="0">
                <a:solidFill>
                  <a:schemeClr val="tx1"/>
                </a:solidFill>
              </a:rPr>
              <a:t> </a:t>
            </a:r>
            <a:r>
              <a:rPr lang="en-US" sz="4000" b="1" spc="-95" dirty="0">
                <a:solidFill>
                  <a:schemeClr val="tx1"/>
                </a:solidFill>
              </a:rPr>
              <a:t>the  </a:t>
            </a:r>
            <a:r>
              <a:rPr lang="en-US" sz="4000" b="1" spc="30" dirty="0">
                <a:solidFill>
                  <a:schemeClr val="tx1"/>
                </a:solidFill>
              </a:rPr>
              <a:t>COMPANY</a:t>
            </a:r>
            <a:r>
              <a:rPr lang="en-US" sz="4000" b="1" spc="-95" dirty="0">
                <a:solidFill>
                  <a:schemeClr val="tx1"/>
                </a:solidFill>
              </a:rPr>
              <a:t> </a:t>
            </a:r>
            <a:r>
              <a:rPr lang="en-US" sz="4000" b="1" spc="-100" dirty="0">
                <a:solidFill>
                  <a:schemeClr val="tx1"/>
                </a:solidFill>
              </a:rPr>
              <a:t>Relational</a:t>
            </a:r>
            <a:r>
              <a:rPr lang="en-US" sz="4000" b="1" spc="-80" dirty="0">
                <a:solidFill>
                  <a:schemeClr val="tx1"/>
                </a:solidFill>
              </a:rPr>
              <a:t> </a:t>
            </a:r>
            <a:r>
              <a:rPr lang="en-US" sz="4000" b="1" dirty="0">
                <a:solidFill>
                  <a:schemeClr val="tx1"/>
                </a:solidFill>
              </a:rPr>
              <a:t>Database </a:t>
            </a:r>
            <a:r>
              <a:rPr lang="en-US" sz="4000" b="1" spc="-919" dirty="0">
                <a:solidFill>
                  <a:schemeClr val="tx1"/>
                </a:solidFill>
              </a:rPr>
              <a:t> </a:t>
            </a:r>
            <a:r>
              <a:rPr lang="en-US" sz="4000" b="1" spc="25" dirty="0">
                <a:solidFill>
                  <a:schemeClr val="tx1"/>
                </a:solidFill>
              </a:rPr>
              <a:t>Schema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929" y="1613848"/>
            <a:ext cx="7671816" cy="465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21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5469" y="370319"/>
            <a:ext cx="10877265" cy="1367041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400" b="1" spc="-90" dirty="0">
                <a:solidFill>
                  <a:schemeClr val="tx1"/>
                </a:solidFill>
              </a:rPr>
              <a:t>Displaying </a:t>
            </a:r>
            <a:r>
              <a:rPr sz="4400" b="1" spc="220" dirty="0">
                <a:solidFill>
                  <a:schemeClr val="tx1"/>
                </a:solidFill>
              </a:rPr>
              <a:t>a </a:t>
            </a:r>
            <a:r>
              <a:rPr sz="4400" b="1" spc="-95" dirty="0">
                <a:solidFill>
                  <a:schemeClr val="tx1"/>
                </a:solidFill>
              </a:rPr>
              <a:t>relational </a:t>
            </a:r>
            <a:r>
              <a:rPr sz="4400" b="1" spc="40" dirty="0">
                <a:solidFill>
                  <a:schemeClr val="tx1"/>
                </a:solidFill>
              </a:rPr>
              <a:t>database</a:t>
            </a:r>
            <a:r>
              <a:rPr sz="4400" b="1" spc="-75" dirty="0">
                <a:solidFill>
                  <a:schemeClr val="tx1"/>
                </a:solidFill>
              </a:rPr>
              <a:t> </a:t>
            </a:r>
            <a:r>
              <a:rPr sz="4400" b="1" spc="55" dirty="0">
                <a:solidFill>
                  <a:schemeClr val="tx1"/>
                </a:solidFill>
              </a:rPr>
              <a:t>schema</a:t>
            </a:r>
            <a:r>
              <a:rPr sz="4400" b="1" spc="-75" dirty="0">
                <a:solidFill>
                  <a:schemeClr val="tx1"/>
                </a:solidFill>
              </a:rPr>
              <a:t> </a:t>
            </a:r>
            <a:r>
              <a:rPr sz="4400" b="1" spc="55" dirty="0">
                <a:solidFill>
                  <a:schemeClr val="tx1"/>
                </a:solidFill>
              </a:rPr>
              <a:t>and</a:t>
            </a:r>
            <a:r>
              <a:rPr sz="4400" b="1" spc="-75" dirty="0">
                <a:solidFill>
                  <a:schemeClr val="tx1"/>
                </a:solidFill>
              </a:rPr>
              <a:t> </a:t>
            </a:r>
            <a:r>
              <a:rPr sz="4400" b="1" spc="-305" dirty="0">
                <a:solidFill>
                  <a:schemeClr val="tx1"/>
                </a:solidFill>
              </a:rPr>
              <a:t>its </a:t>
            </a:r>
            <a:r>
              <a:rPr sz="4400" b="1" spc="-1040" dirty="0">
                <a:solidFill>
                  <a:schemeClr val="tx1"/>
                </a:solidFill>
              </a:rPr>
              <a:t> </a:t>
            </a:r>
            <a:r>
              <a:rPr sz="4400" b="1" spc="-150" dirty="0">
                <a:solidFill>
                  <a:schemeClr val="tx1"/>
                </a:solidFill>
              </a:rPr>
              <a:t>constraints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5469" y="2007234"/>
            <a:ext cx="10672549" cy="2188804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5600" marR="128905" indent="-342900">
              <a:lnSpc>
                <a:spcPts val="2300"/>
              </a:lnSpc>
              <a:spcBef>
                <a:spcPts val="66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/>
              <a:t>Each relation schema can be displayed as a row of attribute names</a:t>
            </a:r>
          </a:p>
          <a:p>
            <a:pPr marL="355600" marR="5080" indent="-342900">
              <a:lnSpc>
                <a:spcPts val="2300"/>
              </a:lnSpc>
              <a:spcBef>
                <a:spcPts val="1005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/>
              <a:t>The name of the relation is written above the attribute names</a:t>
            </a:r>
          </a:p>
          <a:p>
            <a:pPr marL="355600" indent="-342900">
              <a:lnSpc>
                <a:spcPts val="2595"/>
              </a:lnSpc>
              <a:spcBef>
                <a:spcPts val="445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/>
              <a:t>The primary key attribute (or attributes)</a:t>
            </a:r>
            <a:r>
              <a:rPr lang="en-US" sz="2000" dirty="0"/>
              <a:t> </a:t>
            </a:r>
            <a:r>
              <a:rPr sz="2000" dirty="0"/>
              <a:t>will be underlined</a:t>
            </a:r>
          </a:p>
          <a:p>
            <a:pPr marL="355600" marR="46355" indent="-342900">
              <a:lnSpc>
                <a:spcPct val="80000"/>
              </a:lnSpc>
              <a:spcBef>
                <a:spcPts val="1005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/>
              <a:t>A foreign key (referential integrity)  constraints is displayed as a directed arc (arrow) from the foreign key attributes to the referenced table</a:t>
            </a:r>
          </a:p>
          <a:p>
            <a:pPr marL="812165" marR="165100" indent="-3429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sz="2000" dirty="0"/>
              <a:t>Can also point the primary key of the referenced relation for clarity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603" y="120395"/>
            <a:ext cx="11641540" cy="647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272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9629" y="893000"/>
            <a:ext cx="6730365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55" dirty="0">
                <a:solidFill>
                  <a:schemeClr val="tx1"/>
                </a:solidFill>
                <a:cs typeface="Verdana"/>
              </a:rPr>
              <a:t>Oth</a:t>
            </a:r>
            <a:r>
              <a:rPr b="1" spc="40" dirty="0">
                <a:solidFill>
                  <a:schemeClr val="tx1"/>
                </a:solidFill>
                <a:cs typeface="Verdana"/>
              </a:rPr>
              <a:t>e</a:t>
            </a:r>
            <a:r>
              <a:rPr b="1" spc="-530" dirty="0">
                <a:solidFill>
                  <a:schemeClr val="tx1"/>
                </a:solidFill>
                <a:cs typeface="Verdana"/>
              </a:rPr>
              <a:t>r</a:t>
            </a:r>
            <a:r>
              <a:rPr b="1" spc="-315" dirty="0">
                <a:solidFill>
                  <a:schemeClr val="tx1"/>
                </a:solidFill>
                <a:cs typeface="Verdana"/>
              </a:rPr>
              <a:t> </a:t>
            </a:r>
            <a:r>
              <a:rPr b="1" spc="-225" dirty="0">
                <a:solidFill>
                  <a:schemeClr val="tx1"/>
                </a:solidFill>
                <a:cs typeface="Verdana"/>
              </a:rPr>
              <a:t>Types</a:t>
            </a:r>
            <a:r>
              <a:rPr b="1" spc="-335" dirty="0">
                <a:solidFill>
                  <a:schemeClr val="tx1"/>
                </a:solidFill>
                <a:cs typeface="Verdana"/>
              </a:rPr>
              <a:t> </a:t>
            </a:r>
            <a:r>
              <a:rPr b="1" spc="20" dirty="0">
                <a:solidFill>
                  <a:schemeClr val="tx1"/>
                </a:solidFill>
                <a:cs typeface="Verdana"/>
              </a:rPr>
              <a:t>of</a:t>
            </a:r>
            <a:r>
              <a:rPr b="1" spc="-330" dirty="0">
                <a:solidFill>
                  <a:schemeClr val="tx1"/>
                </a:solidFill>
                <a:cs typeface="Verdana"/>
              </a:rPr>
              <a:t> </a:t>
            </a:r>
            <a:r>
              <a:rPr b="1" spc="-85" dirty="0">
                <a:solidFill>
                  <a:schemeClr val="tx1"/>
                </a:solidFill>
                <a:cs typeface="Verdana"/>
              </a:rPr>
              <a:t>Constrai</a:t>
            </a:r>
            <a:r>
              <a:rPr b="1" spc="-125" dirty="0">
                <a:solidFill>
                  <a:schemeClr val="tx1"/>
                </a:solidFill>
                <a:cs typeface="Verdana"/>
              </a:rPr>
              <a:t>n</a:t>
            </a:r>
            <a:r>
              <a:rPr b="1" spc="-395" dirty="0">
                <a:solidFill>
                  <a:schemeClr val="tx1"/>
                </a:solidFill>
                <a:cs typeface="Verdana"/>
              </a:rPr>
              <a:t>ts</a:t>
            </a:r>
            <a:endParaRPr b="1" dirty="0">
              <a:solidFill>
                <a:schemeClr val="tx1"/>
              </a:solidFill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3282" y="1875671"/>
            <a:ext cx="10950269" cy="22576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25095">
              <a:spcBef>
                <a:spcPts val="105"/>
              </a:spcBef>
              <a:buClr>
                <a:schemeClr val="accent2"/>
              </a:buClr>
              <a:tabLst>
                <a:tab pos="354965" algn="l"/>
              </a:tabLst>
            </a:pPr>
            <a:r>
              <a:rPr sz="2000" b="1" dirty="0"/>
              <a:t>Semantic integrity constraints: </a:t>
            </a:r>
            <a:r>
              <a:rPr sz="2000" dirty="0"/>
              <a:t>specified and  enforced within the application programs that  update the database, or by using a general-  purpose constraint specification language.</a:t>
            </a:r>
            <a:endParaRPr lang="en-US" sz="2000" dirty="0"/>
          </a:p>
          <a:p>
            <a:pPr marL="12700" marR="125095">
              <a:spcBef>
                <a:spcPts val="105"/>
              </a:spcBef>
              <a:buClr>
                <a:schemeClr val="accent2"/>
              </a:buClr>
              <a:tabLst>
                <a:tab pos="354965" algn="l"/>
              </a:tabLst>
            </a:pPr>
            <a:endParaRPr sz="2000" dirty="0"/>
          </a:p>
          <a:p>
            <a:pPr marL="812165" marR="5080" indent="-342900">
              <a:spcBef>
                <a:spcPts val="1005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sz="2000" dirty="0"/>
              <a:t>i.e. the salary of an employee should not exceed the salary of the employee’s supervisor</a:t>
            </a:r>
            <a:endParaRPr lang="en-US" sz="2000" dirty="0"/>
          </a:p>
          <a:p>
            <a:pPr marL="469265" marR="5080">
              <a:spcBef>
                <a:spcPts val="1005"/>
              </a:spcBef>
              <a:buClr>
                <a:schemeClr val="accent2"/>
              </a:buClr>
            </a:pPr>
            <a:endParaRPr sz="2000" dirty="0"/>
          </a:p>
          <a:p>
            <a:pPr marL="812165" marR="104139" indent="-3429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sz="2000" dirty="0"/>
              <a:t>i.e. the maximum number of hours an employee  can work on all projects per week is 56.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1389" y="1036013"/>
            <a:ext cx="6706234" cy="666115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130" dirty="0">
                <a:solidFill>
                  <a:schemeClr val="tx1"/>
                </a:solidFill>
              </a:rPr>
              <a:t>Other</a:t>
            </a:r>
            <a:r>
              <a:rPr sz="4400" b="1" spc="-75" dirty="0">
                <a:solidFill>
                  <a:schemeClr val="tx1"/>
                </a:solidFill>
              </a:rPr>
              <a:t> </a:t>
            </a:r>
            <a:r>
              <a:rPr sz="4400" b="1" spc="-160" dirty="0">
                <a:solidFill>
                  <a:schemeClr val="tx1"/>
                </a:solidFill>
              </a:rPr>
              <a:t>Types</a:t>
            </a:r>
            <a:r>
              <a:rPr sz="4400" b="1" spc="-70" dirty="0">
                <a:solidFill>
                  <a:schemeClr val="tx1"/>
                </a:solidFill>
              </a:rPr>
              <a:t> </a:t>
            </a:r>
            <a:r>
              <a:rPr sz="4400" b="1" spc="-170" dirty="0">
                <a:solidFill>
                  <a:schemeClr val="tx1"/>
                </a:solidFill>
              </a:rPr>
              <a:t>of</a:t>
            </a:r>
            <a:r>
              <a:rPr sz="4400" b="1" spc="-75" dirty="0">
                <a:solidFill>
                  <a:schemeClr val="tx1"/>
                </a:solidFill>
              </a:rPr>
              <a:t> </a:t>
            </a:r>
            <a:r>
              <a:rPr sz="4400" b="1" spc="-170" dirty="0">
                <a:solidFill>
                  <a:schemeClr val="tx1"/>
                </a:solidFill>
              </a:rPr>
              <a:t>Constraints</a:t>
            </a:r>
            <a:endParaRPr sz="4400" b="1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1389" y="1916614"/>
            <a:ext cx="10222605" cy="12548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354965" algn="l"/>
              </a:tabLst>
            </a:pPr>
            <a:r>
              <a:rPr sz="2400" b="1" spc="-360" dirty="0">
                <a:cs typeface="Tahoma"/>
              </a:rPr>
              <a:t>T</a:t>
            </a:r>
            <a:r>
              <a:rPr sz="2400" b="1" spc="-265" dirty="0">
                <a:cs typeface="Tahoma"/>
              </a:rPr>
              <a:t>r</a:t>
            </a:r>
            <a:r>
              <a:rPr sz="2400" b="1" spc="-45" dirty="0">
                <a:cs typeface="Tahoma"/>
              </a:rPr>
              <a:t>ans</a:t>
            </a:r>
            <a:r>
              <a:rPr sz="2400" b="1" spc="-105" dirty="0">
                <a:cs typeface="Tahoma"/>
              </a:rPr>
              <a:t>ition</a:t>
            </a:r>
            <a:r>
              <a:rPr sz="2400" b="1" spc="-40" dirty="0">
                <a:cs typeface="Tahoma"/>
              </a:rPr>
              <a:t> </a:t>
            </a:r>
            <a:r>
              <a:rPr sz="2400" b="1" spc="-45" dirty="0">
                <a:cs typeface="Tahoma"/>
              </a:rPr>
              <a:t>cons</a:t>
            </a:r>
            <a:r>
              <a:rPr sz="2400" b="1" spc="-40" dirty="0">
                <a:cs typeface="Tahoma"/>
              </a:rPr>
              <a:t>t</a:t>
            </a:r>
            <a:r>
              <a:rPr sz="2400" b="1" spc="-45" dirty="0">
                <a:cs typeface="Tahoma"/>
              </a:rPr>
              <a:t>r</a:t>
            </a:r>
            <a:r>
              <a:rPr sz="2400" b="1" spc="-70" dirty="0">
                <a:cs typeface="Tahoma"/>
              </a:rPr>
              <a:t>a</a:t>
            </a:r>
            <a:r>
              <a:rPr sz="2400" b="1" spc="-140" dirty="0">
                <a:cs typeface="Tahoma"/>
              </a:rPr>
              <a:t>int</a:t>
            </a:r>
            <a:r>
              <a:rPr sz="2400" b="1" spc="-170" dirty="0">
                <a:cs typeface="Tahoma"/>
              </a:rPr>
              <a:t>s</a:t>
            </a:r>
            <a:r>
              <a:rPr sz="2400" spc="-170" dirty="0">
                <a:cs typeface="Tahoma"/>
              </a:rPr>
              <a:t>:</a:t>
            </a:r>
            <a:r>
              <a:rPr sz="2400" spc="-45" dirty="0">
                <a:cs typeface="Tahoma"/>
              </a:rPr>
              <a:t> </a:t>
            </a:r>
            <a:r>
              <a:rPr sz="2000" dirty="0"/>
              <a:t>Transition between one</a:t>
            </a:r>
            <a:r>
              <a:rPr lang="en-US" sz="2000" dirty="0"/>
              <a:t> </a:t>
            </a:r>
            <a:r>
              <a:rPr sz="2000" dirty="0"/>
              <a:t>database state into another database state.</a:t>
            </a:r>
            <a:endParaRPr sz="2400" dirty="0">
              <a:cs typeface="Verdana"/>
            </a:endParaRPr>
          </a:p>
          <a:p>
            <a:pPr marL="812165" indent="-342900">
              <a:spcBef>
                <a:spcPts val="1005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sz="2000" dirty="0"/>
              <a:t>Enforc</a:t>
            </a:r>
            <a:r>
              <a:rPr lang="en-US" sz="2000" dirty="0"/>
              <a:t>e</a:t>
            </a:r>
            <a:r>
              <a:rPr sz="2000" dirty="0"/>
              <a:t>d by application Program.</a:t>
            </a:r>
          </a:p>
          <a:p>
            <a:pPr marL="812165" indent="-342900">
              <a:spcBef>
                <a:spcPts val="994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sz="2000" dirty="0"/>
              <a:t>i.e., salary of an employee can only increase.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2360295" y="1315507"/>
            <a:ext cx="7471409" cy="2968120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b="1" dirty="0">
                <a:solidFill>
                  <a:schemeClr val="tx1"/>
                </a:solidFill>
              </a:rPr>
              <a:t>Update Operations, Transactions,</a:t>
            </a:r>
          </a:p>
          <a:p>
            <a:pPr marL="12700" algn="ctr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</a:rPr>
              <a:t>and Dealing with Constraint Violations</a:t>
            </a:r>
          </a:p>
        </p:txBody>
      </p:sp>
    </p:spTree>
    <p:extLst>
      <p:ext uri="{BB962C8B-B14F-4D97-AF65-F5344CB8AC3E}">
        <p14:creationId xmlns:p14="http://schemas.microsoft.com/office/powerpoint/2010/main" val="2671486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933" y="944500"/>
            <a:ext cx="5029067" cy="690574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20" dirty="0">
                <a:solidFill>
                  <a:schemeClr val="tx1"/>
                </a:solidFill>
              </a:rPr>
              <a:t>Constraint</a:t>
            </a:r>
            <a:r>
              <a:rPr sz="4400" b="1" spc="-70" dirty="0">
                <a:solidFill>
                  <a:schemeClr val="tx1"/>
                </a:solidFill>
              </a:rPr>
              <a:t> </a:t>
            </a:r>
            <a:r>
              <a:rPr sz="4400" b="1" spc="-80" dirty="0">
                <a:solidFill>
                  <a:schemeClr val="tx1"/>
                </a:solidFill>
              </a:rPr>
              <a:t>Violation</a:t>
            </a:r>
            <a:endParaRPr sz="4400" b="1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933" y="1957558"/>
            <a:ext cx="10274357" cy="18088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spcBef>
                <a:spcPts val="105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b="1" dirty="0"/>
              <a:t>Relational Model Operations: </a:t>
            </a:r>
            <a:r>
              <a:rPr sz="2000" dirty="0"/>
              <a:t>Retrievals and</a:t>
            </a:r>
            <a:r>
              <a:rPr lang="en-US" sz="2000" dirty="0"/>
              <a:t> </a:t>
            </a:r>
            <a:r>
              <a:rPr sz="2000" dirty="0"/>
              <a:t>updates.</a:t>
            </a:r>
          </a:p>
          <a:p>
            <a:pPr marL="355600" marR="5080" indent="-342900">
              <a:spcBef>
                <a:spcPts val="994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/>
              <a:t>Three basic operations that can change the states of relations in the database: Insert, Delete,  and Update (or Modify).</a:t>
            </a:r>
          </a:p>
          <a:p>
            <a:pPr marL="355600" marR="328295" indent="-342900">
              <a:spcBef>
                <a:spcPts val="101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/>
              <a:t>Whenever these operations are applied, the  integrity constraints specified on the relational  database schema should not be violated.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9767" y="986291"/>
            <a:ext cx="10631606" cy="690574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400" b="1" dirty="0"/>
              <a:t>Violation of Constraints: Insert  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8173" y="1954555"/>
            <a:ext cx="10631606" cy="2820002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spcBef>
                <a:spcPts val="869"/>
              </a:spcBef>
              <a:buClr>
                <a:schemeClr val="accent2"/>
              </a:buClr>
              <a:tabLst>
                <a:tab pos="354965" algn="l"/>
              </a:tabLst>
            </a:pPr>
            <a:r>
              <a:rPr sz="2000" b="1" dirty="0"/>
              <a:t>Insert</a:t>
            </a:r>
            <a:r>
              <a:rPr lang="en-US" sz="2000" b="1" dirty="0"/>
              <a:t>: </a:t>
            </a:r>
            <a:r>
              <a:rPr sz="2000" dirty="0"/>
              <a:t>can violate any of the four types of constraints.</a:t>
            </a:r>
          </a:p>
          <a:p>
            <a:pPr marL="355600" marR="204470" indent="-342900">
              <a:lnSpc>
                <a:spcPts val="2050"/>
              </a:lnSpc>
              <a:spcBef>
                <a:spcPts val="103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>
                <a:tab pos="354965" algn="l"/>
                <a:tab pos="2787650" algn="l"/>
              </a:tabLst>
            </a:pPr>
            <a:r>
              <a:rPr sz="2000" b="1" dirty="0"/>
              <a:t>Domain constraints:</a:t>
            </a:r>
            <a:r>
              <a:rPr lang="en-US" sz="2000" b="1" dirty="0"/>
              <a:t> </a:t>
            </a:r>
            <a:r>
              <a:rPr sz="2000" dirty="0"/>
              <a:t>can be violated if an attribute value is given that does not appear in the corresponding domain or is not of the appropriate data type.</a:t>
            </a:r>
          </a:p>
          <a:p>
            <a:pPr marL="355600" marR="58419" indent="-342900">
              <a:lnSpc>
                <a:spcPct val="90100"/>
              </a:lnSpc>
              <a:spcBef>
                <a:spcPts val="98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b="1" dirty="0"/>
              <a:t>Key constraints</a:t>
            </a:r>
            <a:r>
              <a:rPr sz="2000" dirty="0"/>
              <a:t>: can be violated if a key value in the  new tuple t already exists in another tuple in the  relation r(R).</a:t>
            </a:r>
          </a:p>
          <a:p>
            <a:pPr marL="355600" indent="-342900">
              <a:lnSpc>
                <a:spcPts val="2165"/>
              </a:lnSpc>
              <a:spcBef>
                <a:spcPts val="77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tabLst>
                <a:tab pos="354965" algn="l"/>
                <a:tab pos="2176780" algn="l"/>
              </a:tabLst>
            </a:pPr>
            <a:r>
              <a:rPr sz="2000" b="1" dirty="0"/>
              <a:t>Entity integrity:</a:t>
            </a:r>
            <a:r>
              <a:rPr lang="en-US" sz="2000" b="1" dirty="0"/>
              <a:t> </a:t>
            </a:r>
            <a:r>
              <a:rPr sz="2000" dirty="0"/>
              <a:t>can be violated if any part of the</a:t>
            </a:r>
            <a:r>
              <a:rPr lang="en-US" sz="2000" dirty="0"/>
              <a:t> </a:t>
            </a:r>
            <a:r>
              <a:rPr sz="2000" dirty="0"/>
              <a:t>primary key of the new tuple t is NULL.</a:t>
            </a:r>
          </a:p>
          <a:p>
            <a:pPr marL="355600" marR="313690" indent="-342900" algn="just">
              <a:lnSpc>
                <a:spcPts val="2050"/>
              </a:lnSpc>
              <a:spcBef>
                <a:spcPts val="103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sz="2000" b="1" dirty="0"/>
              <a:t>Referential integrity</a:t>
            </a:r>
            <a:r>
              <a:rPr lang="en-US" sz="2000" b="1" dirty="0"/>
              <a:t>:</a:t>
            </a:r>
            <a:r>
              <a:rPr sz="2000" b="1" dirty="0"/>
              <a:t> </a:t>
            </a:r>
            <a:r>
              <a:rPr sz="2000" dirty="0"/>
              <a:t>can be violated if the value of  any foreign key in table refers to a tuple that does not exist in the referenced relation.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606" y="421947"/>
            <a:ext cx="10331355" cy="690574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400" b="1" spc="-80" dirty="0">
                <a:solidFill>
                  <a:schemeClr val="tx1"/>
                </a:solidFill>
              </a:rPr>
              <a:t>Violation</a:t>
            </a:r>
            <a:r>
              <a:rPr sz="4400" b="1" spc="-85" dirty="0">
                <a:solidFill>
                  <a:schemeClr val="tx1"/>
                </a:solidFill>
              </a:rPr>
              <a:t> </a:t>
            </a:r>
            <a:r>
              <a:rPr sz="4400" b="1" spc="-130" dirty="0">
                <a:solidFill>
                  <a:schemeClr val="tx1"/>
                </a:solidFill>
              </a:rPr>
              <a:t>of</a:t>
            </a:r>
            <a:r>
              <a:rPr sz="4400" b="1" spc="-60" dirty="0">
                <a:solidFill>
                  <a:schemeClr val="tx1"/>
                </a:solidFill>
              </a:rPr>
              <a:t> </a:t>
            </a:r>
            <a:r>
              <a:rPr sz="4400" b="1" spc="-140" dirty="0">
                <a:solidFill>
                  <a:schemeClr val="tx1"/>
                </a:solidFill>
              </a:rPr>
              <a:t>Constraints:</a:t>
            </a:r>
            <a:r>
              <a:rPr sz="4400" b="1" spc="-15" dirty="0">
                <a:solidFill>
                  <a:schemeClr val="tx1"/>
                </a:solidFill>
              </a:rPr>
              <a:t> </a:t>
            </a:r>
            <a:r>
              <a:rPr sz="4400" b="1" spc="-270" dirty="0">
                <a:solidFill>
                  <a:schemeClr val="tx1"/>
                </a:solidFill>
              </a:rPr>
              <a:t>Insert </a:t>
            </a:r>
            <a:r>
              <a:rPr sz="4400" b="1" spc="-925" dirty="0">
                <a:solidFill>
                  <a:schemeClr val="tx1"/>
                </a:solidFill>
              </a:rPr>
              <a:t> </a:t>
            </a:r>
            <a:r>
              <a:rPr sz="4400" b="1" spc="-35" dirty="0">
                <a:solidFill>
                  <a:schemeClr val="tx1"/>
                </a:solidFill>
              </a:rPr>
              <a:t>Operation</a:t>
            </a:r>
            <a:r>
              <a:rPr lang="en-US" sz="4400" b="1" spc="-35" dirty="0">
                <a:solidFill>
                  <a:schemeClr val="tx1"/>
                </a:solidFill>
              </a:rPr>
              <a:t> (Entity)</a:t>
            </a:r>
            <a:endParaRPr sz="4400" b="1" dirty="0">
              <a:solidFill>
                <a:schemeClr val="tx1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75564" y="1396058"/>
            <a:ext cx="10840872" cy="5039995"/>
            <a:chOff x="0" y="1452372"/>
            <a:chExt cx="9144000" cy="50399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934712"/>
              <a:ext cx="8354568" cy="15575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412" y="2132076"/>
              <a:ext cx="7886700" cy="28163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452372"/>
              <a:ext cx="9144000" cy="9174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6545" y="515160"/>
            <a:ext cx="9526136" cy="629018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000" b="1" spc="-80" dirty="0">
                <a:solidFill>
                  <a:schemeClr val="tx1"/>
                </a:solidFill>
              </a:rPr>
              <a:t>Violation</a:t>
            </a:r>
            <a:r>
              <a:rPr sz="4000" b="1" spc="-85" dirty="0">
                <a:solidFill>
                  <a:schemeClr val="tx1"/>
                </a:solidFill>
              </a:rPr>
              <a:t> </a:t>
            </a:r>
            <a:r>
              <a:rPr sz="4000" b="1" spc="-130" dirty="0">
                <a:solidFill>
                  <a:schemeClr val="tx1"/>
                </a:solidFill>
              </a:rPr>
              <a:t>of</a:t>
            </a:r>
            <a:r>
              <a:rPr sz="4000" b="1" spc="-60" dirty="0">
                <a:solidFill>
                  <a:schemeClr val="tx1"/>
                </a:solidFill>
              </a:rPr>
              <a:t> </a:t>
            </a:r>
            <a:r>
              <a:rPr sz="4000" b="1" spc="-140" dirty="0">
                <a:solidFill>
                  <a:schemeClr val="tx1"/>
                </a:solidFill>
              </a:rPr>
              <a:t>Constraints:</a:t>
            </a:r>
            <a:r>
              <a:rPr sz="4000" b="1" spc="-15" dirty="0">
                <a:solidFill>
                  <a:schemeClr val="tx1"/>
                </a:solidFill>
              </a:rPr>
              <a:t> </a:t>
            </a:r>
            <a:r>
              <a:rPr sz="4000" b="1" spc="-270" dirty="0">
                <a:solidFill>
                  <a:schemeClr val="tx1"/>
                </a:solidFill>
              </a:rPr>
              <a:t>Insert </a:t>
            </a:r>
            <a:r>
              <a:rPr sz="4000" b="1" spc="-925" dirty="0">
                <a:solidFill>
                  <a:schemeClr val="tx1"/>
                </a:solidFill>
              </a:rPr>
              <a:t> </a:t>
            </a:r>
            <a:r>
              <a:rPr sz="4000" b="1" spc="-35" dirty="0">
                <a:solidFill>
                  <a:schemeClr val="tx1"/>
                </a:solidFill>
              </a:rPr>
              <a:t>Operation</a:t>
            </a:r>
            <a:r>
              <a:rPr lang="en-US" sz="4000" b="1" spc="-35" dirty="0">
                <a:solidFill>
                  <a:schemeClr val="tx1"/>
                </a:solidFill>
              </a:rPr>
              <a:t>( Key) </a:t>
            </a:r>
            <a:endParaRPr sz="4000" b="1" dirty="0">
              <a:solidFill>
                <a:schemeClr val="tx1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1264" y="5016099"/>
            <a:ext cx="9521536" cy="151333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05044" y="1269466"/>
            <a:ext cx="10840962" cy="3496310"/>
            <a:chOff x="0" y="1452372"/>
            <a:chExt cx="9144000" cy="34963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412" y="2132076"/>
              <a:ext cx="7886700" cy="28163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452372"/>
              <a:ext cx="9144000" cy="9174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2430" y="460453"/>
            <a:ext cx="11209360" cy="629018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000" b="1" spc="-80" dirty="0">
                <a:solidFill>
                  <a:schemeClr val="tx1"/>
                </a:solidFill>
              </a:rPr>
              <a:t>Violation</a:t>
            </a:r>
            <a:r>
              <a:rPr sz="4000" b="1" spc="-85" dirty="0">
                <a:solidFill>
                  <a:schemeClr val="tx1"/>
                </a:solidFill>
              </a:rPr>
              <a:t> </a:t>
            </a:r>
            <a:r>
              <a:rPr sz="4000" b="1" spc="-130" dirty="0">
                <a:solidFill>
                  <a:schemeClr val="tx1"/>
                </a:solidFill>
              </a:rPr>
              <a:t>of</a:t>
            </a:r>
            <a:r>
              <a:rPr sz="4000" b="1" spc="-60" dirty="0">
                <a:solidFill>
                  <a:schemeClr val="tx1"/>
                </a:solidFill>
              </a:rPr>
              <a:t> </a:t>
            </a:r>
            <a:r>
              <a:rPr sz="4000" b="1" spc="-140" dirty="0">
                <a:solidFill>
                  <a:schemeClr val="tx1"/>
                </a:solidFill>
              </a:rPr>
              <a:t>Constraints:</a:t>
            </a:r>
            <a:r>
              <a:rPr sz="4000" b="1" spc="-15" dirty="0">
                <a:solidFill>
                  <a:schemeClr val="tx1"/>
                </a:solidFill>
              </a:rPr>
              <a:t> </a:t>
            </a:r>
            <a:r>
              <a:rPr sz="4000" b="1" spc="-270" dirty="0">
                <a:solidFill>
                  <a:schemeClr val="tx1"/>
                </a:solidFill>
              </a:rPr>
              <a:t>Insert </a:t>
            </a:r>
            <a:r>
              <a:rPr sz="4000" b="1" spc="-925" dirty="0">
                <a:solidFill>
                  <a:schemeClr val="tx1"/>
                </a:solidFill>
              </a:rPr>
              <a:t> </a:t>
            </a:r>
            <a:r>
              <a:rPr sz="4000" b="1" spc="-35" dirty="0">
                <a:solidFill>
                  <a:schemeClr val="tx1"/>
                </a:solidFill>
              </a:rPr>
              <a:t>Operation</a:t>
            </a:r>
            <a:r>
              <a:rPr lang="en-US" sz="4000" b="1" spc="-35" dirty="0">
                <a:solidFill>
                  <a:schemeClr val="tx1"/>
                </a:solidFill>
              </a:rPr>
              <a:t>(</a:t>
            </a:r>
            <a:r>
              <a:rPr lang="en-US" sz="4000" b="1" dirty="0">
                <a:solidFill>
                  <a:schemeClr val="tx1"/>
                </a:solidFill>
              </a:rPr>
              <a:t>Referential)</a:t>
            </a:r>
            <a:endParaRPr sz="4000" b="1" dirty="0">
              <a:solidFill>
                <a:schemeClr val="tx1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32430" y="1271780"/>
            <a:ext cx="11209361" cy="5442920"/>
            <a:chOff x="0" y="1452372"/>
            <a:chExt cx="9144000" cy="558083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665" y="5489392"/>
              <a:ext cx="8109204" cy="15438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132076"/>
              <a:ext cx="5900928" cy="28163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452372"/>
              <a:ext cx="9144000" cy="91744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93663" y="2734055"/>
              <a:ext cx="2320925" cy="18531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A5257F-9A6D-150C-68F5-76BCDFF181B8}"/>
              </a:ext>
            </a:extLst>
          </p:cNvPr>
          <p:cNvSpPr txBox="1"/>
          <p:nvPr/>
        </p:nvSpPr>
        <p:spPr>
          <a:xfrm>
            <a:off x="3382224" y="2598003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Any question????</a:t>
            </a:r>
          </a:p>
        </p:txBody>
      </p:sp>
    </p:spTree>
    <p:extLst>
      <p:ext uri="{BB962C8B-B14F-4D97-AF65-F5344CB8AC3E}">
        <p14:creationId xmlns:p14="http://schemas.microsoft.com/office/powerpoint/2010/main" val="13259858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1002</TotalTime>
  <Words>655</Words>
  <Application>Microsoft Office PowerPoint</Application>
  <PresentationFormat>Widescreen</PresentationFormat>
  <Paragraphs>61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Arial</vt:lpstr>
      <vt:lpstr>Arial MT</vt:lpstr>
      <vt:lpstr>Calibri</vt:lpstr>
      <vt:lpstr>Calibri Light</vt:lpstr>
      <vt:lpstr>Tahoma</vt:lpstr>
      <vt:lpstr>Times New Roman</vt:lpstr>
      <vt:lpstr>Verdana</vt:lpstr>
      <vt:lpstr>Retrospect</vt:lpstr>
      <vt:lpstr> Database System</vt:lpstr>
      <vt:lpstr>Entity Integrity Constraint</vt:lpstr>
      <vt:lpstr>Referential integrity  constraint</vt:lpstr>
      <vt:lpstr>Relational Model  Constraints</vt:lpstr>
      <vt:lpstr>Relational Databases and  Relational Database Schemas</vt:lpstr>
      <vt:lpstr>PowerPoint Presentation</vt:lpstr>
      <vt:lpstr>Displaying a relational database schema and its  constraints</vt:lpstr>
      <vt:lpstr>PowerPoint Presentation</vt:lpstr>
      <vt:lpstr>Other Types of Constraints</vt:lpstr>
      <vt:lpstr>Other Types of Constraints</vt:lpstr>
      <vt:lpstr>PowerPoint Presentation</vt:lpstr>
      <vt:lpstr>Constraint Violation</vt:lpstr>
      <vt:lpstr>Violation of Constraints: Insert  Operation</vt:lpstr>
      <vt:lpstr>Violation of Constraints: Insert  Operation (Entity)</vt:lpstr>
      <vt:lpstr>Violation of Constraints: Insert  Operation( Key) </vt:lpstr>
      <vt:lpstr>Violation of Constraints: Insert  Operation(Referential)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31</cp:revision>
  <dcterms:created xsi:type="dcterms:W3CDTF">2024-08-09T06:58:16Z</dcterms:created>
  <dcterms:modified xsi:type="dcterms:W3CDTF">2024-09-03T04:14:33Z</dcterms:modified>
</cp:coreProperties>
</file>