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311" r:id="rId3"/>
    <p:sldId id="273" r:id="rId4"/>
    <p:sldId id="392" r:id="rId5"/>
    <p:sldId id="363" r:id="rId6"/>
    <p:sldId id="391" r:id="rId7"/>
    <p:sldId id="275" r:id="rId8"/>
    <p:sldId id="276" r:id="rId9"/>
    <p:sldId id="393" r:id="rId10"/>
    <p:sldId id="394" r:id="rId11"/>
    <p:sldId id="274" r:id="rId12"/>
    <p:sldId id="364" r:id="rId13"/>
    <p:sldId id="390" r:id="rId14"/>
    <p:sldId id="289" r:id="rId15"/>
    <p:sldId id="290" r:id="rId16"/>
    <p:sldId id="291" r:id="rId17"/>
    <p:sldId id="292" r:id="rId18"/>
    <p:sldId id="27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83" autoAdjust="0"/>
  </p:normalViewPr>
  <p:slideViewPr>
    <p:cSldViewPr snapToGrid="0">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BCBA590E-54B5-40E6-9FC8-1EE861FD549B}"/>
    <pc:docChg chg="custSel addSld delSld modSld sldOrd">
      <pc:chgData name="Ms Alina Arshad" userId="cccdfd85-d35d-4453-9c6f-a463aae40722" providerId="ADAL" clId="{BCBA590E-54B5-40E6-9FC8-1EE861FD549B}" dt="2024-08-27T04:18:26.265" v="252" actId="20577"/>
      <pc:docMkLst>
        <pc:docMk/>
      </pc:docMkLst>
      <pc:sldChg chg="modSp mod ord">
        <pc:chgData name="Ms Alina Arshad" userId="cccdfd85-d35d-4453-9c6f-a463aae40722" providerId="ADAL" clId="{BCBA590E-54B5-40E6-9FC8-1EE861FD549B}" dt="2024-08-26T08:01:33.503" v="11"/>
        <pc:sldMkLst>
          <pc:docMk/>
          <pc:sldMk cId="3846990556" sldId="273"/>
        </pc:sldMkLst>
        <pc:spChg chg="mod">
          <ac:chgData name="Ms Alina Arshad" userId="cccdfd85-d35d-4453-9c6f-a463aae40722" providerId="ADAL" clId="{BCBA590E-54B5-40E6-9FC8-1EE861FD549B}" dt="2024-08-26T08:00:05.570" v="3" actId="207"/>
          <ac:spMkLst>
            <pc:docMk/>
            <pc:sldMk cId="3846990556" sldId="273"/>
            <ac:spMk id="3" creationId="{00000000-0000-0000-0000-000000000000}"/>
          </ac:spMkLst>
        </pc:spChg>
      </pc:sldChg>
      <pc:sldChg chg="modSp mod">
        <pc:chgData name="Ms Alina Arshad" userId="cccdfd85-d35d-4453-9c6f-a463aae40722" providerId="ADAL" clId="{BCBA590E-54B5-40E6-9FC8-1EE861FD549B}" dt="2024-08-27T04:18:26.265" v="252" actId="20577"/>
        <pc:sldMkLst>
          <pc:docMk/>
          <pc:sldMk cId="1062436133" sldId="274"/>
        </pc:sldMkLst>
        <pc:spChg chg="mod">
          <ac:chgData name="Ms Alina Arshad" userId="cccdfd85-d35d-4453-9c6f-a463aae40722" providerId="ADAL" clId="{BCBA590E-54B5-40E6-9FC8-1EE861FD549B}" dt="2024-08-27T04:18:26.265" v="252" actId="20577"/>
          <ac:spMkLst>
            <pc:docMk/>
            <pc:sldMk cId="1062436133" sldId="274"/>
            <ac:spMk id="3" creationId="{00000000-0000-0000-0000-000000000000}"/>
          </ac:spMkLst>
        </pc:spChg>
      </pc:sldChg>
      <pc:sldChg chg="modSp mod">
        <pc:chgData name="Ms Alina Arshad" userId="cccdfd85-d35d-4453-9c6f-a463aae40722" providerId="ADAL" clId="{BCBA590E-54B5-40E6-9FC8-1EE861FD549B}" dt="2024-08-26T08:00:09.741" v="4" actId="207"/>
        <pc:sldMkLst>
          <pc:docMk/>
          <pc:sldMk cId="1434241508" sldId="275"/>
        </pc:sldMkLst>
        <pc:spChg chg="mod">
          <ac:chgData name="Ms Alina Arshad" userId="cccdfd85-d35d-4453-9c6f-a463aae40722" providerId="ADAL" clId="{BCBA590E-54B5-40E6-9FC8-1EE861FD549B}" dt="2024-08-26T08:00:09.741" v="4" actId="207"/>
          <ac:spMkLst>
            <pc:docMk/>
            <pc:sldMk cId="1434241508" sldId="275"/>
            <ac:spMk id="3" creationId="{00000000-0000-0000-0000-000000000000}"/>
          </ac:spMkLst>
        </pc:spChg>
      </pc:sldChg>
      <pc:sldChg chg="addSp modSp mod modNotesTx">
        <pc:chgData name="Ms Alina Arshad" userId="cccdfd85-d35d-4453-9c6f-a463aae40722" providerId="ADAL" clId="{BCBA590E-54B5-40E6-9FC8-1EE861FD549B}" dt="2024-08-26T08:27:24.998" v="158" actId="403"/>
        <pc:sldMkLst>
          <pc:docMk/>
          <pc:sldMk cId="3811117247" sldId="276"/>
        </pc:sldMkLst>
        <pc:spChg chg="add mod">
          <ac:chgData name="Ms Alina Arshad" userId="cccdfd85-d35d-4453-9c6f-a463aae40722" providerId="ADAL" clId="{BCBA590E-54B5-40E6-9FC8-1EE861FD549B}" dt="2024-08-26T08:26:36.025" v="146" actId="1076"/>
          <ac:spMkLst>
            <pc:docMk/>
            <pc:sldMk cId="3811117247" sldId="276"/>
            <ac:spMk id="2" creationId="{30BE0A31-F08A-5844-5E17-200E33BB345A}"/>
          </ac:spMkLst>
        </pc:spChg>
        <pc:spChg chg="mod">
          <ac:chgData name="Ms Alina Arshad" userId="cccdfd85-d35d-4453-9c6f-a463aae40722" providerId="ADAL" clId="{BCBA590E-54B5-40E6-9FC8-1EE861FD549B}" dt="2024-08-26T08:27:11.854" v="154" actId="20577"/>
          <ac:spMkLst>
            <pc:docMk/>
            <pc:sldMk cId="3811117247" sldId="276"/>
            <ac:spMk id="3" creationId="{00000000-0000-0000-0000-000000000000}"/>
          </ac:spMkLst>
        </pc:spChg>
        <pc:spChg chg="add">
          <ac:chgData name="Ms Alina Arshad" userId="cccdfd85-d35d-4453-9c6f-a463aae40722" providerId="ADAL" clId="{BCBA590E-54B5-40E6-9FC8-1EE861FD549B}" dt="2024-08-26T08:26:38.119" v="147"/>
          <ac:spMkLst>
            <pc:docMk/>
            <pc:sldMk cId="3811117247" sldId="276"/>
            <ac:spMk id="5" creationId="{B2728579-CA85-A852-6FF0-9335A3063437}"/>
          </ac:spMkLst>
        </pc:spChg>
        <pc:spChg chg="add mod">
          <ac:chgData name="Ms Alina Arshad" userId="cccdfd85-d35d-4453-9c6f-a463aae40722" providerId="ADAL" clId="{BCBA590E-54B5-40E6-9FC8-1EE861FD549B}" dt="2024-08-26T08:27:24.998" v="158" actId="403"/>
          <ac:spMkLst>
            <pc:docMk/>
            <pc:sldMk cId="3811117247" sldId="276"/>
            <ac:spMk id="6" creationId="{043E1D5A-350F-6570-850F-DFE53BD86885}"/>
          </ac:spMkLst>
        </pc:spChg>
      </pc:sldChg>
      <pc:sldChg chg="modNotesTx">
        <pc:chgData name="Ms Alina Arshad" userId="cccdfd85-d35d-4453-9c6f-a463aae40722" providerId="ADAL" clId="{BCBA590E-54B5-40E6-9FC8-1EE861FD549B}" dt="2024-08-26T08:47:49.708" v="245"/>
        <pc:sldMkLst>
          <pc:docMk/>
          <pc:sldMk cId="2349219484" sldId="290"/>
        </pc:sldMkLst>
      </pc:sldChg>
      <pc:sldChg chg="modSp mod">
        <pc:chgData name="Ms Alina Arshad" userId="cccdfd85-d35d-4453-9c6f-a463aae40722" providerId="ADAL" clId="{BCBA590E-54B5-40E6-9FC8-1EE861FD549B}" dt="2024-08-26T08:48:15.382" v="246" actId="14100"/>
        <pc:sldMkLst>
          <pc:docMk/>
          <pc:sldMk cId="4122508665" sldId="291"/>
        </pc:sldMkLst>
        <pc:spChg chg="mod">
          <ac:chgData name="Ms Alina Arshad" userId="cccdfd85-d35d-4453-9c6f-a463aae40722" providerId="ADAL" clId="{BCBA590E-54B5-40E6-9FC8-1EE861FD549B}" dt="2024-08-26T08:48:15.382" v="246" actId="14100"/>
          <ac:spMkLst>
            <pc:docMk/>
            <pc:sldMk cId="4122508665" sldId="291"/>
            <ac:spMk id="3" creationId="{00000000-0000-0000-0000-000000000000}"/>
          </ac:spMkLst>
        </pc:spChg>
      </pc:sldChg>
      <pc:sldChg chg="ord">
        <pc:chgData name="Ms Alina Arshad" userId="cccdfd85-d35d-4453-9c6f-a463aae40722" providerId="ADAL" clId="{BCBA590E-54B5-40E6-9FC8-1EE861FD549B}" dt="2024-08-26T08:01:23.869" v="9"/>
        <pc:sldMkLst>
          <pc:docMk/>
          <pc:sldMk cId="2844238622" sldId="311"/>
        </pc:sldMkLst>
      </pc:sldChg>
      <pc:sldChg chg="addSp modSp mod">
        <pc:chgData name="Ms Alina Arshad" userId="cccdfd85-d35d-4453-9c6f-a463aae40722" providerId="ADAL" clId="{BCBA590E-54B5-40E6-9FC8-1EE861FD549B}" dt="2024-08-26T08:10:04.173" v="13"/>
        <pc:sldMkLst>
          <pc:docMk/>
          <pc:sldMk cId="0" sldId="363"/>
        </pc:sldMkLst>
        <pc:spChg chg="add">
          <ac:chgData name="Ms Alina Arshad" userId="cccdfd85-d35d-4453-9c6f-a463aae40722" providerId="ADAL" clId="{BCBA590E-54B5-40E6-9FC8-1EE861FD549B}" dt="2024-08-26T08:10:04.173" v="13"/>
          <ac:spMkLst>
            <pc:docMk/>
            <pc:sldMk cId="0" sldId="363"/>
            <ac:spMk id="2" creationId="{778B151E-BF03-D949-FFEB-FBE97D026765}"/>
          </ac:spMkLst>
        </pc:spChg>
        <pc:spChg chg="mod">
          <ac:chgData name="Ms Alina Arshad" userId="cccdfd85-d35d-4453-9c6f-a463aae40722" providerId="ADAL" clId="{BCBA590E-54B5-40E6-9FC8-1EE861FD549B}" dt="2024-08-26T08:01:40.204" v="12" actId="20577"/>
          <ac:spMkLst>
            <pc:docMk/>
            <pc:sldMk cId="0" sldId="363"/>
            <ac:spMk id="36868" creationId="{0BCCDD2B-A68C-AF28-A312-B2896CBBAB1B}"/>
          </ac:spMkLst>
        </pc:spChg>
      </pc:sldChg>
      <pc:sldChg chg="delSp modSp mod">
        <pc:chgData name="Ms Alina Arshad" userId="cccdfd85-d35d-4453-9c6f-a463aae40722" providerId="ADAL" clId="{BCBA590E-54B5-40E6-9FC8-1EE861FD549B}" dt="2024-08-26T08:36:18.575" v="243" actId="255"/>
        <pc:sldMkLst>
          <pc:docMk/>
          <pc:sldMk cId="0" sldId="364"/>
        </pc:sldMkLst>
        <pc:spChg chg="del">
          <ac:chgData name="Ms Alina Arshad" userId="cccdfd85-d35d-4453-9c6f-a463aae40722" providerId="ADAL" clId="{BCBA590E-54B5-40E6-9FC8-1EE861FD549B}" dt="2024-08-26T08:33:09.713" v="211" actId="478"/>
          <ac:spMkLst>
            <pc:docMk/>
            <pc:sldMk cId="0" sldId="364"/>
            <ac:spMk id="38914" creationId="{77CC0C1D-A177-FAB4-7A9A-A975B707FB04}"/>
          </ac:spMkLst>
        </pc:spChg>
        <pc:spChg chg="mod">
          <ac:chgData name="Ms Alina Arshad" userId="cccdfd85-d35d-4453-9c6f-a463aae40722" providerId="ADAL" clId="{BCBA590E-54B5-40E6-9FC8-1EE861FD549B}" dt="2024-08-26T08:36:18.575" v="243" actId="255"/>
          <ac:spMkLst>
            <pc:docMk/>
            <pc:sldMk cId="0" sldId="364"/>
            <ac:spMk id="38916" creationId="{D8FCABD0-D270-2805-11F3-BBEBD03B024B}"/>
          </ac:spMkLst>
        </pc:spChg>
      </pc:sldChg>
      <pc:sldChg chg="addSp delSp modSp new mod">
        <pc:chgData name="Ms Alina Arshad" userId="cccdfd85-d35d-4453-9c6f-a463aae40722" providerId="ADAL" clId="{BCBA590E-54B5-40E6-9FC8-1EE861FD549B}" dt="2024-08-26T08:23:24.794" v="126" actId="403"/>
        <pc:sldMkLst>
          <pc:docMk/>
          <pc:sldMk cId="2044861486" sldId="391"/>
        </pc:sldMkLst>
        <pc:spChg chg="mod">
          <ac:chgData name="Ms Alina Arshad" userId="cccdfd85-d35d-4453-9c6f-a463aae40722" providerId="ADAL" clId="{BCBA590E-54B5-40E6-9FC8-1EE861FD549B}" dt="2024-08-26T08:11:54.225" v="32" actId="113"/>
          <ac:spMkLst>
            <pc:docMk/>
            <pc:sldMk cId="2044861486" sldId="391"/>
            <ac:spMk id="2" creationId="{118B7DC4-A251-AC0D-002D-7DADFEEEAB88}"/>
          </ac:spMkLst>
        </pc:spChg>
        <pc:spChg chg="del">
          <ac:chgData name="Ms Alina Arshad" userId="cccdfd85-d35d-4453-9c6f-a463aae40722" providerId="ADAL" clId="{BCBA590E-54B5-40E6-9FC8-1EE861FD549B}" dt="2024-08-26T08:10:13.750" v="15"/>
          <ac:spMkLst>
            <pc:docMk/>
            <pc:sldMk cId="2044861486" sldId="391"/>
            <ac:spMk id="3" creationId="{1E44F761-9220-0DFF-1082-C853B3C09959}"/>
          </ac:spMkLst>
        </pc:spChg>
        <pc:spChg chg="add mod">
          <ac:chgData name="Ms Alina Arshad" userId="cccdfd85-d35d-4453-9c6f-a463aae40722" providerId="ADAL" clId="{BCBA590E-54B5-40E6-9FC8-1EE861FD549B}" dt="2024-08-26T08:23:24.794" v="126" actId="403"/>
          <ac:spMkLst>
            <pc:docMk/>
            <pc:sldMk cId="2044861486" sldId="391"/>
            <ac:spMk id="4" creationId="{58A80029-D8E0-93A1-BBB7-B30939B0FE16}"/>
          </ac:spMkLst>
        </pc:spChg>
      </pc:sldChg>
      <pc:sldChg chg="modSp new mod">
        <pc:chgData name="Ms Alina Arshad" userId="cccdfd85-d35d-4453-9c6f-a463aae40722" providerId="ADAL" clId="{BCBA590E-54B5-40E6-9FC8-1EE861FD549B}" dt="2024-08-26T08:19:46.488" v="107" actId="113"/>
        <pc:sldMkLst>
          <pc:docMk/>
          <pc:sldMk cId="64326949" sldId="392"/>
        </pc:sldMkLst>
        <pc:spChg chg="mod">
          <ac:chgData name="Ms Alina Arshad" userId="cccdfd85-d35d-4453-9c6f-a463aae40722" providerId="ADAL" clId="{BCBA590E-54B5-40E6-9FC8-1EE861FD549B}" dt="2024-08-26T08:19:06.143" v="104" actId="1076"/>
          <ac:spMkLst>
            <pc:docMk/>
            <pc:sldMk cId="64326949" sldId="392"/>
            <ac:spMk id="2" creationId="{024639D9-9C76-FCC8-8E82-616610256BC4}"/>
          </ac:spMkLst>
        </pc:spChg>
        <pc:spChg chg="mod">
          <ac:chgData name="Ms Alina Arshad" userId="cccdfd85-d35d-4453-9c6f-a463aae40722" providerId="ADAL" clId="{BCBA590E-54B5-40E6-9FC8-1EE861FD549B}" dt="2024-08-26T08:19:46.488" v="107" actId="113"/>
          <ac:spMkLst>
            <pc:docMk/>
            <pc:sldMk cId="64326949" sldId="392"/>
            <ac:spMk id="3" creationId="{3B867A36-9A3B-BC57-0D47-8ADBA4654B37}"/>
          </ac:spMkLst>
        </pc:spChg>
      </pc:sldChg>
      <pc:sldChg chg="new del">
        <pc:chgData name="Ms Alina Arshad" userId="cccdfd85-d35d-4453-9c6f-a463aae40722" providerId="ADAL" clId="{BCBA590E-54B5-40E6-9FC8-1EE861FD549B}" dt="2024-08-26T08:18:27.871" v="91" actId="47"/>
        <pc:sldMkLst>
          <pc:docMk/>
          <pc:sldMk cId="4111105523" sldId="392"/>
        </pc:sldMkLst>
      </pc:sldChg>
      <pc:sldChg chg="addSp modSp new mod">
        <pc:chgData name="Ms Alina Arshad" userId="cccdfd85-d35d-4453-9c6f-a463aae40722" providerId="ADAL" clId="{BCBA590E-54B5-40E6-9FC8-1EE861FD549B}" dt="2024-08-26T08:28:15.217" v="171" actId="1076"/>
        <pc:sldMkLst>
          <pc:docMk/>
          <pc:sldMk cId="705896138" sldId="393"/>
        </pc:sldMkLst>
        <pc:spChg chg="mod">
          <ac:chgData name="Ms Alina Arshad" userId="cccdfd85-d35d-4453-9c6f-a463aae40722" providerId="ADAL" clId="{BCBA590E-54B5-40E6-9FC8-1EE861FD549B}" dt="2024-08-26T08:26:13.772" v="142"/>
          <ac:spMkLst>
            <pc:docMk/>
            <pc:sldMk cId="705896138" sldId="393"/>
            <ac:spMk id="2" creationId="{E165008C-1AE5-4143-7F76-3826CFF4BF75}"/>
          </ac:spMkLst>
        </pc:spChg>
        <pc:spChg chg="mod">
          <ac:chgData name="Ms Alina Arshad" userId="cccdfd85-d35d-4453-9c6f-a463aae40722" providerId="ADAL" clId="{BCBA590E-54B5-40E6-9FC8-1EE861FD549B}" dt="2024-08-26T08:27:57.898" v="165" actId="1076"/>
          <ac:spMkLst>
            <pc:docMk/>
            <pc:sldMk cId="705896138" sldId="393"/>
            <ac:spMk id="3" creationId="{A981D506-7579-9A7B-3FCE-1DBD7223E27F}"/>
          </ac:spMkLst>
        </pc:spChg>
        <pc:spChg chg="add mod">
          <ac:chgData name="Ms Alina Arshad" userId="cccdfd85-d35d-4453-9c6f-a463aae40722" providerId="ADAL" clId="{BCBA590E-54B5-40E6-9FC8-1EE861FD549B}" dt="2024-08-26T08:28:15.217" v="171" actId="1076"/>
          <ac:spMkLst>
            <pc:docMk/>
            <pc:sldMk cId="705896138" sldId="393"/>
            <ac:spMk id="4" creationId="{B729148F-BC2B-1EF6-C1E2-F4FD66F3D896}"/>
          </ac:spMkLst>
        </pc:spChg>
      </pc:sldChg>
      <pc:sldChg chg="modSp new del mod">
        <pc:chgData name="Ms Alina Arshad" userId="cccdfd85-d35d-4453-9c6f-a463aae40722" providerId="ADAL" clId="{BCBA590E-54B5-40E6-9FC8-1EE861FD549B}" dt="2024-08-26T08:22:21.483" v="114" actId="47"/>
        <pc:sldMkLst>
          <pc:docMk/>
          <pc:sldMk cId="4240255194" sldId="393"/>
        </pc:sldMkLst>
        <pc:spChg chg="mod">
          <ac:chgData name="Ms Alina Arshad" userId="cccdfd85-d35d-4453-9c6f-a463aae40722" providerId="ADAL" clId="{BCBA590E-54B5-40E6-9FC8-1EE861FD549B}" dt="2024-08-26T08:21:58.898" v="110" actId="21"/>
          <ac:spMkLst>
            <pc:docMk/>
            <pc:sldMk cId="4240255194" sldId="393"/>
            <ac:spMk id="3" creationId="{1F1A7D1C-F3DA-4870-54F3-08532298C4CF}"/>
          </ac:spMkLst>
        </pc:spChg>
      </pc:sldChg>
      <pc:sldChg chg="addSp delSp modSp new mod">
        <pc:chgData name="Ms Alina Arshad" userId="cccdfd85-d35d-4453-9c6f-a463aae40722" providerId="ADAL" clId="{BCBA590E-54B5-40E6-9FC8-1EE861FD549B}" dt="2024-08-26T08:31:20.376" v="210" actId="1076"/>
        <pc:sldMkLst>
          <pc:docMk/>
          <pc:sldMk cId="1834176997" sldId="394"/>
        </pc:sldMkLst>
        <pc:spChg chg="mod">
          <ac:chgData name="Ms Alina Arshad" userId="cccdfd85-d35d-4453-9c6f-a463aae40722" providerId="ADAL" clId="{BCBA590E-54B5-40E6-9FC8-1EE861FD549B}" dt="2024-08-26T08:31:20.376" v="210" actId="1076"/>
          <ac:spMkLst>
            <pc:docMk/>
            <pc:sldMk cId="1834176997" sldId="394"/>
            <ac:spMk id="2" creationId="{87DB683D-8B10-8C72-550A-D9E9006D44DB}"/>
          </ac:spMkLst>
        </pc:spChg>
        <pc:spChg chg="del">
          <ac:chgData name="Ms Alina Arshad" userId="cccdfd85-d35d-4453-9c6f-a463aae40722" providerId="ADAL" clId="{BCBA590E-54B5-40E6-9FC8-1EE861FD549B}" dt="2024-08-26T08:29:03.772" v="173"/>
          <ac:spMkLst>
            <pc:docMk/>
            <pc:sldMk cId="1834176997" sldId="394"/>
            <ac:spMk id="3" creationId="{5376CEB2-E83D-23DC-174C-B6809E5DBD38}"/>
          </ac:spMkLst>
        </pc:spChg>
        <pc:spChg chg="add del mod">
          <ac:chgData name="Ms Alina Arshad" userId="cccdfd85-d35d-4453-9c6f-a463aae40722" providerId="ADAL" clId="{BCBA590E-54B5-40E6-9FC8-1EE861FD549B}" dt="2024-08-26T08:29:07.594" v="174" actId="478"/>
          <ac:spMkLst>
            <pc:docMk/>
            <pc:sldMk cId="1834176997" sldId="394"/>
            <ac:spMk id="4" creationId="{8EF23FFC-DBDC-DB8E-8136-826DADC73667}"/>
          </ac:spMkLst>
        </pc:spChg>
        <pc:spChg chg="add del mod">
          <ac:chgData name="Ms Alina Arshad" userId="cccdfd85-d35d-4453-9c6f-a463aae40722" providerId="ADAL" clId="{BCBA590E-54B5-40E6-9FC8-1EE861FD549B}" dt="2024-08-26T08:29:09.386" v="175" actId="478"/>
          <ac:spMkLst>
            <pc:docMk/>
            <pc:sldMk cId="1834176997" sldId="394"/>
            <ac:spMk id="5" creationId="{D7A17B51-F5AB-816C-0B89-DF71C861B2D7}"/>
          </ac:spMkLst>
        </pc:spChg>
        <pc:spChg chg="add mod">
          <ac:chgData name="Ms Alina Arshad" userId="cccdfd85-d35d-4453-9c6f-a463aae40722" providerId="ADAL" clId="{BCBA590E-54B5-40E6-9FC8-1EE861FD549B}" dt="2024-08-26T08:31:02.130" v="206" actId="1076"/>
          <ac:spMkLst>
            <pc:docMk/>
            <pc:sldMk cId="1834176997" sldId="394"/>
            <ac:spMk id="6" creationId="{6D11BF51-FA1F-FA5D-A2F3-EC243824F8B0}"/>
          </ac:spMkLst>
        </pc:spChg>
      </pc:sldChg>
    </pc:docChg>
  </pc:docChgLst>
  <pc:docChgLst>
    <pc:chgData name="Ms Alina Arshad" userId="cccdfd85-d35d-4453-9c6f-a463aae40722" providerId="ADAL" clId="{50E69357-5E23-4FBE-AA9F-C2B9B50813BF}"/>
    <pc:docChg chg="modSld">
      <pc:chgData name="Ms Alina Arshad" userId="cccdfd85-d35d-4453-9c6f-a463aae40722" providerId="ADAL" clId="{50E69357-5E23-4FBE-AA9F-C2B9B50813BF}" dt="2024-08-31T12:20:43.085" v="14" actId="1076"/>
      <pc:docMkLst>
        <pc:docMk/>
      </pc:docMkLst>
      <pc:sldChg chg="modSp mod">
        <pc:chgData name="Ms Alina Arshad" userId="cccdfd85-d35d-4453-9c6f-a463aae40722" providerId="ADAL" clId="{50E69357-5E23-4FBE-AA9F-C2B9B50813BF}" dt="2024-08-31T12:20:43.085" v="14" actId="1076"/>
        <pc:sldMkLst>
          <pc:docMk/>
          <pc:sldMk cId="3322361034" sldId="256"/>
        </pc:sldMkLst>
        <pc:spChg chg="mod">
          <ac:chgData name="Ms Alina Arshad" userId="cccdfd85-d35d-4453-9c6f-a463aae40722" providerId="ADAL" clId="{50E69357-5E23-4FBE-AA9F-C2B9B50813BF}" dt="2024-08-31T12:20:36.744" v="12"/>
          <ac:spMkLst>
            <pc:docMk/>
            <pc:sldMk cId="3322361034" sldId="256"/>
            <ac:spMk id="3" creationId="{44E9F82C-BBA7-3495-1097-BEDB54FFFDF4}"/>
          </ac:spMkLst>
        </pc:spChg>
        <pc:spChg chg="mod">
          <ac:chgData name="Ms Alina Arshad" userId="cccdfd85-d35d-4453-9c6f-a463aae40722" providerId="ADAL" clId="{50E69357-5E23-4FBE-AA9F-C2B9B50813BF}" dt="2024-08-31T12:20:43.085" v="14" actId="1076"/>
          <ac:spMkLst>
            <pc:docMk/>
            <pc:sldMk cId="3322361034" sldId="256"/>
            <ac:spMk id="5" creationId="{75DE143E-53E3-798D-07E7-8D85DD770A9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8/31/2024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DBMS must provide appropriate languages and interfaces for each category of users. In this section we discuss the types of languages and interfaces provided by a DBMS and the user categories targeted by each interface.</a:t>
            </a:r>
          </a:p>
          <a:p>
            <a:endParaRPr lang="en-US" dirty="0"/>
          </a:p>
          <a:p>
            <a:endParaRPr lang="en-US" dirty="0"/>
          </a:p>
          <a:p>
            <a:endParaRPr lang="en-US" dirty="0"/>
          </a:p>
          <a:p>
            <a:r>
              <a:rPr lang="en-US" dirty="0"/>
              <a:t>In DBMSs where a clear separation is maintained between the conceptual and</a:t>
            </a:r>
            <a:r>
              <a:rPr lang="en-US" baseline="0" dirty="0"/>
              <a:t> </a:t>
            </a:r>
            <a:r>
              <a:rPr lang="en-US" dirty="0"/>
              <a:t>internal levels, the DDL is used to specify the conceptual schema only. Another</a:t>
            </a:r>
            <a:r>
              <a:rPr lang="en-US" baseline="0" dirty="0"/>
              <a:t> </a:t>
            </a:r>
            <a:r>
              <a:rPr lang="en-US" dirty="0"/>
              <a:t>language, the storage definition language (SDL), is used to specify the internal</a:t>
            </a:r>
          </a:p>
          <a:p>
            <a:r>
              <a:rPr lang="en-US" dirty="0"/>
              <a:t>schema. The mappings between the two schemas may be specified in either one of</a:t>
            </a:r>
            <a:r>
              <a:rPr lang="en-US" baseline="0" dirty="0"/>
              <a:t> </a:t>
            </a:r>
            <a:r>
              <a:rPr lang="en-US" dirty="0"/>
              <a:t>these languages.</a:t>
            </a:r>
            <a:r>
              <a:rPr lang="en-US" baseline="0" dirty="0"/>
              <a:t> </a:t>
            </a:r>
            <a:r>
              <a:rPr lang="en-US" sz="1200" b="0" i="0" u="none" strike="noStrike" kern="1200" baseline="0" dirty="0">
                <a:solidFill>
                  <a:schemeClr val="tx1"/>
                </a:solidFill>
                <a:latin typeface="+mn-lt"/>
                <a:ea typeface="+mn-ea"/>
                <a:cs typeface="+mn-cs"/>
              </a:rPr>
              <a:t>In most relational DBMSs today, there </a:t>
            </a:r>
            <a:r>
              <a:rPr lang="en-US" sz="1200" b="0" i="1" u="none" strike="noStrike" kern="1200" baseline="0" dirty="0">
                <a:solidFill>
                  <a:schemeClr val="tx1"/>
                </a:solidFill>
                <a:latin typeface="+mn-lt"/>
                <a:ea typeface="+mn-ea"/>
                <a:cs typeface="+mn-cs"/>
              </a:rPr>
              <a:t>is no specific language </a:t>
            </a:r>
            <a:r>
              <a:rPr lang="en-US" sz="1200" b="0" i="0" u="none" strike="noStrike" kern="1200" baseline="0" dirty="0">
                <a:solidFill>
                  <a:schemeClr val="tx1"/>
                </a:solidFill>
                <a:latin typeface="+mn-lt"/>
                <a:ea typeface="+mn-ea"/>
                <a:cs typeface="+mn-cs"/>
              </a:rPr>
              <a:t>that performs the role of SDL.</a:t>
            </a:r>
          </a:p>
          <a:p>
            <a:r>
              <a:rPr lang="en-US" dirty="0"/>
              <a:t>In most relational DBMSs today, there is no specific language that</a:t>
            </a:r>
            <a:r>
              <a:rPr lang="en-US" baseline="0" dirty="0"/>
              <a:t> </a:t>
            </a:r>
            <a:r>
              <a:rPr lang="en-US" dirty="0"/>
              <a:t>performs the role of SDL. Instead, the internal schema is specified by a combination</a:t>
            </a:r>
            <a:r>
              <a:rPr lang="en-US" baseline="0" dirty="0"/>
              <a:t> </a:t>
            </a:r>
            <a:r>
              <a:rPr lang="en-US" dirty="0"/>
              <a:t>of functions, parameters, and specifications related to storage of files. These permit</a:t>
            </a:r>
            <a:r>
              <a:rPr lang="en-US" baseline="0" dirty="0"/>
              <a:t> </a:t>
            </a:r>
            <a:r>
              <a:rPr lang="en-US" dirty="0"/>
              <a:t>the DBA staff to control indexing choices and mapping of data to storage. For a true</a:t>
            </a:r>
            <a:r>
              <a:rPr lang="en-US" baseline="0" dirty="0"/>
              <a:t> </a:t>
            </a:r>
            <a:r>
              <a:rPr lang="en-US" dirty="0"/>
              <a:t>three-schema architecture, we would need a third language, the view definition</a:t>
            </a:r>
            <a:r>
              <a:rPr lang="en-US" baseline="0" dirty="0"/>
              <a:t> </a:t>
            </a:r>
            <a:r>
              <a:rPr lang="en-US" dirty="0"/>
              <a:t>language (VDL), o specify user views and their mappings to the conceptual schema, but </a:t>
            </a:r>
            <a:r>
              <a:rPr lang="en-US" b="1" dirty="0"/>
              <a:t>in most DBMSs the DDL is used to define both conceptual and external schemas</a:t>
            </a:r>
            <a:r>
              <a:rPr lang="en-US" dirty="0"/>
              <a:t>. In relational DBMSs, </a:t>
            </a:r>
            <a:r>
              <a:rPr lang="en-US" b="1" dirty="0"/>
              <a:t>SQL is used in the role of VDL to define user or application views as results of predefined queries.</a:t>
            </a:r>
          </a:p>
        </p:txBody>
      </p:sp>
      <p:sp>
        <p:nvSpPr>
          <p:cNvPr id="4" name="Slide Number Placeholder 3"/>
          <p:cNvSpPr>
            <a:spLocks noGrp="1"/>
          </p:cNvSpPr>
          <p:nvPr>
            <p:ph type="sldNum" sz="quarter" idx="10"/>
          </p:nvPr>
        </p:nvSpPr>
        <p:spPr/>
        <p:txBody>
          <a:bodyPr/>
          <a:lstStyle/>
          <a:p>
            <a:fld id="{DD68FAB8-D027-483B-9A12-654DDCA05DE7}" type="slidenum">
              <a:rPr lang="en-US" smtClean="0"/>
              <a:t>3</a:t>
            </a:fld>
            <a:endParaRPr lang="en-US"/>
          </a:p>
        </p:txBody>
      </p:sp>
    </p:spTree>
    <p:extLst>
      <p:ext uri="{BB962C8B-B14F-4D97-AF65-F5344CB8AC3E}">
        <p14:creationId xmlns:p14="http://schemas.microsoft.com/office/powerpoint/2010/main" val="3299368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D0CA55B7-1424-76C5-9D34-72D49231F4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B8746275-687D-43C4-8D46-7551731B6CDF}" type="slidenum">
              <a:rPr lang="en-CA" altLang="en-US" sz="1200">
                <a:latin typeface="Tahoma" panose="020B0604030504040204" pitchFamily="34" charset="0"/>
              </a:rPr>
              <a:pPr/>
              <a:t>5</a:t>
            </a:fld>
            <a:endParaRPr lang="en-CA" altLang="en-US" sz="1200">
              <a:latin typeface="Tahoma" panose="020B0604030504040204" pitchFamily="34" charset="0"/>
            </a:endParaRPr>
          </a:p>
        </p:txBody>
      </p:sp>
      <p:sp>
        <p:nvSpPr>
          <p:cNvPr id="37891" name="Rectangle 2">
            <a:extLst>
              <a:ext uri="{FF2B5EF4-FFF2-40B4-BE49-F238E27FC236}">
                <a16:creationId xmlns:a16="http://schemas.microsoft.com/office/drawing/2014/main" id="{2630073E-B74D-FC82-99F7-5019784E0EE4}"/>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B019EA59-8924-7B3C-D124-AAB9962D63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Whenever DML commands, whether high level or low level, are embedded in a</a:t>
            </a:r>
            <a:r>
              <a:rPr lang="en-US" baseline="0" dirty="0"/>
              <a:t> </a:t>
            </a:r>
            <a:r>
              <a:rPr lang="en-US" dirty="0"/>
              <a:t>general-purpose programming language, that language is called the host language</a:t>
            </a:r>
            <a:r>
              <a:rPr lang="en-US" baseline="0" dirty="0"/>
              <a:t> </a:t>
            </a:r>
            <a:r>
              <a:rPr lang="en-US" dirty="0"/>
              <a:t>and the DML is called the data sublanguage.</a:t>
            </a:r>
            <a:r>
              <a:rPr lang="en-US" baseline="0" dirty="0"/>
              <a:t> </a:t>
            </a:r>
            <a:r>
              <a:rPr lang="en-US" dirty="0"/>
              <a:t>On the other hand, a high-level</a:t>
            </a:r>
            <a:r>
              <a:rPr lang="en-US" baseline="0" dirty="0"/>
              <a:t> </a:t>
            </a:r>
            <a:r>
              <a:rPr lang="en-US" dirty="0"/>
              <a:t>DML used in a standalone interactive manner is called a query language. In general,</a:t>
            </a:r>
            <a:r>
              <a:rPr lang="en-US" baseline="0" dirty="0"/>
              <a:t> </a:t>
            </a:r>
            <a:r>
              <a:rPr lang="en-US" dirty="0"/>
              <a:t>both retrieval and update commands of a high-level DML may be used interactively</a:t>
            </a:r>
            <a:r>
              <a:rPr lang="en-US" baseline="0" dirty="0"/>
              <a:t> </a:t>
            </a:r>
            <a:r>
              <a:rPr lang="en-US" dirty="0"/>
              <a:t>and are hence considered part of the query language.</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Casual end users typically use a </a:t>
            </a:r>
            <a:r>
              <a:rPr lang="en-US" sz="1200" b="1" i="0" u="none" strike="noStrike" kern="1200" baseline="0" dirty="0">
                <a:solidFill>
                  <a:schemeClr val="tx1"/>
                </a:solidFill>
                <a:latin typeface="+mn-lt"/>
                <a:ea typeface="+mn-ea"/>
                <a:cs typeface="+mn-cs"/>
              </a:rPr>
              <a:t>high-level query language to specify their requests</a:t>
            </a:r>
            <a:r>
              <a:rPr lang="en-US" sz="1200" b="0" i="0" u="none" strike="noStrike" kern="1200" baseline="0" dirty="0">
                <a:solidFill>
                  <a:schemeClr val="tx1"/>
                </a:solidFill>
                <a:latin typeface="+mn-lt"/>
                <a:ea typeface="+mn-ea"/>
                <a:cs typeface="+mn-cs"/>
              </a:rPr>
              <a:t>, whereas </a:t>
            </a:r>
            <a:r>
              <a:rPr lang="en-US" sz="1200" b="1" i="0" u="none" strike="noStrike" kern="1200" baseline="0" dirty="0">
                <a:solidFill>
                  <a:schemeClr val="tx1"/>
                </a:solidFill>
                <a:latin typeface="+mn-lt"/>
                <a:ea typeface="+mn-ea"/>
                <a:cs typeface="+mn-cs"/>
              </a:rPr>
              <a:t>programmers use the DML in its embedded form</a:t>
            </a:r>
            <a:r>
              <a:rPr lang="en-US" sz="1200" b="0" i="0" u="none" strike="noStrike" kern="1200" baseline="0" dirty="0">
                <a:solidFill>
                  <a:schemeClr val="tx1"/>
                </a:solidFill>
                <a:latin typeface="+mn-lt"/>
                <a:ea typeface="+mn-ea"/>
                <a:cs typeface="+mn-cs"/>
              </a:rPr>
              <a:t>. For naive and parametric users, there usually are </a:t>
            </a:r>
            <a:r>
              <a:rPr lang="en-US" sz="1200" b="1" i="0" u="none" strike="noStrike" kern="1200" baseline="0" dirty="0">
                <a:solidFill>
                  <a:schemeClr val="tx1"/>
                </a:solidFill>
                <a:latin typeface="+mn-lt"/>
                <a:ea typeface="+mn-ea"/>
                <a:cs typeface="+mn-cs"/>
              </a:rPr>
              <a:t>user-friendly interfaces </a:t>
            </a:r>
            <a:r>
              <a:rPr lang="en-US" sz="1200" b="0" i="0" u="none" strike="noStrike" kern="1200" baseline="0" dirty="0">
                <a:solidFill>
                  <a:schemeClr val="tx1"/>
                </a:solidFill>
                <a:latin typeface="+mn-lt"/>
                <a:ea typeface="+mn-ea"/>
                <a:cs typeface="+mn-cs"/>
              </a:rPr>
              <a:t>for interacting with the database; these can also be used by casual users or others who do not want to learn the details of a high-level query language. </a:t>
            </a:r>
            <a:endParaRPr lang="en-US" dirty="0"/>
          </a:p>
        </p:txBody>
      </p:sp>
      <p:sp>
        <p:nvSpPr>
          <p:cNvPr id="4" name="Slide Number Placeholder 3"/>
          <p:cNvSpPr>
            <a:spLocks noGrp="1"/>
          </p:cNvSpPr>
          <p:nvPr>
            <p:ph type="sldNum" sz="quarter" idx="10"/>
          </p:nvPr>
        </p:nvSpPr>
        <p:spPr/>
        <p:txBody>
          <a:bodyPr/>
          <a:lstStyle/>
          <a:p>
            <a:fld id="{DD68FAB8-D027-483B-9A12-654DDCA05DE7}" type="slidenum">
              <a:rPr lang="en-US" smtClean="0"/>
              <a:t>7</a:t>
            </a:fld>
            <a:endParaRPr lang="en-US"/>
          </a:p>
        </p:txBody>
      </p:sp>
    </p:spTree>
    <p:extLst>
      <p:ext uri="{BB962C8B-B14F-4D97-AF65-F5344CB8AC3E}">
        <p14:creationId xmlns:p14="http://schemas.microsoft.com/office/powerpoint/2010/main" val="41348220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Grant get access</a:t>
            </a:r>
            <a:br>
              <a:rPr lang="en-US" dirty="0"/>
            </a:br>
            <a:r>
              <a:rPr lang="en-US" dirty="0"/>
              <a:t>revoke mean no access </a:t>
            </a:r>
          </a:p>
        </p:txBody>
      </p:sp>
      <p:sp>
        <p:nvSpPr>
          <p:cNvPr id="4" name="Slide Number Placeholder 3"/>
          <p:cNvSpPr>
            <a:spLocks noGrp="1"/>
          </p:cNvSpPr>
          <p:nvPr>
            <p:ph type="sldNum" sz="quarter" idx="5"/>
          </p:nvPr>
        </p:nvSpPr>
        <p:spPr/>
        <p:txBody>
          <a:bodyPr/>
          <a:lstStyle/>
          <a:p>
            <a:fld id="{DC4BEA5B-0F90-491B-8570-2B3910989086}" type="slidenum">
              <a:rPr lang="en-US" smtClean="0"/>
              <a:t>8</a:t>
            </a:fld>
            <a:endParaRPr lang="en-US"/>
          </a:p>
        </p:txBody>
      </p:sp>
    </p:spTree>
    <p:extLst>
      <p:ext uri="{BB962C8B-B14F-4D97-AF65-F5344CB8AC3E}">
        <p14:creationId xmlns:p14="http://schemas.microsoft.com/office/powerpoint/2010/main" val="8495580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Once the database schemas are compiled and the database is populated with data, users must have some means to manipulate the database. Typical manipulations include retrieval, insertion, deletion, and modification of the data. The DBMS provides a set of operations or a language called the data manipulation language (DML) for these purposes.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In current DBMSs, the preceding types of languages are usually not considered distinct languages; rather, a comprehensive integrated language is used that includes constructs for conceptual schema definition, view definition, and data manipulation. Storage definition is typically kept separate, since it is used for defining physical storage structures to fine-tune the performance of the database system, which is usually done by the DBA staff. A typical example of a comprehensive database language is the SQL relational </a:t>
            </a:r>
            <a:r>
              <a:rPr lang="en-US"/>
              <a:t>database language, </a:t>
            </a:r>
            <a:r>
              <a:rPr lang="en-US" dirty="0"/>
              <a:t>which represents a combination of DDL, VDL, and DML, as well as statements for constraint specification, schema evolution, and many other features. The SDL was a component in early versions of SQL but has been removed from the language to keep it at the conceptual and external levels only.</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SDL was a component</a:t>
            </a:r>
            <a:r>
              <a:rPr lang="en-US" baseline="0" dirty="0"/>
              <a:t> </a:t>
            </a:r>
            <a:r>
              <a:rPr lang="en-US" dirty="0"/>
              <a:t>in early versions of SQL but has been removed from the language to keep it at</a:t>
            </a:r>
            <a:r>
              <a:rPr lang="en-US" baseline="0" dirty="0"/>
              <a:t> </a:t>
            </a:r>
            <a:r>
              <a:rPr lang="en-US" dirty="0"/>
              <a:t>the conceptual and external levels only.</a:t>
            </a:r>
          </a:p>
          <a:p>
            <a:endParaRPr lang="en-US" dirty="0"/>
          </a:p>
        </p:txBody>
      </p:sp>
      <p:sp>
        <p:nvSpPr>
          <p:cNvPr id="4" name="Slide Number Placeholder 3"/>
          <p:cNvSpPr>
            <a:spLocks noGrp="1"/>
          </p:cNvSpPr>
          <p:nvPr>
            <p:ph type="sldNum" sz="quarter" idx="10"/>
          </p:nvPr>
        </p:nvSpPr>
        <p:spPr/>
        <p:txBody>
          <a:bodyPr/>
          <a:lstStyle/>
          <a:p>
            <a:fld id="{DD68FAB8-D027-483B-9A12-654DDCA05DE7}" type="slidenum">
              <a:rPr lang="en-US" smtClean="0"/>
              <a:t>11</a:t>
            </a:fld>
            <a:endParaRPr lang="en-US"/>
          </a:p>
        </p:txBody>
      </p:sp>
    </p:spTree>
    <p:extLst>
      <p:ext uri="{BB962C8B-B14F-4D97-AF65-F5344CB8AC3E}">
        <p14:creationId xmlns:p14="http://schemas.microsoft.com/office/powerpoint/2010/main" val="34662343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95E8F4F-7B5F-17D4-C3E5-CAD922CF51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373D9C9-4413-499B-943A-C6B4B1C359F8}" type="slidenum">
              <a:rPr lang="en-CA" altLang="en-US" sz="1200">
                <a:latin typeface="Tahoma" panose="020B0604030504040204" pitchFamily="34" charset="0"/>
              </a:rPr>
              <a:pPr/>
              <a:t>12</a:t>
            </a:fld>
            <a:endParaRPr lang="en-CA" altLang="en-US" sz="1200">
              <a:latin typeface="Tahoma" panose="020B0604030504040204" pitchFamily="34" charset="0"/>
            </a:endParaRPr>
          </a:p>
        </p:txBody>
      </p:sp>
      <p:sp>
        <p:nvSpPr>
          <p:cNvPr id="39939" name="Rectangle 2">
            <a:extLst>
              <a:ext uri="{FF2B5EF4-FFF2-40B4-BE49-F238E27FC236}">
                <a16:creationId xmlns:a16="http://schemas.microsoft.com/office/drawing/2014/main" id="{9CE7729A-46B5-CC60-1D6F-83C0890E56DC}"/>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5E79837D-3B41-6FB7-1F51-C5124BE995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Menu-based Interfaces for Web Clients or Browsing</a:t>
            </a:r>
          </a:p>
          <a:p>
            <a:r>
              <a:rPr lang="en-US" dirty="0"/>
              <a:t>User-friendly interfaces provided by a DBMS may include the following: Menu-based Interfaces for Web Clients or Browsing. These interfaces present the user with lists of options (called menus) that lead the user through the formulation of a request. Menus do away with the need to memorize the specific commands and syntax of a query language; rather, the query is composed step-</a:t>
            </a:r>
            <a:r>
              <a:rPr lang="en-US" dirty="0" err="1"/>
              <a:t>bystep</a:t>
            </a:r>
            <a:r>
              <a:rPr lang="en-US" dirty="0"/>
              <a:t> by picking options from a menu that is displayed by the system. Pull-down menus are a very popular technique in Web-based user interfaces. They are also often used in browsing interfaces, which allow a user to look through the contents of a database in an exploratory and unstructured manner. </a:t>
            </a:r>
          </a:p>
          <a:p>
            <a:endParaRPr lang="en-US" dirty="0"/>
          </a:p>
          <a:p>
            <a:r>
              <a:rPr lang="en-US" b="1" dirty="0"/>
              <a:t>Apps for Mobile Devices</a:t>
            </a:r>
            <a:r>
              <a:rPr lang="en-US" dirty="0"/>
              <a:t>. These interfaces present mobile users with access to their data. For example, banking, reservations, and insurance companies, among many others, provide apps that allow users to access their data through a mobile phone or mobile device. The apps have built-in programmed interfaces that typically allow users to login using their account name and password; the apps then provide a limited menu of options for mobile access to the user data, as well as options such as paying bills (for banks) or making reservations (for reservation Web sites). </a:t>
            </a:r>
          </a:p>
          <a:p>
            <a:endParaRPr lang="en-US" dirty="0"/>
          </a:p>
          <a:p>
            <a:r>
              <a:rPr lang="en-US" b="1" dirty="0"/>
              <a:t>Forms-based Interfaces</a:t>
            </a:r>
            <a:r>
              <a:rPr lang="en-US" dirty="0"/>
              <a:t>. A forms-based interface displays a form to each user. Users can fill out all of the form </a:t>
            </a:r>
            <a:r>
              <a:rPr lang="en-US" b="1" dirty="0"/>
              <a:t>entries to insert new data, or they can fill out only certain entries</a:t>
            </a:r>
            <a:r>
              <a:rPr lang="en-US" dirty="0"/>
              <a:t>, in which case the DBMS will retrieve matching data for the remaining entries. Forms are usually designed and programmed for naive users as interfaces to canned transactions. Many DBMSs have forms specification languages, which are special languages that help programmers specify such forms. SQL*Forms is a form-based language that specifies queries using a form designed in conjunction with the relational database schema. Oracle Forms is a component of the Oracle product suite that provides an extensive set of features to design and build applications using forms. Some systems have utilities that define a form by letting the end user interactively construct a sample form on the screen. </a:t>
            </a:r>
          </a:p>
          <a:p>
            <a:endParaRPr lang="en-US" dirty="0"/>
          </a:p>
          <a:p>
            <a:r>
              <a:rPr lang="en-US" b="1" dirty="0"/>
              <a:t>Graphical User Interfaces. </a:t>
            </a:r>
            <a:r>
              <a:rPr lang="en-US" dirty="0"/>
              <a:t>A GUI typically displays a schema to the user in diagrammatic form. The user then can specify a query by manipulating the diagram. In many cases, GUIs utilize both menus and forms. </a:t>
            </a:r>
          </a:p>
          <a:p>
            <a:endParaRPr lang="en-US" dirty="0"/>
          </a:p>
        </p:txBody>
      </p:sp>
      <p:sp>
        <p:nvSpPr>
          <p:cNvPr id="4" name="Slide Number Placeholder 3"/>
          <p:cNvSpPr>
            <a:spLocks noGrp="1"/>
          </p:cNvSpPr>
          <p:nvPr>
            <p:ph type="sldNum" sz="quarter" idx="10"/>
          </p:nvPr>
        </p:nvSpPr>
        <p:spPr/>
        <p:txBody>
          <a:bodyPr/>
          <a:lstStyle/>
          <a:p>
            <a:fld id="{DD68FAB8-D027-483B-9A12-654DDCA05DE7}" type="slidenum">
              <a:rPr lang="en-US" smtClean="0"/>
              <a:t>14</a:t>
            </a:fld>
            <a:endParaRPr lang="en-US"/>
          </a:p>
        </p:txBody>
      </p:sp>
    </p:spTree>
    <p:extLst>
      <p:ext uri="{BB962C8B-B14F-4D97-AF65-F5344CB8AC3E}">
        <p14:creationId xmlns:p14="http://schemas.microsoft.com/office/powerpoint/2010/main" val="2450897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Natural Language Interfaces. </a:t>
            </a:r>
            <a:r>
              <a:rPr kumimoji="0" lang="en-US" sz="1200" b="0" i="0" u="none" strike="noStrike" kern="1200" cap="none" spc="0" normalizeH="0" baseline="0" noProof="0" dirty="0">
                <a:ln>
                  <a:noFill/>
                </a:ln>
                <a:solidFill>
                  <a:prstClr val="black"/>
                </a:solidFill>
                <a:effectLst/>
                <a:uLnTx/>
                <a:uFillTx/>
                <a:latin typeface="+mn-lt"/>
                <a:ea typeface="+mn-ea"/>
                <a:cs typeface="+mn-cs"/>
              </a:rPr>
              <a:t>These interfaces accept requests written in English or some other language and attempt to understand them. A natural language interface usually has its own schema, which is similar to the database conceptual schema, as well as a dictionary of important words. The natural language interface refers to the words in its schema, as well as to the set of standard words in its dictionary, that are used to interpret the request. If the interpretation is successful, the interface generates a high-level query corresponding to the natural language request and submits it to the DBMS for processing; otherwise, a dialogue is started with the user to clarify the request.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you ask a question like, "Show me all employees in the Sales department," the interface tries to match your words with its schema and dictionary.</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p:txBody>
      </p:sp>
      <p:sp>
        <p:nvSpPr>
          <p:cNvPr id="4" name="Slide Number Placeholder 3"/>
          <p:cNvSpPr>
            <a:spLocks noGrp="1"/>
          </p:cNvSpPr>
          <p:nvPr>
            <p:ph type="sldNum" sz="quarter" idx="10"/>
          </p:nvPr>
        </p:nvSpPr>
        <p:spPr/>
        <p:txBody>
          <a:bodyPr/>
          <a:lstStyle/>
          <a:p>
            <a:fld id="{DD68FAB8-D027-483B-9A12-654DDCA05DE7}" type="slidenum">
              <a:rPr lang="en-US" smtClean="0"/>
              <a:t>15</a:t>
            </a:fld>
            <a:endParaRPr lang="en-US"/>
          </a:p>
        </p:txBody>
      </p:sp>
    </p:spTree>
    <p:extLst>
      <p:ext uri="{BB962C8B-B14F-4D97-AF65-F5344CB8AC3E}">
        <p14:creationId xmlns:p14="http://schemas.microsoft.com/office/powerpoint/2010/main" val="4053378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Keyword-based Database Search. </a:t>
            </a:r>
            <a:r>
              <a:rPr kumimoji="0" lang="en-US" sz="1200" b="0" i="0" u="none" strike="noStrike" kern="1200" cap="none" spc="0" normalizeH="0" baseline="0" noProof="0" dirty="0">
                <a:ln>
                  <a:noFill/>
                </a:ln>
                <a:solidFill>
                  <a:prstClr val="black"/>
                </a:solidFill>
                <a:effectLst/>
                <a:uLnTx/>
                <a:uFillTx/>
                <a:latin typeface="+mn-lt"/>
                <a:ea typeface="+mn-ea"/>
                <a:cs typeface="+mn-cs"/>
              </a:rPr>
              <a:t>These are somewhat similar to Web search engines, which accept strings of natural language (like English or Spanish) words and match them with documents at specific sites (for local search engines) or Web pages on the Web at large (for engines like Google or Ask). They use predefined indexes on words and use ranking functions to retrieve and present resulting documents in a decreasing degree of match. Such “free form” textual query interfaces are not yet common in structured relational databases, although a research area called keyword-based querying has emerged recently for relational databases.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Speech Input and Output.</a:t>
            </a:r>
            <a:r>
              <a:rPr kumimoji="0" lang="en-US" sz="1200" b="0" i="0" u="none" strike="noStrike" kern="1200" cap="none" spc="0" normalizeH="0" baseline="0" noProof="0" dirty="0">
                <a:ln>
                  <a:noFill/>
                </a:ln>
                <a:solidFill>
                  <a:prstClr val="black"/>
                </a:solidFill>
                <a:effectLst/>
                <a:uLnTx/>
                <a:uFillTx/>
                <a:latin typeface="+mn-lt"/>
                <a:ea typeface="+mn-ea"/>
                <a:cs typeface="+mn-cs"/>
              </a:rPr>
              <a:t> Limited use of speech as an input query and speech as an answer to a question or result of a request is becoming commonplace. Applications with limited vocabularies, such as inquiries for telephone directory, flight arrival/departure, and credit card account information, are allowing speech for input and output to enable customers to access this information. The speech input is detected using a library of predefined words and used to set up the parameters that are supplied to the queries. For output, a similar conversion from text or numbers into speech takes place.</a:t>
            </a:r>
          </a:p>
          <a:p>
            <a:endParaRPr lang="en-US" dirty="0"/>
          </a:p>
          <a:p>
            <a:endParaRPr lang="en-US" dirty="0"/>
          </a:p>
        </p:txBody>
      </p:sp>
      <p:sp>
        <p:nvSpPr>
          <p:cNvPr id="4" name="Slide Number Placeholder 3"/>
          <p:cNvSpPr>
            <a:spLocks noGrp="1"/>
          </p:cNvSpPr>
          <p:nvPr>
            <p:ph type="sldNum" sz="quarter" idx="10"/>
          </p:nvPr>
        </p:nvSpPr>
        <p:spPr/>
        <p:txBody>
          <a:bodyPr/>
          <a:lstStyle/>
          <a:p>
            <a:fld id="{DD68FAB8-D027-483B-9A12-654DDCA05DE7}" type="slidenum">
              <a:rPr lang="en-US" smtClean="0"/>
              <a:t>16</a:t>
            </a:fld>
            <a:endParaRPr lang="en-US"/>
          </a:p>
        </p:txBody>
      </p:sp>
    </p:spTree>
    <p:extLst>
      <p:ext uri="{BB962C8B-B14F-4D97-AF65-F5344CB8AC3E}">
        <p14:creationId xmlns:p14="http://schemas.microsoft.com/office/powerpoint/2010/main" val="2214140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Interfaces for Parametric Users(who don't have any DBMS knowledge). </a:t>
            </a:r>
            <a:r>
              <a:rPr lang="en-US" dirty="0"/>
              <a:t>Parametric users, such as bank tellers, often have a small set of operations that they must perform repeatedly. For example, a teller is able to use single function keys to invoke routine and repetitive transactions such as account deposits or withdrawals, or balance inquiries. Systems analysts and programmers design and implement a special interface for each known class of naive users. Usually a small set of abbreviated commands is included, with the goal of minimizing the number of keystrokes required for each request. </a:t>
            </a:r>
          </a:p>
          <a:p>
            <a:endParaRPr lang="en-US" dirty="0"/>
          </a:p>
          <a:p>
            <a:r>
              <a:rPr lang="en-US" dirty="0"/>
              <a:t>Interfaces for the DBA. Most database systems contain privileged commands that can be used only by the DBA staff. These include commands for creating accounts, setting system parameters, granting account authorization, changing a schema, and reorganizing the storage structures of a database.</a:t>
            </a:r>
          </a:p>
        </p:txBody>
      </p:sp>
      <p:sp>
        <p:nvSpPr>
          <p:cNvPr id="4" name="Slide Number Placeholder 3"/>
          <p:cNvSpPr>
            <a:spLocks noGrp="1"/>
          </p:cNvSpPr>
          <p:nvPr>
            <p:ph type="sldNum" sz="quarter" idx="10"/>
          </p:nvPr>
        </p:nvSpPr>
        <p:spPr/>
        <p:txBody>
          <a:bodyPr/>
          <a:lstStyle/>
          <a:p>
            <a:fld id="{DD68FAB8-D027-483B-9A12-654DDCA05DE7}" type="slidenum">
              <a:rPr lang="en-US" smtClean="0"/>
              <a:t>17</a:t>
            </a:fld>
            <a:endParaRPr lang="en-US"/>
          </a:p>
        </p:txBody>
      </p:sp>
    </p:spTree>
    <p:extLst>
      <p:ext uri="{BB962C8B-B14F-4D97-AF65-F5344CB8AC3E}">
        <p14:creationId xmlns:p14="http://schemas.microsoft.com/office/powerpoint/2010/main" val="1843178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8/31/2024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8/31/2024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8/31/2024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8/31/2024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8/31/2024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8/31/2024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8/31/2024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dirty="0">
                <a:solidFill>
                  <a:schemeClr val="tx1"/>
                </a:solidFill>
              </a:rPr>
              <a:t>Database System</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675889"/>
            <a:ext cx="10058400" cy="1922731"/>
          </a:xfrm>
        </p:spPr>
        <p:txBody>
          <a:bodyPr>
            <a:normAutofit/>
          </a:bodyPr>
          <a:lstStyle/>
          <a:p>
            <a:pPr algn="ctr"/>
            <a:r>
              <a:rPr lang="en-US" sz="4400" b="1" dirty="0">
                <a:solidFill>
                  <a:schemeClr val="tx1"/>
                </a:solidFill>
                <a:cs typeface="Times New Roman" panose="02020603050405020304" pitchFamily="18" charset="0"/>
              </a:rPr>
              <a:t>Lecture 2</a:t>
            </a:r>
          </a:p>
          <a:p>
            <a:pPr algn="ctr"/>
            <a:r>
              <a:rPr lang="en-US" sz="2400" b="1" dirty="0">
                <a:solidFill>
                  <a:schemeClr val="tx1"/>
                </a:solidFill>
              </a:rPr>
              <a:t>Database System Concepts and Architecture</a:t>
            </a:r>
          </a:p>
          <a:p>
            <a:pPr algn="ctr"/>
            <a:r>
              <a:rPr lang="en-US" b="1" dirty="0">
                <a:solidFill>
                  <a:schemeClr val="tx1"/>
                </a:solidFill>
                <a:cs typeface="Times New Roman" panose="02020603050405020304" pitchFamily="18" charset="0"/>
              </a:rPr>
              <a:t>Chapter 2</a:t>
            </a:r>
          </a:p>
          <a:p>
            <a:pPr algn="ctr"/>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7794278" y="5121566"/>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75187" y="402492"/>
            <a:ext cx="10550013" cy="645979"/>
          </a:xfrm>
        </p:spPr>
        <p:txBody>
          <a:bodyPr>
            <a:noAutofit/>
          </a:bodyPr>
          <a:lstStyle/>
          <a:p>
            <a:r>
              <a:rPr lang="en-US" b="1" dirty="0">
                <a:solidFill>
                  <a:schemeClr val="tx1"/>
                </a:solidFill>
              </a:rPr>
              <a:t>DBMS Languages</a:t>
            </a:r>
          </a:p>
        </p:txBody>
      </p:sp>
      <p:pic>
        <p:nvPicPr>
          <p:cNvPr id="6" name="Picture 5"/>
          <p:cNvPicPr>
            <a:picLocks noChangeAspect="1"/>
          </p:cNvPicPr>
          <p:nvPr/>
        </p:nvPicPr>
        <p:blipFill>
          <a:blip r:embed="rId2"/>
          <a:stretch>
            <a:fillRect/>
          </a:stretch>
        </p:blipFill>
        <p:spPr>
          <a:xfrm>
            <a:off x="0" y="1353902"/>
            <a:ext cx="12192000" cy="4718148"/>
          </a:xfrm>
          <a:prstGeom prst="rect">
            <a:avLst/>
          </a:prstGeom>
        </p:spPr>
      </p:pic>
    </p:spTree>
    <p:extLst>
      <p:ext uri="{BB962C8B-B14F-4D97-AF65-F5344CB8AC3E}">
        <p14:creationId xmlns:p14="http://schemas.microsoft.com/office/powerpoint/2010/main" val="2844238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DBMS Languages</a:t>
            </a:r>
          </a:p>
        </p:txBody>
      </p:sp>
      <p:sp>
        <p:nvSpPr>
          <p:cNvPr id="3" name="Content Placeholder 2"/>
          <p:cNvSpPr>
            <a:spLocks noGrp="1"/>
          </p:cNvSpPr>
          <p:nvPr>
            <p:ph idx="1"/>
          </p:nvPr>
        </p:nvSpPr>
        <p:spPr/>
        <p:txBody>
          <a:bodyPr>
            <a:normAutofit/>
          </a:bodyPr>
          <a:lstStyle/>
          <a:p>
            <a:r>
              <a:rPr lang="en-US" sz="2400" dirty="0">
                <a:solidFill>
                  <a:schemeClr val="tx1"/>
                </a:solidFill>
              </a:rPr>
              <a:t>Data definition language (DDL): </a:t>
            </a:r>
          </a:p>
          <a:p>
            <a:pPr lvl="1"/>
            <a:r>
              <a:rPr lang="en-US" sz="2400" dirty="0">
                <a:solidFill>
                  <a:schemeClr val="tx1"/>
                </a:solidFill>
              </a:rPr>
              <a:t>Used by the DBA and by database designers to define conceptual and internal schemas.</a:t>
            </a:r>
          </a:p>
          <a:p>
            <a:pPr lvl="1"/>
            <a:r>
              <a:rPr lang="en-US" sz="2400" dirty="0">
                <a:solidFill>
                  <a:schemeClr val="tx1"/>
                </a:solidFill>
              </a:rPr>
              <a:t>DBMS DDL compiler: process DDL statements in order to identify </a:t>
            </a:r>
            <a:r>
              <a:rPr lang="en-US" sz="2400" u="sng" dirty="0">
                <a:solidFill>
                  <a:schemeClr val="tx1"/>
                </a:solidFill>
              </a:rPr>
              <a:t>descriptions of the schema </a:t>
            </a:r>
            <a:r>
              <a:rPr lang="en-US" sz="2400" dirty="0">
                <a:solidFill>
                  <a:schemeClr val="tx1"/>
                </a:solidFill>
              </a:rPr>
              <a:t>constructs and to store the </a:t>
            </a:r>
            <a:r>
              <a:rPr lang="en-US" sz="2400" u="sng" dirty="0">
                <a:solidFill>
                  <a:schemeClr val="tx1"/>
                </a:solidFill>
              </a:rPr>
              <a:t>schema description </a:t>
            </a:r>
            <a:r>
              <a:rPr lang="en-US" sz="2400" dirty="0">
                <a:solidFill>
                  <a:schemeClr val="tx1"/>
                </a:solidFill>
              </a:rPr>
              <a:t>in the DBMS catalog.</a:t>
            </a:r>
          </a:p>
          <a:p>
            <a:pPr lvl="1"/>
            <a:r>
              <a:rPr lang="en-US" sz="2400" dirty="0">
                <a:solidFill>
                  <a:schemeClr val="tx1"/>
                </a:solidFill>
              </a:rPr>
              <a:t>Tasks of DDL: Create, Alter, Drop , Truncate, Rename.</a:t>
            </a:r>
          </a:p>
        </p:txBody>
      </p:sp>
    </p:spTree>
    <p:extLst>
      <p:ext uri="{BB962C8B-B14F-4D97-AF65-F5344CB8AC3E}">
        <p14:creationId xmlns:p14="http://schemas.microsoft.com/office/powerpoint/2010/main" val="3846990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639D9-9C76-FCC8-8E82-616610256BC4}"/>
              </a:ext>
            </a:extLst>
          </p:cNvPr>
          <p:cNvSpPr>
            <a:spLocks noGrp="1"/>
          </p:cNvSpPr>
          <p:nvPr>
            <p:ph type="title"/>
          </p:nvPr>
        </p:nvSpPr>
        <p:spPr>
          <a:xfrm>
            <a:off x="1097280" y="880264"/>
            <a:ext cx="10058400" cy="748454"/>
          </a:xfrm>
        </p:spPr>
        <p:txBody>
          <a:bodyPr/>
          <a:lstStyle/>
          <a:p>
            <a:r>
              <a:rPr lang="en-US" sz="4800" dirty="0">
                <a:solidFill>
                  <a:schemeClr val="tx1"/>
                </a:solidFill>
              </a:rPr>
              <a:t>Data definition language (DDL)</a:t>
            </a:r>
            <a:endParaRPr lang="en-US" dirty="0">
              <a:solidFill>
                <a:schemeClr val="tx1"/>
              </a:solidFill>
            </a:endParaRPr>
          </a:p>
        </p:txBody>
      </p:sp>
      <p:sp>
        <p:nvSpPr>
          <p:cNvPr id="3" name="Content Placeholder 2">
            <a:extLst>
              <a:ext uri="{FF2B5EF4-FFF2-40B4-BE49-F238E27FC236}">
                <a16:creationId xmlns:a16="http://schemas.microsoft.com/office/drawing/2014/main" id="{3B867A36-9A3B-BC57-0D47-8ADBA4654B37}"/>
              </a:ext>
            </a:extLst>
          </p:cNvPr>
          <p:cNvSpPr>
            <a:spLocks noGrp="1"/>
          </p:cNvSpPr>
          <p:nvPr>
            <p:ph idx="1"/>
          </p:nvPr>
        </p:nvSpPr>
        <p:spPr/>
        <p:txBody>
          <a:bodyPr/>
          <a:lstStyle/>
          <a:p>
            <a:pPr algn="ctr"/>
            <a:endParaRPr lang="en-US" sz="2400" dirty="0">
              <a:solidFill>
                <a:schemeClr val="tx1"/>
              </a:solidFill>
            </a:endParaRPr>
          </a:p>
          <a:p>
            <a:pPr algn="ctr"/>
            <a:r>
              <a:rPr lang="en-US" sz="2400" b="1" dirty="0">
                <a:solidFill>
                  <a:schemeClr val="accent2"/>
                </a:solidFill>
              </a:rPr>
              <a:t>CREATE TABLE employees (</a:t>
            </a:r>
          </a:p>
          <a:p>
            <a:pPr algn="ctr"/>
            <a:r>
              <a:rPr lang="en-US" sz="2400" b="1" dirty="0">
                <a:solidFill>
                  <a:schemeClr val="accent2"/>
                </a:solidFill>
              </a:rPr>
              <a:t>  id INT PRIMARY KEY,</a:t>
            </a:r>
          </a:p>
          <a:p>
            <a:pPr algn="ctr"/>
            <a:r>
              <a:rPr lang="en-US" sz="2400" b="1" dirty="0">
                <a:solidFill>
                  <a:schemeClr val="accent2"/>
                </a:solidFill>
              </a:rPr>
              <a:t>  name VARCHAR(50),</a:t>
            </a:r>
          </a:p>
          <a:p>
            <a:pPr algn="ctr"/>
            <a:r>
              <a:rPr lang="en-US" sz="2400" b="1" dirty="0">
                <a:solidFill>
                  <a:schemeClr val="accent2"/>
                </a:solidFill>
              </a:rPr>
              <a:t>  department VARCHAR(50)</a:t>
            </a:r>
          </a:p>
          <a:p>
            <a:pPr algn="ctr"/>
            <a:r>
              <a:rPr lang="en-US" sz="2400" b="1" dirty="0">
                <a:solidFill>
                  <a:schemeClr val="accent2"/>
                </a:solidFill>
              </a:rPr>
              <a:t>);</a:t>
            </a:r>
          </a:p>
          <a:p>
            <a:endParaRPr lang="en-US" dirty="0"/>
          </a:p>
        </p:txBody>
      </p:sp>
    </p:spTree>
    <p:extLst>
      <p:ext uri="{BB962C8B-B14F-4D97-AF65-F5344CB8AC3E}">
        <p14:creationId xmlns:p14="http://schemas.microsoft.com/office/powerpoint/2010/main" val="64326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4">
            <a:extLst>
              <a:ext uri="{FF2B5EF4-FFF2-40B4-BE49-F238E27FC236}">
                <a16:creationId xmlns:a16="http://schemas.microsoft.com/office/drawing/2014/main" id="{2F3A9F63-7078-28F4-98CA-DA0E6C3C4BF2}"/>
              </a:ext>
            </a:extLst>
          </p:cNvPr>
          <p:cNvSpPr>
            <a:spLocks noGrp="1" noChangeArrowheads="1"/>
          </p:cNvSpPr>
          <p:nvPr>
            <p:ph type="title"/>
          </p:nvPr>
        </p:nvSpPr>
        <p:spPr/>
        <p:txBody>
          <a:bodyPr/>
          <a:lstStyle/>
          <a:p>
            <a:pPr eaLnBrk="1" hangingPunct="1"/>
            <a:r>
              <a:rPr lang="en-US" altLang="en-US" b="1" dirty="0">
                <a:solidFill>
                  <a:schemeClr val="tx1"/>
                </a:solidFill>
                <a:ea typeface="ＭＳ Ｐゴシック" panose="020B0600070205080204" pitchFamily="34" charset="-128"/>
              </a:rPr>
              <a:t>DBMS Languages</a:t>
            </a:r>
          </a:p>
        </p:txBody>
      </p:sp>
      <p:sp>
        <p:nvSpPr>
          <p:cNvPr id="36868" name="Rectangle 5">
            <a:extLst>
              <a:ext uri="{FF2B5EF4-FFF2-40B4-BE49-F238E27FC236}">
                <a16:creationId xmlns:a16="http://schemas.microsoft.com/office/drawing/2014/main" id="{0BCCDD2B-A68C-AF28-A312-B2896CBBAB1B}"/>
              </a:ext>
            </a:extLst>
          </p:cNvPr>
          <p:cNvSpPr>
            <a:spLocks noGrp="1" noChangeArrowheads="1"/>
          </p:cNvSpPr>
          <p:nvPr>
            <p:ph type="body" idx="1"/>
          </p:nvPr>
        </p:nvSpPr>
        <p:spPr/>
        <p:txBody>
          <a:bodyPr>
            <a:normAutofit/>
          </a:bodyPr>
          <a:lstStyle/>
          <a:p>
            <a:pPr eaLnBrk="1" hangingPunct="1"/>
            <a:r>
              <a:rPr lang="en-US" altLang="en-US" sz="2400" dirty="0">
                <a:solidFill>
                  <a:schemeClr val="tx1"/>
                </a:solidFill>
                <a:ea typeface="ＭＳ Ｐゴシック" panose="020B0600070205080204" pitchFamily="34" charset="-128"/>
              </a:rPr>
              <a:t>Data Manipulation Language (DML)</a:t>
            </a:r>
          </a:p>
          <a:p>
            <a:pPr lvl="1" eaLnBrk="1" hangingPunct="1">
              <a:buFont typeface="Arial" panose="020B0604020202020204" pitchFamily="34" charset="0"/>
              <a:buChar char="•"/>
            </a:pPr>
            <a:r>
              <a:rPr lang="en-US" altLang="en-US" sz="2400" dirty="0">
                <a:solidFill>
                  <a:schemeClr val="tx1"/>
                </a:solidFill>
                <a:ea typeface="ＭＳ Ｐゴシック" panose="020B0600070205080204" pitchFamily="34" charset="-128"/>
              </a:rPr>
              <a:t>High-Level or Non-procedural Languages: These include the relational language SQL</a:t>
            </a:r>
          </a:p>
          <a:p>
            <a:pPr lvl="2" eaLnBrk="1" hangingPunct="1">
              <a:buFont typeface="Arial" panose="020B0604020202020204" pitchFamily="34" charset="0"/>
              <a:buChar char="•"/>
            </a:pPr>
            <a:r>
              <a:rPr lang="en-US" altLang="en-US" sz="2400" dirty="0">
                <a:solidFill>
                  <a:schemeClr val="tx1"/>
                </a:solidFill>
                <a:ea typeface="ＭＳ Ｐゴシック" panose="020B0600070205080204" pitchFamily="34" charset="-128"/>
              </a:rPr>
              <a:t>May be used in a standalone way or may be embedded in a programming language</a:t>
            </a:r>
          </a:p>
          <a:p>
            <a:pPr lvl="1" eaLnBrk="1" hangingPunct="1">
              <a:buFont typeface="Arial" panose="020B0604020202020204" pitchFamily="34" charset="0"/>
              <a:buChar char="•"/>
            </a:pPr>
            <a:r>
              <a:rPr lang="en-US" altLang="en-US" sz="2400" dirty="0">
                <a:solidFill>
                  <a:schemeClr val="tx1"/>
                </a:solidFill>
                <a:ea typeface="ＭＳ Ｐゴシック" panose="020B0600070205080204" pitchFamily="34" charset="-128"/>
              </a:rPr>
              <a:t>Low Level or Procedural Languages:</a:t>
            </a:r>
          </a:p>
          <a:p>
            <a:pPr lvl="2" eaLnBrk="1" hangingPunct="1">
              <a:buFont typeface="Arial" panose="020B0604020202020204" pitchFamily="34" charset="0"/>
              <a:buChar char="•"/>
            </a:pPr>
            <a:r>
              <a:rPr lang="en-US" altLang="en-US" sz="2400" dirty="0">
                <a:solidFill>
                  <a:schemeClr val="tx1"/>
                </a:solidFill>
                <a:ea typeface="ＭＳ Ｐゴシック" panose="020B0600070205080204" pitchFamily="34" charset="-128"/>
              </a:rPr>
              <a:t>These must be embedded in a programming language</a:t>
            </a:r>
          </a:p>
          <a:p>
            <a:pPr marL="0" indent="0" eaLnBrk="1" hangingPunct="1">
              <a:buNone/>
            </a:pPr>
            <a:endParaRPr lang="en-US" altLang="en-US" sz="2400" dirty="0">
              <a:solidFill>
                <a:schemeClr val="tx1"/>
              </a:solidFill>
              <a:ea typeface="ＭＳ Ｐゴシック" panose="020B0600070205080204"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B7DC4-A251-AC0D-002D-7DADFEEEAB88}"/>
              </a:ext>
            </a:extLst>
          </p:cNvPr>
          <p:cNvSpPr>
            <a:spLocks noGrp="1"/>
          </p:cNvSpPr>
          <p:nvPr>
            <p:ph type="title"/>
          </p:nvPr>
        </p:nvSpPr>
        <p:spPr/>
        <p:txBody>
          <a:bodyPr/>
          <a:lstStyle/>
          <a:p>
            <a:r>
              <a:rPr lang="en-US" altLang="en-US" sz="4800" b="1" dirty="0">
                <a:solidFill>
                  <a:schemeClr val="tx1"/>
                </a:solidFill>
                <a:ea typeface="ＭＳ Ｐゴシック" panose="020B0600070205080204" pitchFamily="34" charset="-128"/>
              </a:rPr>
              <a:t>Data Manipulation Language (DML)</a:t>
            </a:r>
            <a:endParaRPr lang="en-US" b="1" dirty="0">
              <a:solidFill>
                <a:schemeClr val="tx1"/>
              </a:solidFill>
            </a:endParaRPr>
          </a:p>
        </p:txBody>
      </p:sp>
      <p:sp>
        <p:nvSpPr>
          <p:cNvPr id="4" name="Rectangle 1">
            <a:extLst>
              <a:ext uri="{FF2B5EF4-FFF2-40B4-BE49-F238E27FC236}">
                <a16:creationId xmlns:a16="http://schemas.microsoft.com/office/drawing/2014/main" id="{58A80029-D8E0-93A1-BBB7-B30939B0FE16}"/>
              </a:ext>
            </a:extLst>
          </p:cNvPr>
          <p:cNvSpPr>
            <a:spLocks noGrp="1" noChangeArrowheads="1"/>
          </p:cNvSpPr>
          <p:nvPr>
            <p:ph idx="1"/>
          </p:nvPr>
        </p:nvSpPr>
        <p:spPr bwMode="auto">
          <a:xfrm>
            <a:off x="1066800" y="1827433"/>
            <a:ext cx="10058399"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High-Level DML (Non-procedural):</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Example:</a:t>
            </a:r>
            <a:r>
              <a:rPr kumimoji="0" lang="en-US" altLang="en-US" b="0" i="0" u="none" strike="noStrike" cap="none" normalizeH="0" baseline="0" dirty="0">
                <a:ln>
                  <a:noFill/>
                </a:ln>
                <a:solidFill>
                  <a:schemeClr val="tx1"/>
                </a:solidFill>
                <a:effectLst/>
              </a:rPr>
              <a:t> </a:t>
            </a:r>
            <a:r>
              <a:rPr kumimoji="0" lang="en-US" altLang="en-US" b="1" i="0" u="none" strike="noStrike" cap="none" normalizeH="0" baseline="0" dirty="0">
                <a:ln>
                  <a:noFill/>
                </a:ln>
                <a:solidFill>
                  <a:schemeClr val="accent2"/>
                </a:solidFill>
                <a:effectLst/>
              </a:rPr>
              <a:t>SQL’s SELECT * FROM employees WHERE department = 'Sales'</a:t>
            </a:r>
            <a:r>
              <a:rPr kumimoji="0" lang="en-US" altLang="en-US" b="0" i="0" u="none" strike="noStrike" cap="none" normalizeH="0" baseline="0" dirty="0">
                <a:ln>
                  <a:noFill/>
                </a:ln>
                <a:solidFill>
                  <a:schemeClr val="tx1"/>
                </a:solidFill>
                <a:effectLst/>
              </a:rPr>
              <a:t>; retrieves all employees in the Sales department without specifying how to access the data.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Low-Level DML (Procedural):</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Example:</a:t>
            </a:r>
            <a:r>
              <a:rPr kumimoji="0" lang="en-US" altLang="en-US" b="0" i="0" u="none" strike="noStrike" cap="none" normalizeH="0" baseline="0" dirty="0">
                <a:ln>
                  <a:noFill/>
                </a:ln>
                <a:solidFill>
                  <a:schemeClr val="tx1"/>
                </a:solidFill>
                <a:effectLst/>
              </a:rPr>
              <a:t> A loop in C or Java might retrieve and process records one by one using embedded SQL commands.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b="1" dirty="0">
              <a:solidFill>
                <a:schemeClr val="accent2"/>
              </a:solidFill>
            </a:endParaRPr>
          </a:p>
          <a:p>
            <a:pPr marL="0" indent="0" eaLnBrk="0" fontAlgn="base" hangingPunct="0">
              <a:lnSpc>
                <a:spcPct val="100000"/>
              </a:lnSpc>
              <a:spcBef>
                <a:spcPct val="0"/>
              </a:spcBef>
              <a:spcAft>
                <a:spcPct val="0"/>
              </a:spcAft>
              <a:buClrTx/>
              <a:buSzTx/>
              <a:buNone/>
            </a:pPr>
            <a:r>
              <a:rPr lang="en-US" sz="2400" b="1" dirty="0">
                <a:solidFill>
                  <a:schemeClr val="accent2"/>
                </a:solidFill>
              </a:rPr>
              <a:t>INSERT INTO employees (id, name, department) VALUES (1, 'John Doe', 'HR');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044861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b="1" dirty="0"/>
              <a:t>DBMS Languages</a:t>
            </a:r>
          </a:p>
        </p:txBody>
      </p:sp>
      <p:sp>
        <p:nvSpPr>
          <p:cNvPr id="3" name="Content Placeholder 2"/>
          <p:cNvSpPr>
            <a:spLocks noGrp="1"/>
          </p:cNvSpPr>
          <p:nvPr>
            <p:ph idx="1"/>
          </p:nvPr>
        </p:nvSpPr>
        <p:spPr>
          <a:xfrm>
            <a:off x="256622" y="1737359"/>
            <a:ext cx="11739716" cy="4834037"/>
          </a:xfrm>
        </p:spPr>
        <p:txBody>
          <a:bodyPr>
            <a:noAutofit/>
          </a:bodyPr>
          <a:lstStyle/>
          <a:p>
            <a:r>
              <a:rPr lang="en-US" sz="2400" b="1" dirty="0">
                <a:solidFill>
                  <a:schemeClr val="tx1"/>
                </a:solidFill>
              </a:rPr>
              <a:t>Data manipulation language(DML)</a:t>
            </a:r>
            <a:r>
              <a:rPr lang="en-US" altLang="en-US" sz="2400" b="1" dirty="0">
                <a:solidFill>
                  <a:schemeClr val="tx1"/>
                </a:solidFill>
              </a:rPr>
              <a:t> / Data sublanguage </a:t>
            </a:r>
            <a:endParaRPr lang="en-US" sz="2400" b="1" dirty="0">
              <a:solidFill>
                <a:schemeClr val="tx1"/>
              </a:solidFill>
            </a:endParaRPr>
          </a:p>
          <a:p>
            <a:pPr lvl="1"/>
            <a:r>
              <a:rPr lang="en-US" sz="2400" dirty="0">
                <a:solidFill>
                  <a:schemeClr val="tx1"/>
                </a:solidFill>
              </a:rPr>
              <a:t>For manipulating data, manipulations include retrieval, insertion, deletion, and modification of the data.</a:t>
            </a:r>
          </a:p>
          <a:p>
            <a:pPr lvl="1"/>
            <a:r>
              <a:rPr lang="en-US" sz="2400" b="1" dirty="0">
                <a:solidFill>
                  <a:schemeClr val="tx1"/>
                </a:solidFill>
              </a:rPr>
              <a:t>High-level </a:t>
            </a:r>
            <a:r>
              <a:rPr lang="en-US" sz="2400" dirty="0">
                <a:solidFill>
                  <a:schemeClr val="tx1"/>
                </a:solidFill>
              </a:rPr>
              <a:t>or </a:t>
            </a:r>
            <a:r>
              <a:rPr lang="en-US" sz="2400" b="1" dirty="0">
                <a:solidFill>
                  <a:schemeClr val="tx1"/>
                </a:solidFill>
              </a:rPr>
              <a:t>Nonprocedural </a:t>
            </a:r>
            <a:r>
              <a:rPr lang="en-US" sz="2400" dirty="0">
                <a:solidFill>
                  <a:schemeClr val="tx1"/>
                </a:solidFill>
              </a:rPr>
              <a:t>DML:</a:t>
            </a:r>
          </a:p>
          <a:p>
            <a:pPr lvl="2"/>
            <a:r>
              <a:rPr lang="en-US" sz="2400" b="1" dirty="0">
                <a:solidFill>
                  <a:schemeClr val="tx1"/>
                </a:solidFill>
              </a:rPr>
              <a:t>Set-at-a-time or set-oriented: </a:t>
            </a:r>
            <a:r>
              <a:rPr lang="en-US" sz="2400" dirty="0">
                <a:solidFill>
                  <a:schemeClr val="tx1"/>
                </a:solidFill>
              </a:rPr>
              <a:t>many records in a single DML statement.</a:t>
            </a:r>
          </a:p>
          <a:p>
            <a:pPr lvl="2"/>
            <a:r>
              <a:rPr lang="en-US" sz="2400" dirty="0">
                <a:solidFill>
                  <a:schemeClr val="tx1"/>
                </a:solidFill>
              </a:rPr>
              <a:t>SQL is a High Level DML specifies which data to retrieve not how to retrieve it. Also called Declarative Languages.    </a:t>
            </a:r>
          </a:p>
          <a:p>
            <a:pPr lvl="1"/>
            <a:r>
              <a:rPr lang="en-US" sz="2400" b="1" dirty="0">
                <a:solidFill>
                  <a:schemeClr val="tx1"/>
                </a:solidFill>
              </a:rPr>
              <a:t>Low-level</a:t>
            </a:r>
            <a:r>
              <a:rPr lang="en-US" sz="2400" dirty="0">
                <a:solidFill>
                  <a:schemeClr val="tx1"/>
                </a:solidFill>
              </a:rPr>
              <a:t> or </a:t>
            </a:r>
            <a:r>
              <a:rPr lang="en-US" sz="2400" b="1" dirty="0">
                <a:solidFill>
                  <a:schemeClr val="tx1"/>
                </a:solidFill>
              </a:rPr>
              <a:t>Procedural DML</a:t>
            </a:r>
          </a:p>
          <a:p>
            <a:pPr lvl="2"/>
            <a:r>
              <a:rPr lang="en-US" sz="2400" b="1" dirty="0">
                <a:solidFill>
                  <a:schemeClr val="tx1"/>
                </a:solidFill>
              </a:rPr>
              <a:t>Record-at-a-time: </a:t>
            </a:r>
            <a:r>
              <a:rPr lang="en-US" sz="2400" dirty="0">
                <a:solidFill>
                  <a:schemeClr val="tx1"/>
                </a:solidFill>
              </a:rPr>
              <a:t>use programming language constructs, such as looping, to retrieve and process each record from a set of records.</a:t>
            </a:r>
          </a:p>
          <a:p>
            <a:r>
              <a:rPr lang="en-US" sz="2400" dirty="0">
                <a:solidFill>
                  <a:schemeClr val="tx1"/>
                </a:solidFill>
              </a:rPr>
              <a:t>Programming languages used to write programs and access databases using DML statements are called host language: i.e. C++, java, python etc. </a:t>
            </a:r>
          </a:p>
        </p:txBody>
      </p:sp>
    </p:spTree>
    <p:extLst>
      <p:ext uri="{BB962C8B-B14F-4D97-AF65-F5344CB8AC3E}">
        <p14:creationId xmlns:p14="http://schemas.microsoft.com/office/powerpoint/2010/main" val="1434241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b="1" dirty="0"/>
              <a:t>DBMS Languages</a:t>
            </a:r>
          </a:p>
        </p:txBody>
      </p:sp>
      <p:sp>
        <p:nvSpPr>
          <p:cNvPr id="3" name="Content Placeholder 2"/>
          <p:cNvSpPr>
            <a:spLocks noGrp="1"/>
          </p:cNvSpPr>
          <p:nvPr>
            <p:ph idx="1"/>
          </p:nvPr>
        </p:nvSpPr>
        <p:spPr/>
        <p:txBody>
          <a:bodyPr>
            <a:normAutofit/>
          </a:bodyPr>
          <a:lstStyle/>
          <a:p>
            <a:r>
              <a:rPr lang="en-US" sz="2400" b="1" dirty="0">
                <a:solidFill>
                  <a:schemeClr val="tx1"/>
                </a:solidFill>
              </a:rPr>
              <a:t>DCL(Data Control Language): </a:t>
            </a:r>
          </a:p>
          <a:p>
            <a:pPr lvl="1"/>
            <a:r>
              <a:rPr lang="en-US" sz="2400" dirty="0">
                <a:solidFill>
                  <a:schemeClr val="tx1"/>
                </a:solidFill>
              </a:rPr>
              <a:t>Deals with rights, permissions and other controls of the database system. i.e. GRANT, REVOKE</a:t>
            </a:r>
          </a:p>
          <a:p>
            <a:pPr lvl="1"/>
            <a:endParaRPr lang="en-US" sz="2400" dirty="0">
              <a:solidFill>
                <a:schemeClr val="tx1"/>
              </a:solidFill>
            </a:endParaRPr>
          </a:p>
          <a:p>
            <a:pPr lvl="1"/>
            <a:endParaRPr lang="en-US" sz="2400" dirty="0">
              <a:solidFill>
                <a:schemeClr val="tx1"/>
              </a:solidFill>
            </a:endParaRPr>
          </a:p>
          <a:p>
            <a:pPr lvl="1"/>
            <a:endParaRPr lang="en-US" sz="2400" dirty="0">
              <a:solidFill>
                <a:schemeClr val="tx1"/>
              </a:solidFill>
            </a:endParaRPr>
          </a:p>
          <a:p>
            <a:pPr marL="201168" lvl="1" indent="0">
              <a:buNone/>
            </a:pPr>
            <a:endParaRPr lang="en-US" sz="2400" dirty="0">
              <a:solidFill>
                <a:schemeClr val="tx1"/>
              </a:solidFill>
            </a:endParaRPr>
          </a:p>
          <a:p>
            <a:pPr marL="201168" lvl="1" indent="0">
              <a:buNone/>
            </a:pPr>
            <a:r>
              <a:rPr lang="en-US" sz="2400" b="1" dirty="0">
                <a:solidFill>
                  <a:schemeClr val="accent2"/>
                </a:solidFill>
              </a:rPr>
              <a:t>GRANT SELECT, UPDATE ON employees TO </a:t>
            </a:r>
            <a:r>
              <a:rPr lang="en-US" sz="2400" b="1" dirty="0" err="1">
                <a:solidFill>
                  <a:schemeClr val="accent2"/>
                </a:solidFill>
              </a:rPr>
              <a:t>hr_manager</a:t>
            </a:r>
            <a:r>
              <a:rPr lang="en-US" sz="2400" b="1" dirty="0">
                <a:solidFill>
                  <a:schemeClr val="accent2"/>
                </a:solidFill>
              </a:rPr>
              <a:t>;</a:t>
            </a:r>
          </a:p>
          <a:p>
            <a:pPr marL="201168" lvl="1" indent="0">
              <a:buNone/>
            </a:pPr>
            <a:r>
              <a:rPr lang="en-US" sz="2400" b="1" dirty="0">
                <a:solidFill>
                  <a:schemeClr val="accent2"/>
                </a:solidFill>
              </a:rPr>
              <a:t>REVOKE UPDATE ON employees FROM </a:t>
            </a:r>
            <a:r>
              <a:rPr lang="en-US" sz="2400" b="1" dirty="0" err="1">
                <a:solidFill>
                  <a:schemeClr val="accent2"/>
                </a:solidFill>
              </a:rPr>
              <a:t>hr_manager</a:t>
            </a:r>
            <a:r>
              <a:rPr lang="en-US" sz="2400" b="1" dirty="0">
                <a:solidFill>
                  <a:schemeClr val="accent2"/>
                </a:solidFill>
              </a:rPr>
              <a:t>;</a:t>
            </a:r>
          </a:p>
          <a:p>
            <a:pPr marL="201168" lvl="1" indent="0">
              <a:buNone/>
            </a:pPr>
            <a:endParaRPr lang="en-US" sz="2400" b="1" dirty="0">
              <a:solidFill>
                <a:schemeClr val="accent2"/>
              </a:solidFill>
            </a:endParaRPr>
          </a:p>
          <a:p>
            <a:pPr marL="201168" lvl="1" indent="0">
              <a:buNone/>
            </a:pPr>
            <a:endParaRPr lang="en-US" sz="2400" dirty="0">
              <a:solidFill>
                <a:schemeClr val="tx1"/>
              </a:solidFill>
            </a:endParaRPr>
          </a:p>
        </p:txBody>
      </p:sp>
      <p:sp>
        <p:nvSpPr>
          <p:cNvPr id="6" name="Rectangle 3">
            <a:extLst>
              <a:ext uri="{FF2B5EF4-FFF2-40B4-BE49-F238E27FC236}">
                <a16:creationId xmlns:a16="http://schemas.microsoft.com/office/drawing/2014/main" id="{043E1D5A-350F-6570-850F-DFE53BD86885}"/>
              </a:ext>
            </a:extLst>
          </p:cNvPr>
          <p:cNvSpPr>
            <a:spLocks noChangeArrowheads="1"/>
          </p:cNvSpPr>
          <p:nvPr/>
        </p:nvSpPr>
        <p:spPr bwMode="auto">
          <a:xfrm>
            <a:off x="1097280" y="3196835"/>
            <a:ext cx="664524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GRANT:</a:t>
            </a:r>
            <a:r>
              <a:rPr kumimoji="0" lang="en-US" altLang="en-US" sz="2400" b="0" i="0" u="none" strike="noStrike" cap="none" normalizeH="0" baseline="0" dirty="0">
                <a:ln>
                  <a:noFill/>
                </a:ln>
                <a:solidFill>
                  <a:schemeClr val="tx1"/>
                </a:solidFill>
                <a:effectLst/>
              </a:rPr>
              <a:t> Gives specific privileges to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REVOKE:</a:t>
            </a:r>
            <a:r>
              <a:rPr kumimoji="0" lang="en-US" altLang="en-US" sz="2400" b="0" i="0" u="none" strike="noStrike" cap="none" normalizeH="0" baseline="0" dirty="0">
                <a:ln>
                  <a:noFill/>
                </a:ln>
                <a:solidFill>
                  <a:schemeClr val="tx1"/>
                </a:solidFill>
                <a:effectLst/>
              </a:rPr>
              <a:t> Removes previously granted privileges. </a:t>
            </a:r>
          </a:p>
        </p:txBody>
      </p:sp>
    </p:spTree>
    <p:extLst>
      <p:ext uri="{BB962C8B-B14F-4D97-AF65-F5344CB8AC3E}">
        <p14:creationId xmlns:p14="http://schemas.microsoft.com/office/powerpoint/2010/main" val="3811117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5008C-1AE5-4143-7F76-3826CFF4BF75}"/>
              </a:ext>
            </a:extLst>
          </p:cNvPr>
          <p:cNvSpPr>
            <a:spLocks noGrp="1"/>
          </p:cNvSpPr>
          <p:nvPr>
            <p:ph type="title"/>
          </p:nvPr>
        </p:nvSpPr>
        <p:spPr/>
        <p:txBody>
          <a:bodyPr/>
          <a:lstStyle/>
          <a:p>
            <a:r>
              <a:rPr lang="en-US" b="1" dirty="0"/>
              <a:t>DBMS Languages</a:t>
            </a:r>
            <a:endParaRPr lang="en-US" dirty="0"/>
          </a:p>
        </p:txBody>
      </p:sp>
      <p:sp>
        <p:nvSpPr>
          <p:cNvPr id="3" name="Content Placeholder 2">
            <a:extLst>
              <a:ext uri="{FF2B5EF4-FFF2-40B4-BE49-F238E27FC236}">
                <a16:creationId xmlns:a16="http://schemas.microsoft.com/office/drawing/2014/main" id="{A981D506-7579-9A7B-3FCE-1DBD7223E27F}"/>
              </a:ext>
            </a:extLst>
          </p:cNvPr>
          <p:cNvSpPr>
            <a:spLocks noGrp="1"/>
          </p:cNvSpPr>
          <p:nvPr>
            <p:ph idx="1"/>
          </p:nvPr>
        </p:nvSpPr>
        <p:spPr>
          <a:xfrm>
            <a:off x="1097280" y="1865920"/>
            <a:ext cx="10058400" cy="4023360"/>
          </a:xfrm>
        </p:spPr>
        <p:txBody>
          <a:bodyPr/>
          <a:lstStyle/>
          <a:p>
            <a:r>
              <a:rPr lang="en-US" sz="2400" b="1" dirty="0">
                <a:solidFill>
                  <a:schemeClr val="tx1"/>
                </a:solidFill>
              </a:rPr>
              <a:t>TCL(transaction Control Language): </a:t>
            </a:r>
            <a:r>
              <a:rPr lang="en-US" sz="2400" dirty="0">
                <a:solidFill>
                  <a:schemeClr val="tx1"/>
                </a:solidFill>
              </a:rPr>
              <a:t>deals with the transaction within the database. i.e. COMMIT, ROLLBACK, SAVEPOINT</a:t>
            </a:r>
          </a:p>
          <a:p>
            <a:endParaRPr lang="en-US" sz="2400" dirty="0">
              <a:solidFill>
                <a:schemeClr val="tx1"/>
              </a:solidFill>
            </a:endParaRPr>
          </a:p>
          <a:p>
            <a:endParaRPr lang="en-US" dirty="0"/>
          </a:p>
        </p:txBody>
      </p:sp>
      <p:sp>
        <p:nvSpPr>
          <p:cNvPr id="4" name="Rectangle 1">
            <a:extLst>
              <a:ext uri="{FF2B5EF4-FFF2-40B4-BE49-F238E27FC236}">
                <a16:creationId xmlns:a16="http://schemas.microsoft.com/office/drawing/2014/main" id="{B729148F-BC2B-1EF6-C1E2-F4FD66F3D896}"/>
              </a:ext>
            </a:extLst>
          </p:cNvPr>
          <p:cNvSpPr>
            <a:spLocks noChangeArrowheads="1"/>
          </p:cNvSpPr>
          <p:nvPr/>
        </p:nvSpPr>
        <p:spPr bwMode="auto">
          <a:xfrm>
            <a:off x="1097280" y="2600285"/>
            <a:ext cx="929609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COMMIT:</a:t>
            </a:r>
            <a:r>
              <a:rPr kumimoji="0" lang="en-US" altLang="en-US" sz="2400" b="0" i="0" u="none" strike="noStrike" cap="none" normalizeH="0" baseline="0" dirty="0">
                <a:ln>
                  <a:noFill/>
                </a:ln>
                <a:solidFill>
                  <a:schemeClr val="tx1"/>
                </a:solidFill>
                <a:effectLst/>
              </a:rPr>
              <a:t> Saves all changes made during the current transaction.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ROLLBACK:</a:t>
            </a:r>
            <a:r>
              <a:rPr kumimoji="0" lang="en-US" altLang="en-US" sz="2400" b="0" i="0" u="none" strike="noStrike" cap="none" normalizeH="0" baseline="0" dirty="0">
                <a:ln>
                  <a:noFill/>
                </a:ln>
                <a:solidFill>
                  <a:schemeClr val="tx1"/>
                </a:solidFill>
                <a:effectLst/>
              </a:rPr>
              <a:t> Reverts the database to its state before the current transaction began, undoing any changes made.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SAVEPOINT:</a:t>
            </a:r>
            <a:r>
              <a:rPr kumimoji="0" lang="en-US" altLang="en-US" sz="2400" b="0" i="0" u="none" strike="noStrike" cap="none" normalizeH="0" baseline="0" dirty="0">
                <a:ln>
                  <a:noFill/>
                </a:ln>
                <a:solidFill>
                  <a:schemeClr val="tx1"/>
                </a:solidFill>
                <a:effectLst/>
              </a:rPr>
              <a:t> Sets a point within a transaction to which you can later roll back. </a:t>
            </a:r>
          </a:p>
        </p:txBody>
      </p:sp>
    </p:spTree>
    <p:extLst>
      <p:ext uri="{BB962C8B-B14F-4D97-AF65-F5344CB8AC3E}">
        <p14:creationId xmlns:p14="http://schemas.microsoft.com/office/powerpoint/2010/main" val="705896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B683D-8B10-8C72-550A-D9E9006D44DB}"/>
              </a:ext>
            </a:extLst>
          </p:cNvPr>
          <p:cNvSpPr>
            <a:spLocks noGrp="1"/>
          </p:cNvSpPr>
          <p:nvPr>
            <p:ph type="title"/>
          </p:nvPr>
        </p:nvSpPr>
        <p:spPr>
          <a:xfrm>
            <a:off x="988940" y="787651"/>
            <a:ext cx="10214120" cy="868227"/>
          </a:xfrm>
        </p:spPr>
        <p:txBody>
          <a:bodyPr/>
          <a:lstStyle/>
          <a:p>
            <a:r>
              <a:rPr lang="en-US" sz="4800" b="1" dirty="0">
                <a:solidFill>
                  <a:schemeClr val="tx1"/>
                </a:solidFill>
              </a:rPr>
              <a:t>TCL(transaction Control Language):</a:t>
            </a:r>
            <a:endParaRPr lang="en-US" dirty="0"/>
          </a:p>
        </p:txBody>
      </p:sp>
      <p:sp>
        <p:nvSpPr>
          <p:cNvPr id="6" name="Rectangle 2">
            <a:extLst>
              <a:ext uri="{FF2B5EF4-FFF2-40B4-BE49-F238E27FC236}">
                <a16:creationId xmlns:a16="http://schemas.microsoft.com/office/drawing/2014/main" id="{6D11BF51-FA1F-FA5D-A2F3-EC243824F8B0}"/>
              </a:ext>
            </a:extLst>
          </p:cNvPr>
          <p:cNvSpPr>
            <a:spLocks noChangeArrowheads="1"/>
          </p:cNvSpPr>
          <p:nvPr/>
        </p:nvSpPr>
        <p:spPr bwMode="auto">
          <a:xfrm>
            <a:off x="941560" y="1737360"/>
            <a:ext cx="10782677"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rPr>
              <a:t>Example Scenario:</a:t>
            </a:r>
            <a:r>
              <a:rPr kumimoji="0" lang="en-US" altLang="en-US" sz="2000" b="0" i="0" u="none" strike="noStrike" cap="none" normalizeH="0" baseline="0" dirty="0">
                <a:ln>
                  <a:noFill/>
                </a:ln>
                <a:solidFill>
                  <a:schemeClr val="tx1"/>
                </a:solidFill>
                <a:effectLst/>
              </a:rPr>
              <a:t> Suppose you’re updating the accounts table in a bank database. You transfer money from one account to another, which involves multiple steps (debit one account, credit another). You want to ensure that both operations succeed or none at all.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2"/>
                </a:solidFill>
                <a:effectLst/>
              </a:rPr>
              <a:t>BEGIN TRANSACTION;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2"/>
                </a:solidFill>
                <a:effectLst/>
              </a:rPr>
              <a:t>UPDATE accounts SET balance = balance - 100 WHERE </a:t>
            </a:r>
            <a:r>
              <a:rPr kumimoji="0" lang="en-US" altLang="en-US" b="1" i="0" u="none" strike="noStrike" cap="none" normalizeH="0" baseline="0" dirty="0" err="1">
                <a:ln>
                  <a:noFill/>
                </a:ln>
                <a:solidFill>
                  <a:schemeClr val="accent2"/>
                </a:solidFill>
                <a:effectLst/>
              </a:rPr>
              <a:t>account_id</a:t>
            </a:r>
            <a:r>
              <a:rPr kumimoji="0" lang="en-US" altLang="en-US" b="1" i="0" u="none" strike="noStrike" cap="none" normalizeH="0" baseline="0" dirty="0">
                <a:ln>
                  <a:noFill/>
                </a:ln>
                <a:solidFill>
                  <a:schemeClr val="accent2"/>
                </a:solidFill>
                <a:effectLst/>
              </a:rPr>
              <a:t> =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2"/>
                </a:solidFill>
                <a:effectLst/>
              </a:rPr>
              <a:t>UPDATE accounts SET balance = balance + 100 WHERE </a:t>
            </a:r>
            <a:r>
              <a:rPr kumimoji="0" lang="en-US" altLang="en-US" b="1" i="0" u="none" strike="noStrike" cap="none" normalizeH="0" baseline="0" dirty="0" err="1">
                <a:ln>
                  <a:noFill/>
                </a:ln>
                <a:solidFill>
                  <a:schemeClr val="accent2"/>
                </a:solidFill>
                <a:effectLst/>
              </a:rPr>
              <a:t>account_id</a:t>
            </a:r>
            <a:r>
              <a:rPr kumimoji="0" lang="en-US" altLang="en-US" b="1" i="0" u="none" strike="noStrike" cap="none" normalizeH="0" baseline="0" dirty="0">
                <a:ln>
                  <a:noFill/>
                </a:ln>
                <a:solidFill>
                  <a:schemeClr val="accent2"/>
                </a:solidFill>
                <a:effectLst/>
              </a:rPr>
              <a:t> = 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2"/>
                </a:solidFill>
                <a:effectLst/>
              </a:rPr>
              <a:t>COMMIT;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solidFill>
                <a:schemeClr val="accent2"/>
              </a:solidFill>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2"/>
                </a:solidFill>
                <a:effectLst/>
              </a:rPr>
              <a:t>UPDATE accounts SET balance = balance - 100 WHERE </a:t>
            </a:r>
            <a:r>
              <a:rPr kumimoji="0" lang="en-US" altLang="en-US" b="1" i="0" u="none" strike="noStrike" cap="none" normalizeH="0" baseline="0" dirty="0" err="1">
                <a:ln>
                  <a:noFill/>
                </a:ln>
                <a:solidFill>
                  <a:schemeClr val="accent2"/>
                </a:solidFill>
                <a:effectLst/>
              </a:rPr>
              <a:t>account_id</a:t>
            </a:r>
            <a:r>
              <a:rPr kumimoji="0" lang="en-US" altLang="en-US" b="1" i="0" u="none" strike="noStrike" cap="none" normalizeH="0" baseline="0" dirty="0">
                <a:ln>
                  <a:noFill/>
                </a:ln>
                <a:solidFill>
                  <a:schemeClr val="accent2"/>
                </a:solidFill>
                <a:effectLst/>
              </a:rPr>
              <a:t> =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2"/>
                </a:solidFill>
                <a:effectLst/>
              </a:rPr>
              <a:t>UPDATE accounts SET balance = balance + 100 WHERE </a:t>
            </a:r>
            <a:r>
              <a:rPr kumimoji="0" lang="en-US" altLang="en-US" b="1" i="0" u="none" strike="noStrike" cap="none" normalizeH="0" baseline="0" dirty="0" err="1">
                <a:ln>
                  <a:noFill/>
                </a:ln>
                <a:solidFill>
                  <a:schemeClr val="accent2"/>
                </a:solidFill>
                <a:effectLst/>
              </a:rPr>
              <a:t>account_id</a:t>
            </a:r>
            <a:r>
              <a:rPr kumimoji="0" lang="en-US" altLang="en-US" b="1" i="0" u="none" strike="noStrike" cap="none" normalizeH="0" baseline="0" dirty="0">
                <a:ln>
                  <a:noFill/>
                </a:ln>
                <a:solidFill>
                  <a:schemeClr val="accent2"/>
                </a:solidFill>
                <a:effectLst/>
              </a:rPr>
              <a:t> = 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2"/>
                </a:solidFill>
                <a:effectLst/>
              </a:rPr>
              <a:t>ROLLBACK;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accent2"/>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2"/>
                </a:solidFill>
                <a:effectLst/>
              </a:rPr>
              <a:t>SAVEPOINT </a:t>
            </a:r>
            <a:r>
              <a:rPr kumimoji="0" lang="en-US" altLang="en-US" b="1" i="0" u="none" strike="noStrike" cap="none" normalizeH="0" baseline="0" dirty="0" err="1">
                <a:ln>
                  <a:noFill/>
                </a:ln>
                <a:solidFill>
                  <a:schemeClr val="accent2"/>
                </a:solidFill>
                <a:effectLst/>
              </a:rPr>
              <a:t>before_update</a:t>
            </a:r>
            <a:r>
              <a:rPr kumimoji="0" lang="en-US" altLang="en-US" b="1" i="0" u="none" strike="noStrike" cap="none" normalizeH="0" baseline="0" dirty="0">
                <a:ln>
                  <a:noFill/>
                </a:ln>
                <a:solidFill>
                  <a:schemeClr val="accent2"/>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2"/>
                </a:solidFill>
                <a:effectLst/>
              </a:rPr>
              <a:t>UPDATE accounts SET balance = balance - 100 WHERE </a:t>
            </a:r>
            <a:r>
              <a:rPr kumimoji="0" lang="en-US" altLang="en-US" b="1" i="0" u="none" strike="noStrike" cap="none" normalizeH="0" baseline="0" dirty="0" err="1">
                <a:ln>
                  <a:noFill/>
                </a:ln>
                <a:solidFill>
                  <a:schemeClr val="accent2"/>
                </a:solidFill>
                <a:effectLst/>
              </a:rPr>
              <a:t>account_id</a:t>
            </a:r>
            <a:r>
              <a:rPr kumimoji="0" lang="en-US" altLang="en-US" b="1" i="0" u="none" strike="noStrike" cap="none" normalizeH="0" baseline="0" dirty="0">
                <a:ln>
                  <a:noFill/>
                </a:ln>
                <a:solidFill>
                  <a:schemeClr val="accent2"/>
                </a:solidFill>
                <a:effectLst/>
              </a:rPr>
              <a:t> =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2"/>
                </a:solidFill>
                <a:effectLst/>
              </a:rPr>
              <a:t>-- Suppose something goes wrong here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accent2"/>
                </a:solidFill>
                <a:effectLst/>
              </a:rPr>
              <a:t>ROLLBACK TO </a:t>
            </a:r>
            <a:r>
              <a:rPr kumimoji="0" lang="en-US" altLang="en-US" b="1" i="0" u="none" strike="noStrike" cap="none" normalizeH="0" baseline="0" dirty="0" err="1">
                <a:ln>
                  <a:noFill/>
                </a:ln>
                <a:solidFill>
                  <a:schemeClr val="accent2"/>
                </a:solidFill>
                <a:effectLst/>
              </a:rPr>
              <a:t>before_update</a:t>
            </a:r>
            <a:r>
              <a:rPr kumimoji="0" lang="en-US" altLang="en-US" b="1" i="0" u="none" strike="noStrike" cap="none" normalizeH="0" baseline="0" dirty="0">
                <a:ln>
                  <a:noFill/>
                </a:ln>
                <a:solidFill>
                  <a:schemeClr val="accent2"/>
                </a:solidFill>
                <a:effectLst/>
              </a:rPr>
              <a:t>;</a:t>
            </a:r>
          </a:p>
        </p:txBody>
      </p:sp>
    </p:spTree>
    <p:extLst>
      <p:ext uri="{BB962C8B-B14F-4D97-AF65-F5344CB8AC3E}">
        <p14:creationId xmlns:p14="http://schemas.microsoft.com/office/powerpoint/2010/main" val="1834176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DBMS Languages</a:t>
            </a:r>
          </a:p>
        </p:txBody>
      </p:sp>
      <p:sp>
        <p:nvSpPr>
          <p:cNvPr id="3" name="Content Placeholder 2"/>
          <p:cNvSpPr>
            <a:spLocks noGrp="1"/>
          </p:cNvSpPr>
          <p:nvPr>
            <p:ph idx="1"/>
          </p:nvPr>
        </p:nvSpPr>
        <p:spPr/>
        <p:txBody>
          <a:bodyPr>
            <a:normAutofit/>
          </a:bodyPr>
          <a:lstStyle/>
          <a:p>
            <a:r>
              <a:rPr lang="en-US" sz="2400" b="1" dirty="0">
                <a:solidFill>
                  <a:schemeClr val="tx1"/>
                </a:solidFill>
              </a:rPr>
              <a:t>Storage definition language (SDL): SDL </a:t>
            </a:r>
            <a:r>
              <a:rPr lang="en-US" sz="2400" dirty="0">
                <a:solidFill>
                  <a:schemeClr val="tx1"/>
                </a:solidFill>
              </a:rPr>
              <a:t>is used to specify the internal schema. This component is removed from current SQL to keep it conceptual and external level only. </a:t>
            </a:r>
          </a:p>
          <a:p>
            <a:r>
              <a:rPr lang="en-US" sz="1800" b="0" i="0" u="none" strike="noStrike">
                <a:solidFill>
                  <a:srgbClr val="000000"/>
                </a:solidFill>
                <a:effectLst/>
                <a:latin typeface="Arial" panose="020B0604020202020204" pitchFamily="34" charset="0"/>
              </a:rPr>
              <a:t> *</a:t>
            </a:r>
            <a:r>
              <a:rPr lang="en-US" b="0" i="0" u="none" strike="noStrike">
                <a:solidFill>
                  <a:schemeClr val="tx1"/>
                </a:solidFill>
                <a:effectLst/>
              </a:rPr>
              <a:t>Used </a:t>
            </a:r>
            <a:r>
              <a:rPr lang="en-US" b="0" i="0" u="none" strike="noStrike" dirty="0">
                <a:solidFill>
                  <a:schemeClr val="tx1"/>
                </a:solidFill>
                <a:effectLst/>
              </a:rPr>
              <a:t>to define how data is stored internally.</a:t>
            </a:r>
            <a:endParaRPr lang="en-US" dirty="0">
              <a:solidFill>
                <a:schemeClr val="tx1"/>
              </a:solidFill>
            </a:endParaRPr>
          </a:p>
          <a:p>
            <a:r>
              <a:rPr lang="en-US" sz="2400" b="1" dirty="0">
                <a:solidFill>
                  <a:schemeClr val="tx1"/>
                </a:solidFill>
              </a:rPr>
              <a:t>View definition language (VDL): </a:t>
            </a:r>
            <a:r>
              <a:rPr lang="en-US" sz="2400" dirty="0">
                <a:solidFill>
                  <a:schemeClr val="tx1"/>
                </a:solidFill>
              </a:rPr>
              <a:t>to specify user views and their mappings to the conceptual schema. </a:t>
            </a:r>
          </a:p>
          <a:p>
            <a:r>
              <a:rPr lang="en-US" sz="2400" dirty="0">
                <a:solidFill>
                  <a:schemeClr val="tx1"/>
                </a:solidFill>
              </a:rPr>
              <a:t>In most DBMSs the DDL is used to define both conceptual and external schemas.</a:t>
            </a:r>
          </a:p>
        </p:txBody>
      </p:sp>
    </p:spTree>
    <p:extLst>
      <p:ext uri="{BB962C8B-B14F-4D97-AF65-F5344CB8AC3E}">
        <p14:creationId xmlns:p14="http://schemas.microsoft.com/office/powerpoint/2010/main" val="1062436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4">
            <a:extLst>
              <a:ext uri="{FF2B5EF4-FFF2-40B4-BE49-F238E27FC236}">
                <a16:creationId xmlns:a16="http://schemas.microsoft.com/office/drawing/2014/main" id="{AD751061-76CF-4281-F4EF-38044F2902AD}"/>
              </a:ext>
            </a:extLst>
          </p:cNvPr>
          <p:cNvSpPr>
            <a:spLocks noGrp="1" noChangeArrowheads="1"/>
          </p:cNvSpPr>
          <p:nvPr>
            <p:ph type="title"/>
          </p:nvPr>
        </p:nvSpPr>
        <p:spPr/>
        <p:txBody>
          <a:bodyPr>
            <a:normAutofit/>
          </a:bodyPr>
          <a:lstStyle/>
          <a:p>
            <a:pPr eaLnBrk="1" hangingPunct="1"/>
            <a:r>
              <a:rPr lang="en-US" altLang="en-US" b="1" dirty="0">
                <a:solidFill>
                  <a:schemeClr val="tx1"/>
                </a:solidFill>
                <a:ea typeface="ＭＳ Ｐゴシック" panose="020B0600070205080204" pitchFamily="34" charset="-128"/>
              </a:rPr>
              <a:t>DBMS Programming Language Interfaces</a:t>
            </a:r>
          </a:p>
        </p:txBody>
      </p:sp>
      <p:sp>
        <p:nvSpPr>
          <p:cNvPr id="38916" name="Rectangle 5">
            <a:extLst>
              <a:ext uri="{FF2B5EF4-FFF2-40B4-BE49-F238E27FC236}">
                <a16:creationId xmlns:a16="http://schemas.microsoft.com/office/drawing/2014/main" id="{D8FCABD0-D270-2805-11F3-BBEBD03B024B}"/>
              </a:ext>
            </a:extLst>
          </p:cNvPr>
          <p:cNvSpPr>
            <a:spLocks noGrp="1" noChangeArrowheads="1"/>
          </p:cNvSpPr>
          <p:nvPr>
            <p:ph type="body" idx="1"/>
          </p:nvPr>
        </p:nvSpPr>
        <p:spPr>
          <a:xfrm>
            <a:off x="1097280" y="1845734"/>
            <a:ext cx="10642436" cy="4023360"/>
          </a:xfrm>
        </p:spPr>
        <p:txBody>
          <a:bodyPr>
            <a:normAutofit/>
          </a:bodyPr>
          <a:lstStyle/>
          <a:p>
            <a:pPr eaLnBrk="1" hangingPunct="1"/>
            <a:r>
              <a:rPr lang="en-US" altLang="en-US" dirty="0">
                <a:solidFill>
                  <a:schemeClr val="tx1"/>
                </a:solidFill>
                <a:ea typeface="ＭＳ Ｐゴシック" panose="020B0600070205080204" pitchFamily="34" charset="-128"/>
              </a:rPr>
              <a:t>Programmer interfaces for embedding DML in a programming languages:</a:t>
            </a:r>
          </a:p>
          <a:p>
            <a:pPr lvl="1" eaLnBrk="1" hangingPunct="1"/>
            <a:r>
              <a:rPr lang="en-US" altLang="en-US" sz="2000" b="1" dirty="0">
                <a:solidFill>
                  <a:schemeClr val="tx1"/>
                </a:solidFill>
                <a:ea typeface="ＭＳ Ｐゴシック" panose="020B0600070205080204" pitchFamily="34" charset="-128"/>
              </a:rPr>
              <a:t>Embedded Approach</a:t>
            </a:r>
            <a:r>
              <a:rPr lang="en-US" altLang="en-US" sz="2000" dirty="0">
                <a:solidFill>
                  <a:schemeClr val="tx1"/>
                </a:solidFill>
                <a:ea typeface="ＭＳ Ｐゴシック" panose="020B0600070205080204" pitchFamily="34" charset="-128"/>
              </a:rPr>
              <a:t>: </a:t>
            </a:r>
            <a:r>
              <a:rPr lang="en-US" altLang="en-US" sz="2000" dirty="0" err="1">
                <a:solidFill>
                  <a:schemeClr val="tx1"/>
                </a:solidFill>
                <a:ea typeface="ＭＳ Ｐゴシック" panose="020B0600070205080204" pitchFamily="34" charset="-128"/>
              </a:rPr>
              <a:t>e.g</a:t>
            </a:r>
            <a:r>
              <a:rPr lang="en-US" altLang="en-US" sz="2000" dirty="0">
                <a:solidFill>
                  <a:schemeClr val="tx1"/>
                </a:solidFill>
                <a:ea typeface="ＭＳ Ｐゴシック" panose="020B0600070205080204" pitchFamily="34" charset="-128"/>
              </a:rPr>
              <a:t> embedded SQL (for C, C++, etc.), SQLJ (for Java)</a:t>
            </a:r>
          </a:p>
          <a:p>
            <a:pPr lvl="1" eaLnBrk="1" hangingPunct="1"/>
            <a:r>
              <a:rPr lang="en-US" altLang="en-US" sz="2000" b="1" dirty="0">
                <a:solidFill>
                  <a:schemeClr val="tx1"/>
                </a:solidFill>
                <a:ea typeface="ＭＳ Ｐゴシック" panose="020B0600070205080204" pitchFamily="34" charset="-128"/>
              </a:rPr>
              <a:t>Procedure Call Approach</a:t>
            </a:r>
            <a:r>
              <a:rPr lang="en-US" altLang="en-US" sz="2000" dirty="0">
                <a:solidFill>
                  <a:schemeClr val="tx1"/>
                </a:solidFill>
                <a:ea typeface="ＭＳ Ｐゴシック" panose="020B0600070205080204" pitchFamily="34" charset="-128"/>
              </a:rPr>
              <a:t>: e.g. JDBC(Java database connectivity  for Java, ODBC (Open Database Connectivity) for other programming languages as API’s (application programming interfaces)</a:t>
            </a:r>
          </a:p>
          <a:p>
            <a:pPr lvl="1" eaLnBrk="1" hangingPunct="1"/>
            <a:r>
              <a:rPr lang="en-US" altLang="en-US" sz="2000" b="1" dirty="0">
                <a:solidFill>
                  <a:schemeClr val="tx1"/>
                </a:solidFill>
                <a:ea typeface="ＭＳ Ｐゴシック" panose="020B0600070205080204" pitchFamily="34" charset="-128"/>
              </a:rPr>
              <a:t>Database Programming Language Approach</a:t>
            </a:r>
            <a:r>
              <a:rPr lang="en-US" altLang="en-US" sz="2000" dirty="0">
                <a:solidFill>
                  <a:schemeClr val="tx1"/>
                </a:solidFill>
                <a:ea typeface="ＭＳ Ｐゴシック" panose="020B0600070205080204" pitchFamily="34" charset="-128"/>
              </a:rPr>
              <a:t>: e.g. ORACLE has PL/SQL, a programming language based on SQL; language incorporates SQL and its data types as integral components</a:t>
            </a:r>
          </a:p>
          <a:p>
            <a:pPr lvl="1" eaLnBrk="1" hangingPunct="1"/>
            <a:r>
              <a:rPr lang="en-US" altLang="en-US" sz="2000" b="1" dirty="0">
                <a:solidFill>
                  <a:schemeClr val="tx1"/>
                </a:solidFill>
                <a:ea typeface="ＭＳ Ｐゴシック" panose="020B0600070205080204" pitchFamily="34" charset="-128"/>
              </a:rPr>
              <a:t>Scripting Languages: </a:t>
            </a:r>
            <a:r>
              <a:rPr lang="en-US" altLang="en-US" sz="2000" dirty="0">
                <a:solidFill>
                  <a:schemeClr val="tx1"/>
                </a:solidFill>
                <a:ea typeface="ＭＳ Ｐゴシック" panose="020B0600070205080204" pitchFamily="34" charset="-128"/>
              </a:rPr>
              <a:t>PHP (client-side scripting) and Python (server-side scripting) are used to write database programs.</a:t>
            </a:r>
          </a:p>
          <a:p>
            <a:pPr eaLnBrk="1" hangingPunct="1"/>
            <a:endParaRPr lang="en-US" altLang="en-US" dirty="0">
              <a:solidFill>
                <a:schemeClr val="tx1"/>
              </a:solidFill>
              <a:ea typeface="ＭＳ Ｐゴシック" panose="020B0600070205080204" pitchFamily="34"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ChangeAspect="1"/>
          </p:cNvPicPr>
          <p:nvPr/>
        </p:nvPicPr>
        <p:blipFill>
          <a:blip r:embed="rId2"/>
          <a:stretch>
            <a:fillRect/>
          </a:stretch>
        </p:blipFill>
        <p:spPr>
          <a:xfrm>
            <a:off x="3085729" y="1326052"/>
            <a:ext cx="4958657" cy="4964880"/>
          </a:xfrm>
          <a:prstGeom prst="rect">
            <a:avLst/>
          </a:prstGeom>
        </p:spPr>
      </p:pic>
      <p:cxnSp>
        <p:nvCxnSpPr>
          <p:cNvPr id="6" name="Straight Arrow Connector 5"/>
          <p:cNvCxnSpPr/>
          <p:nvPr/>
        </p:nvCxnSpPr>
        <p:spPr>
          <a:xfrm>
            <a:off x="8044386" y="1806027"/>
            <a:ext cx="831430" cy="142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 name="TextBox 6"/>
          <p:cNvSpPr txBox="1"/>
          <p:nvPr/>
        </p:nvSpPr>
        <p:spPr>
          <a:xfrm>
            <a:off x="8875817" y="1443419"/>
            <a:ext cx="1902373" cy="923330"/>
          </a:xfrm>
          <a:prstGeom prst="rect">
            <a:avLst/>
          </a:prstGeom>
          <a:noFill/>
          <a:ln>
            <a:solidFill>
              <a:schemeClr val="tx1">
                <a:lumMod val="85000"/>
                <a:lumOff val="15000"/>
              </a:schemeClr>
            </a:solidFill>
          </a:ln>
        </p:spPr>
        <p:txBody>
          <a:bodyPr wrap="square" rtlCol="0">
            <a:spAutoFit/>
          </a:bodyPr>
          <a:lstStyle/>
          <a:p>
            <a:r>
              <a:rPr lang="en-US" dirty="0"/>
              <a:t>Users of database environment and their interfaces</a:t>
            </a:r>
          </a:p>
        </p:txBody>
      </p:sp>
      <p:cxnSp>
        <p:nvCxnSpPr>
          <p:cNvPr id="9" name="Straight Arrow Connector 8"/>
          <p:cNvCxnSpPr/>
          <p:nvPr/>
        </p:nvCxnSpPr>
        <p:spPr>
          <a:xfrm flipV="1">
            <a:off x="8044386" y="4590833"/>
            <a:ext cx="831430" cy="1089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 name="TextBox 9"/>
          <p:cNvSpPr txBox="1"/>
          <p:nvPr/>
        </p:nvSpPr>
        <p:spPr>
          <a:xfrm>
            <a:off x="8875817" y="4117613"/>
            <a:ext cx="1902373" cy="1754326"/>
          </a:xfrm>
          <a:prstGeom prst="rect">
            <a:avLst/>
          </a:prstGeom>
          <a:noFill/>
          <a:ln>
            <a:solidFill>
              <a:schemeClr val="tx1">
                <a:lumMod val="85000"/>
                <a:lumOff val="15000"/>
              </a:schemeClr>
            </a:solidFill>
          </a:ln>
        </p:spPr>
        <p:txBody>
          <a:bodyPr wrap="square" rtlCol="0">
            <a:spAutoFit/>
          </a:bodyPr>
          <a:lstStyle/>
          <a:p>
            <a:r>
              <a:rPr lang="en-US" dirty="0"/>
              <a:t>internal modules of the DBMS responsible for storage of data and processing of transactions</a:t>
            </a:r>
          </a:p>
        </p:txBody>
      </p:sp>
      <p:sp>
        <p:nvSpPr>
          <p:cNvPr id="3" name="Rectangle 2"/>
          <p:cNvSpPr/>
          <p:nvPr/>
        </p:nvSpPr>
        <p:spPr>
          <a:xfrm>
            <a:off x="3085730" y="1326052"/>
            <a:ext cx="4958657" cy="9599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085730" y="2366750"/>
            <a:ext cx="4958657" cy="350519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txBox="1">
            <a:spLocks/>
          </p:cNvSpPr>
          <p:nvPr/>
        </p:nvSpPr>
        <p:spPr>
          <a:xfrm>
            <a:off x="1349910" y="417778"/>
            <a:ext cx="9492180" cy="606650"/>
          </a:xfrm>
          <a:prstGeom prst="rect">
            <a:avLst/>
          </a:prstGeom>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b="1" dirty="0"/>
              <a:t>The Database System Environment</a:t>
            </a:r>
          </a:p>
        </p:txBody>
      </p:sp>
    </p:spTree>
    <p:extLst>
      <p:ext uri="{BB962C8B-B14F-4D97-AF65-F5344CB8AC3E}">
        <p14:creationId xmlns:p14="http://schemas.microsoft.com/office/powerpoint/2010/main" val="2657466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DBMS Interfaces</a:t>
            </a:r>
          </a:p>
        </p:txBody>
      </p:sp>
      <p:sp>
        <p:nvSpPr>
          <p:cNvPr id="3" name="Content Placeholder 2"/>
          <p:cNvSpPr>
            <a:spLocks noGrp="1"/>
          </p:cNvSpPr>
          <p:nvPr>
            <p:ph idx="1"/>
          </p:nvPr>
        </p:nvSpPr>
        <p:spPr>
          <a:xfrm>
            <a:off x="575187" y="1845734"/>
            <a:ext cx="11194026" cy="4023360"/>
          </a:xfrm>
        </p:spPr>
        <p:txBody>
          <a:bodyPr>
            <a:normAutofit/>
          </a:bodyPr>
          <a:lstStyle/>
          <a:p>
            <a:r>
              <a:rPr lang="en-US" sz="2400" b="1" dirty="0">
                <a:solidFill>
                  <a:schemeClr val="tx1"/>
                </a:solidFill>
              </a:rPr>
              <a:t>Menu-based Interfaces for Web Clients or Browsing</a:t>
            </a:r>
          </a:p>
          <a:p>
            <a:r>
              <a:rPr lang="en-US" sz="2400" b="1" dirty="0">
                <a:solidFill>
                  <a:schemeClr val="tx1"/>
                </a:solidFill>
              </a:rPr>
              <a:t>Apps for Mobile Devices: </a:t>
            </a:r>
            <a:r>
              <a:rPr lang="en-US" sz="2400" dirty="0">
                <a:solidFill>
                  <a:schemeClr val="tx1"/>
                </a:solidFill>
              </a:rPr>
              <a:t>allow users to access their data through a mobile phone.</a:t>
            </a:r>
          </a:p>
          <a:p>
            <a:pPr lvl="1"/>
            <a:r>
              <a:rPr lang="en-US" sz="2400" dirty="0">
                <a:solidFill>
                  <a:schemeClr val="tx1"/>
                </a:solidFill>
              </a:rPr>
              <a:t>For example, banking, reservations etc. </a:t>
            </a:r>
          </a:p>
          <a:p>
            <a:r>
              <a:rPr lang="en-US" sz="2400" b="1" dirty="0">
                <a:solidFill>
                  <a:schemeClr val="tx1"/>
                </a:solidFill>
              </a:rPr>
              <a:t>Forms-based Interfaces: </a:t>
            </a:r>
            <a:r>
              <a:rPr lang="en-US" sz="2400" dirty="0">
                <a:solidFill>
                  <a:schemeClr val="tx1"/>
                </a:solidFill>
              </a:rPr>
              <a:t>designed and programmed for naive users as interfaces to canned transactions.</a:t>
            </a:r>
          </a:p>
          <a:p>
            <a:r>
              <a:rPr lang="en-US" sz="2400" b="1" dirty="0">
                <a:solidFill>
                  <a:schemeClr val="tx1"/>
                </a:solidFill>
              </a:rPr>
              <a:t>Graphical User Interfaces: </a:t>
            </a:r>
            <a:r>
              <a:rPr lang="en-US" sz="2400" dirty="0">
                <a:solidFill>
                  <a:schemeClr val="tx1"/>
                </a:solidFill>
              </a:rPr>
              <a:t>displays a schema to the user in diagrammatic form. </a:t>
            </a:r>
          </a:p>
          <a:p>
            <a:pPr lvl="1"/>
            <a:r>
              <a:rPr lang="en-US" sz="2400" dirty="0">
                <a:solidFill>
                  <a:schemeClr val="tx1"/>
                </a:solidFill>
              </a:rPr>
              <a:t>The user then can specify a query by manipulating the diagram. </a:t>
            </a:r>
          </a:p>
          <a:p>
            <a:pPr lvl="1"/>
            <a:r>
              <a:rPr lang="en-US" sz="2400" dirty="0">
                <a:solidFill>
                  <a:schemeClr val="tx1"/>
                </a:solidFill>
              </a:rPr>
              <a:t>GUIs utilize both menus and forms. </a:t>
            </a:r>
          </a:p>
        </p:txBody>
      </p:sp>
    </p:spTree>
    <p:extLst>
      <p:ext uri="{BB962C8B-B14F-4D97-AF65-F5344CB8AC3E}">
        <p14:creationId xmlns:p14="http://schemas.microsoft.com/office/powerpoint/2010/main" val="1584519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DBMS Interfaces</a:t>
            </a:r>
          </a:p>
        </p:txBody>
      </p:sp>
      <p:sp>
        <p:nvSpPr>
          <p:cNvPr id="3" name="Content Placeholder 2"/>
          <p:cNvSpPr>
            <a:spLocks noGrp="1"/>
          </p:cNvSpPr>
          <p:nvPr>
            <p:ph idx="1"/>
          </p:nvPr>
        </p:nvSpPr>
        <p:spPr/>
        <p:txBody>
          <a:bodyPr>
            <a:normAutofit/>
          </a:bodyPr>
          <a:lstStyle/>
          <a:p>
            <a:r>
              <a:rPr lang="en-US" sz="2400" b="1" dirty="0">
                <a:solidFill>
                  <a:schemeClr val="tx1"/>
                </a:solidFill>
              </a:rPr>
              <a:t>Natural Language Interfaces: </a:t>
            </a:r>
            <a:r>
              <a:rPr lang="en-US" sz="2400" dirty="0">
                <a:solidFill>
                  <a:schemeClr val="tx1"/>
                </a:solidFill>
              </a:rPr>
              <a:t>These interfaces accept requests written in English or some other language and attempt to understand them.</a:t>
            </a:r>
          </a:p>
          <a:p>
            <a:pPr lvl="1"/>
            <a:r>
              <a:rPr lang="en-US" sz="2400" dirty="0">
                <a:solidFill>
                  <a:schemeClr val="tx1"/>
                </a:solidFill>
              </a:rPr>
              <a:t>Has its own schema similar to the database conceptual schema, as well as a dictionary of important words. </a:t>
            </a:r>
          </a:p>
          <a:p>
            <a:pPr lvl="1"/>
            <a:r>
              <a:rPr lang="en-US" sz="2400" dirty="0">
                <a:solidFill>
                  <a:schemeClr val="tx1"/>
                </a:solidFill>
              </a:rPr>
              <a:t>It refers to the words in its schema, as well as to the set of standard words in its dictionary, that are used to interpret the request. </a:t>
            </a:r>
          </a:p>
          <a:p>
            <a:pPr lvl="1"/>
            <a:r>
              <a:rPr lang="en-US" sz="2400" dirty="0">
                <a:solidFill>
                  <a:schemeClr val="tx1"/>
                </a:solidFill>
              </a:rPr>
              <a:t>If the interpretation is successful, the interface generates a high-level query corresponding to the natural language request and submits it to the DBMS for processing; </a:t>
            </a:r>
          </a:p>
          <a:p>
            <a:pPr lvl="1"/>
            <a:r>
              <a:rPr lang="en-US" sz="2400" dirty="0">
                <a:solidFill>
                  <a:schemeClr val="tx1"/>
                </a:solidFill>
              </a:rPr>
              <a:t>otherwise, a dialogue is started with the user to clarify the request. </a:t>
            </a:r>
          </a:p>
        </p:txBody>
      </p:sp>
    </p:spTree>
    <p:extLst>
      <p:ext uri="{BB962C8B-B14F-4D97-AF65-F5344CB8AC3E}">
        <p14:creationId xmlns:p14="http://schemas.microsoft.com/office/powerpoint/2010/main" val="2349219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DBMS Interfaces</a:t>
            </a:r>
          </a:p>
        </p:txBody>
      </p:sp>
      <p:sp>
        <p:nvSpPr>
          <p:cNvPr id="3" name="Content Placeholder 2"/>
          <p:cNvSpPr>
            <a:spLocks noGrp="1"/>
          </p:cNvSpPr>
          <p:nvPr>
            <p:ph idx="1"/>
          </p:nvPr>
        </p:nvSpPr>
        <p:spPr>
          <a:xfrm>
            <a:off x="271370" y="1737359"/>
            <a:ext cx="11710219" cy="4834037"/>
          </a:xfrm>
        </p:spPr>
        <p:txBody>
          <a:bodyPr>
            <a:noAutofit/>
          </a:bodyPr>
          <a:lstStyle/>
          <a:p>
            <a:r>
              <a:rPr lang="en-US" sz="2400" b="1" dirty="0">
                <a:solidFill>
                  <a:schemeClr val="tx1"/>
                </a:solidFill>
              </a:rPr>
              <a:t>Keyword-based Database Search: </a:t>
            </a:r>
            <a:r>
              <a:rPr lang="en-US" sz="2400" dirty="0">
                <a:solidFill>
                  <a:schemeClr val="tx1"/>
                </a:solidFill>
              </a:rPr>
              <a:t>similar to Web search engines, which accept strings of natural language words and match them with documents at specific sites (for local search engines) or Web pages on the Web at large (for engines like Google).</a:t>
            </a:r>
          </a:p>
          <a:p>
            <a:pPr lvl="1"/>
            <a:r>
              <a:rPr lang="en-US" sz="2400" dirty="0">
                <a:solidFill>
                  <a:schemeClr val="tx1"/>
                </a:solidFill>
              </a:rPr>
              <a:t>Use predefined indexes on words and use ranking functions to retrieve and present resulting documents in a decreasing degree of match.</a:t>
            </a:r>
          </a:p>
          <a:p>
            <a:r>
              <a:rPr lang="en-US" sz="2400" b="1" dirty="0">
                <a:solidFill>
                  <a:schemeClr val="tx1"/>
                </a:solidFill>
              </a:rPr>
              <a:t>Speech Input and Output. </a:t>
            </a:r>
            <a:r>
              <a:rPr lang="en-US" sz="2400" dirty="0">
                <a:solidFill>
                  <a:schemeClr val="tx1"/>
                </a:solidFill>
              </a:rPr>
              <a:t>Limited use of speech as an input query and speech as an answer to a question of a request. </a:t>
            </a:r>
          </a:p>
          <a:p>
            <a:pPr lvl="1"/>
            <a:r>
              <a:rPr lang="en-US" sz="2400" dirty="0">
                <a:solidFill>
                  <a:schemeClr val="tx1"/>
                </a:solidFill>
              </a:rPr>
              <a:t>i.e. inquiries for telephone directory, flight arrival/departure, and credit card account information.</a:t>
            </a:r>
          </a:p>
          <a:p>
            <a:pPr lvl="1"/>
            <a:r>
              <a:rPr lang="en-US" sz="2400" dirty="0">
                <a:solidFill>
                  <a:schemeClr val="tx1"/>
                </a:solidFill>
              </a:rPr>
              <a:t>The speech input is detected using a library of predefined words and used to set up the parameters that are supplied to the queries. </a:t>
            </a:r>
          </a:p>
          <a:p>
            <a:pPr lvl="1"/>
            <a:r>
              <a:rPr lang="en-US" sz="2400" dirty="0">
                <a:solidFill>
                  <a:schemeClr val="tx1"/>
                </a:solidFill>
              </a:rPr>
              <a:t>For output, a similar conversion from text or numbers into speech takes place.</a:t>
            </a:r>
          </a:p>
        </p:txBody>
      </p:sp>
    </p:spTree>
    <p:extLst>
      <p:ext uri="{BB962C8B-B14F-4D97-AF65-F5344CB8AC3E}">
        <p14:creationId xmlns:p14="http://schemas.microsoft.com/office/powerpoint/2010/main" val="4122508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DBMS Interfaces</a:t>
            </a:r>
          </a:p>
        </p:txBody>
      </p:sp>
      <p:sp>
        <p:nvSpPr>
          <p:cNvPr id="3" name="Content Placeholder 2"/>
          <p:cNvSpPr>
            <a:spLocks noGrp="1"/>
          </p:cNvSpPr>
          <p:nvPr>
            <p:ph idx="1"/>
          </p:nvPr>
        </p:nvSpPr>
        <p:spPr/>
        <p:txBody>
          <a:bodyPr>
            <a:noAutofit/>
          </a:bodyPr>
          <a:lstStyle/>
          <a:p>
            <a:r>
              <a:rPr lang="en-US" sz="2400" b="1" dirty="0">
                <a:solidFill>
                  <a:schemeClr val="tx1"/>
                </a:solidFill>
              </a:rPr>
              <a:t>Interfaces for Parametric Users: </a:t>
            </a:r>
            <a:r>
              <a:rPr lang="en-US" sz="2400" dirty="0">
                <a:solidFill>
                  <a:schemeClr val="tx1"/>
                </a:solidFill>
              </a:rPr>
              <a:t>Parametric users, such as bank tellers.</a:t>
            </a:r>
          </a:p>
          <a:p>
            <a:pPr lvl="1"/>
            <a:r>
              <a:rPr lang="en-US" sz="2400" dirty="0">
                <a:solidFill>
                  <a:schemeClr val="tx1"/>
                </a:solidFill>
              </a:rPr>
              <a:t>repetitive transactions such as account deposits or withdrawals, or balance inquiries.  </a:t>
            </a:r>
          </a:p>
          <a:p>
            <a:r>
              <a:rPr lang="en-US" sz="2400" b="1" dirty="0">
                <a:solidFill>
                  <a:schemeClr val="tx1"/>
                </a:solidFill>
              </a:rPr>
              <a:t>Interfaces for the DBA: </a:t>
            </a:r>
            <a:r>
              <a:rPr lang="en-US" sz="2400" dirty="0">
                <a:solidFill>
                  <a:schemeClr val="tx1"/>
                </a:solidFill>
              </a:rPr>
              <a:t>privileged commands that can be used only by the DBA staff. </a:t>
            </a:r>
          </a:p>
          <a:p>
            <a:pPr lvl="1"/>
            <a:r>
              <a:rPr lang="en-US" sz="2400" dirty="0">
                <a:solidFill>
                  <a:schemeClr val="tx1"/>
                </a:solidFill>
              </a:rPr>
              <a:t>commands for creating accounts</a:t>
            </a:r>
          </a:p>
          <a:p>
            <a:pPr lvl="1"/>
            <a:r>
              <a:rPr lang="en-US" sz="2400" dirty="0">
                <a:solidFill>
                  <a:schemeClr val="tx1"/>
                </a:solidFill>
              </a:rPr>
              <a:t>setting system parameters </a:t>
            </a:r>
          </a:p>
          <a:p>
            <a:pPr lvl="1"/>
            <a:r>
              <a:rPr lang="en-US" sz="2400" dirty="0">
                <a:solidFill>
                  <a:schemeClr val="tx1"/>
                </a:solidFill>
              </a:rPr>
              <a:t>granting account authorization</a:t>
            </a:r>
          </a:p>
          <a:p>
            <a:pPr lvl="1"/>
            <a:r>
              <a:rPr lang="en-US" sz="2400" dirty="0">
                <a:solidFill>
                  <a:schemeClr val="tx1"/>
                </a:solidFill>
              </a:rPr>
              <a:t>changing a schema </a:t>
            </a:r>
          </a:p>
          <a:p>
            <a:pPr lvl="1"/>
            <a:r>
              <a:rPr lang="en-US" sz="2400" dirty="0">
                <a:solidFill>
                  <a:schemeClr val="tx1"/>
                </a:solidFill>
              </a:rPr>
              <a:t>reorganizing the storage structures of a database.</a:t>
            </a:r>
          </a:p>
          <a:p>
            <a:endParaRPr lang="en-US" sz="2400" b="1" dirty="0">
              <a:solidFill>
                <a:schemeClr val="tx1"/>
              </a:solidFill>
            </a:endParaRPr>
          </a:p>
        </p:txBody>
      </p:sp>
    </p:spTree>
    <p:extLst>
      <p:ext uri="{BB962C8B-B14F-4D97-AF65-F5344CB8AC3E}">
        <p14:creationId xmlns:p14="http://schemas.microsoft.com/office/powerpoint/2010/main" val="3288913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812</TotalTime>
  <Words>2892</Words>
  <Application>Microsoft Office PowerPoint</Application>
  <PresentationFormat>Widescreen</PresentationFormat>
  <Paragraphs>167</Paragraphs>
  <Slides>18</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ＭＳ Ｐゴシック</vt:lpstr>
      <vt:lpstr>Aptos</vt:lpstr>
      <vt:lpstr>Arial</vt:lpstr>
      <vt:lpstr>Calibri</vt:lpstr>
      <vt:lpstr>Calibri Light</vt:lpstr>
      <vt:lpstr>Tahoma</vt:lpstr>
      <vt:lpstr>Times New Roman</vt:lpstr>
      <vt:lpstr>Retrospect</vt:lpstr>
      <vt:lpstr> Database System</vt:lpstr>
      <vt:lpstr>DBMS Languages</vt:lpstr>
      <vt:lpstr>DBMS Languages</vt:lpstr>
      <vt:lpstr>Data definition language (DDL)</vt:lpstr>
      <vt:lpstr>DBMS Languages</vt:lpstr>
      <vt:lpstr>Data Manipulation Language (DML)</vt:lpstr>
      <vt:lpstr>DBMS Languages</vt:lpstr>
      <vt:lpstr>DBMS Languages</vt:lpstr>
      <vt:lpstr>DBMS Languages</vt:lpstr>
      <vt:lpstr>TCL(transaction Control Language):</vt:lpstr>
      <vt:lpstr>DBMS Languages</vt:lpstr>
      <vt:lpstr>DBMS Programming Language Interfaces</vt:lpstr>
      <vt:lpstr>PowerPoint Presentation</vt:lpstr>
      <vt:lpstr>DBMS Interfaces</vt:lpstr>
      <vt:lpstr>DBMS Interfaces</vt:lpstr>
      <vt:lpstr>DBMS Interfaces</vt:lpstr>
      <vt:lpstr>DBMS Interfaces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31</cp:revision>
  <dcterms:created xsi:type="dcterms:W3CDTF">2024-08-09T06:58:16Z</dcterms:created>
  <dcterms:modified xsi:type="dcterms:W3CDTF">2024-08-31T12:20:45Z</dcterms:modified>
</cp:coreProperties>
</file>