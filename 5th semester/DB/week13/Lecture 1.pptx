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308" r:id="rId15"/>
    <p:sldId id="309" r:id="rId16"/>
    <p:sldId id="310" r:id="rId17"/>
    <p:sldId id="311" r:id="rId18"/>
    <p:sldId id="312" r:id="rId19"/>
    <p:sldId id="271" r:id="rId20"/>
    <p:sldId id="272" r:id="rId21"/>
    <p:sldId id="273" r:id="rId22"/>
    <p:sldId id="314" r:id="rId23"/>
    <p:sldId id="313" r:id="rId24"/>
    <p:sldId id="274" r:id="rId25"/>
    <p:sldId id="275" r:id="rId26"/>
    <p:sldId id="315" r:id="rId27"/>
    <p:sldId id="31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76" autoAdjust="0"/>
    <p:restoredTop sz="94061" autoAdjust="0"/>
  </p:normalViewPr>
  <p:slideViewPr>
    <p:cSldViewPr snapToGrid="0">
      <p:cViewPr varScale="1">
        <p:scale>
          <a:sx n="69" d="100"/>
          <a:sy n="69" d="100"/>
        </p:scale>
        <p:origin x="73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6EDDA1BD-D3CC-45E4-ACF9-6AC323ACE8EB}"/>
    <pc:docChg chg="modSld">
      <pc:chgData name="Ms Alina Arshad" userId="cccdfd85-d35d-4453-9c6f-a463aae40722" providerId="ADAL" clId="{6EDDA1BD-D3CC-45E4-ACF9-6AC323ACE8EB}" dt="2024-10-01T05:29:43.597" v="2" actId="478"/>
      <pc:docMkLst>
        <pc:docMk/>
      </pc:docMkLst>
      <pc:sldChg chg="modSp mod">
        <pc:chgData name="Ms Alina Arshad" userId="cccdfd85-d35d-4453-9c6f-a463aae40722" providerId="ADAL" clId="{6EDDA1BD-D3CC-45E4-ACF9-6AC323ACE8EB}" dt="2024-10-01T05:14:42.548" v="1" actId="20577"/>
        <pc:sldMkLst>
          <pc:docMk/>
          <pc:sldMk cId="0" sldId="352"/>
        </pc:sldMkLst>
        <pc:spChg chg="mod">
          <ac:chgData name="Ms Alina Arshad" userId="cccdfd85-d35d-4453-9c6f-a463aae40722" providerId="ADAL" clId="{6EDDA1BD-D3CC-45E4-ACF9-6AC323ACE8EB}" dt="2024-10-01T05:14:42.548" v="1" actId="20577"/>
          <ac:spMkLst>
            <pc:docMk/>
            <pc:sldMk cId="0" sldId="352"/>
            <ac:spMk id="64516" creationId="{D2D679A3-2E8D-4632-948B-DAF7F009B134}"/>
          </ac:spMkLst>
        </pc:spChg>
      </pc:sldChg>
      <pc:sldChg chg="delSp">
        <pc:chgData name="Ms Alina Arshad" userId="cccdfd85-d35d-4453-9c6f-a463aae40722" providerId="ADAL" clId="{6EDDA1BD-D3CC-45E4-ACF9-6AC323ACE8EB}" dt="2024-10-01T05:29:43.597" v="2" actId="478"/>
        <pc:sldMkLst>
          <pc:docMk/>
          <pc:sldMk cId="0" sldId="368"/>
        </pc:sldMkLst>
        <pc:spChg chg="del">
          <ac:chgData name="Ms Alina Arshad" userId="cccdfd85-d35d-4453-9c6f-a463aae40722" providerId="ADAL" clId="{6EDDA1BD-D3CC-45E4-ACF9-6AC323ACE8EB}" dt="2024-10-01T05:29:43.597" v="2" actId="478"/>
          <ac:spMkLst>
            <pc:docMk/>
            <pc:sldMk cId="0" sldId="368"/>
            <ac:spMk id="80898" creationId="{52ED864D-0629-4251-9D8E-CE2EF8458A4D}"/>
          </ac:spMkLst>
        </pc:spChg>
      </pc:sldChg>
    </pc:docChg>
  </pc:docChgLst>
  <pc:docChgLst>
    <pc:chgData name="Ms Alina Arshad" userId="cccdfd85-d35d-4453-9c6f-a463aae40722" providerId="ADAL" clId="{18B0CDA4-F1C6-4A2D-A27C-52286B3C7AD7}"/>
    <pc:docChg chg="custSel addSld delSld modSld sldOrd">
      <pc:chgData name="Ms Alina Arshad" userId="cccdfd85-d35d-4453-9c6f-a463aae40722" providerId="ADAL" clId="{18B0CDA4-F1C6-4A2D-A27C-52286B3C7AD7}" dt="2024-10-21T09:01:48.458" v="105" actId="20577"/>
      <pc:docMkLst>
        <pc:docMk/>
      </pc:docMkLst>
      <pc:sldChg chg="modSp mod">
        <pc:chgData name="Ms Alina Arshad" userId="cccdfd85-d35d-4453-9c6f-a463aae40722" providerId="ADAL" clId="{18B0CDA4-F1C6-4A2D-A27C-52286B3C7AD7}" dt="2024-10-21T09:01:48.458" v="105" actId="20577"/>
        <pc:sldMkLst>
          <pc:docMk/>
          <pc:sldMk cId="3322361034" sldId="256"/>
        </pc:sldMkLst>
        <pc:spChg chg="mod">
          <ac:chgData name="Ms Alina Arshad" userId="cccdfd85-d35d-4453-9c6f-a463aae40722" providerId="ADAL" clId="{18B0CDA4-F1C6-4A2D-A27C-52286B3C7AD7}" dt="2024-10-21T09:01:48.458" v="105" actId="20577"/>
          <ac:spMkLst>
            <pc:docMk/>
            <pc:sldMk cId="3322361034" sldId="256"/>
            <ac:spMk id="3" creationId="{44E9F82C-BBA7-3495-1097-BEDB54FFFDF4}"/>
          </ac:spMkLst>
        </pc:spChg>
      </pc:sldChg>
      <pc:sldChg chg="modSp add mod">
        <pc:chgData name="Ms Alina Arshad" userId="cccdfd85-d35d-4453-9c6f-a463aae40722" providerId="ADAL" clId="{18B0CDA4-F1C6-4A2D-A27C-52286B3C7AD7}" dt="2024-10-21T08:48:03.608" v="102" actId="20577"/>
        <pc:sldMkLst>
          <pc:docMk/>
          <pc:sldMk cId="0" sldId="262"/>
        </pc:sldMkLst>
        <pc:spChg chg="mod">
          <ac:chgData name="Ms Alina Arshad" userId="cccdfd85-d35d-4453-9c6f-a463aae40722" providerId="ADAL" clId="{18B0CDA4-F1C6-4A2D-A27C-52286B3C7AD7}" dt="2024-10-21T08:47:47.282" v="98" actId="1076"/>
          <ac:spMkLst>
            <pc:docMk/>
            <pc:sldMk cId="0" sldId="262"/>
            <ac:spMk id="2" creationId="{00000000-0000-0000-0000-000000000000}"/>
          </ac:spMkLst>
        </pc:spChg>
        <pc:spChg chg="mod">
          <ac:chgData name="Ms Alina Arshad" userId="cccdfd85-d35d-4453-9c6f-a463aae40722" providerId="ADAL" clId="{18B0CDA4-F1C6-4A2D-A27C-52286B3C7AD7}" dt="2024-10-21T08:48:03.608" v="102" actId="20577"/>
          <ac:spMkLst>
            <pc:docMk/>
            <pc:sldMk cId="0" sldId="262"/>
            <ac:spMk id="3" creationId="{00000000-0000-0000-0000-000000000000}"/>
          </ac:spMkLst>
        </pc:spChg>
      </pc:sldChg>
      <pc:sldChg chg="modSp mod">
        <pc:chgData name="Ms Alina Arshad" userId="cccdfd85-d35d-4453-9c6f-a463aae40722" providerId="ADAL" clId="{18B0CDA4-F1C6-4A2D-A27C-52286B3C7AD7}" dt="2024-10-21T03:50:06.316" v="0" actId="1076"/>
        <pc:sldMkLst>
          <pc:docMk/>
          <pc:sldMk cId="0" sldId="273"/>
        </pc:sldMkLst>
        <pc:picChg chg="mod">
          <ac:chgData name="Ms Alina Arshad" userId="cccdfd85-d35d-4453-9c6f-a463aae40722" providerId="ADAL" clId="{18B0CDA4-F1C6-4A2D-A27C-52286B3C7AD7}" dt="2024-10-21T03:50:06.316" v="0" actId="1076"/>
          <ac:picMkLst>
            <pc:docMk/>
            <pc:sldMk cId="0" sldId="273"/>
            <ac:picMk id="7" creationId="{00000000-0000-0000-0000-000000000000}"/>
          </ac:picMkLst>
        </pc:picChg>
      </pc:sldChg>
      <pc:sldChg chg="del">
        <pc:chgData name="Ms Alina Arshad" userId="cccdfd85-d35d-4453-9c6f-a463aae40722" providerId="ADAL" clId="{18B0CDA4-F1C6-4A2D-A27C-52286B3C7AD7}" dt="2024-10-21T08:00:55.288" v="2" actId="47"/>
        <pc:sldMkLst>
          <pc:docMk/>
          <pc:sldMk cId="0" sldId="275"/>
        </pc:sldMkLst>
      </pc:sldChg>
      <pc:sldChg chg="modSp del mod">
        <pc:chgData name="Ms Alina Arshad" userId="cccdfd85-d35d-4453-9c6f-a463aae40722" providerId="ADAL" clId="{18B0CDA4-F1C6-4A2D-A27C-52286B3C7AD7}" dt="2024-10-21T08:00:56.132" v="3" actId="47"/>
        <pc:sldMkLst>
          <pc:docMk/>
          <pc:sldMk cId="0" sldId="276"/>
        </pc:sldMkLst>
        <pc:spChg chg="mod">
          <ac:chgData name="Ms Alina Arshad" userId="cccdfd85-d35d-4453-9c6f-a463aae40722" providerId="ADAL" clId="{18B0CDA4-F1C6-4A2D-A27C-52286B3C7AD7}" dt="2024-10-21T07:58:57.353" v="1" actId="20577"/>
          <ac:spMkLst>
            <pc:docMk/>
            <pc:sldMk cId="0" sldId="276"/>
            <ac:spMk id="3" creationId="{00000000-0000-0000-0000-000000000000}"/>
          </ac:spMkLst>
        </pc:spChg>
      </pc:sldChg>
      <pc:sldChg chg="del">
        <pc:chgData name="Ms Alina Arshad" userId="cccdfd85-d35d-4453-9c6f-a463aae40722" providerId="ADAL" clId="{18B0CDA4-F1C6-4A2D-A27C-52286B3C7AD7}" dt="2024-10-21T08:00:56.819" v="4" actId="47"/>
        <pc:sldMkLst>
          <pc:docMk/>
          <pc:sldMk cId="0" sldId="277"/>
        </pc:sldMkLst>
      </pc:sldChg>
      <pc:sldChg chg="del">
        <pc:chgData name="Ms Alina Arshad" userId="cccdfd85-d35d-4453-9c6f-a463aae40722" providerId="ADAL" clId="{18B0CDA4-F1C6-4A2D-A27C-52286B3C7AD7}" dt="2024-10-21T08:00:58.803" v="5" actId="47"/>
        <pc:sldMkLst>
          <pc:docMk/>
          <pc:sldMk cId="0" sldId="278"/>
        </pc:sldMkLst>
      </pc:sldChg>
      <pc:sldChg chg="modSp add mod ord">
        <pc:chgData name="Ms Alina Arshad" userId="cccdfd85-d35d-4453-9c6f-a463aae40722" providerId="ADAL" clId="{18B0CDA4-F1C6-4A2D-A27C-52286B3C7AD7}" dt="2024-10-21T08:43:13.970" v="35"/>
        <pc:sldMkLst>
          <pc:docMk/>
          <pc:sldMk cId="0" sldId="280"/>
        </pc:sldMkLst>
        <pc:spChg chg="mod">
          <ac:chgData name="Ms Alina Arshad" userId="cccdfd85-d35d-4453-9c6f-a463aae40722" providerId="ADAL" clId="{18B0CDA4-F1C6-4A2D-A27C-52286B3C7AD7}" dt="2024-10-21T08:42:28.934" v="13" actId="113"/>
          <ac:spMkLst>
            <pc:docMk/>
            <pc:sldMk cId="0" sldId="280"/>
            <ac:spMk id="2" creationId="{00000000-0000-0000-0000-000000000000}"/>
          </ac:spMkLst>
        </pc:spChg>
        <pc:spChg chg="mod">
          <ac:chgData name="Ms Alina Arshad" userId="cccdfd85-d35d-4453-9c6f-a463aae40722" providerId="ADAL" clId="{18B0CDA4-F1C6-4A2D-A27C-52286B3C7AD7}" dt="2024-10-21T08:43:02.926" v="26" actId="1076"/>
          <ac:spMkLst>
            <pc:docMk/>
            <pc:sldMk cId="0" sldId="280"/>
            <ac:spMk id="3" creationId="{00000000-0000-0000-0000-000000000000}"/>
          </ac:spMkLst>
        </pc:spChg>
        <pc:picChg chg="mod modCrop">
          <ac:chgData name="Ms Alina Arshad" userId="cccdfd85-d35d-4453-9c6f-a463aae40722" providerId="ADAL" clId="{18B0CDA4-F1C6-4A2D-A27C-52286B3C7AD7}" dt="2024-10-21T08:43:04.613" v="27" actId="1076"/>
          <ac:picMkLst>
            <pc:docMk/>
            <pc:sldMk cId="0" sldId="280"/>
            <ac:picMk id="4" creationId="{00000000-0000-0000-0000-000000000000}"/>
          </ac:picMkLst>
        </pc:picChg>
      </pc:sldChg>
      <pc:sldChg chg="addSp modSp add mod">
        <pc:chgData name="Ms Alina Arshad" userId="cccdfd85-d35d-4453-9c6f-a463aae40722" providerId="ADAL" clId="{18B0CDA4-F1C6-4A2D-A27C-52286B3C7AD7}" dt="2024-10-21T08:45:11.338" v="56" actId="14100"/>
        <pc:sldMkLst>
          <pc:docMk/>
          <pc:sldMk cId="0" sldId="281"/>
        </pc:sldMkLst>
        <pc:spChg chg="mod">
          <ac:chgData name="Ms Alina Arshad" userId="cccdfd85-d35d-4453-9c6f-a463aae40722" providerId="ADAL" clId="{18B0CDA4-F1C6-4A2D-A27C-52286B3C7AD7}" dt="2024-10-21T08:44:33.222" v="44" actId="113"/>
          <ac:spMkLst>
            <pc:docMk/>
            <pc:sldMk cId="0" sldId="281"/>
            <ac:spMk id="2" creationId="{00000000-0000-0000-0000-000000000000}"/>
          </ac:spMkLst>
        </pc:spChg>
        <pc:spChg chg="mod">
          <ac:chgData name="Ms Alina Arshad" userId="cccdfd85-d35d-4453-9c6f-a463aae40722" providerId="ADAL" clId="{18B0CDA4-F1C6-4A2D-A27C-52286B3C7AD7}" dt="2024-10-21T08:45:02.543" v="53" actId="21"/>
          <ac:spMkLst>
            <pc:docMk/>
            <pc:sldMk cId="0" sldId="281"/>
            <ac:spMk id="5" creationId="{00000000-0000-0000-0000-000000000000}"/>
          </ac:spMkLst>
        </pc:spChg>
        <pc:spChg chg="add mod">
          <ac:chgData name="Ms Alina Arshad" userId="cccdfd85-d35d-4453-9c6f-a463aae40722" providerId="ADAL" clId="{18B0CDA4-F1C6-4A2D-A27C-52286B3C7AD7}" dt="2024-10-21T08:45:11.338" v="56" actId="14100"/>
          <ac:spMkLst>
            <pc:docMk/>
            <pc:sldMk cId="0" sldId="281"/>
            <ac:spMk id="7" creationId="{ECECE344-5F93-41C3-0E5E-27047EDD8D5A}"/>
          </ac:spMkLst>
        </pc:spChg>
        <pc:graphicFrameChg chg="mod modGraphic">
          <ac:chgData name="Ms Alina Arshad" userId="cccdfd85-d35d-4453-9c6f-a463aae40722" providerId="ADAL" clId="{18B0CDA4-F1C6-4A2D-A27C-52286B3C7AD7}" dt="2024-10-21T08:44:39.674" v="46" actId="1076"/>
          <ac:graphicFrameMkLst>
            <pc:docMk/>
            <pc:sldMk cId="0" sldId="281"/>
            <ac:graphicFrameMk id="3" creationId="{00000000-0000-0000-0000-000000000000}"/>
          </ac:graphicFrameMkLst>
        </pc:graphicFrameChg>
        <pc:graphicFrameChg chg="mod modGraphic">
          <ac:chgData name="Ms Alina Arshad" userId="cccdfd85-d35d-4453-9c6f-a463aae40722" providerId="ADAL" clId="{18B0CDA4-F1C6-4A2D-A27C-52286B3C7AD7}" dt="2024-10-21T08:44:29.442" v="42" actId="1076"/>
          <ac:graphicFrameMkLst>
            <pc:docMk/>
            <pc:sldMk cId="0" sldId="281"/>
            <ac:graphicFrameMk id="4" creationId="{00000000-0000-0000-0000-000000000000}"/>
          </ac:graphicFrameMkLst>
        </pc:graphicFrameChg>
      </pc:sldChg>
      <pc:sldChg chg="modSp add mod">
        <pc:chgData name="Ms Alina Arshad" userId="cccdfd85-d35d-4453-9c6f-a463aae40722" providerId="ADAL" clId="{18B0CDA4-F1C6-4A2D-A27C-52286B3C7AD7}" dt="2024-10-21T08:46:34.288" v="79" actId="207"/>
        <pc:sldMkLst>
          <pc:docMk/>
          <pc:sldMk cId="0" sldId="282"/>
        </pc:sldMkLst>
        <pc:spChg chg="mod">
          <ac:chgData name="Ms Alina Arshad" userId="cccdfd85-d35d-4453-9c6f-a463aae40722" providerId="ADAL" clId="{18B0CDA4-F1C6-4A2D-A27C-52286B3C7AD7}" dt="2024-10-21T08:46:10.387" v="68" actId="1076"/>
          <ac:spMkLst>
            <pc:docMk/>
            <pc:sldMk cId="0" sldId="282"/>
            <ac:spMk id="2" creationId="{00000000-0000-0000-0000-000000000000}"/>
          </ac:spMkLst>
        </pc:spChg>
        <pc:spChg chg="mod">
          <ac:chgData name="Ms Alina Arshad" userId="cccdfd85-d35d-4453-9c6f-a463aae40722" providerId="ADAL" clId="{18B0CDA4-F1C6-4A2D-A27C-52286B3C7AD7}" dt="2024-10-21T08:46:17.105" v="70" actId="1076"/>
          <ac:spMkLst>
            <pc:docMk/>
            <pc:sldMk cId="0" sldId="282"/>
            <ac:spMk id="5" creationId="{00000000-0000-0000-0000-000000000000}"/>
          </ac:spMkLst>
        </pc:spChg>
        <pc:spChg chg="mod">
          <ac:chgData name="Ms Alina Arshad" userId="cccdfd85-d35d-4453-9c6f-a463aae40722" providerId="ADAL" clId="{18B0CDA4-F1C6-4A2D-A27C-52286B3C7AD7}" dt="2024-10-21T08:46:30.539" v="78" actId="14100"/>
          <ac:spMkLst>
            <pc:docMk/>
            <pc:sldMk cId="0" sldId="282"/>
            <ac:spMk id="6" creationId="{00000000-0000-0000-0000-000000000000}"/>
          </ac:spMkLst>
        </pc:spChg>
        <pc:spChg chg="mod">
          <ac:chgData name="Ms Alina Arshad" userId="cccdfd85-d35d-4453-9c6f-a463aae40722" providerId="ADAL" clId="{18B0CDA4-F1C6-4A2D-A27C-52286B3C7AD7}" dt="2024-10-21T08:46:34.288" v="79" actId="207"/>
          <ac:spMkLst>
            <pc:docMk/>
            <pc:sldMk cId="0" sldId="282"/>
            <ac:spMk id="7" creationId="{00000000-0000-0000-0000-000000000000}"/>
          </ac:spMkLst>
        </pc:spChg>
        <pc:graphicFrameChg chg="mod">
          <ac:chgData name="Ms Alina Arshad" userId="cccdfd85-d35d-4453-9c6f-a463aae40722" providerId="ADAL" clId="{18B0CDA4-F1C6-4A2D-A27C-52286B3C7AD7}" dt="2024-10-21T08:46:12.668" v="69" actId="1076"/>
          <ac:graphicFrameMkLst>
            <pc:docMk/>
            <pc:sldMk cId="0" sldId="282"/>
            <ac:graphicFrameMk id="3" creationId="{00000000-0000-0000-0000-000000000000}"/>
          </ac:graphicFrameMkLst>
        </pc:graphicFrameChg>
        <pc:graphicFrameChg chg="mod">
          <ac:chgData name="Ms Alina Arshad" userId="cccdfd85-d35d-4453-9c6f-a463aae40722" providerId="ADAL" clId="{18B0CDA4-F1C6-4A2D-A27C-52286B3C7AD7}" dt="2024-10-21T08:46:17.558" v="71" actId="1076"/>
          <ac:graphicFrameMkLst>
            <pc:docMk/>
            <pc:sldMk cId="0" sldId="282"/>
            <ac:graphicFrameMk id="4" creationId="{00000000-0000-0000-0000-000000000000}"/>
          </ac:graphicFrameMkLst>
        </pc:graphicFrameChg>
      </pc:sldChg>
    </pc:docChg>
  </pc:docChgLst>
  <pc:docChgLst>
    <pc:chgData name="Ms Alina Arshad" userId="cccdfd85-d35d-4453-9c6f-a463aae40722" providerId="ADAL" clId="{97C00DA4-6F9F-4A83-996B-9231DC603249}"/>
    <pc:docChg chg="undo custSel addSld delSld modSld">
      <pc:chgData name="Ms Alina Arshad" userId="cccdfd85-d35d-4453-9c6f-a463aae40722" providerId="ADAL" clId="{97C00DA4-6F9F-4A83-996B-9231DC603249}" dt="2024-10-27T08:52:01.706" v="1109" actId="1076"/>
      <pc:docMkLst>
        <pc:docMk/>
      </pc:docMkLst>
      <pc:sldChg chg="modSp add mod">
        <pc:chgData name="Ms Alina Arshad" userId="cccdfd85-d35d-4453-9c6f-a463aae40722" providerId="ADAL" clId="{97C00DA4-6F9F-4A83-996B-9231DC603249}" dt="2024-10-27T07:53:42.852" v="464" actId="1076"/>
        <pc:sldMkLst>
          <pc:docMk/>
          <pc:sldMk cId="0" sldId="270"/>
        </pc:sldMkLst>
        <pc:spChg chg="mod">
          <ac:chgData name="Ms Alina Arshad" userId="cccdfd85-d35d-4453-9c6f-a463aae40722" providerId="ADAL" clId="{97C00DA4-6F9F-4A83-996B-9231DC603249}" dt="2024-10-27T07:53:39.288" v="463" actId="1076"/>
          <ac:spMkLst>
            <pc:docMk/>
            <pc:sldMk cId="0" sldId="270"/>
            <ac:spMk id="2" creationId="{00000000-0000-0000-0000-000000000000}"/>
          </ac:spMkLst>
        </pc:spChg>
        <pc:picChg chg="mod">
          <ac:chgData name="Ms Alina Arshad" userId="cccdfd85-d35d-4453-9c6f-a463aae40722" providerId="ADAL" clId="{97C00DA4-6F9F-4A83-996B-9231DC603249}" dt="2024-10-27T07:53:42.852" v="464" actId="1076"/>
          <ac:picMkLst>
            <pc:docMk/>
            <pc:sldMk cId="0" sldId="270"/>
            <ac:picMk id="3" creationId="{00000000-0000-0000-0000-000000000000}"/>
          </ac:picMkLst>
        </pc:picChg>
      </pc:sldChg>
      <pc:sldChg chg="modSp add del mod">
        <pc:chgData name="Ms Alina Arshad" userId="cccdfd85-d35d-4453-9c6f-a463aae40722" providerId="ADAL" clId="{97C00DA4-6F9F-4A83-996B-9231DC603249}" dt="2024-10-27T08:10:46.991" v="840" actId="47"/>
        <pc:sldMkLst>
          <pc:docMk/>
          <pc:sldMk cId="0" sldId="271"/>
        </pc:sldMkLst>
        <pc:spChg chg="mod">
          <ac:chgData name="Ms Alina Arshad" userId="cccdfd85-d35d-4453-9c6f-a463aae40722" providerId="ADAL" clId="{97C00DA4-6F9F-4A83-996B-9231DC603249}" dt="2024-10-27T07:54:14.983" v="474" actId="1076"/>
          <ac:spMkLst>
            <pc:docMk/>
            <pc:sldMk cId="0" sldId="271"/>
            <ac:spMk id="2" creationId="{00000000-0000-0000-0000-000000000000}"/>
          </ac:spMkLst>
        </pc:spChg>
        <pc:spChg chg="mod">
          <ac:chgData name="Ms Alina Arshad" userId="cccdfd85-d35d-4453-9c6f-a463aae40722" providerId="ADAL" clId="{97C00DA4-6F9F-4A83-996B-9231DC603249}" dt="2024-10-27T07:55:05.642" v="498" actId="20577"/>
          <ac:spMkLst>
            <pc:docMk/>
            <pc:sldMk cId="0" sldId="271"/>
            <ac:spMk id="3" creationId="{00000000-0000-0000-0000-000000000000}"/>
          </ac:spMkLst>
        </pc:spChg>
        <pc:graphicFrameChg chg="mod">
          <ac:chgData name="Ms Alina Arshad" userId="cccdfd85-d35d-4453-9c6f-a463aae40722" providerId="ADAL" clId="{97C00DA4-6F9F-4A83-996B-9231DC603249}" dt="2024-10-27T07:55:12.562" v="499" actId="1076"/>
          <ac:graphicFrameMkLst>
            <pc:docMk/>
            <pc:sldMk cId="0" sldId="271"/>
            <ac:graphicFrameMk id="4" creationId="{00000000-0000-0000-0000-000000000000}"/>
          </ac:graphicFrameMkLst>
        </pc:graphicFrameChg>
      </pc:sldChg>
      <pc:sldChg chg="addSp delSp modSp add del mod">
        <pc:chgData name="Ms Alina Arshad" userId="cccdfd85-d35d-4453-9c6f-a463aae40722" providerId="ADAL" clId="{97C00DA4-6F9F-4A83-996B-9231DC603249}" dt="2024-10-27T08:11:11.584" v="842" actId="47"/>
        <pc:sldMkLst>
          <pc:docMk/>
          <pc:sldMk cId="0" sldId="272"/>
        </pc:sldMkLst>
        <pc:spChg chg="mod">
          <ac:chgData name="Ms Alina Arshad" userId="cccdfd85-d35d-4453-9c6f-a463aae40722" providerId="ADAL" clId="{97C00DA4-6F9F-4A83-996B-9231DC603249}" dt="2024-10-27T08:10:54.206" v="841" actId="1076"/>
          <ac:spMkLst>
            <pc:docMk/>
            <pc:sldMk cId="0" sldId="272"/>
            <ac:spMk id="2" creationId="{00000000-0000-0000-0000-000000000000}"/>
          </ac:spMkLst>
        </pc:spChg>
        <pc:spChg chg="mod">
          <ac:chgData name="Ms Alina Arshad" userId="cccdfd85-d35d-4453-9c6f-a463aae40722" providerId="ADAL" clId="{97C00DA4-6F9F-4A83-996B-9231DC603249}" dt="2024-10-27T08:09:51.033" v="831" actId="1076"/>
          <ac:spMkLst>
            <pc:docMk/>
            <pc:sldMk cId="0" sldId="272"/>
            <ac:spMk id="3" creationId="{00000000-0000-0000-0000-000000000000}"/>
          </ac:spMkLst>
        </pc:spChg>
        <pc:spChg chg="del mod">
          <ac:chgData name="Ms Alina Arshad" userId="cccdfd85-d35d-4453-9c6f-a463aae40722" providerId="ADAL" clId="{97C00DA4-6F9F-4A83-996B-9231DC603249}" dt="2024-10-27T07:58:55.462" v="604" actId="478"/>
          <ac:spMkLst>
            <pc:docMk/>
            <pc:sldMk cId="0" sldId="272"/>
            <ac:spMk id="4" creationId="{00000000-0000-0000-0000-000000000000}"/>
          </ac:spMkLst>
        </pc:spChg>
        <pc:spChg chg="mod">
          <ac:chgData name="Ms Alina Arshad" userId="cccdfd85-d35d-4453-9c6f-a463aae40722" providerId="ADAL" clId="{97C00DA4-6F9F-4A83-996B-9231DC603249}" dt="2024-10-27T08:10:15.368" v="839" actId="1076"/>
          <ac:spMkLst>
            <pc:docMk/>
            <pc:sldMk cId="0" sldId="272"/>
            <ac:spMk id="5" creationId="{00000000-0000-0000-0000-000000000000}"/>
          </ac:spMkLst>
        </pc:spChg>
        <pc:spChg chg="mod">
          <ac:chgData name="Ms Alina Arshad" userId="cccdfd85-d35d-4453-9c6f-a463aae40722" providerId="ADAL" clId="{97C00DA4-6F9F-4A83-996B-9231DC603249}" dt="2024-10-27T07:57:52.123" v="532" actId="1076"/>
          <ac:spMkLst>
            <pc:docMk/>
            <pc:sldMk cId="0" sldId="272"/>
            <ac:spMk id="6" creationId="{00000000-0000-0000-0000-000000000000}"/>
          </ac:spMkLst>
        </pc:spChg>
        <pc:spChg chg="add del mod">
          <ac:chgData name="Ms Alina Arshad" userId="cccdfd85-d35d-4453-9c6f-a463aae40722" providerId="ADAL" clId="{97C00DA4-6F9F-4A83-996B-9231DC603249}" dt="2024-10-27T07:58:52.166" v="602" actId="478"/>
          <ac:spMkLst>
            <pc:docMk/>
            <pc:sldMk cId="0" sldId="272"/>
            <ac:spMk id="10" creationId="{74B6F859-132A-3ED2-38D6-4D95067E86CB}"/>
          </ac:spMkLst>
        </pc:spChg>
        <pc:graphicFrameChg chg="mod modGraphic">
          <ac:chgData name="Ms Alina Arshad" userId="cccdfd85-d35d-4453-9c6f-a463aae40722" providerId="ADAL" clId="{97C00DA4-6F9F-4A83-996B-9231DC603249}" dt="2024-10-27T07:59:03.100" v="608" actId="20577"/>
          <ac:graphicFrameMkLst>
            <pc:docMk/>
            <pc:sldMk cId="0" sldId="272"/>
            <ac:graphicFrameMk id="7" creationId="{00000000-0000-0000-0000-000000000000}"/>
          </ac:graphicFrameMkLst>
        </pc:graphicFrameChg>
        <pc:graphicFrameChg chg="mod">
          <ac:chgData name="Ms Alina Arshad" userId="cccdfd85-d35d-4453-9c6f-a463aae40722" providerId="ADAL" clId="{97C00DA4-6F9F-4A83-996B-9231DC603249}" dt="2024-10-27T07:57:14.728" v="524" actId="1035"/>
          <ac:graphicFrameMkLst>
            <pc:docMk/>
            <pc:sldMk cId="0" sldId="272"/>
            <ac:graphicFrameMk id="8" creationId="{00000000-0000-0000-0000-000000000000}"/>
          </ac:graphicFrameMkLst>
        </pc:graphicFrameChg>
        <pc:graphicFrameChg chg="mod modGraphic">
          <ac:chgData name="Ms Alina Arshad" userId="cccdfd85-d35d-4453-9c6f-a463aae40722" providerId="ADAL" clId="{97C00DA4-6F9F-4A83-996B-9231DC603249}" dt="2024-10-27T07:59:09.142" v="612" actId="20577"/>
          <ac:graphicFrameMkLst>
            <pc:docMk/>
            <pc:sldMk cId="0" sldId="272"/>
            <ac:graphicFrameMk id="9" creationId="{00000000-0000-0000-0000-000000000000}"/>
          </ac:graphicFrameMkLst>
        </pc:graphicFrameChg>
      </pc:sldChg>
      <pc:sldChg chg="addSp delSp modSp add mod">
        <pc:chgData name="Ms Alina Arshad" userId="cccdfd85-d35d-4453-9c6f-a463aae40722" providerId="ADAL" clId="{97C00DA4-6F9F-4A83-996B-9231DC603249}" dt="2024-10-27T08:25:22.131" v="1072" actId="14734"/>
        <pc:sldMkLst>
          <pc:docMk/>
          <pc:sldMk cId="0" sldId="273"/>
        </pc:sldMkLst>
        <pc:spChg chg="mod">
          <ac:chgData name="Ms Alina Arshad" userId="cccdfd85-d35d-4453-9c6f-a463aae40722" providerId="ADAL" clId="{97C00DA4-6F9F-4A83-996B-9231DC603249}" dt="2024-10-27T07:59:23.410" v="616" actId="1076"/>
          <ac:spMkLst>
            <pc:docMk/>
            <pc:sldMk cId="0" sldId="273"/>
            <ac:spMk id="2" creationId="{00000000-0000-0000-0000-000000000000}"/>
          </ac:spMkLst>
        </pc:spChg>
        <pc:spChg chg="mod">
          <ac:chgData name="Ms Alina Arshad" userId="cccdfd85-d35d-4453-9c6f-a463aae40722" providerId="ADAL" clId="{97C00DA4-6F9F-4A83-996B-9231DC603249}" dt="2024-10-27T08:17:55.112" v="903" actId="20577"/>
          <ac:spMkLst>
            <pc:docMk/>
            <pc:sldMk cId="0" sldId="273"/>
            <ac:spMk id="3" creationId="{00000000-0000-0000-0000-000000000000}"/>
          </ac:spMkLst>
        </pc:spChg>
        <pc:graphicFrameChg chg="del mod">
          <ac:chgData name="Ms Alina Arshad" userId="cccdfd85-d35d-4453-9c6f-a463aae40722" providerId="ADAL" clId="{97C00DA4-6F9F-4A83-996B-9231DC603249}" dt="2024-10-27T08:16:27.016" v="846" actId="478"/>
          <ac:graphicFrameMkLst>
            <pc:docMk/>
            <pc:sldMk cId="0" sldId="273"/>
            <ac:graphicFrameMk id="4" creationId="{00000000-0000-0000-0000-000000000000}"/>
          </ac:graphicFrameMkLst>
        </pc:graphicFrameChg>
        <pc:graphicFrameChg chg="del mod">
          <ac:chgData name="Ms Alina Arshad" userId="cccdfd85-d35d-4453-9c6f-a463aae40722" providerId="ADAL" clId="{97C00DA4-6F9F-4A83-996B-9231DC603249}" dt="2024-10-27T08:17:02.963" v="855" actId="478"/>
          <ac:graphicFrameMkLst>
            <pc:docMk/>
            <pc:sldMk cId="0" sldId="273"/>
            <ac:graphicFrameMk id="5" creationId="{00000000-0000-0000-0000-000000000000}"/>
          </ac:graphicFrameMkLst>
        </pc:graphicFrameChg>
        <pc:graphicFrameChg chg="add mod modGraphic">
          <ac:chgData name="Ms Alina Arshad" userId="cccdfd85-d35d-4453-9c6f-a463aae40722" providerId="ADAL" clId="{97C00DA4-6F9F-4A83-996B-9231DC603249}" dt="2024-10-27T08:25:22.131" v="1072" actId="14734"/>
          <ac:graphicFrameMkLst>
            <pc:docMk/>
            <pc:sldMk cId="0" sldId="273"/>
            <ac:graphicFrameMk id="6" creationId="{3F94A247-9881-D3B6-1F83-7ED762E874E4}"/>
          </ac:graphicFrameMkLst>
        </pc:graphicFrameChg>
        <pc:graphicFrameChg chg="add mod modGraphic">
          <ac:chgData name="Ms Alina Arshad" userId="cccdfd85-d35d-4453-9c6f-a463aae40722" providerId="ADAL" clId="{97C00DA4-6F9F-4A83-996B-9231DC603249}" dt="2024-10-27T08:25:16.689" v="1070" actId="1035"/>
          <ac:graphicFrameMkLst>
            <pc:docMk/>
            <pc:sldMk cId="0" sldId="273"/>
            <ac:graphicFrameMk id="7" creationId="{D1BFF31B-AD25-4E4A-3907-D8D14C30C27F}"/>
          </ac:graphicFrameMkLst>
        </pc:graphicFrameChg>
      </pc:sldChg>
      <pc:sldChg chg="addSp delSp modSp add mod">
        <pc:chgData name="Ms Alina Arshad" userId="cccdfd85-d35d-4453-9c6f-a463aae40722" providerId="ADAL" clId="{97C00DA4-6F9F-4A83-996B-9231DC603249}" dt="2024-10-27T08:19:20.685" v="949" actId="403"/>
        <pc:sldMkLst>
          <pc:docMk/>
          <pc:sldMk cId="0" sldId="274"/>
        </pc:sldMkLst>
        <pc:spChg chg="mod">
          <ac:chgData name="Ms Alina Arshad" userId="cccdfd85-d35d-4453-9c6f-a463aae40722" providerId="ADAL" clId="{97C00DA4-6F9F-4A83-996B-9231DC603249}" dt="2024-10-27T08:03:33.580" v="724" actId="1076"/>
          <ac:spMkLst>
            <pc:docMk/>
            <pc:sldMk cId="0" sldId="274"/>
            <ac:spMk id="2" creationId="{00000000-0000-0000-0000-000000000000}"/>
          </ac:spMkLst>
        </pc:spChg>
        <pc:spChg chg="mod">
          <ac:chgData name="Ms Alina Arshad" userId="cccdfd85-d35d-4453-9c6f-a463aae40722" providerId="ADAL" clId="{97C00DA4-6F9F-4A83-996B-9231DC603249}" dt="2024-10-27T08:18:52.654" v="942" actId="404"/>
          <ac:spMkLst>
            <pc:docMk/>
            <pc:sldMk cId="0" sldId="274"/>
            <ac:spMk id="3" creationId="{00000000-0000-0000-0000-000000000000}"/>
          </ac:spMkLst>
        </pc:spChg>
        <pc:graphicFrameChg chg="del mod">
          <ac:chgData name="Ms Alina Arshad" userId="cccdfd85-d35d-4453-9c6f-a463aae40722" providerId="ADAL" clId="{97C00DA4-6F9F-4A83-996B-9231DC603249}" dt="2024-10-27T08:18:56.192" v="943" actId="478"/>
          <ac:graphicFrameMkLst>
            <pc:docMk/>
            <pc:sldMk cId="0" sldId="274"/>
            <ac:graphicFrameMk id="4" creationId="{00000000-0000-0000-0000-000000000000}"/>
          </ac:graphicFrameMkLst>
        </pc:graphicFrameChg>
        <pc:graphicFrameChg chg="add mod modGraphic">
          <ac:chgData name="Ms Alina Arshad" userId="cccdfd85-d35d-4453-9c6f-a463aae40722" providerId="ADAL" clId="{97C00DA4-6F9F-4A83-996B-9231DC603249}" dt="2024-10-27T08:19:20.685" v="949" actId="403"/>
          <ac:graphicFrameMkLst>
            <pc:docMk/>
            <pc:sldMk cId="0" sldId="274"/>
            <ac:graphicFrameMk id="5" creationId="{8E060F4D-C4DA-6DEE-7C30-B0D6DC946F42}"/>
          </ac:graphicFrameMkLst>
        </pc:graphicFrameChg>
      </pc:sldChg>
      <pc:sldChg chg="addSp delSp modSp add mod">
        <pc:chgData name="Ms Alina Arshad" userId="cccdfd85-d35d-4453-9c6f-a463aae40722" providerId="ADAL" clId="{97C00DA4-6F9F-4A83-996B-9231DC603249}" dt="2024-10-27T08:21:49.303" v="1023" actId="404"/>
        <pc:sldMkLst>
          <pc:docMk/>
          <pc:sldMk cId="0" sldId="275"/>
        </pc:sldMkLst>
        <pc:spChg chg="mod">
          <ac:chgData name="Ms Alina Arshad" userId="cccdfd85-d35d-4453-9c6f-a463aae40722" providerId="ADAL" clId="{97C00DA4-6F9F-4A83-996B-9231DC603249}" dt="2024-10-27T08:03:47.874" v="728" actId="1076"/>
          <ac:spMkLst>
            <pc:docMk/>
            <pc:sldMk cId="0" sldId="275"/>
            <ac:spMk id="2" creationId="{00000000-0000-0000-0000-000000000000}"/>
          </ac:spMkLst>
        </pc:spChg>
        <pc:spChg chg="mod">
          <ac:chgData name="Ms Alina Arshad" userId="cccdfd85-d35d-4453-9c6f-a463aae40722" providerId="ADAL" clId="{97C00DA4-6F9F-4A83-996B-9231DC603249}" dt="2024-10-27T08:21:49.303" v="1023" actId="404"/>
          <ac:spMkLst>
            <pc:docMk/>
            <pc:sldMk cId="0" sldId="275"/>
            <ac:spMk id="3" creationId="{00000000-0000-0000-0000-000000000000}"/>
          </ac:spMkLst>
        </pc:spChg>
        <pc:spChg chg="add mod">
          <ac:chgData name="Ms Alina Arshad" userId="cccdfd85-d35d-4453-9c6f-a463aae40722" providerId="ADAL" clId="{97C00DA4-6F9F-4A83-996B-9231DC603249}" dt="2024-10-27T08:21:02.773" v="1006" actId="1076"/>
          <ac:spMkLst>
            <pc:docMk/>
            <pc:sldMk cId="0" sldId="275"/>
            <ac:spMk id="6" creationId="{713C8B94-B5C0-7BEA-3685-693A306D370B}"/>
          </ac:spMkLst>
        </pc:spChg>
        <pc:graphicFrameChg chg="del mod">
          <ac:chgData name="Ms Alina Arshad" userId="cccdfd85-d35d-4453-9c6f-a463aae40722" providerId="ADAL" clId="{97C00DA4-6F9F-4A83-996B-9231DC603249}" dt="2024-10-27T08:19:58.051" v="996" actId="478"/>
          <ac:graphicFrameMkLst>
            <pc:docMk/>
            <pc:sldMk cId="0" sldId="275"/>
            <ac:graphicFrameMk id="4" creationId="{00000000-0000-0000-0000-000000000000}"/>
          </ac:graphicFrameMkLst>
        </pc:graphicFrameChg>
        <pc:graphicFrameChg chg="add mod modGraphic">
          <ac:chgData name="Ms Alina Arshad" userId="cccdfd85-d35d-4453-9c6f-a463aae40722" providerId="ADAL" clId="{97C00DA4-6F9F-4A83-996B-9231DC603249}" dt="2024-10-27T08:21:32.407" v="1015" actId="1076"/>
          <ac:graphicFrameMkLst>
            <pc:docMk/>
            <pc:sldMk cId="0" sldId="275"/>
            <ac:graphicFrameMk id="9" creationId="{B1588C83-E0E2-C22B-35B1-DBC5084FCD84}"/>
          </ac:graphicFrameMkLst>
        </pc:graphicFrameChg>
        <pc:picChg chg="add del">
          <ac:chgData name="Ms Alina Arshad" userId="cccdfd85-d35d-4453-9c6f-a463aae40722" providerId="ADAL" clId="{97C00DA4-6F9F-4A83-996B-9231DC603249}" dt="2024-10-27T08:20:27.935" v="998" actId="478"/>
          <ac:picMkLst>
            <pc:docMk/>
            <pc:sldMk cId="0" sldId="275"/>
            <ac:picMk id="8" creationId="{E67861F9-A20F-B866-9C85-F3E868AE3E5D}"/>
          </ac:picMkLst>
        </pc:picChg>
      </pc:sldChg>
      <pc:sldChg chg="addSp delSp modSp add mod">
        <pc:chgData name="Ms Alina Arshad" userId="cccdfd85-d35d-4453-9c6f-a463aae40722" providerId="ADAL" clId="{97C00DA4-6F9F-4A83-996B-9231DC603249}" dt="2024-10-27T08:52:01.706" v="1109" actId="1076"/>
        <pc:sldMkLst>
          <pc:docMk/>
          <pc:sldMk cId="0" sldId="276"/>
        </pc:sldMkLst>
        <pc:spChg chg="mod">
          <ac:chgData name="Ms Alina Arshad" userId="cccdfd85-d35d-4453-9c6f-a463aae40722" providerId="ADAL" clId="{97C00DA4-6F9F-4A83-996B-9231DC603249}" dt="2024-10-27T08:06:50.487" v="774" actId="207"/>
          <ac:spMkLst>
            <pc:docMk/>
            <pc:sldMk cId="0" sldId="276"/>
            <ac:spMk id="2" creationId="{00000000-0000-0000-0000-000000000000}"/>
          </ac:spMkLst>
        </pc:spChg>
        <pc:spChg chg="mod">
          <ac:chgData name="Ms Alina Arshad" userId="cccdfd85-d35d-4453-9c6f-a463aae40722" providerId="ADAL" clId="{97C00DA4-6F9F-4A83-996B-9231DC603249}" dt="2024-10-27T08:22:22.890" v="1068" actId="20577"/>
          <ac:spMkLst>
            <pc:docMk/>
            <pc:sldMk cId="0" sldId="276"/>
            <ac:spMk id="3" creationId="{00000000-0000-0000-0000-000000000000}"/>
          </ac:spMkLst>
        </pc:spChg>
        <pc:graphicFrameChg chg="del mod">
          <ac:chgData name="Ms Alina Arshad" userId="cccdfd85-d35d-4453-9c6f-a463aae40722" providerId="ADAL" clId="{97C00DA4-6F9F-4A83-996B-9231DC603249}" dt="2024-10-27T08:22:03.502" v="1024" actId="478"/>
          <ac:graphicFrameMkLst>
            <pc:docMk/>
            <pc:sldMk cId="0" sldId="276"/>
            <ac:graphicFrameMk id="4" creationId="{00000000-0000-0000-0000-000000000000}"/>
          </ac:graphicFrameMkLst>
        </pc:graphicFrameChg>
        <pc:graphicFrameChg chg="add mod modGraphic">
          <ac:chgData name="Ms Alina Arshad" userId="cccdfd85-d35d-4453-9c6f-a463aae40722" providerId="ADAL" clId="{97C00DA4-6F9F-4A83-996B-9231DC603249}" dt="2024-10-27T08:52:01.706" v="1109" actId="1076"/>
          <ac:graphicFrameMkLst>
            <pc:docMk/>
            <pc:sldMk cId="0" sldId="276"/>
            <ac:graphicFrameMk id="5" creationId="{6075FC9C-793E-D69E-F7A7-0BE4DED28A8B}"/>
          </ac:graphicFrameMkLst>
        </pc:graphicFrameChg>
      </pc:sldChg>
      <pc:sldChg chg="modSp mod">
        <pc:chgData name="Ms Alina Arshad" userId="cccdfd85-d35d-4453-9c6f-a463aae40722" providerId="ADAL" clId="{97C00DA4-6F9F-4A83-996B-9231DC603249}" dt="2024-10-26T15:12:09.890" v="17" actId="20577"/>
        <pc:sldMkLst>
          <pc:docMk/>
          <pc:sldMk cId="0" sldId="296"/>
        </pc:sldMkLst>
        <pc:spChg chg="mod">
          <ac:chgData name="Ms Alina Arshad" userId="cccdfd85-d35d-4453-9c6f-a463aae40722" providerId="ADAL" clId="{97C00DA4-6F9F-4A83-996B-9231DC603249}" dt="2024-10-26T15:12:09.890" v="17" actId="20577"/>
          <ac:spMkLst>
            <pc:docMk/>
            <pc:sldMk cId="0" sldId="296"/>
            <ac:spMk id="2" creationId="{00000000-0000-0000-0000-000000000000}"/>
          </ac:spMkLst>
        </pc:spChg>
      </pc:sldChg>
      <pc:sldChg chg="modSp mod">
        <pc:chgData name="Ms Alina Arshad" userId="cccdfd85-d35d-4453-9c6f-a463aae40722" providerId="ADAL" clId="{97C00DA4-6F9F-4A83-996B-9231DC603249}" dt="2024-10-26T15:26:02.084" v="24" actId="1076"/>
        <pc:sldMkLst>
          <pc:docMk/>
          <pc:sldMk cId="0" sldId="298"/>
        </pc:sldMkLst>
        <pc:picChg chg="mod">
          <ac:chgData name="Ms Alina Arshad" userId="cccdfd85-d35d-4453-9c6f-a463aae40722" providerId="ADAL" clId="{97C00DA4-6F9F-4A83-996B-9231DC603249}" dt="2024-10-26T15:26:02.084" v="24" actId="1076"/>
          <ac:picMkLst>
            <pc:docMk/>
            <pc:sldMk cId="0" sldId="298"/>
            <ac:picMk id="4" creationId="{00000000-0000-0000-0000-000000000000}"/>
          </ac:picMkLst>
        </pc:picChg>
      </pc:sldChg>
      <pc:sldChg chg="modSp mod">
        <pc:chgData name="Ms Alina Arshad" userId="cccdfd85-d35d-4453-9c6f-a463aae40722" providerId="ADAL" clId="{97C00DA4-6F9F-4A83-996B-9231DC603249}" dt="2024-10-26T15:27:29.296" v="26" actId="1076"/>
        <pc:sldMkLst>
          <pc:docMk/>
          <pc:sldMk cId="0" sldId="299"/>
        </pc:sldMkLst>
        <pc:picChg chg="mod">
          <ac:chgData name="Ms Alina Arshad" userId="cccdfd85-d35d-4453-9c6f-a463aae40722" providerId="ADAL" clId="{97C00DA4-6F9F-4A83-996B-9231DC603249}" dt="2024-10-26T15:27:29.296" v="26" actId="1076"/>
          <ac:picMkLst>
            <pc:docMk/>
            <pc:sldMk cId="0" sldId="299"/>
            <ac:picMk id="4" creationId="{00000000-0000-0000-0000-000000000000}"/>
          </ac:picMkLst>
        </pc:picChg>
      </pc:sldChg>
      <pc:sldChg chg="modSp mod">
        <pc:chgData name="Ms Alina Arshad" userId="cccdfd85-d35d-4453-9c6f-a463aae40722" providerId="ADAL" clId="{97C00DA4-6F9F-4A83-996B-9231DC603249}" dt="2024-10-26T15:28:01.864" v="30" actId="20577"/>
        <pc:sldMkLst>
          <pc:docMk/>
          <pc:sldMk cId="0" sldId="300"/>
        </pc:sldMkLst>
        <pc:spChg chg="mod">
          <ac:chgData name="Ms Alina Arshad" userId="cccdfd85-d35d-4453-9c6f-a463aae40722" providerId="ADAL" clId="{97C00DA4-6F9F-4A83-996B-9231DC603249}" dt="2024-10-26T15:28:01.864" v="30" actId="20577"/>
          <ac:spMkLst>
            <pc:docMk/>
            <pc:sldMk cId="0" sldId="300"/>
            <ac:spMk id="3" creationId="{00000000-0000-0000-0000-000000000000}"/>
          </ac:spMkLst>
        </pc:spChg>
      </pc:sldChg>
      <pc:sldChg chg="modSp mod">
        <pc:chgData name="Ms Alina Arshad" userId="cccdfd85-d35d-4453-9c6f-a463aae40722" providerId="ADAL" clId="{97C00DA4-6F9F-4A83-996B-9231DC603249}" dt="2024-10-27T06:15:14.898" v="47" actId="20577"/>
        <pc:sldMkLst>
          <pc:docMk/>
          <pc:sldMk cId="0" sldId="301"/>
        </pc:sldMkLst>
        <pc:spChg chg="mod">
          <ac:chgData name="Ms Alina Arshad" userId="cccdfd85-d35d-4453-9c6f-a463aae40722" providerId="ADAL" clId="{97C00DA4-6F9F-4A83-996B-9231DC603249}" dt="2024-10-27T06:14:16.589" v="41" actId="15"/>
          <ac:spMkLst>
            <pc:docMk/>
            <pc:sldMk cId="0" sldId="301"/>
            <ac:spMk id="3" creationId="{00000000-0000-0000-0000-000000000000}"/>
          </ac:spMkLst>
        </pc:spChg>
        <pc:spChg chg="mod">
          <ac:chgData name="Ms Alina Arshad" userId="cccdfd85-d35d-4453-9c6f-a463aae40722" providerId="ADAL" clId="{97C00DA4-6F9F-4A83-996B-9231DC603249}" dt="2024-10-27T06:15:05.031" v="45" actId="1076"/>
          <ac:spMkLst>
            <pc:docMk/>
            <pc:sldMk cId="0" sldId="301"/>
            <ac:spMk id="5" creationId="{00000000-0000-0000-0000-000000000000}"/>
          </ac:spMkLst>
        </pc:spChg>
        <pc:spChg chg="mod">
          <ac:chgData name="Ms Alina Arshad" userId="cccdfd85-d35d-4453-9c6f-a463aae40722" providerId="ADAL" clId="{97C00DA4-6F9F-4A83-996B-9231DC603249}" dt="2024-10-27T06:15:14.898" v="47" actId="20577"/>
          <ac:spMkLst>
            <pc:docMk/>
            <pc:sldMk cId="0" sldId="301"/>
            <ac:spMk id="6" creationId="{00000000-0000-0000-0000-000000000000}"/>
          </ac:spMkLst>
        </pc:spChg>
      </pc:sldChg>
      <pc:sldChg chg="modSp mod">
        <pc:chgData name="Ms Alina Arshad" userId="cccdfd85-d35d-4453-9c6f-a463aae40722" providerId="ADAL" clId="{97C00DA4-6F9F-4A83-996B-9231DC603249}" dt="2024-10-27T06:21:20.833" v="93" actId="1076"/>
        <pc:sldMkLst>
          <pc:docMk/>
          <pc:sldMk cId="0" sldId="302"/>
        </pc:sldMkLst>
        <pc:spChg chg="mod">
          <ac:chgData name="Ms Alina Arshad" userId="cccdfd85-d35d-4453-9c6f-a463aae40722" providerId="ADAL" clId="{97C00DA4-6F9F-4A83-996B-9231DC603249}" dt="2024-10-26T15:06:17.962" v="0" actId="207"/>
          <ac:spMkLst>
            <pc:docMk/>
            <pc:sldMk cId="0" sldId="302"/>
            <ac:spMk id="2" creationId="{00000000-0000-0000-0000-000000000000}"/>
          </ac:spMkLst>
        </pc:spChg>
        <pc:spChg chg="mod">
          <ac:chgData name="Ms Alina Arshad" userId="cccdfd85-d35d-4453-9c6f-a463aae40722" providerId="ADAL" clId="{97C00DA4-6F9F-4A83-996B-9231DC603249}" dt="2024-10-27T06:21:18.516" v="92" actId="1076"/>
          <ac:spMkLst>
            <pc:docMk/>
            <pc:sldMk cId="0" sldId="302"/>
            <ac:spMk id="4" creationId="{00000000-0000-0000-0000-000000000000}"/>
          </ac:spMkLst>
        </pc:spChg>
        <pc:picChg chg="mod">
          <ac:chgData name="Ms Alina Arshad" userId="cccdfd85-d35d-4453-9c6f-a463aae40722" providerId="ADAL" clId="{97C00DA4-6F9F-4A83-996B-9231DC603249}" dt="2024-10-27T06:21:20.833" v="93" actId="1076"/>
          <ac:picMkLst>
            <pc:docMk/>
            <pc:sldMk cId="0" sldId="302"/>
            <ac:picMk id="5" creationId="{00000000-0000-0000-0000-000000000000}"/>
          </ac:picMkLst>
        </pc:picChg>
      </pc:sldChg>
      <pc:sldChg chg="addSp delSp modSp mod">
        <pc:chgData name="Ms Alina Arshad" userId="cccdfd85-d35d-4453-9c6f-a463aae40722" providerId="ADAL" clId="{97C00DA4-6F9F-4A83-996B-9231DC603249}" dt="2024-10-27T06:30:36.762" v="226" actId="1076"/>
        <pc:sldMkLst>
          <pc:docMk/>
          <pc:sldMk cId="0" sldId="303"/>
        </pc:sldMkLst>
        <pc:spChg chg="mod">
          <ac:chgData name="Ms Alina Arshad" userId="cccdfd85-d35d-4453-9c6f-a463aae40722" providerId="ADAL" clId="{97C00DA4-6F9F-4A83-996B-9231DC603249}" dt="2024-10-27T06:23:22.027" v="111" actId="1076"/>
          <ac:spMkLst>
            <pc:docMk/>
            <pc:sldMk cId="0" sldId="303"/>
            <ac:spMk id="2" creationId="{00000000-0000-0000-0000-000000000000}"/>
          </ac:spMkLst>
        </pc:spChg>
        <pc:spChg chg="add mod">
          <ac:chgData name="Ms Alina Arshad" userId="cccdfd85-d35d-4453-9c6f-a463aae40722" providerId="ADAL" clId="{97C00DA4-6F9F-4A83-996B-9231DC603249}" dt="2024-10-27T06:30:32.260" v="225" actId="20577"/>
          <ac:spMkLst>
            <pc:docMk/>
            <pc:sldMk cId="0" sldId="303"/>
            <ac:spMk id="5" creationId="{9EAA6047-566F-F0C4-6E24-9D8365AB072D}"/>
          </ac:spMkLst>
        </pc:spChg>
        <pc:spChg chg="mod">
          <ac:chgData name="Ms Alina Arshad" userId="cccdfd85-d35d-4453-9c6f-a463aae40722" providerId="ADAL" clId="{97C00DA4-6F9F-4A83-996B-9231DC603249}" dt="2024-10-27T06:25:36.583" v="139" actId="403"/>
          <ac:spMkLst>
            <pc:docMk/>
            <pc:sldMk cId="0" sldId="303"/>
            <ac:spMk id="7" creationId="{926D0ABD-DBD8-C385-0738-2D1D2A504C5F}"/>
          </ac:spMkLst>
        </pc:spChg>
        <pc:spChg chg="mod">
          <ac:chgData name="Ms Alina Arshad" userId="cccdfd85-d35d-4453-9c6f-a463aae40722" providerId="ADAL" clId="{97C00DA4-6F9F-4A83-996B-9231DC603249}" dt="2024-10-27T06:25:36.583" v="139" actId="403"/>
          <ac:spMkLst>
            <pc:docMk/>
            <pc:sldMk cId="0" sldId="303"/>
            <ac:spMk id="8" creationId="{3DF0535D-6101-3C22-1CB4-54A8F493378D}"/>
          </ac:spMkLst>
        </pc:spChg>
        <pc:spChg chg="mod">
          <ac:chgData name="Ms Alina Arshad" userId="cccdfd85-d35d-4453-9c6f-a463aae40722" providerId="ADAL" clId="{97C00DA4-6F9F-4A83-996B-9231DC603249}" dt="2024-10-27T06:25:36.583" v="139" actId="403"/>
          <ac:spMkLst>
            <pc:docMk/>
            <pc:sldMk cId="0" sldId="303"/>
            <ac:spMk id="9" creationId="{270A7995-B682-1031-3FA4-8993901D3F19}"/>
          </ac:spMkLst>
        </pc:spChg>
        <pc:spChg chg="mod">
          <ac:chgData name="Ms Alina Arshad" userId="cccdfd85-d35d-4453-9c6f-a463aae40722" providerId="ADAL" clId="{97C00DA4-6F9F-4A83-996B-9231DC603249}" dt="2024-10-27T06:25:36.583" v="139" actId="403"/>
          <ac:spMkLst>
            <pc:docMk/>
            <pc:sldMk cId="0" sldId="303"/>
            <ac:spMk id="10" creationId="{05DA20AF-A5A1-9A38-A654-C56CC5BB5D2D}"/>
          </ac:spMkLst>
        </pc:spChg>
        <pc:spChg chg="mod">
          <ac:chgData name="Ms Alina Arshad" userId="cccdfd85-d35d-4453-9c6f-a463aae40722" providerId="ADAL" clId="{97C00DA4-6F9F-4A83-996B-9231DC603249}" dt="2024-10-27T06:29:57.190" v="161"/>
          <ac:spMkLst>
            <pc:docMk/>
            <pc:sldMk cId="0" sldId="303"/>
            <ac:spMk id="12" creationId="{B4DB3521-FA6A-AEE0-287E-0F1236B2FB16}"/>
          </ac:spMkLst>
        </pc:spChg>
        <pc:spChg chg="mod">
          <ac:chgData name="Ms Alina Arshad" userId="cccdfd85-d35d-4453-9c6f-a463aae40722" providerId="ADAL" clId="{97C00DA4-6F9F-4A83-996B-9231DC603249}" dt="2024-10-27T06:29:57.190" v="161"/>
          <ac:spMkLst>
            <pc:docMk/>
            <pc:sldMk cId="0" sldId="303"/>
            <ac:spMk id="13" creationId="{416696B5-61DD-A7C1-B234-80C2B2A3C710}"/>
          </ac:spMkLst>
        </pc:spChg>
        <pc:spChg chg="mod">
          <ac:chgData name="Ms Alina Arshad" userId="cccdfd85-d35d-4453-9c6f-a463aae40722" providerId="ADAL" clId="{97C00DA4-6F9F-4A83-996B-9231DC603249}" dt="2024-10-27T06:29:57.190" v="161"/>
          <ac:spMkLst>
            <pc:docMk/>
            <pc:sldMk cId="0" sldId="303"/>
            <ac:spMk id="14" creationId="{850CB375-F02B-DA3A-CEB8-4255E5E6BBEB}"/>
          </ac:spMkLst>
        </pc:spChg>
        <pc:spChg chg="mod">
          <ac:chgData name="Ms Alina Arshad" userId="cccdfd85-d35d-4453-9c6f-a463aae40722" providerId="ADAL" clId="{97C00DA4-6F9F-4A83-996B-9231DC603249}" dt="2024-10-27T06:29:57.190" v="161"/>
          <ac:spMkLst>
            <pc:docMk/>
            <pc:sldMk cId="0" sldId="303"/>
            <ac:spMk id="15" creationId="{A427F5B0-0D94-41F9-2A3A-22C62CCECA3C}"/>
          </ac:spMkLst>
        </pc:spChg>
        <pc:grpChg chg="add mod">
          <ac:chgData name="Ms Alina Arshad" userId="cccdfd85-d35d-4453-9c6f-a463aae40722" providerId="ADAL" clId="{97C00DA4-6F9F-4A83-996B-9231DC603249}" dt="2024-10-27T06:25:44.053" v="143" actId="1035"/>
          <ac:grpSpMkLst>
            <pc:docMk/>
            <pc:sldMk cId="0" sldId="303"/>
            <ac:grpSpMk id="6" creationId="{C2272210-1D68-775F-E339-FBEB84798FD1}"/>
          </ac:grpSpMkLst>
        </pc:grpChg>
        <pc:grpChg chg="add mod">
          <ac:chgData name="Ms Alina Arshad" userId="cccdfd85-d35d-4453-9c6f-a463aae40722" providerId="ADAL" clId="{97C00DA4-6F9F-4A83-996B-9231DC603249}" dt="2024-10-27T06:30:36.762" v="226" actId="1076"/>
          <ac:grpSpMkLst>
            <pc:docMk/>
            <pc:sldMk cId="0" sldId="303"/>
            <ac:grpSpMk id="11" creationId="{213D3766-05C3-27C3-B840-125397C364CA}"/>
          </ac:grpSpMkLst>
        </pc:grpChg>
        <pc:picChg chg="del mod">
          <ac:chgData name="Ms Alina Arshad" userId="cccdfd85-d35d-4453-9c6f-a463aae40722" providerId="ADAL" clId="{97C00DA4-6F9F-4A83-996B-9231DC603249}" dt="2024-10-27T06:22:29.764" v="99" actId="478"/>
          <ac:picMkLst>
            <pc:docMk/>
            <pc:sldMk cId="0" sldId="303"/>
            <ac:picMk id="3" creationId="{00000000-0000-0000-0000-000000000000}"/>
          </ac:picMkLst>
        </pc:picChg>
        <pc:picChg chg="del mod">
          <ac:chgData name="Ms Alina Arshad" userId="cccdfd85-d35d-4453-9c6f-a463aae40722" providerId="ADAL" clId="{97C00DA4-6F9F-4A83-996B-9231DC603249}" dt="2024-10-27T06:23:01.338" v="106" actId="21"/>
          <ac:picMkLst>
            <pc:docMk/>
            <pc:sldMk cId="0" sldId="303"/>
            <ac:picMk id="4" creationId="{00000000-0000-0000-0000-000000000000}"/>
          </ac:picMkLst>
        </pc:picChg>
      </pc:sldChg>
      <pc:sldChg chg="addSp delSp modSp mod">
        <pc:chgData name="Ms Alina Arshad" userId="cccdfd85-d35d-4453-9c6f-a463aae40722" providerId="ADAL" clId="{97C00DA4-6F9F-4A83-996B-9231DC603249}" dt="2024-10-27T06:42:37.429" v="437" actId="1076"/>
        <pc:sldMkLst>
          <pc:docMk/>
          <pc:sldMk cId="0" sldId="304"/>
        </pc:sldMkLst>
        <pc:spChg chg="add del mod">
          <ac:chgData name="Ms Alina Arshad" userId="cccdfd85-d35d-4453-9c6f-a463aae40722" providerId="ADAL" clId="{97C00DA4-6F9F-4A83-996B-9231DC603249}" dt="2024-10-27T06:42:27.765" v="434" actId="478"/>
          <ac:spMkLst>
            <pc:docMk/>
            <pc:sldMk cId="0" sldId="304"/>
            <ac:spMk id="6" creationId="{5A22581C-8E95-EB68-E8DB-562757DF2CF5}"/>
          </ac:spMkLst>
        </pc:spChg>
        <pc:picChg chg="del mod">
          <ac:chgData name="Ms Alina Arshad" userId="cccdfd85-d35d-4453-9c6f-a463aae40722" providerId="ADAL" clId="{97C00DA4-6F9F-4A83-996B-9231DC603249}" dt="2024-10-27T06:41:46.745" v="430" actId="478"/>
          <ac:picMkLst>
            <pc:docMk/>
            <pc:sldMk cId="0" sldId="304"/>
            <ac:picMk id="2" creationId="{00000000-0000-0000-0000-000000000000}"/>
          </ac:picMkLst>
        </pc:picChg>
        <pc:picChg chg="mod">
          <ac:chgData name="Ms Alina Arshad" userId="cccdfd85-d35d-4453-9c6f-a463aae40722" providerId="ADAL" clId="{97C00DA4-6F9F-4A83-996B-9231DC603249}" dt="2024-10-27T06:42:37.429" v="437" actId="1076"/>
          <ac:picMkLst>
            <pc:docMk/>
            <pc:sldMk cId="0" sldId="304"/>
            <ac:picMk id="3" creationId="{00000000-0000-0000-0000-000000000000}"/>
          </ac:picMkLst>
        </pc:picChg>
      </pc:sldChg>
      <pc:sldChg chg="addSp delSp modSp mod">
        <pc:chgData name="Ms Alina Arshad" userId="cccdfd85-d35d-4453-9c6f-a463aae40722" providerId="ADAL" clId="{97C00DA4-6F9F-4A83-996B-9231DC603249}" dt="2024-10-27T06:43:24.281" v="443" actId="1076"/>
        <pc:sldMkLst>
          <pc:docMk/>
          <pc:sldMk cId="0" sldId="305"/>
        </pc:sldMkLst>
        <pc:picChg chg="del mod">
          <ac:chgData name="Ms Alina Arshad" userId="cccdfd85-d35d-4453-9c6f-a463aae40722" providerId="ADAL" clId="{97C00DA4-6F9F-4A83-996B-9231DC603249}" dt="2024-10-27T06:42:45.346" v="438" actId="478"/>
          <ac:picMkLst>
            <pc:docMk/>
            <pc:sldMk cId="0" sldId="305"/>
            <ac:picMk id="2" creationId="{00000000-0000-0000-0000-000000000000}"/>
          </ac:picMkLst>
        </pc:picChg>
        <pc:picChg chg="add mod">
          <ac:chgData name="Ms Alina Arshad" userId="cccdfd85-d35d-4453-9c6f-a463aae40722" providerId="ADAL" clId="{97C00DA4-6F9F-4A83-996B-9231DC603249}" dt="2024-10-27T06:43:24.281" v="443" actId="1076"/>
          <ac:picMkLst>
            <pc:docMk/>
            <pc:sldMk cId="0" sldId="305"/>
            <ac:picMk id="5" creationId="{2EFB6592-6AB2-4FD2-31F1-B8C52261B3E4}"/>
          </ac:picMkLst>
        </pc:picChg>
      </pc:sldChg>
      <pc:sldChg chg="addSp delSp modSp mod">
        <pc:chgData name="Ms Alina Arshad" userId="cccdfd85-d35d-4453-9c6f-a463aae40722" providerId="ADAL" clId="{97C00DA4-6F9F-4A83-996B-9231DC603249}" dt="2024-10-27T08:51:54.411" v="1107" actId="22"/>
        <pc:sldMkLst>
          <pc:docMk/>
          <pc:sldMk cId="0" sldId="306"/>
        </pc:sldMkLst>
        <pc:spChg chg="add del mod">
          <ac:chgData name="Ms Alina Arshad" userId="cccdfd85-d35d-4453-9c6f-a463aae40722" providerId="ADAL" clId="{97C00DA4-6F9F-4A83-996B-9231DC603249}" dt="2024-10-27T08:51:54.411" v="1107" actId="22"/>
          <ac:spMkLst>
            <pc:docMk/>
            <pc:sldMk cId="0" sldId="306"/>
            <ac:spMk id="5" creationId="{7518D3C0-14BC-18BD-0014-B0B12CC414C3}"/>
          </ac:spMkLst>
        </pc:spChg>
        <pc:picChg chg="add del mod">
          <ac:chgData name="Ms Alina Arshad" userId="cccdfd85-d35d-4453-9c6f-a463aae40722" providerId="ADAL" clId="{97C00DA4-6F9F-4A83-996B-9231DC603249}" dt="2024-10-27T08:51:54.085" v="1106" actId="478"/>
          <ac:picMkLst>
            <pc:docMk/>
            <pc:sldMk cId="0" sldId="306"/>
            <ac:picMk id="2" creationId="{00000000-0000-0000-0000-000000000000}"/>
          </ac:picMkLst>
        </pc:picChg>
      </pc:sldChg>
      <pc:sldChg chg="addSp modSp new del mod">
        <pc:chgData name="Ms Alina Arshad" userId="cccdfd85-d35d-4453-9c6f-a463aae40722" providerId="ADAL" clId="{97C00DA4-6F9F-4A83-996B-9231DC603249}" dt="2024-10-26T15:24:18.366" v="22" actId="47"/>
        <pc:sldMkLst>
          <pc:docMk/>
          <pc:sldMk cId="1966936070" sldId="308"/>
        </pc:sldMkLst>
        <pc:picChg chg="add mod">
          <ac:chgData name="Ms Alina Arshad" userId="cccdfd85-d35d-4453-9c6f-a463aae40722" providerId="ADAL" clId="{97C00DA4-6F9F-4A83-996B-9231DC603249}" dt="2024-10-26T15:24:03.427" v="21" actId="1076"/>
          <ac:picMkLst>
            <pc:docMk/>
            <pc:sldMk cId="1966936070" sldId="308"/>
            <ac:picMk id="3" creationId="{D7C8895E-FDC5-0B9D-DC7D-F27ECC390578}"/>
          </ac:picMkLst>
        </pc:picChg>
      </pc:sldChg>
      <pc:sldChg chg="addSp delSp modSp new mod">
        <pc:chgData name="Ms Alina Arshad" userId="cccdfd85-d35d-4453-9c6f-a463aae40722" providerId="ADAL" clId="{97C00DA4-6F9F-4A83-996B-9231DC603249}" dt="2024-10-27T06:46:36.311" v="456" actId="20577"/>
        <pc:sldMkLst>
          <pc:docMk/>
          <pc:sldMk cId="2062406901" sldId="308"/>
        </pc:sldMkLst>
        <pc:spChg chg="del">
          <ac:chgData name="Ms Alina Arshad" userId="cccdfd85-d35d-4453-9c6f-a463aae40722" providerId="ADAL" clId="{97C00DA4-6F9F-4A83-996B-9231DC603249}" dt="2024-10-27T06:31:42.586" v="227"/>
          <ac:spMkLst>
            <pc:docMk/>
            <pc:sldMk cId="2062406901" sldId="308"/>
            <ac:spMk id="2" creationId="{64261432-9DDF-B333-EAC9-1EBB965E0C5E}"/>
          </ac:spMkLst>
        </pc:spChg>
        <pc:spChg chg="del">
          <ac:chgData name="Ms Alina Arshad" userId="cccdfd85-d35d-4453-9c6f-a463aae40722" providerId="ADAL" clId="{97C00DA4-6F9F-4A83-996B-9231DC603249}" dt="2024-10-27T06:23:03.466" v="107"/>
          <ac:spMkLst>
            <pc:docMk/>
            <pc:sldMk cId="2062406901" sldId="308"/>
            <ac:spMk id="3" creationId="{4EF1AC37-7D33-E4D6-CE9A-5A3DFA3EB437}"/>
          </ac:spMkLst>
        </pc:spChg>
        <pc:spChg chg="add mod">
          <ac:chgData name="Ms Alina Arshad" userId="cccdfd85-d35d-4453-9c6f-a463aae40722" providerId="ADAL" clId="{97C00DA4-6F9F-4A83-996B-9231DC603249}" dt="2024-10-27T06:35:47.371" v="383" actId="1076"/>
          <ac:spMkLst>
            <pc:docMk/>
            <pc:sldMk cId="2062406901" sldId="308"/>
            <ac:spMk id="5" creationId="{2D74D770-D1C9-A90F-10FC-069A347C9C02}"/>
          </ac:spMkLst>
        </pc:spChg>
        <pc:spChg chg="add del mod">
          <ac:chgData name="Ms Alina Arshad" userId="cccdfd85-d35d-4453-9c6f-a463aae40722" providerId="ADAL" clId="{97C00DA4-6F9F-4A83-996B-9231DC603249}" dt="2024-10-27T06:31:47.838" v="229" actId="478"/>
          <ac:spMkLst>
            <pc:docMk/>
            <pc:sldMk cId="2062406901" sldId="308"/>
            <ac:spMk id="7" creationId="{E6D6E38C-7E2F-C9A3-A489-CB9F5D795CE3}"/>
          </ac:spMkLst>
        </pc:spChg>
        <pc:spChg chg="add mod">
          <ac:chgData name="Ms Alina Arshad" userId="cccdfd85-d35d-4453-9c6f-a463aae40722" providerId="ADAL" clId="{97C00DA4-6F9F-4A83-996B-9231DC603249}" dt="2024-10-27T06:46:36.311" v="456" actId="20577"/>
          <ac:spMkLst>
            <pc:docMk/>
            <pc:sldMk cId="2062406901" sldId="308"/>
            <ac:spMk id="9" creationId="{ACF867DE-72BC-3B3C-2C82-ABDB8AF65617}"/>
          </ac:spMkLst>
        </pc:spChg>
        <pc:spChg chg="mod">
          <ac:chgData name="Ms Alina Arshad" userId="cccdfd85-d35d-4453-9c6f-a463aae40722" providerId="ADAL" clId="{97C00DA4-6F9F-4A83-996B-9231DC603249}" dt="2024-10-27T06:33:44.033" v="248"/>
          <ac:spMkLst>
            <pc:docMk/>
            <pc:sldMk cId="2062406901" sldId="308"/>
            <ac:spMk id="11" creationId="{CAAC6009-69FE-FFF3-B136-DFC201A94163}"/>
          </ac:spMkLst>
        </pc:spChg>
        <pc:spChg chg="mod">
          <ac:chgData name="Ms Alina Arshad" userId="cccdfd85-d35d-4453-9c6f-a463aae40722" providerId="ADAL" clId="{97C00DA4-6F9F-4A83-996B-9231DC603249}" dt="2024-10-27T06:33:44.033" v="248"/>
          <ac:spMkLst>
            <pc:docMk/>
            <pc:sldMk cId="2062406901" sldId="308"/>
            <ac:spMk id="12" creationId="{7776D532-35BE-7B63-BDAA-D00854698763}"/>
          </ac:spMkLst>
        </pc:spChg>
        <pc:spChg chg="mod">
          <ac:chgData name="Ms Alina Arshad" userId="cccdfd85-d35d-4453-9c6f-a463aae40722" providerId="ADAL" clId="{97C00DA4-6F9F-4A83-996B-9231DC603249}" dt="2024-10-27T06:33:44.033" v="248"/>
          <ac:spMkLst>
            <pc:docMk/>
            <pc:sldMk cId="2062406901" sldId="308"/>
            <ac:spMk id="13" creationId="{CCBEF00D-49AD-4ABD-B146-B09A82260318}"/>
          </ac:spMkLst>
        </pc:spChg>
        <pc:spChg chg="mod">
          <ac:chgData name="Ms Alina Arshad" userId="cccdfd85-d35d-4453-9c6f-a463aae40722" providerId="ADAL" clId="{97C00DA4-6F9F-4A83-996B-9231DC603249}" dt="2024-10-27T06:33:44.033" v="248"/>
          <ac:spMkLst>
            <pc:docMk/>
            <pc:sldMk cId="2062406901" sldId="308"/>
            <ac:spMk id="14" creationId="{1E96A49B-E40B-F56B-9B1D-A0CF113BA87C}"/>
          </ac:spMkLst>
        </pc:spChg>
        <pc:spChg chg="mod">
          <ac:chgData name="Ms Alina Arshad" userId="cccdfd85-d35d-4453-9c6f-a463aae40722" providerId="ADAL" clId="{97C00DA4-6F9F-4A83-996B-9231DC603249}" dt="2024-10-27T06:34:43.642" v="312"/>
          <ac:spMkLst>
            <pc:docMk/>
            <pc:sldMk cId="2062406901" sldId="308"/>
            <ac:spMk id="16" creationId="{5D715366-160E-50E5-E061-AB4F25C2BC01}"/>
          </ac:spMkLst>
        </pc:spChg>
        <pc:spChg chg="mod">
          <ac:chgData name="Ms Alina Arshad" userId="cccdfd85-d35d-4453-9c6f-a463aae40722" providerId="ADAL" clId="{97C00DA4-6F9F-4A83-996B-9231DC603249}" dt="2024-10-27T06:34:43.642" v="312"/>
          <ac:spMkLst>
            <pc:docMk/>
            <pc:sldMk cId="2062406901" sldId="308"/>
            <ac:spMk id="17" creationId="{DFC167DE-43F4-DF75-FED7-0A97828003A6}"/>
          </ac:spMkLst>
        </pc:spChg>
        <pc:spChg chg="mod">
          <ac:chgData name="Ms Alina Arshad" userId="cccdfd85-d35d-4453-9c6f-a463aae40722" providerId="ADAL" clId="{97C00DA4-6F9F-4A83-996B-9231DC603249}" dt="2024-10-27T06:34:43.642" v="312"/>
          <ac:spMkLst>
            <pc:docMk/>
            <pc:sldMk cId="2062406901" sldId="308"/>
            <ac:spMk id="18" creationId="{04E662E4-64AD-00C8-A2EC-1D2F1D99A0E1}"/>
          </ac:spMkLst>
        </pc:spChg>
        <pc:spChg chg="mod">
          <ac:chgData name="Ms Alina Arshad" userId="cccdfd85-d35d-4453-9c6f-a463aae40722" providerId="ADAL" clId="{97C00DA4-6F9F-4A83-996B-9231DC603249}" dt="2024-10-27T06:34:43.642" v="312"/>
          <ac:spMkLst>
            <pc:docMk/>
            <pc:sldMk cId="2062406901" sldId="308"/>
            <ac:spMk id="19" creationId="{C6FE551A-5D6A-5C9A-0488-036CA7C15C57}"/>
          </ac:spMkLst>
        </pc:spChg>
        <pc:grpChg chg="add mod">
          <ac:chgData name="Ms Alina Arshad" userId="cccdfd85-d35d-4453-9c6f-a463aae40722" providerId="ADAL" clId="{97C00DA4-6F9F-4A83-996B-9231DC603249}" dt="2024-10-27T06:35:52.005" v="384" actId="1076"/>
          <ac:grpSpMkLst>
            <pc:docMk/>
            <pc:sldMk cId="2062406901" sldId="308"/>
            <ac:grpSpMk id="10" creationId="{3B14EE75-0987-4199-2E7A-F7F7A89A7E02}"/>
          </ac:grpSpMkLst>
        </pc:grpChg>
        <pc:grpChg chg="add mod">
          <ac:chgData name="Ms Alina Arshad" userId="cccdfd85-d35d-4453-9c6f-a463aae40722" providerId="ADAL" clId="{97C00DA4-6F9F-4A83-996B-9231DC603249}" dt="2024-10-27T06:35:59.342" v="385" actId="1076"/>
          <ac:grpSpMkLst>
            <pc:docMk/>
            <pc:sldMk cId="2062406901" sldId="308"/>
            <ac:grpSpMk id="15" creationId="{BBDF864B-10DF-5B89-986D-063B7F488405}"/>
          </ac:grpSpMkLst>
        </pc:grpChg>
        <pc:picChg chg="add del mod">
          <ac:chgData name="Ms Alina Arshad" userId="cccdfd85-d35d-4453-9c6f-a463aae40722" providerId="ADAL" clId="{97C00DA4-6F9F-4A83-996B-9231DC603249}" dt="2024-10-27T06:31:45.289" v="228" actId="478"/>
          <ac:picMkLst>
            <pc:docMk/>
            <pc:sldMk cId="2062406901" sldId="308"/>
            <ac:picMk id="4" creationId="{00000000-0000-0000-0000-000000000000}"/>
          </ac:picMkLst>
        </pc:picChg>
      </pc:sldChg>
      <pc:sldChg chg="addSp delSp modSp new del">
        <pc:chgData name="Ms Alina Arshad" userId="cccdfd85-d35d-4453-9c6f-a463aae40722" providerId="ADAL" clId="{97C00DA4-6F9F-4A83-996B-9231DC603249}" dt="2024-10-26T15:11:49.513" v="3" actId="47"/>
        <pc:sldMkLst>
          <pc:docMk/>
          <pc:sldMk cId="3656474684" sldId="308"/>
        </pc:sldMkLst>
        <pc:spChg chg="del">
          <ac:chgData name="Ms Alina Arshad" userId="cccdfd85-d35d-4453-9c6f-a463aae40722" providerId="ADAL" clId="{97C00DA4-6F9F-4A83-996B-9231DC603249}" dt="2024-10-26T15:11:31.727" v="2"/>
          <ac:spMkLst>
            <pc:docMk/>
            <pc:sldMk cId="3656474684" sldId="308"/>
            <ac:spMk id="2" creationId="{2C5E8CC2-0FBF-7C39-A2BC-AB1D96E84DEC}"/>
          </ac:spMkLst>
        </pc:spChg>
        <pc:spChg chg="add mod">
          <ac:chgData name="Ms Alina Arshad" userId="cccdfd85-d35d-4453-9c6f-a463aae40722" providerId="ADAL" clId="{97C00DA4-6F9F-4A83-996B-9231DC603249}" dt="2024-10-26T15:11:31.727" v="2"/>
          <ac:spMkLst>
            <pc:docMk/>
            <pc:sldMk cId="3656474684" sldId="308"/>
            <ac:spMk id="4" creationId="{A23F0AC3-E057-9A4F-0ADB-3013DD885288}"/>
          </ac:spMkLst>
        </pc:spChg>
      </pc:sldChg>
      <pc:sldChg chg="addSp delSp modSp new mod">
        <pc:chgData name="Ms Alina Arshad" userId="cccdfd85-d35d-4453-9c6f-a463aae40722" providerId="ADAL" clId="{97C00DA4-6F9F-4A83-996B-9231DC603249}" dt="2024-10-27T06:48:47.340" v="459" actId="404"/>
        <pc:sldMkLst>
          <pc:docMk/>
          <pc:sldMk cId="313500440" sldId="309"/>
        </pc:sldMkLst>
        <pc:spChg chg="del">
          <ac:chgData name="Ms Alina Arshad" userId="cccdfd85-d35d-4453-9c6f-a463aae40722" providerId="ADAL" clId="{97C00DA4-6F9F-4A83-996B-9231DC603249}" dt="2024-10-27T06:38:10.392" v="392"/>
          <ac:spMkLst>
            <pc:docMk/>
            <pc:sldMk cId="313500440" sldId="309"/>
            <ac:spMk id="2" creationId="{61E9FFFC-3F8B-3F62-B889-48AD72549895}"/>
          </ac:spMkLst>
        </pc:spChg>
        <pc:spChg chg="mod">
          <ac:chgData name="Ms Alina Arshad" userId="cccdfd85-d35d-4453-9c6f-a463aae40722" providerId="ADAL" clId="{97C00DA4-6F9F-4A83-996B-9231DC603249}" dt="2024-10-27T06:48:47.340" v="459" actId="404"/>
          <ac:spMkLst>
            <pc:docMk/>
            <pc:sldMk cId="313500440" sldId="309"/>
            <ac:spMk id="3" creationId="{700B462B-E498-E899-02D8-A897DAF63B9C}"/>
          </ac:spMkLst>
        </pc:spChg>
        <pc:spChg chg="add mod">
          <ac:chgData name="Ms Alina Arshad" userId="cccdfd85-d35d-4453-9c6f-a463aae40722" providerId="ADAL" clId="{97C00DA4-6F9F-4A83-996B-9231DC603249}" dt="2024-10-27T06:38:12.789" v="393" actId="14100"/>
          <ac:spMkLst>
            <pc:docMk/>
            <pc:sldMk cId="313500440" sldId="309"/>
            <ac:spMk id="4" creationId="{C1EE5095-857E-B43F-28C8-BF0409F2554F}"/>
          </ac:spMkLst>
        </pc:spChg>
      </pc:sldChg>
      <pc:sldChg chg="addSp delSp modSp new mod">
        <pc:chgData name="Ms Alina Arshad" userId="cccdfd85-d35d-4453-9c6f-a463aae40722" providerId="ADAL" clId="{97C00DA4-6F9F-4A83-996B-9231DC603249}" dt="2024-10-27T06:44:14.404" v="451" actId="14100"/>
        <pc:sldMkLst>
          <pc:docMk/>
          <pc:sldMk cId="491917458" sldId="310"/>
        </pc:sldMkLst>
        <pc:spChg chg="del">
          <ac:chgData name="Ms Alina Arshad" userId="cccdfd85-d35d-4453-9c6f-a463aae40722" providerId="ADAL" clId="{97C00DA4-6F9F-4A83-996B-9231DC603249}" dt="2024-10-27T06:44:12.212" v="450"/>
          <ac:spMkLst>
            <pc:docMk/>
            <pc:sldMk cId="491917458" sldId="310"/>
            <ac:spMk id="2" creationId="{83024A08-D99F-69A4-E31F-C34714C711D3}"/>
          </ac:spMkLst>
        </pc:spChg>
        <pc:spChg chg="del">
          <ac:chgData name="Ms Alina Arshad" userId="cccdfd85-d35d-4453-9c6f-a463aae40722" providerId="ADAL" clId="{97C00DA4-6F9F-4A83-996B-9231DC603249}" dt="2024-10-27T06:43:56.775" v="445" actId="22"/>
          <ac:spMkLst>
            <pc:docMk/>
            <pc:sldMk cId="491917458" sldId="310"/>
            <ac:spMk id="3" creationId="{8C4D7949-83D8-0789-C041-187BEC92E655}"/>
          </ac:spMkLst>
        </pc:spChg>
        <pc:spChg chg="add mod">
          <ac:chgData name="Ms Alina Arshad" userId="cccdfd85-d35d-4453-9c6f-a463aae40722" providerId="ADAL" clId="{97C00DA4-6F9F-4A83-996B-9231DC603249}" dt="2024-10-27T06:44:14.404" v="451" actId="14100"/>
          <ac:spMkLst>
            <pc:docMk/>
            <pc:sldMk cId="491917458" sldId="310"/>
            <ac:spMk id="6" creationId="{5C792AA2-A0EE-F77D-8AEA-1B73F92C971E}"/>
          </ac:spMkLst>
        </pc:spChg>
        <pc:picChg chg="add mod ord">
          <ac:chgData name="Ms Alina Arshad" userId="cccdfd85-d35d-4453-9c6f-a463aae40722" providerId="ADAL" clId="{97C00DA4-6F9F-4A83-996B-9231DC603249}" dt="2024-10-27T06:44:06.016" v="449" actId="1076"/>
          <ac:picMkLst>
            <pc:docMk/>
            <pc:sldMk cId="491917458" sldId="310"/>
            <ac:picMk id="5" creationId="{637A1014-93E2-A6F7-78A7-558951DA6976}"/>
          </ac:picMkLst>
        </pc:picChg>
      </pc:sldChg>
    </pc:docChg>
  </pc:docChgLst>
  <pc:docChgLst>
    <pc:chgData name="Ms Alina Arshad" userId="cccdfd85-d35d-4453-9c6f-a463aae40722" providerId="ADAL" clId="{AD184B4B-0CF3-4D88-AFEA-77665C37DC41}"/>
    <pc:docChg chg="undo custSel addSld delSld modSld sldOrd">
      <pc:chgData name="Ms Alina Arshad" userId="cccdfd85-d35d-4453-9c6f-a463aae40722" providerId="ADAL" clId="{AD184B4B-0CF3-4D88-AFEA-77665C37DC41}" dt="2024-10-07T14:53:18.370" v="664" actId="20577"/>
      <pc:docMkLst>
        <pc:docMk/>
      </pc:docMkLst>
      <pc:sldChg chg="modSp mod">
        <pc:chgData name="Ms Alina Arshad" userId="cccdfd85-d35d-4453-9c6f-a463aae40722" providerId="ADAL" clId="{AD184B4B-0CF3-4D88-AFEA-77665C37DC41}" dt="2024-10-01T14:08:05.980" v="476" actId="404"/>
        <pc:sldMkLst>
          <pc:docMk/>
          <pc:sldMk cId="3322361034" sldId="256"/>
        </pc:sldMkLst>
        <pc:spChg chg="mod">
          <ac:chgData name="Ms Alina Arshad" userId="cccdfd85-d35d-4453-9c6f-a463aae40722" providerId="ADAL" clId="{AD184B4B-0CF3-4D88-AFEA-77665C37DC41}" dt="2024-10-01T14:08:05.980" v="476" actId="404"/>
          <ac:spMkLst>
            <pc:docMk/>
            <pc:sldMk cId="3322361034" sldId="256"/>
            <ac:spMk id="3" creationId="{44E9F82C-BBA7-3495-1097-BEDB54FFFDF4}"/>
          </ac:spMkLst>
        </pc:spChg>
      </pc:sldChg>
      <pc:sldChg chg="addSp delSp modSp add mod">
        <pc:chgData name="Ms Alina Arshad" userId="cccdfd85-d35d-4453-9c6f-a463aae40722" providerId="ADAL" clId="{AD184B4B-0CF3-4D88-AFEA-77665C37DC41}" dt="2024-10-06T13:07:38.994" v="580" actId="1038"/>
        <pc:sldMkLst>
          <pc:docMk/>
          <pc:sldMk cId="0" sldId="257"/>
        </pc:sldMkLst>
        <pc:spChg chg="mod">
          <ac:chgData name="Ms Alina Arshad" userId="cccdfd85-d35d-4453-9c6f-a463aae40722" providerId="ADAL" clId="{AD184B4B-0CF3-4D88-AFEA-77665C37DC41}" dt="2024-10-06T13:07:38.994" v="580" actId="1038"/>
          <ac:spMkLst>
            <pc:docMk/>
            <pc:sldMk cId="0" sldId="257"/>
            <ac:spMk id="2" creationId="{00000000-0000-0000-0000-000000000000}"/>
          </ac:spMkLst>
        </pc:spChg>
        <pc:spChg chg="add del mod">
          <ac:chgData name="Ms Alina Arshad" userId="cccdfd85-d35d-4453-9c6f-a463aae40722" providerId="ADAL" clId="{AD184B4B-0CF3-4D88-AFEA-77665C37DC41}" dt="2024-10-06T13:07:28.261" v="566" actId="1035"/>
          <ac:spMkLst>
            <pc:docMk/>
            <pc:sldMk cId="0" sldId="257"/>
            <ac:spMk id="3" creationId="{00000000-0000-0000-0000-000000000000}"/>
          </ac:spMkLst>
        </pc:spChg>
      </pc:sldChg>
      <pc:sldChg chg="modSp add mod">
        <pc:chgData name="Ms Alina Arshad" userId="cccdfd85-d35d-4453-9c6f-a463aae40722" providerId="ADAL" clId="{AD184B4B-0CF3-4D88-AFEA-77665C37DC41}" dt="2024-10-01T15:26:47.165" v="477" actId="20577"/>
        <pc:sldMkLst>
          <pc:docMk/>
          <pc:sldMk cId="0" sldId="258"/>
        </pc:sldMkLst>
        <pc:spChg chg="mod">
          <ac:chgData name="Ms Alina Arshad" userId="cccdfd85-d35d-4453-9c6f-a463aae40722" providerId="ADAL" clId="{AD184B4B-0CF3-4D88-AFEA-77665C37DC41}" dt="2024-10-01T12:55:10.748" v="37" actId="1076"/>
          <ac:spMkLst>
            <pc:docMk/>
            <pc:sldMk cId="0" sldId="258"/>
            <ac:spMk id="2" creationId="{00000000-0000-0000-0000-000000000000}"/>
          </ac:spMkLst>
        </pc:spChg>
        <pc:spChg chg="mod">
          <ac:chgData name="Ms Alina Arshad" userId="cccdfd85-d35d-4453-9c6f-a463aae40722" providerId="ADAL" clId="{AD184B4B-0CF3-4D88-AFEA-77665C37DC41}" dt="2024-10-01T15:26:47.165" v="477" actId="20577"/>
          <ac:spMkLst>
            <pc:docMk/>
            <pc:sldMk cId="0" sldId="258"/>
            <ac:spMk id="3" creationId="{00000000-0000-0000-0000-000000000000}"/>
          </ac:spMkLst>
        </pc:spChg>
      </pc:sldChg>
      <pc:sldChg chg="modSp add mod">
        <pc:chgData name="Ms Alina Arshad" userId="cccdfd85-d35d-4453-9c6f-a463aae40722" providerId="ADAL" clId="{AD184B4B-0CF3-4D88-AFEA-77665C37DC41}" dt="2024-10-01T15:27:06.873" v="479" actId="1076"/>
        <pc:sldMkLst>
          <pc:docMk/>
          <pc:sldMk cId="0" sldId="259"/>
        </pc:sldMkLst>
        <pc:picChg chg="mod">
          <ac:chgData name="Ms Alina Arshad" userId="cccdfd85-d35d-4453-9c6f-a463aae40722" providerId="ADAL" clId="{AD184B4B-0CF3-4D88-AFEA-77665C37DC41}" dt="2024-10-01T15:27:06.873" v="479" actId="1076"/>
          <ac:picMkLst>
            <pc:docMk/>
            <pc:sldMk cId="0" sldId="259"/>
            <ac:picMk id="2" creationId="{00000000-0000-0000-0000-000000000000}"/>
          </ac:picMkLst>
        </pc:picChg>
      </pc:sldChg>
      <pc:sldChg chg="modSp add mod">
        <pc:chgData name="Ms Alina Arshad" userId="cccdfd85-d35d-4453-9c6f-a463aae40722" providerId="ADAL" clId="{AD184B4B-0CF3-4D88-AFEA-77665C37DC41}" dt="2024-10-01T15:34:39.687" v="484" actId="20577"/>
        <pc:sldMkLst>
          <pc:docMk/>
          <pc:sldMk cId="0" sldId="260"/>
        </pc:sldMkLst>
        <pc:spChg chg="mod">
          <ac:chgData name="Ms Alina Arshad" userId="cccdfd85-d35d-4453-9c6f-a463aae40722" providerId="ADAL" clId="{AD184B4B-0CF3-4D88-AFEA-77665C37DC41}" dt="2024-10-01T12:56:27.166" v="65" actId="1076"/>
          <ac:spMkLst>
            <pc:docMk/>
            <pc:sldMk cId="0" sldId="260"/>
            <ac:spMk id="2" creationId="{00000000-0000-0000-0000-000000000000}"/>
          </ac:spMkLst>
        </pc:spChg>
        <pc:spChg chg="mod">
          <ac:chgData name="Ms Alina Arshad" userId="cccdfd85-d35d-4453-9c6f-a463aae40722" providerId="ADAL" clId="{AD184B4B-0CF3-4D88-AFEA-77665C37DC41}" dt="2024-10-01T15:34:39.687" v="484" actId="20577"/>
          <ac:spMkLst>
            <pc:docMk/>
            <pc:sldMk cId="0" sldId="260"/>
            <ac:spMk id="3" creationId="{00000000-0000-0000-0000-000000000000}"/>
          </ac:spMkLst>
        </pc:spChg>
      </pc:sldChg>
      <pc:sldChg chg="modSp add mod">
        <pc:chgData name="Ms Alina Arshad" userId="cccdfd85-d35d-4453-9c6f-a463aae40722" providerId="ADAL" clId="{AD184B4B-0CF3-4D88-AFEA-77665C37DC41}" dt="2024-10-01T13:00:54.474" v="144" actId="1076"/>
        <pc:sldMkLst>
          <pc:docMk/>
          <pc:sldMk cId="0" sldId="261"/>
        </pc:sldMkLst>
        <pc:spChg chg="mod">
          <ac:chgData name="Ms Alina Arshad" userId="cccdfd85-d35d-4453-9c6f-a463aae40722" providerId="ADAL" clId="{AD184B4B-0CF3-4D88-AFEA-77665C37DC41}" dt="2024-10-01T13:00:34.969" v="137" actId="1076"/>
          <ac:spMkLst>
            <pc:docMk/>
            <pc:sldMk cId="0" sldId="261"/>
            <ac:spMk id="2" creationId="{00000000-0000-0000-0000-000000000000}"/>
          </ac:spMkLst>
        </pc:spChg>
        <pc:spChg chg="mod">
          <ac:chgData name="Ms Alina Arshad" userId="cccdfd85-d35d-4453-9c6f-a463aae40722" providerId="ADAL" clId="{AD184B4B-0CF3-4D88-AFEA-77665C37DC41}" dt="2024-10-01T13:00:54.474" v="144" actId="1076"/>
          <ac:spMkLst>
            <pc:docMk/>
            <pc:sldMk cId="0" sldId="261"/>
            <ac:spMk id="4" creationId="{00000000-0000-0000-0000-000000000000}"/>
          </ac:spMkLst>
        </pc:spChg>
        <pc:picChg chg="mod">
          <ac:chgData name="Ms Alina Arshad" userId="cccdfd85-d35d-4453-9c6f-a463aae40722" providerId="ADAL" clId="{AD184B4B-0CF3-4D88-AFEA-77665C37DC41}" dt="2024-10-01T13:00:51.183" v="143" actId="14100"/>
          <ac:picMkLst>
            <pc:docMk/>
            <pc:sldMk cId="0" sldId="261"/>
            <ac:picMk id="3" creationId="{00000000-0000-0000-0000-000000000000}"/>
          </ac:picMkLst>
        </pc:picChg>
      </pc:sldChg>
      <pc:sldChg chg="addSp delSp modSp add mod">
        <pc:chgData name="Ms Alina Arshad" userId="cccdfd85-d35d-4453-9c6f-a463aae40722" providerId="ADAL" clId="{AD184B4B-0CF3-4D88-AFEA-77665C37DC41}" dt="2024-10-06T15:28:43.114" v="596" actId="1076"/>
        <pc:sldMkLst>
          <pc:docMk/>
          <pc:sldMk cId="0" sldId="262"/>
        </pc:sldMkLst>
        <pc:spChg chg="mod">
          <ac:chgData name="Ms Alina Arshad" userId="cccdfd85-d35d-4453-9c6f-a463aae40722" providerId="ADAL" clId="{AD184B4B-0CF3-4D88-AFEA-77665C37DC41}" dt="2024-10-01T13:01:13.641" v="150" actId="14100"/>
          <ac:spMkLst>
            <pc:docMk/>
            <pc:sldMk cId="0" sldId="262"/>
            <ac:spMk id="2" creationId="{00000000-0000-0000-0000-000000000000}"/>
          </ac:spMkLst>
        </pc:spChg>
        <pc:spChg chg="del mod">
          <ac:chgData name="Ms Alina Arshad" userId="cccdfd85-d35d-4453-9c6f-a463aae40722" providerId="ADAL" clId="{AD184B4B-0CF3-4D88-AFEA-77665C37DC41}" dt="2024-10-01T13:02:37.800" v="180" actId="478"/>
          <ac:spMkLst>
            <pc:docMk/>
            <pc:sldMk cId="0" sldId="262"/>
            <ac:spMk id="7" creationId="{00000000-0000-0000-0000-000000000000}"/>
          </ac:spMkLst>
        </pc:spChg>
        <pc:spChg chg="mod">
          <ac:chgData name="Ms Alina Arshad" userId="cccdfd85-d35d-4453-9c6f-a463aae40722" providerId="ADAL" clId="{AD184B4B-0CF3-4D88-AFEA-77665C37DC41}" dt="2024-10-06T15:28:37.471" v="595" actId="1076"/>
          <ac:spMkLst>
            <pc:docMk/>
            <pc:sldMk cId="0" sldId="262"/>
            <ac:spMk id="8" creationId="{00000000-0000-0000-0000-000000000000}"/>
          </ac:spMkLst>
        </pc:spChg>
        <pc:spChg chg="add mod">
          <ac:chgData name="Ms Alina Arshad" userId="cccdfd85-d35d-4453-9c6f-a463aae40722" providerId="ADAL" clId="{AD184B4B-0CF3-4D88-AFEA-77665C37DC41}" dt="2024-10-06T15:28:43.114" v="596" actId="1076"/>
          <ac:spMkLst>
            <pc:docMk/>
            <pc:sldMk cId="0" sldId="262"/>
            <ac:spMk id="11" creationId="{2509622A-3BA6-6953-439A-8A41E00ECEA6}"/>
          </ac:spMkLst>
        </pc:spChg>
        <pc:grpChg chg="add del mod">
          <ac:chgData name="Ms Alina Arshad" userId="cccdfd85-d35d-4453-9c6f-a463aae40722" providerId="ADAL" clId="{AD184B4B-0CF3-4D88-AFEA-77665C37DC41}" dt="2024-10-06T15:28:23.862" v="592" actId="1076"/>
          <ac:grpSpMkLst>
            <pc:docMk/>
            <pc:sldMk cId="0" sldId="262"/>
            <ac:grpSpMk id="3" creationId="{00000000-0000-0000-0000-000000000000}"/>
          </ac:grpSpMkLst>
        </pc:grpChg>
        <pc:picChg chg="mod">
          <ac:chgData name="Ms Alina Arshad" userId="cccdfd85-d35d-4453-9c6f-a463aae40722" providerId="ADAL" clId="{AD184B4B-0CF3-4D88-AFEA-77665C37DC41}" dt="2024-10-06T15:28:27.139" v="593" actId="1076"/>
          <ac:picMkLst>
            <pc:docMk/>
            <pc:sldMk cId="0" sldId="262"/>
            <ac:picMk id="9" creationId="{00000000-0000-0000-0000-000000000000}"/>
          </ac:picMkLst>
        </pc:picChg>
      </pc:sldChg>
      <pc:sldChg chg="delSp modSp add mod">
        <pc:chgData name="Ms Alina Arshad" userId="cccdfd85-d35d-4453-9c6f-a463aae40722" providerId="ADAL" clId="{AD184B4B-0CF3-4D88-AFEA-77665C37DC41}" dt="2024-10-06T15:32:58.563" v="607" actId="15"/>
        <pc:sldMkLst>
          <pc:docMk/>
          <pc:sldMk cId="0" sldId="263"/>
        </pc:sldMkLst>
        <pc:spChg chg="mod">
          <ac:chgData name="Ms Alina Arshad" userId="cccdfd85-d35d-4453-9c6f-a463aae40722" providerId="ADAL" clId="{AD184B4B-0CF3-4D88-AFEA-77665C37DC41}" dt="2024-10-01T13:23:42.894" v="183" actId="1076"/>
          <ac:spMkLst>
            <pc:docMk/>
            <pc:sldMk cId="0" sldId="263"/>
            <ac:spMk id="2" creationId="{00000000-0000-0000-0000-000000000000}"/>
          </ac:spMkLst>
        </pc:spChg>
        <pc:spChg chg="mod">
          <ac:chgData name="Ms Alina Arshad" userId="cccdfd85-d35d-4453-9c6f-a463aae40722" providerId="ADAL" clId="{AD184B4B-0CF3-4D88-AFEA-77665C37DC41}" dt="2024-10-06T15:32:58.563" v="607" actId="15"/>
          <ac:spMkLst>
            <pc:docMk/>
            <pc:sldMk cId="0" sldId="263"/>
            <ac:spMk id="7" creationId="{00000000-0000-0000-0000-000000000000}"/>
          </ac:spMkLst>
        </pc:spChg>
        <pc:grpChg chg="del">
          <ac:chgData name="Ms Alina Arshad" userId="cccdfd85-d35d-4453-9c6f-a463aae40722" providerId="ADAL" clId="{AD184B4B-0CF3-4D88-AFEA-77665C37DC41}" dt="2024-10-01T13:23:57.524" v="187" actId="478"/>
          <ac:grpSpMkLst>
            <pc:docMk/>
            <pc:sldMk cId="0" sldId="263"/>
            <ac:grpSpMk id="3" creationId="{00000000-0000-0000-0000-000000000000}"/>
          </ac:grpSpMkLst>
        </pc:grpChg>
      </pc:sldChg>
      <pc:sldChg chg="modSp add mod">
        <pc:chgData name="Ms Alina Arshad" userId="cccdfd85-d35d-4453-9c6f-a463aae40722" providerId="ADAL" clId="{AD184B4B-0CF3-4D88-AFEA-77665C37DC41}" dt="2024-10-06T15:34:44.095" v="614" actId="20577"/>
        <pc:sldMkLst>
          <pc:docMk/>
          <pc:sldMk cId="0" sldId="264"/>
        </pc:sldMkLst>
        <pc:spChg chg="mod">
          <ac:chgData name="Ms Alina Arshad" userId="cccdfd85-d35d-4453-9c6f-a463aae40722" providerId="ADAL" clId="{AD184B4B-0CF3-4D88-AFEA-77665C37DC41}" dt="2024-10-01T13:25:17.907" v="212" actId="1076"/>
          <ac:spMkLst>
            <pc:docMk/>
            <pc:sldMk cId="0" sldId="264"/>
            <ac:spMk id="2" creationId="{00000000-0000-0000-0000-000000000000}"/>
          </ac:spMkLst>
        </pc:spChg>
        <pc:spChg chg="mod">
          <ac:chgData name="Ms Alina Arshad" userId="cccdfd85-d35d-4453-9c6f-a463aae40722" providerId="ADAL" clId="{AD184B4B-0CF3-4D88-AFEA-77665C37DC41}" dt="2024-10-06T15:34:44.095" v="614" actId="20577"/>
          <ac:spMkLst>
            <pc:docMk/>
            <pc:sldMk cId="0" sldId="264"/>
            <ac:spMk id="3" creationId="{00000000-0000-0000-0000-000000000000}"/>
          </ac:spMkLst>
        </pc:spChg>
      </pc:sldChg>
      <pc:sldChg chg="modSp add mod">
        <pc:chgData name="Ms Alina Arshad" userId="cccdfd85-d35d-4453-9c6f-a463aae40722" providerId="ADAL" clId="{AD184B4B-0CF3-4D88-AFEA-77665C37DC41}" dt="2024-10-01T13:31:39.089" v="316" actId="1076"/>
        <pc:sldMkLst>
          <pc:docMk/>
          <pc:sldMk cId="0" sldId="265"/>
        </pc:sldMkLst>
        <pc:spChg chg="mod">
          <ac:chgData name="Ms Alina Arshad" userId="cccdfd85-d35d-4453-9c6f-a463aae40722" providerId="ADAL" clId="{AD184B4B-0CF3-4D88-AFEA-77665C37DC41}" dt="2024-10-01T13:27:17.158" v="246" actId="1076"/>
          <ac:spMkLst>
            <pc:docMk/>
            <pc:sldMk cId="0" sldId="265"/>
            <ac:spMk id="2" creationId="{00000000-0000-0000-0000-000000000000}"/>
          </ac:spMkLst>
        </pc:spChg>
        <pc:spChg chg="mod">
          <ac:chgData name="Ms Alina Arshad" userId="cccdfd85-d35d-4453-9c6f-a463aae40722" providerId="ADAL" clId="{AD184B4B-0CF3-4D88-AFEA-77665C37DC41}" dt="2024-10-01T13:31:39.089" v="316" actId="1076"/>
          <ac:spMkLst>
            <pc:docMk/>
            <pc:sldMk cId="0" sldId="265"/>
            <ac:spMk id="6" creationId="{00000000-0000-0000-0000-000000000000}"/>
          </ac:spMkLst>
        </pc:spChg>
        <pc:spChg chg="mod">
          <ac:chgData name="Ms Alina Arshad" userId="cccdfd85-d35d-4453-9c6f-a463aae40722" providerId="ADAL" clId="{AD184B4B-0CF3-4D88-AFEA-77665C37DC41}" dt="2024-10-01T13:31:21.750" v="313" actId="1076"/>
          <ac:spMkLst>
            <pc:docMk/>
            <pc:sldMk cId="0" sldId="265"/>
            <ac:spMk id="7" creationId="{00000000-0000-0000-0000-000000000000}"/>
          </ac:spMkLst>
        </pc:spChg>
        <pc:grpChg chg="mod">
          <ac:chgData name="Ms Alina Arshad" userId="cccdfd85-d35d-4453-9c6f-a463aae40722" providerId="ADAL" clId="{AD184B4B-0CF3-4D88-AFEA-77665C37DC41}" dt="2024-10-01T13:27:32.316" v="275" actId="1076"/>
          <ac:grpSpMkLst>
            <pc:docMk/>
            <pc:sldMk cId="0" sldId="265"/>
            <ac:grpSpMk id="3" creationId="{00000000-0000-0000-0000-000000000000}"/>
          </ac:grpSpMkLst>
        </pc:grpChg>
        <pc:grpChg chg="mod">
          <ac:chgData name="Ms Alina Arshad" userId="cccdfd85-d35d-4453-9c6f-a463aae40722" providerId="ADAL" clId="{AD184B4B-0CF3-4D88-AFEA-77665C37DC41}" dt="2024-10-01T13:27:26.833" v="273" actId="1036"/>
          <ac:grpSpMkLst>
            <pc:docMk/>
            <pc:sldMk cId="0" sldId="265"/>
            <ac:grpSpMk id="8" creationId="{00000000-0000-0000-0000-000000000000}"/>
          </ac:grpSpMkLst>
        </pc:grpChg>
      </pc:sldChg>
      <pc:sldChg chg="delSp modSp add mod">
        <pc:chgData name="Ms Alina Arshad" userId="cccdfd85-d35d-4453-9c6f-a463aae40722" providerId="ADAL" clId="{AD184B4B-0CF3-4D88-AFEA-77665C37DC41}" dt="2024-10-01T13:57:24.117" v="329" actId="1076"/>
        <pc:sldMkLst>
          <pc:docMk/>
          <pc:sldMk cId="0" sldId="266"/>
        </pc:sldMkLst>
        <pc:spChg chg="mod">
          <ac:chgData name="Ms Alina Arshad" userId="cccdfd85-d35d-4453-9c6f-a463aae40722" providerId="ADAL" clId="{AD184B4B-0CF3-4D88-AFEA-77665C37DC41}" dt="2024-10-01T13:28:09.910" v="285" actId="1076"/>
          <ac:spMkLst>
            <pc:docMk/>
            <pc:sldMk cId="0" sldId="266"/>
            <ac:spMk id="2" creationId="{00000000-0000-0000-0000-000000000000}"/>
          </ac:spMkLst>
        </pc:spChg>
        <pc:spChg chg="mod">
          <ac:chgData name="Ms Alina Arshad" userId="cccdfd85-d35d-4453-9c6f-a463aae40722" providerId="ADAL" clId="{AD184B4B-0CF3-4D88-AFEA-77665C37DC41}" dt="2024-10-01T13:56:42.043" v="317" actId="207"/>
          <ac:spMkLst>
            <pc:docMk/>
            <pc:sldMk cId="0" sldId="266"/>
            <ac:spMk id="3" creationId="{00000000-0000-0000-0000-000000000000}"/>
          </ac:spMkLst>
        </pc:spChg>
        <pc:spChg chg="del topLvl">
          <ac:chgData name="Ms Alina Arshad" userId="cccdfd85-d35d-4453-9c6f-a463aae40722" providerId="ADAL" clId="{AD184B4B-0CF3-4D88-AFEA-77665C37DC41}" dt="2024-10-01T13:57:01.043" v="321" actId="478"/>
          <ac:spMkLst>
            <pc:docMk/>
            <pc:sldMk cId="0" sldId="266"/>
            <ac:spMk id="5" creationId="{00000000-0000-0000-0000-000000000000}"/>
          </ac:spMkLst>
        </pc:spChg>
        <pc:spChg chg="mod">
          <ac:chgData name="Ms Alina Arshad" userId="cccdfd85-d35d-4453-9c6f-a463aae40722" providerId="ADAL" clId="{AD184B4B-0CF3-4D88-AFEA-77665C37DC41}" dt="2024-10-01T13:57:24.117" v="329" actId="1076"/>
          <ac:spMkLst>
            <pc:docMk/>
            <pc:sldMk cId="0" sldId="266"/>
            <ac:spMk id="7" creationId="{00000000-0000-0000-0000-000000000000}"/>
          </ac:spMkLst>
        </pc:spChg>
        <pc:grpChg chg="del mod">
          <ac:chgData name="Ms Alina Arshad" userId="cccdfd85-d35d-4453-9c6f-a463aae40722" providerId="ADAL" clId="{AD184B4B-0CF3-4D88-AFEA-77665C37DC41}" dt="2024-10-01T13:57:01.043" v="321" actId="478"/>
          <ac:grpSpMkLst>
            <pc:docMk/>
            <pc:sldMk cId="0" sldId="266"/>
            <ac:grpSpMk id="4" creationId="{00000000-0000-0000-0000-000000000000}"/>
          </ac:grpSpMkLst>
        </pc:grpChg>
        <pc:picChg chg="mod topLvl">
          <ac:chgData name="Ms Alina Arshad" userId="cccdfd85-d35d-4453-9c6f-a463aae40722" providerId="ADAL" clId="{AD184B4B-0CF3-4D88-AFEA-77665C37DC41}" dt="2024-10-01T13:57:20.612" v="328" actId="1076"/>
          <ac:picMkLst>
            <pc:docMk/>
            <pc:sldMk cId="0" sldId="266"/>
            <ac:picMk id="6" creationId="{00000000-0000-0000-0000-000000000000}"/>
          </ac:picMkLst>
        </pc:picChg>
      </pc:sldChg>
      <pc:sldChg chg="addSp delSp modSp add mod">
        <pc:chgData name="Ms Alina Arshad" userId="cccdfd85-d35d-4453-9c6f-a463aae40722" providerId="ADAL" clId="{AD184B4B-0CF3-4D88-AFEA-77665C37DC41}" dt="2024-10-07T14:47:03.560" v="618" actId="20577"/>
        <pc:sldMkLst>
          <pc:docMk/>
          <pc:sldMk cId="0" sldId="267"/>
        </pc:sldMkLst>
        <pc:spChg chg="mod">
          <ac:chgData name="Ms Alina Arshad" userId="cccdfd85-d35d-4453-9c6f-a463aae40722" providerId="ADAL" clId="{AD184B4B-0CF3-4D88-AFEA-77665C37DC41}" dt="2024-10-01T13:59:26.397" v="368" actId="20577"/>
          <ac:spMkLst>
            <pc:docMk/>
            <pc:sldMk cId="0" sldId="267"/>
            <ac:spMk id="2" creationId="{00000000-0000-0000-0000-000000000000}"/>
          </ac:spMkLst>
        </pc:spChg>
        <pc:spChg chg="mod">
          <ac:chgData name="Ms Alina Arshad" userId="cccdfd85-d35d-4453-9c6f-a463aae40722" providerId="ADAL" clId="{AD184B4B-0CF3-4D88-AFEA-77665C37DC41}" dt="2024-10-07T14:47:03.560" v="618" actId="20577"/>
          <ac:spMkLst>
            <pc:docMk/>
            <pc:sldMk cId="0" sldId="267"/>
            <ac:spMk id="3" creationId="{00000000-0000-0000-0000-000000000000}"/>
          </ac:spMkLst>
        </pc:spChg>
        <pc:spChg chg="del mod topLvl">
          <ac:chgData name="Ms Alina Arshad" userId="cccdfd85-d35d-4453-9c6f-a463aae40722" providerId="ADAL" clId="{AD184B4B-0CF3-4D88-AFEA-77665C37DC41}" dt="2024-10-01T13:58:20.058" v="344" actId="478"/>
          <ac:spMkLst>
            <pc:docMk/>
            <pc:sldMk cId="0" sldId="267"/>
            <ac:spMk id="7" creationId="{00000000-0000-0000-0000-000000000000}"/>
          </ac:spMkLst>
        </pc:spChg>
        <pc:grpChg chg="add del mod">
          <ac:chgData name="Ms Alina Arshad" userId="cccdfd85-d35d-4453-9c6f-a463aae40722" providerId="ADAL" clId="{AD184B4B-0CF3-4D88-AFEA-77665C37DC41}" dt="2024-10-01T13:58:20.058" v="344" actId="478"/>
          <ac:grpSpMkLst>
            <pc:docMk/>
            <pc:sldMk cId="0" sldId="267"/>
            <ac:grpSpMk id="4" creationId="{00000000-0000-0000-0000-000000000000}"/>
          </ac:grpSpMkLst>
        </pc:grpChg>
        <pc:picChg chg="del">
          <ac:chgData name="Ms Alina Arshad" userId="cccdfd85-d35d-4453-9c6f-a463aae40722" providerId="ADAL" clId="{AD184B4B-0CF3-4D88-AFEA-77665C37DC41}" dt="2024-10-01T13:57:58.291" v="338" actId="478"/>
          <ac:picMkLst>
            <pc:docMk/>
            <pc:sldMk cId="0" sldId="267"/>
            <ac:picMk id="5" creationId="{00000000-0000-0000-0000-000000000000}"/>
          </ac:picMkLst>
        </pc:picChg>
        <pc:picChg chg="mod topLvl">
          <ac:chgData name="Ms Alina Arshad" userId="cccdfd85-d35d-4453-9c6f-a463aae40722" providerId="ADAL" clId="{AD184B4B-0CF3-4D88-AFEA-77665C37DC41}" dt="2024-10-01T13:58:26.739" v="348" actId="1076"/>
          <ac:picMkLst>
            <pc:docMk/>
            <pc:sldMk cId="0" sldId="267"/>
            <ac:picMk id="6" creationId="{00000000-0000-0000-0000-000000000000}"/>
          </ac:picMkLst>
        </pc:picChg>
      </pc:sldChg>
      <pc:sldChg chg="addSp delSp modSp add mod">
        <pc:chgData name="Ms Alina Arshad" userId="cccdfd85-d35d-4453-9c6f-a463aae40722" providerId="ADAL" clId="{AD184B4B-0CF3-4D88-AFEA-77665C37DC41}" dt="2024-10-07T14:49:12.046" v="634" actId="20577"/>
        <pc:sldMkLst>
          <pc:docMk/>
          <pc:sldMk cId="0" sldId="268"/>
        </pc:sldMkLst>
        <pc:spChg chg="mod">
          <ac:chgData name="Ms Alina Arshad" userId="cccdfd85-d35d-4453-9c6f-a463aae40722" providerId="ADAL" clId="{AD184B4B-0CF3-4D88-AFEA-77665C37DC41}" dt="2024-10-01T13:59:56.983" v="376" actId="113"/>
          <ac:spMkLst>
            <pc:docMk/>
            <pc:sldMk cId="0" sldId="268"/>
            <ac:spMk id="2" creationId="{00000000-0000-0000-0000-000000000000}"/>
          </ac:spMkLst>
        </pc:spChg>
        <pc:spChg chg="mod">
          <ac:chgData name="Ms Alina Arshad" userId="cccdfd85-d35d-4453-9c6f-a463aae40722" providerId="ADAL" clId="{AD184B4B-0CF3-4D88-AFEA-77665C37DC41}" dt="2024-10-07T14:49:12.046" v="634" actId="20577"/>
          <ac:spMkLst>
            <pc:docMk/>
            <pc:sldMk cId="0" sldId="268"/>
            <ac:spMk id="3" creationId="{00000000-0000-0000-0000-000000000000}"/>
          </ac:spMkLst>
        </pc:spChg>
        <pc:spChg chg="del topLvl">
          <ac:chgData name="Ms Alina Arshad" userId="cccdfd85-d35d-4453-9c6f-a463aae40722" providerId="ADAL" clId="{AD184B4B-0CF3-4D88-AFEA-77665C37DC41}" dt="2024-10-01T14:01:04.580" v="411" actId="478"/>
          <ac:spMkLst>
            <pc:docMk/>
            <pc:sldMk cId="0" sldId="268"/>
            <ac:spMk id="7" creationId="{00000000-0000-0000-0000-000000000000}"/>
          </ac:spMkLst>
        </pc:spChg>
        <pc:grpChg chg="add del">
          <ac:chgData name="Ms Alina Arshad" userId="cccdfd85-d35d-4453-9c6f-a463aae40722" providerId="ADAL" clId="{AD184B4B-0CF3-4D88-AFEA-77665C37DC41}" dt="2024-10-01T14:01:04.580" v="411" actId="478"/>
          <ac:grpSpMkLst>
            <pc:docMk/>
            <pc:sldMk cId="0" sldId="268"/>
            <ac:grpSpMk id="4" creationId="{00000000-0000-0000-0000-000000000000}"/>
          </ac:grpSpMkLst>
        </pc:grpChg>
        <pc:picChg chg="del">
          <ac:chgData name="Ms Alina Arshad" userId="cccdfd85-d35d-4453-9c6f-a463aae40722" providerId="ADAL" clId="{AD184B4B-0CF3-4D88-AFEA-77665C37DC41}" dt="2024-10-01T14:00:56.714" v="408" actId="478"/>
          <ac:picMkLst>
            <pc:docMk/>
            <pc:sldMk cId="0" sldId="268"/>
            <ac:picMk id="5" creationId="{00000000-0000-0000-0000-000000000000}"/>
          </ac:picMkLst>
        </pc:picChg>
        <pc:picChg chg="mod topLvl">
          <ac:chgData name="Ms Alina Arshad" userId="cccdfd85-d35d-4453-9c6f-a463aae40722" providerId="ADAL" clId="{AD184B4B-0CF3-4D88-AFEA-77665C37DC41}" dt="2024-10-01T14:01:14.991" v="415" actId="1076"/>
          <ac:picMkLst>
            <pc:docMk/>
            <pc:sldMk cId="0" sldId="268"/>
            <ac:picMk id="6" creationId="{00000000-0000-0000-0000-000000000000}"/>
          </ac:picMkLst>
        </pc:picChg>
      </pc:sldChg>
      <pc:sldChg chg="delSp modSp add mod">
        <pc:chgData name="Ms Alina Arshad" userId="cccdfd85-d35d-4453-9c6f-a463aae40722" providerId="ADAL" clId="{AD184B4B-0CF3-4D88-AFEA-77665C37DC41}" dt="2024-10-07T14:50:11.823" v="641" actId="20577"/>
        <pc:sldMkLst>
          <pc:docMk/>
          <pc:sldMk cId="0" sldId="269"/>
        </pc:sldMkLst>
        <pc:spChg chg="mod">
          <ac:chgData name="Ms Alina Arshad" userId="cccdfd85-d35d-4453-9c6f-a463aae40722" providerId="ADAL" clId="{AD184B4B-0CF3-4D88-AFEA-77665C37DC41}" dt="2024-10-01T14:01:30.015" v="421" actId="20577"/>
          <ac:spMkLst>
            <pc:docMk/>
            <pc:sldMk cId="0" sldId="269"/>
            <ac:spMk id="2" creationId="{00000000-0000-0000-0000-000000000000}"/>
          </ac:spMkLst>
        </pc:spChg>
        <pc:spChg chg="mod">
          <ac:chgData name="Ms Alina Arshad" userId="cccdfd85-d35d-4453-9c6f-a463aae40722" providerId="ADAL" clId="{AD184B4B-0CF3-4D88-AFEA-77665C37DC41}" dt="2024-10-07T14:50:11.823" v="641" actId="20577"/>
          <ac:spMkLst>
            <pc:docMk/>
            <pc:sldMk cId="0" sldId="269"/>
            <ac:spMk id="3" creationId="{00000000-0000-0000-0000-000000000000}"/>
          </ac:spMkLst>
        </pc:spChg>
        <pc:spChg chg="del topLvl">
          <ac:chgData name="Ms Alina Arshad" userId="cccdfd85-d35d-4453-9c6f-a463aae40722" providerId="ADAL" clId="{AD184B4B-0CF3-4D88-AFEA-77665C37DC41}" dt="2024-10-01T14:02:25.429" v="451" actId="478"/>
          <ac:spMkLst>
            <pc:docMk/>
            <pc:sldMk cId="0" sldId="269"/>
            <ac:spMk id="7" creationId="{00000000-0000-0000-0000-000000000000}"/>
          </ac:spMkLst>
        </pc:spChg>
        <pc:grpChg chg="del mod">
          <ac:chgData name="Ms Alina Arshad" userId="cccdfd85-d35d-4453-9c6f-a463aae40722" providerId="ADAL" clId="{AD184B4B-0CF3-4D88-AFEA-77665C37DC41}" dt="2024-10-01T14:02:25.429" v="451" actId="478"/>
          <ac:grpSpMkLst>
            <pc:docMk/>
            <pc:sldMk cId="0" sldId="269"/>
            <ac:grpSpMk id="4" creationId="{00000000-0000-0000-0000-000000000000}"/>
          </ac:grpSpMkLst>
        </pc:grpChg>
        <pc:picChg chg="del mod">
          <ac:chgData name="Ms Alina Arshad" userId="cccdfd85-d35d-4453-9c6f-a463aae40722" providerId="ADAL" clId="{AD184B4B-0CF3-4D88-AFEA-77665C37DC41}" dt="2024-10-01T14:02:21.558" v="450" actId="478"/>
          <ac:picMkLst>
            <pc:docMk/>
            <pc:sldMk cId="0" sldId="269"/>
            <ac:picMk id="5" creationId="{00000000-0000-0000-0000-000000000000}"/>
          </ac:picMkLst>
        </pc:picChg>
        <pc:picChg chg="mod topLvl">
          <ac:chgData name="Ms Alina Arshad" userId="cccdfd85-d35d-4453-9c6f-a463aae40722" providerId="ADAL" clId="{AD184B4B-0CF3-4D88-AFEA-77665C37DC41}" dt="2024-10-01T14:02:32.106" v="454" actId="1076"/>
          <ac:picMkLst>
            <pc:docMk/>
            <pc:sldMk cId="0" sldId="269"/>
            <ac:picMk id="6" creationId="{00000000-0000-0000-0000-000000000000}"/>
          </ac:picMkLst>
        </pc:picChg>
      </pc:sldChg>
      <pc:sldChg chg="modSp add mod">
        <pc:chgData name="Ms Alina Arshad" userId="cccdfd85-d35d-4453-9c6f-a463aae40722" providerId="ADAL" clId="{AD184B4B-0CF3-4D88-AFEA-77665C37DC41}" dt="2024-10-07T14:50:44.500" v="647" actId="20577"/>
        <pc:sldMkLst>
          <pc:docMk/>
          <pc:sldMk cId="0" sldId="270"/>
        </pc:sldMkLst>
        <pc:spChg chg="mod">
          <ac:chgData name="Ms Alina Arshad" userId="cccdfd85-d35d-4453-9c6f-a463aae40722" providerId="ADAL" clId="{AD184B4B-0CF3-4D88-AFEA-77665C37DC41}" dt="2024-10-05T06:10:19.654" v="489" actId="1076"/>
          <ac:spMkLst>
            <pc:docMk/>
            <pc:sldMk cId="0" sldId="270"/>
            <ac:spMk id="2" creationId="{00000000-0000-0000-0000-000000000000}"/>
          </ac:spMkLst>
        </pc:spChg>
        <pc:spChg chg="mod">
          <ac:chgData name="Ms Alina Arshad" userId="cccdfd85-d35d-4453-9c6f-a463aae40722" providerId="ADAL" clId="{AD184B4B-0CF3-4D88-AFEA-77665C37DC41}" dt="2024-10-07T14:50:44.500" v="647" actId="20577"/>
          <ac:spMkLst>
            <pc:docMk/>
            <pc:sldMk cId="0" sldId="270"/>
            <ac:spMk id="3" creationId="{00000000-0000-0000-0000-000000000000}"/>
          </ac:spMkLst>
        </pc:spChg>
      </pc:sldChg>
      <pc:sldChg chg="modSp add mod">
        <pc:chgData name="Ms Alina Arshad" userId="cccdfd85-d35d-4453-9c6f-a463aae40722" providerId="ADAL" clId="{AD184B4B-0CF3-4D88-AFEA-77665C37DC41}" dt="2024-10-07T14:51:38.980" v="655" actId="113"/>
        <pc:sldMkLst>
          <pc:docMk/>
          <pc:sldMk cId="0" sldId="271"/>
        </pc:sldMkLst>
        <pc:spChg chg="mod">
          <ac:chgData name="Ms Alina Arshad" userId="cccdfd85-d35d-4453-9c6f-a463aae40722" providerId="ADAL" clId="{AD184B4B-0CF3-4D88-AFEA-77665C37DC41}" dt="2024-10-07T14:51:38.980" v="655" actId="113"/>
          <ac:spMkLst>
            <pc:docMk/>
            <pc:sldMk cId="0" sldId="271"/>
            <ac:spMk id="2" creationId="{00000000-0000-0000-0000-000000000000}"/>
          </ac:spMkLst>
        </pc:spChg>
        <pc:spChg chg="mod">
          <ac:chgData name="Ms Alina Arshad" userId="cccdfd85-d35d-4453-9c6f-a463aae40722" providerId="ADAL" clId="{AD184B4B-0CF3-4D88-AFEA-77665C37DC41}" dt="2024-10-07T14:51:30.715" v="654" actId="20577"/>
          <ac:spMkLst>
            <pc:docMk/>
            <pc:sldMk cId="0" sldId="271"/>
            <ac:spMk id="3" creationId="{00000000-0000-0000-0000-000000000000}"/>
          </ac:spMkLst>
        </pc:spChg>
      </pc:sldChg>
      <pc:sldChg chg="modSp add mod">
        <pc:chgData name="Ms Alina Arshad" userId="cccdfd85-d35d-4453-9c6f-a463aae40722" providerId="ADAL" clId="{AD184B4B-0CF3-4D88-AFEA-77665C37DC41}" dt="2024-10-07T14:53:18.370" v="664" actId="20577"/>
        <pc:sldMkLst>
          <pc:docMk/>
          <pc:sldMk cId="0" sldId="272"/>
        </pc:sldMkLst>
        <pc:spChg chg="mod">
          <ac:chgData name="Ms Alina Arshad" userId="cccdfd85-d35d-4453-9c6f-a463aae40722" providerId="ADAL" clId="{AD184B4B-0CF3-4D88-AFEA-77665C37DC41}" dt="2024-10-05T06:18:28.445" v="523" actId="113"/>
          <ac:spMkLst>
            <pc:docMk/>
            <pc:sldMk cId="0" sldId="272"/>
            <ac:spMk id="2" creationId="{00000000-0000-0000-0000-000000000000}"/>
          </ac:spMkLst>
        </pc:spChg>
        <pc:spChg chg="mod">
          <ac:chgData name="Ms Alina Arshad" userId="cccdfd85-d35d-4453-9c6f-a463aae40722" providerId="ADAL" clId="{AD184B4B-0CF3-4D88-AFEA-77665C37DC41}" dt="2024-10-07T14:53:18.370" v="664" actId="20577"/>
          <ac:spMkLst>
            <pc:docMk/>
            <pc:sldMk cId="0" sldId="272"/>
            <ac:spMk id="3" creationId="{00000000-0000-0000-0000-000000000000}"/>
          </ac:spMkLst>
        </pc:spChg>
      </pc:sldChg>
      <pc:sldChg chg="del">
        <pc:chgData name="Ms Alina Arshad" userId="cccdfd85-d35d-4453-9c6f-a463aae40722" providerId="ADAL" clId="{AD184B4B-0CF3-4D88-AFEA-77665C37DC41}" dt="2024-10-01T12:57:25.028" v="94" actId="47"/>
        <pc:sldMkLst>
          <pc:docMk/>
          <pc:sldMk cId="3703048629" sldId="279"/>
        </pc:sldMkLst>
      </pc:sldChg>
      <pc:sldChg chg="del">
        <pc:chgData name="Ms Alina Arshad" userId="cccdfd85-d35d-4453-9c6f-a463aae40722" providerId="ADAL" clId="{AD184B4B-0CF3-4D88-AFEA-77665C37DC41}" dt="2024-10-01T12:57:25.764" v="95" actId="47"/>
        <pc:sldMkLst>
          <pc:docMk/>
          <pc:sldMk cId="1821615422" sldId="280"/>
        </pc:sldMkLst>
      </pc:sldChg>
      <pc:sldChg chg="del">
        <pc:chgData name="Ms Alina Arshad" userId="cccdfd85-d35d-4453-9c6f-a463aae40722" providerId="ADAL" clId="{AD184B4B-0CF3-4D88-AFEA-77665C37DC41}" dt="2024-10-01T12:57:26.817" v="97" actId="47"/>
        <pc:sldMkLst>
          <pc:docMk/>
          <pc:sldMk cId="3605066316" sldId="281"/>
        </pc:sldMkLst>
      </pc:sldChg>
      <pc:sldChg chg="del">
        <pc:chgData name="Ms Alina Arshad" userId="cccdfd85-d35d-4453-9c6f-a463aae40722" providerId="ADAL" clId="{AD184B4B-0CF3-4D88-AFEA-77665C37DC41}" dt="2024-10-01T12:57:27.073" v="98" actId="47"/>
        <pc:sldMkLst>
          <pc:docMk/>
          <pc:sldMk cId="24697311" sldId="282"/>
        </pc:sldMkLst>
      </pc:sldChg>
      <pc:sldChg chg="del">
        <pc:chgData name="Ms Alina Arshad" userId="cccdfd85-d35d-4453-9c6f-a463aae40722" providerId="ADAL" clId="{AD184B4B-0CF3-4D88-AFEA-77665C37DC41}" dt="2024-10-01T12:57:28.572" v="103" actId="47"/>
        <pc:sldMkLst>
          <pc:docMk/>
          <pc:sldMk cId="800652809" sldId="284"/>
        </pc:sldMkLst>
      </pc:sldChg>
      <pc:sldChg chg="del">
        <pc:chgData name="Ms Alina Arshad" userId="cccdfd85-d35d-4453-9c6f-a463aae40722" providerId="ADAL" clId="{AD184B4B-0CF3-4D88-AFEA-77665C37DC41}" dt="2024-10-01T12:57:26.310" v="96" actId="47"/>
        <pc:sldMkLst>
          <pc:docMk/>
          <pc:sldMk cId="2002870935" sldId="288"/>
        </pc:sldMkLst>
      </pc:sldChg>
      <pc:sldChg chg="del">
        <pc:chgData name="Ms Alina Arshad" userId="cccdfd85-d35d-4453-9c6f-a463aae40722" providerId="ADAL" clId="{AD184B4B-0CF3-4D88-AFEA-77665C37DC41}" dt="2024-10-01T12:57:24.591" v="93" actId="47"/>
        <pc:sldMkLst>
          <pc:docMk/>
          <pc:sldMk cId="0" sldId="347"/>
        </pc:sldMkLst>
      </pc:sldChg>
      <pc:sldChg chg="del">
        <pc:chgData name="Ms Alina Arshad" userId="cccdfd85-d35d-4453-9c6f-a463aae40722" providerId="ADAL" clId="{AD184B4B-0CF3-4D88-AFEA-77665C37DC41}" dt="2024-10-01T12:57:27.720" v="99" actId="47"/>
        <pc:sldMkLst>
          <pc:docMk/>
          <pc:sldMk cId="2036508356" sldId="348"/>
        </pc:sldMkLst>
      </pc:sldChg>
      <pc:sldChg chg="del">
        <pc:chgData name="Ms Alina Arshad" userId="cccdfd85-d35d-4453-9c6f-a463aae40722" providerId="ADAL" clId="{AD184B4B-0CF3-4D88-AFEA-77665C37DC41}" dt="2024-10-01T12:57:27.938" v="100" actId="47"/>
        <pc:sldMkLst>
          <pc:docMk/>
          <pc:sldMk cId="132290220" sldId="349"/>
        </pc:sldMkLst>
      </pc:sldChg>
      <pc:sldChg chg="del">
        <pc:chgData name="Ms Alina Arshad" userId="cccdfd85-d35d-4453-9c6f-a463aae40722" providerId="ADAL" clId="{AD184B4B-0CF3-4D88-AFEA-77665C37DC41}" dt="2024-10-01T12:57:28.358" v="102" actId="47"/>
        <pc:sldMkLst>
          <pc:docMk/>
          <pc:sldMk cId="448686030" sldId="350"/>
        </pc:sldMkLst>
      </pc:sldChg>
      <pc:sldChg chg="del">
        <pc:chgData name="Ms Alina Arshad" userId="cccdfd85-d35d-4453-9c6f-a463aae40722" providerId="ADAL" clId="{AD184B4B-0CF3-4D88-AFEA-77665C37DC41}" dt="2024-10-01T12:57:28.175" v="101" actId="47"/>
        <pc:sldMkLst>
          <pc:docMk/>
          <pc:sldMk cId="3109540881" sldId="351"/>
        </pc:sldMkLst>
      </pc:sldChg>
      <pc:sldChg chg="del">
        <pc:chgData name="Ms Alina Arshad" userId="cccdfd85-d35d-4453-9c6f-a463aae40722" providerId="ADAL" clId="{AD184B4B-0CF3-4D88-AFEA-77665C37DC41}" dt="2024-10-01T12:57:29.086" v="104" actId="47"/>
        <pc:sldMkLst>
          <pc:docMk/>
          <pc:sldMk cId="0" sldId="352"/>
        </pc:sldMkLst>
      </pc:sldChg>
      <pc:sldChg chg="del">
        <pc:chgData name="Ms Alina Arshad" userId="cccdfd85-d35d-4453-9c6f-a463aae40722" providerId="ADAL" clId="{AD184B4B-0CF3-4D88-AFEA-77665C37DC41}" dt="2024-10-01T12:57:29.443" v="106" actId="47"/>
        <pc:sldMkLst>
          <pc:docMk/>
          <pc:sldMk cId="0" sldId="353"/>
        </pc:sldMkLst>
      </pc:sldChg>
      <pc:sldChg chg="del">
        <pc:chgData name="Ms Alina Arshad" userId="cccdfd85-d35d-4453-9c6f-a463aae40722" providerId="ADAL" clId="{AD184B4B-0CF3-4D88-AFEA-77665C37DC41}" dt="2024-10-01T12:57:29.610" v="107" actId="47"/>
        <pc:sldMkLst>
          <pc:docMk/>
          <pc:sldMk cId="0" sldId="354"/>
        </pc:sldMkLst>
      </pc:sldChg>
      <pc:sldChg chg="del">
        <pc:chgData name="Ms Alina Arshad" userId="cccdfd85-d35d-4453-9c6f-a463aae40722" providerId="ADAL" clId="{AD184B4B-0CF3-4D88-AFEA-77665C37DC41}" dt="2024-10-01T12:57:30.402" v="109" actId="47"/>
        <pc:sldMkLst>
          <pc:docMk/>
          <pc:sldMk cId="0" sldId="355"/>
        </pc:sldMkLst>
      </pc:sldChg>
      <pc:sldChg chg="del">
        <pc:chgData name="Ms Alina Arshad" userId="cccdfd85-d35d-4453-9c6f-a463aae40722" providerId="ADAL" clId="{AD184B4B-0CF3-4D88-AFEA-77665C37DC41}" dt="2024-10-01T12:57:33.574" v="116" actId="47"/>
        <pc:sldMkLst>
          <pc:docMk/>
          <pc:sldMk cId="0" sldId="357"/>
        </pc:sldMkLst>
      </pc:sldChg>
      <pc:sldChg chg="del">
        <pc:chgData name="Ms Alina Arshad" userId="cccdfd85-d35d-4453-9c6f-a463aae40722" providerId="ADAL" clId="{AD184B4B-0CF3-4D88-AFEA-77665C37DC41}" dt="2024-10-01T12:57:31.496" v="112" actId="47"/>
        <pc:sldMkLst>
          <pc:docMk/>
          <pc:sldMk cId="0" sldId="368"/>
        </pc:sldMkLst>
      </pc:sldChg>
      <pc:sldChg chg="del">
        <pc:chgData name="Ms Alina Arshad" userId="cccdfd85-d35d-4453-9c6f-a463aae40722" providerId="ADAL" clId="{AD184B4B-0CF3-4D88-AFEA-77665C37DC41}" dt="2024-10-01T12:57:31.858" v="113" actId="47"/>
        <pc:sldMkLst>
          <pc:docMk/>
          <pc:sldMk cId="0" sldId="369"/>
        </pc:sldMkLst>
      </pc:sldChg>
      <pc:sldChg chg="del">
        <pc:chgData name="Ms Alina Arshad" userId="cccdfd85-d35d-4453-9c6f-a463aae40722" providerId="ADAL" clId="{AD184B4B-0CF3-4D88-AFEA-77665C37DC41}" dt="2024-10-01T12:57:30.575" v="110" actId="47"/>
        <pc:sldMkLst>
          <pc:docMk/>
          <pc:sldMk cId="0" sldId="370"/>
        </pc:sldMkLst>
      </pc:sldChg>
      <pc:sldChg chg="del">
        <pc:chgData name="Ms Alina Arshad" userId="cccdfd85-d35d-4453-9c6f-a463aae40722" providerId="ADAL" clId="{AD184B4B-0CF3-4D88-AFEA-77665C37DC41}" dt="2024-10-01T12:57:31.210" v="111" actId="47"/>
        <pc:sldMkLst>
          <pc:docMk/>
          <pc:sldMk cId="0" sldId="371"/>
        </pc:sldMkLst>
      </pc:sldChg>
      <pc:sldChg chg="del ord">
        <pc:chgData name="Ms Alina Arshad" userId="cccdfd85-d35d-4453-9c6f-a463aae40722" providerId="ADAL" clId="{AD184B4B-0CF3-4D88-AFEA-77665C37DC41}" dt="2024-10-01T12:57:30.161" v="108" actId="47"/>
        <pc:sldMkLst>
          <pc:docMk/>
          <pc:sldMk cId="0" sldId="372"/>
        </pc:sldMkLst>
      </pc:sldChg>
      <pc:sldChg chg="del">
        <pc:chgData name="Ms Alina Arshad" userId="cccdfd85-d35d-4453-9c6f-a463aae40722" providerId="ADAL" clId="{AD184B4B-0CF3-4D88-AFEA-77665C37DC41}" dt="2024-10-01T12:57:24.110" v="92" actId="47"/>
        <pc:sldMkLst>
          <pc:docMk/>
          <pc:sldMk cId="0" sldId="384"/>
        </pc:sldMkLst>
      </pc:sldChg>
      <pc:sldChg chg="del">
        <pc:chgData name="Ms Alina Arshad" userId="cccdfd85-d35d-4453-9c6f-a463aae40722" providerId="ADAL" clId="{AD184B4B-0CF3-4D88-AFEA-77665C37DC41}" dt="2024-10-01T12:57:32.374" v="114" actId="47"/>
        <pc:sldMkLst>
          <pc:docMk/>
          <pc:sldMk cId="0" sldId="392"/>
        </pc:sldMkLst>
      </pc:sldChg>
      <pc:sldChg chg="del">
        <pc:chgData name="Ms Alina Arshad" userId="cccdfd85-d35d-4453-9c6f-a463aae40722" providerId="ADAL" clId="{AD184B4B-0CF3-4D88-AFEA-77665C37DC41}" dt="2024-10-01T12:57:32.626" v="115" actId="47"/>
        <pc:sldMkLst>
          <pc:docMk/>
          <pc:sldMk cId="0" sldId="396"/>
        </pc:sldMkLst>
      </pc:sldChg>
      <pc:sldChg chg="del">
        <pc:chgData name="Ms Alina Arshad" userId="cccdfd85-d35d-4453-9c6f-a463aae40722" providerId="ADAL" clId="{AD184B4B-0CF3-4D88-AFEA-77665C37DC41}" dt="2024-10-01T12:57:29.281" v="105" actId="47"/>
        <pc:sldMkLst>
          <pc:docMk/>
          <pc:sldMk cId="1634129650" sldId="397"/>
        </pc:sldMkLst>
      </pc:sldChg>
    </pc:docChg>
  </pc:docChgLst>
  <pc:docChgLst>
    <pc:chgData name="Ms Alina Arshad" userId="cccdfd85-d35d-4453-9c6f-a463aae40722" providerId="ADAL" clId="{8707F9D7-D64D-463F-BF78-5C308A8BF080}"/>
    <pc:docChg chg="undo custSel modSld">
      <pc:chgData name="Ms Alina Arshad" userId="cccdfd85-d35d-4453-9c6f-a463aae40722" providerId="ADAL" clId="{8707F9D7-D64D-463F-BF78-5C308A8BF080}" dt="2024-11-10T12:48:50.100" v="199" actId="404"/>
      <pc:docMkLst>
        <pc:docMk/>
      </pc:docMkLst>
      <pc:sldChg chg="modSp mod">
        <pc:chgData name="Ms Alina Arshad" userId="cccdfd85-d35d-4453-9c6f-a463aae40722" providerId="ADAL" clId="{8707F9D7-D64D-463F-BF78-5C308A8BF080}" dt="2024-11-10T12:44:50.064" v="193" actId="207"/>
        <pc:sldMkLst>
          <pc:docMk/>
          <pc:sldMk cId="0" sldId="259"/>
        </pc:sldMkLst>
        <pc:spChg chg="mod">
          <ac:chgData name="Ms Alina Arshad" userId="cccdfd85-d35d-4453-9c6f-a463aae40722" providerId="ADAL" clId="{8707F9D7-D64D-463F-BF78-5C308A8BF080}" dt="2024-11-10T12:44:50.064" v="193" actId="207"/>
          <ac:spMkLst>
            <pc:docMk/>
            <pc:sldMk cId="0" sldId="259"/>
            <ac:spMk id="108" creationId="{00000000-0000-0000-0000-000000000000}"/>
          </ac:spMkLst>
        </pc:spChg>
      </pc:sldChg>
      <pc:sldChg chg="modSp mod">
        <pc:chgData name="Ms Alina Arshad" userId="cccdfd85-d35d-4453-9c6f-a463aae40722" providerId="ADAL" clId="{8707F9D7-D64D-463F-BF78-5C308A8BF080}" dt="2024-11-10T12:29:38.348" v="166" actId="403"/>
        <pc:sldMkLst>
          <pc:docMk/>
          <pc:sldMk cId="0" sldId="260"/>
        </pc:sldMkLst>
        <pc:spChg chg="mod">
          <ac:chgData name="Ms Alina Arshad" userId="cccdfd85-d35d-4453-9c6f-a463aae40722" providerId="ADAL" clId="{8707F9D7-D64D-463F-BF78-5C308A8BF080}" dt="2024-11-10T12:29:38.348" v="166" actId="403"/>
          <ac:spMkLst>
            <pc:docMk/>
            <pc:sldMk cId="0" sldId="260"/>
            <ac:spMk id="115" creationId="{00000000-0000-0000-0000-000000000000}"/>
          </ac:spMkLst>
        </pc:spChg>
      </pc:sldChg>
      <pc:sldChg chg="modSp mod">
        <pc:chgData name="Ms Alina Arshad" userId="cccdfd85-d35d-4453-9c6f-a463aae40722" providerId="ADAL" clId="{8707F9D7-D64D-463F-BF78-5C308A8BF080}" dt="2024-11-10T12:48:50.100" v="199" actId="404"/>
        <pc:sldMkLst>
          <pc:docMk/>
          <pc:sldMk cId="0" sldId="261"/>
        </pc:sldMkLst>
        <pc:spChg chg="mod">
          <ac:chgData name="Ms Alina Arshad" userId="cccdfd85-d35d-4453-9c6f-a463aae40722" providerId="ADAL" clId="{8707F9D7-D64D-463F-BF78-5C308A8BF080}" dt="2024-11-10T12:45:31.731" v="198" actId="1076"/>
          <ac:spMkLst>
            <pc:docMk/>
            <pc:sldMk cId="0" sldId="261"/>
            <ac:spMk id="121" creationId="{00000000-0000-0000-0000-000000000000}"/>
          </ac:spMkLst>
        </pc:spChg>
        <pc:spChg chg="mod">
          <ac:chgData name="Ms Alina Arshad" userId="cccdfd85-d35d-4453-9c6f-a463aae40722" providerId="ADAL" clId="{8707F9D7-D64D-463F-BF78-5C308A8BF080}" dt="2024-11-10T12:48:50.100" v="199" actId="404"/>
          <ac:spMkLst>
            <pc:docMk/>
            <pc:sldMk cId="0" sldId="261"/>
            <ac:spMk id="122" creationId="{00000000-0000-0000-0000-000000000000}"/>
          </ac:spMkLst>
        </pc:spChg>
      </pc:sldChg>
      <pc:sldChg chg="modSp mod">
        <pc:chgData name="Ms Alina Arshad" userId="cccdfd85-d35d-4453-9c6f-a463aae40722" providerId="ADAL" clId="{8707F9D7-D64D-463F-BF78-5C308A8BF080}" dt="2024-11-10T12:43:10.244" v="191" actId="113"/>
        <pc:sldMkLst>
          <pc:docMk/>
          <pc:sldMk cId="0" sldId="262"/>
        </pc:sldMkLst>
        <pc:spChg chg="mod">
          <ac:chgData name="Ms Alina Arshad" userId="cccdfd85-d35d-4453-9c6f-a463aae40722" providerId="ADAL" clId="{8707F9D7-D64D-463F-BF78-5C308A8BF080}" dt="2024-11-10T12:43:10.244" v="191" actId="113"/>
          <ac:spMkLst>
            <pc:docMk/>
            <pc:sldMk cId="0" sldId="262"/>
            <ac:spMk id="129" creationId="{00000000-0000-0000-0000-000000000000}"/>
          </ac:spMkLst>
        </pc:spChg>
        <pc:spChg chg="mod">
          <ac:chgData name="Ms Alina Arshad" userId="cccdfd85-d35d-4453-9c6f-a463aae40722" providerId="ADAL" clId="{8707F9D7-D64D-463F-BF78-5C308A8BF080}" dt="2024-11-10T07:00:42.725" v="6" actId="403"/>
          <ac:spMkLst>
            <pc:docMk/>
            <pc:sldMk cId="0" sldId="262"/>
            <ac:spMk id="132" creationId="{00000000-0000-0000-0000-000000000000}"/>
          </ac:spMkLst>
        </pc:spChg>
        <pc:picChg chg="mod">
          <ac:chgData name="Ms Alina Arshad" userId="cccdfd85-d35d-4453-9c6f-a463aae40722" providerId="ADAL" clId="{8707F9D7-D64D-463F-BF78-5C308A8BF080}" dt="2024-11-10T07:00:25.107" v="2" actId="1076"/>
          <ac:picMkLst>
            <pc:docMk/>
            <pc:sldMk cId="0" sldId="262"/>
            <ac:picMk id="131" creationId="{00000000-0000-0000-0000-000000000000}"/>
          </ac:picMkLst>
        </pc:picChg>
      </pc:sldChg>
      <pc:sldChg chg="modSp mod">
        <pc:chgData name="Ms Alina Arshad" userId="cccdfd85-d35d-4453-9c6f-a463aae40722" providerId="ADAL" clId="{8707F9D7-D64D-463F-BF78-5C308A8BF080}" dt="2024-11-10T09:07:16.951" v="13" actId="20577"/>
        <pc:sldMkLst>
          <pc:docMk/>
          <pc:sldMk cId="0" sldId="265"/>
        </pc:sldMkLst>
        <pc:spChg chg="mod">
          <ac:chgData name="Ms Alina Arshad" userId="cccdfd85-d35d-4453-9c6f-a463aae40722" providerId="ADAL" clId="{8707F9D7-D64D-463F-BF78-5C308A8BF080}" dt="2024-11-10T09:07:03.317" v="7" actId="207"/>
          <ac:spMkLst>
            <pc:docMk/>
            <pc:sldMk cId="0" sldId="265"/>
            <ac:spMk id="151" creationId="{00000000-0000-0000-0000-000000000000}"/>
          </ac:spMkLst>
        </pc:spChg>
        <pc:spChg chg="mod">
          <ac:chgData name="Ms Alina Arshad" userId="cccdfd85-d35d-4453-9c6f-a463aae40722" providerId="ADAL" clId="{8707F9D7-D64D-463F-BF78-5C308A8BF080}" dt="2024-11-10T09:07:16.951" v="13" actId="20577"/>
          <ac:spMkLst>
            <pc:docMk/>
            <pc:sldMk cId="0" sldId="265"/>
            <ac:spMk id="152" creationId="{00000000-0000-0000-0000-000000000000}"/>
          </ac:spMkLst>
        </pc:spChg>
      </pc:sldChg>
      <pc:sldChg chg="modSp mod">
        <pc:chgData name="Ms Alina Arshad" userId="cccdfd85-d35d-4453-9c6f-a463aae40722" providerId="ADAL" clId="{8707F9D7-D64D-463F-BF78-5C308A8BF080}" dt="2024-11-10T09:42:34.874" v="22" actId="207"/>
        <pc:sldMkLst>
          <pc:docMk/>
          <pc:sldMk cId="0" sldId="266"/>
        </pc:sldMkLst>
        <pc:spChg chg="mod">
          <ac:chgData name="Ms Alina Arshad" userId="cccdfd85-d35d-4453-9c6f-a463aae40722" providerId="ADAL" clId="{8707F9D7-D64D-463F-BF78-5C308A8BF080}" dt="2024-11-10T09:42:34.874" v="22" actId="207"/>
          <ac:spMkLst>
            <pc:docMk/>
            <pc:sldMk cId="0" sldId="266"/>
            <ac:spMk id="159" creationId="{00000000-0000-0000-0000-000000000000}"/>
          </ac:spMkLst>
        </pc:spChg>
        <pc:spChg chg="mod">
          <ac:chgData name="Ms Alina Arshad" userId="cccdfd85-d35d-4453-9c6f-a463aae40722" providerId="ADAL" clId="{8707F9D7-D64D-463F-BF78-5C308A8BF080}" dt="2024-11-10T09:42:28.744" v="21" actId="1076"/>
          <ac:spMkLst>
            <pc:docMk/>
            <pc:sldMk cId="0" sldId="266"/>
            <ac:spMk id="162" creationId="{00000000-0000-0000-0000-000000000000}"/>
          </ac:spMkLst>
        </pc:spChg>
        <pc:picChg chg="mod">
          <ac:chgData name="Ms Alina Arshad" userId="cccdfd85-d35d-4453-9c6f-a463aae40722" providerId="ADAL" clId="{8707F9D7-D64D-463F-BF78-5C308A8BF080}" dt="2024-11-10T09:42:24.724" v="20" actId="1076"/>
          <ac:picMkLst>
            <pc:docMk/>
            <pc:sldMk cId="0" sldId="266"/>
            <ac:picMk id="161" creationId="{00000000-0000-0000-0000-000000000000}"/>
          </ac:picMkLst>
        </pc:picChg>
      </pc:sldChg>
      <pc:sldChg chg="modSp mod">
        <pc:chgData name="Ms Alina Arshad" userId="cccdfd85-d35d-4453-9c6f-a463aae40722" providerId="ADAL" clId="{8707F9D7-D64D-463F-BF78-5C308A8BF080}" dt="2024-11-10T09:43:17.206" v="24" actId="403"/>
        <pc:sldMkLst>
          <pc:docMk/>
          <pc:sldMk cId="0" sldId="267"/>
        </pc:sldMkLst>
        <pc:spChg chg="mod">
          <ac:chgData name="Ms Alina Arshad" userId="cccdfd85-d35d-4453-9c6f-a463aae40722" providerId="ADAL" clId="{8707F9D7-D64D-463F-BF78-5C308A8BF080}" dt="2024-11-10T09:43:17.206" v="24" actId="403"/>
          <ac:spMkLst>
            <pc:docMk/>
            <pc:sldMk cId="0" sldId="267"/>
            <ac:spMk id="168" creationId="{00000000-0000-0000-0000-000000000000}"/>
          </ac:spMkLst>
        </pc:spChg>
      </pc:sldChg>
      <pc:sldChg chg="modSp mod">
        <pc:chgData name="Ms Alina Arshad" userId="cccdfd85-d35d-4453-9c6f-a463aae40722" providerId="ADAL" clId="{8707F9D7-D64D-463F-BF78-5C308A8BF080}" dt="2024-11-10T09:46:08.937" v="31" actId="1076"/>
        <pc:sldMkLst>
          <pc:docMk/>
          <pc:sldMk cId="0" sldId="268"/>
        </pc:sldMkLst>
        <pc:spChg chg="mod">
          <ac:chgData name="Ms Alina Arshad" userId="cccdfd85-d35d-4453-9c6f-a463aae40722" providerId="ADAL" clId="{8707F9D7-D64D-463F-BF78-5C308A8BF080}" dt="2024-11-10T09:46:08.937" v="31" actId="1076"/>
          <ac:spMkLst>
            <pc:docMk/>
            <pc:sldMk cId="0" sldId="268"/>
            <ac:spMk id="175" creationId="{00000000-0000-0000-0000-000000000000}"/>
          </ac:spMkLst>
        </pc:spChg>
      </pc:sldChg>
      <pc:sldChg chg="addSp delSp modSp mod">
        <pc:chgData name="Ms Alina Arshad" userId="cccdfd85-d35d-4453-9c6f-a463aae40722" providerId="ADAL" clId="{8707F9D7-D64D-463F-BF78-5C308A8BF080}" dt="2024-11-10T12:30:08.901" v="179" actId="1035"/>
        <pc:sldMkLst>
          <pc:docMk/>
          <pc:sldMk cId="0" sldId="269"/>
        </pc:sldMkLst>
        <pc:spChg chg="mod">
          <ac:chgData name="Ms Alina Arshad" userId="cccdfd85-d35d-4453-9c6f-a463aae40722" providerId="ADAL" clId="{8707F9D7-D64D-463F-BF78-5C308A8BF080}" dt="2024-11-10T09:53:20.909" v="72" actId="1036"/>
          <ac:spMkLst>
            <pc:docMk/>
            <pc:sldMk cId="0" sldId="269"/>
            <ac:spMk id="2" creationId="{C4F4ADAC-16D3-7F44-A940-6A828CD1374B}"/>
          </ac:spMkLst>
        </pc:spChg>
        <pc:spChg chg="mod">
          <ac:chgData name="Ms Alina Arshad" userId="cccdfd85-d35d-4453-9c6f-a463aae40722" providerId="ADAL" clId="{8707F9D7-D64D-463F-BF78-5C308A8BF080}" dt="2024-11-10T09:53:28.946" v="74" actId="1076"/>
          <ac:spMkLst>
            <pc:docMk/>
            <pc:sldMk cId="0" sldId="269"/>
            <ac:spMk id="3" creationId="{4514CDFE-1A72-4DC3-8D7F-42CC9D902786}"/>
          </ac:spMkLst>
        </pc:spChg>
        <pc:spChg chg="add del mod">
          <ac:chgData name="Ms Alina Arshad" userId="cccdfd85-d35d-4453-9c6f-a463aae40722" providerId="ADAL" clId="{8707F9D7-D64D-463F-BF78-5C308A8BF080}" dt="2024-11-10T09:52:42.900" v="57" actId="1076"/>
          <ac:spMkLst>
            <pc:docMk/>
            <pc:sldMk cId="0" sldId="269"/>
            <ac:spMk id="184" creationId="{00000000-0000-0000-0000-000000000000}"/>
          </ac:spMkLst>
        </pc:spChg>
        <pc:picChg chg="mod">
          <ac:chgData name="Ms Alina Arshad" userId="cccdfd85-d35d-4453-9c6f-a463aae40722" providerId="ADAL" clId="{8707F9D7-D64D-463F-BF78-5C308A8BF080}" dt="2024-11-10T12:30:08.901" v="179" actId="1035"/>
          <ac:picMkLst>
            <pc:docMk/>
            <pc:sldMk cId="0" sldId="269"/>
            <ac:picMk id="183" creationId="{00000000-0000-0000-0000-000000000000}"/>
          </ac:picMkLst>
        </pc:picChg>
      </pc:sldChg>
      <pc:sldChg chg="modSp mod">
        <pc:chgData name="Ms Alina Arshad" userId="cccdfd85-d35d-4453-9c6f-a463aae40722" providerId="ADAL" clId="{8707F9D7-D64D-463F-BF78-5C308A8BF080}" dt="2024-11-10T09:54:53.285" v="82" actId="1076"/>
        <pc:sldMkLst>
          <pc:docMk/>
          <pc:sldMk cId="0" sldId="270"/>
        </pc:sldMkLst>
        <pc:spChg chg="mod">
          <ac:chgData name="Ms Alina Arshad" userId="cccdfd85-d35d-4453-9c6f-a463aae40722" providerId="ADAL" clId="{8707F9D7-D64D-463F-BF78-5C308A8BF080}" dt="2024-11-10T09:54:49.783" v="81" actId="1076"/>
          <ac:spMkLst>
            <pc:docMk/>
            <pc:sldMk cId="0" sldId="270"/>
            <ac:spMk id="2" creationId="{ACF8643B-97C8-6678-4DC3-88E4EAA1D786}"/>
          </ac:spMkLst>
        </pc:spChg>
        <pc:spChg chg="mod">
          <ac:chgData name="Ms Alina Arshad" userId="cccdfd85-d35d-4453-9c6f-a463aae40722" providerId="ADAL" clId="{8707F9D7-D64D-463F-BF78-5C308A8BF080}" dt="2024-11-10T09:54:53.285" v="82" actId="1076"/>
          <ac:spMkLst>
            <pc:docMk/>
            <pc:sldMk cId="0" sldId="270"/>
            <ac:spMk id="4" creationId="{A06B503B-0411-C1D8-7A75-CC7A1A91C16D}"/>
          </ac:spMkLst>
        </pc:spChg>
        <pc:spChg chg="mod">
          <ac:chgData name="Ms Alina Arshad" userId="cccdfd85-d35d-4453-9c6f-a463aae40722" providerId="ADAL" clId="{8707F9D7-D64D-463F-BF78-5C308A8BF080}" dt="2024-11-10T09:54:25.123" v="78" actId="1076"/>
          <ac:spMkLst>
            <pc:docMk/>
            <pc:sldMk cId="0" sldId="270"/>
            <ac:spMk id="194" creationId="{00000000-0000-0000-0000-000000000000}"/>
          </ac:spMkLst>
        </pc:spChg>
        <pc:picChg chg="mod">
          <ac:chgData name="Ms Alina Arshad" userId="cccdfd85-d35d-4453-9c6f-a463aae40722" providerId="ADAL" clId="{8707F9D7-D64D-463F-BF78-5C308A8BF080}" dt="2024-11-10T09:54:38.242" v="80" actId="1076"/>
          <ac:picMkLst>
            <pc:docMk/>
            <pc:sldMk cId="0" sldId="270"/>
            <ac:picMk id="195" creationId="{00000000-0000-0000-0000-000000000000}"/>
          </ac:picMkLst>
        </pc:picChg>
      </pc:sldChg>
      <pc:sldChg chg="modSp mod">
        <pc:chgData name="Ms Alina Arshad" userId="cccdfd85-d35d-4453-9c6f-a463aae40722" providerId="ADAL" clId="{8707F9D7-D64D-463F-BF78-5C308A8BF080}" dt="2024-11-10T12:22:18.810" v="117" actId="207"/>
        <pc:sldMkLst>
          <pc:docMk/>
          <pc:sldMk cId="0" sldId="271"/>
        </pc:sldMkLst>
        <pc:spChg chg="mod">
          <ac:chgData name="Ms Alina Arshad" userId="cccdfd85-d35d-4453-9c6f-a463aae40722" providerId="ADAL" clId="{8707F9D7-D64D-463F-BF78-5C308A8BF080}" dt="2024-11-10T12:22:18.810" v="117" actId="207"/>
          <ac:spMkLst>
            <pc:docMk/>
            <pc:sldMk cId="0" sldId="271"/>
            <ac:spMk id="200" creationId="{00000000-0000-0000-0000-000000000000}"/>
          </ac:spMkLst>
        </pc:spChg>
        <pc:spChg chg="mod">
          <ac:chgData name="Ms Alina Arshad" userId="cccdfd85-d35d-4453-9c6f-a463aae40722" providerId="ADAL" clId="{8707F9D7-D64D-463F-BF78-5C308A8BF080}" dt="2024-11-10T12:22:12.668" v="116" actId="1076"/>
          <ac:spMkLst>
            <pc:docMk/>
            <pc:sldMk cId="0" sldId="271"/>
            <ac:spMk id="202" creationId="{00000000-0000-0000-0000-000000000000}"/>
          </ac:spMkLst>
        </pc:spChg>
        <pc:picChg chg="mod">
          <ac:chgData name="Ms Alina Arshad" userId="cccdfd85-d35d-4453-9c6f-a463aae40722" providerId="ADAL" clId="{8707F9D7-D64D-463F-BF78-5C308A8BF080}" dt="2024-11-10T12:21:44.262" v="108" actId="1076"/>
          <ac:picMkLst>
            <pc:docMk/>
            <pc:sldMk cId="0" sldId="271"/>
            <ac:picMk id="203" creationId="{00000000-0000-0000-0000-000000000000}"/>
          </ac:picMkLst>
        </pc:picChg>
      </pc:sldChg>
      <pc:sldChg chg="modSp mod">
        <pc:chgData name="Ms Alina Arshad" userId="cccdfd85-d35d-4453-9c6f-a463aae40722" providerId="ADAL" clId="{8707F9D7-D64D-463F-BF78-5C308A8BF080}" dt="2024-11-10T12:24:05.098" v="131" actId="1076"/>
        <pc:sldMkLst>
          <pc:docMk/>
          <pc:sldMk cId="0" sldId="272"/>
        </pc:sldMkLst>
        <pc:spChg chg="mod">
          <ac:chgData name="Ms Alina Arshad" userId="cccdfd85-d35d-4453-9c6f-a463aae40722" providerId="ADAL" clId="{8707F9D7-D64D-463F-BF78-5C308A8BF080}" dt="2024-11-10T12:23:56.413" v="130" actId="1076"/>
          <ac:spMkLst>
            <pc:docMk/>
            <pc:sldMk cId="0" sldId="272"/>
            <ac:spMk id="2" creationId="{F834C7B1-D99D-2351-75EE-70B9B1370F51}"/>
          </ac:spMkLst>
        </pc:spChg>
        <pc:spChg chg="mod">
          <ac:chgData name="Ms Alina Arshad" userId="cccdfd85-d35d-4453-9c6f-a463aae40722" providerId="ADAL" clId="{8707F9D7-D64D-463F-BF78-5C308A8BF080}" dt="2024-11-10T12:24:05.098" v="131" actId="1076"/>
          <ac:spMkLst>
            <pc:docMk/>
            <pc:sldMk cId="0" sldId="272"/>
            <ac:spMk id="3" creationId="{BEBFBFD8-14F7-6A6B-AF39-73FA7687BC5F}"/>
          </ac:spMkLst>
        </pc:spChg>
        <pc:spChg chg="mod">
          <ac:chgData name="Ms Alina Arshad" userId="cccdfd85-d35d-4453-9c6f-a463aae40722" providerId="ADAL" clId="{8707F9D7-D64D-463F-BF78-5C308A8BF080}" dt="2024-11-10T12:22:59.253" v="126" actId="1076"/>
          <ac:spMkLst>
            <pc:docMk/>
            <pc:sldMk cId="0" sldId="272"/>
            <ac:spMk id="210" creationId="{00000000-0000-0000-0000-000000000000}"/>
          </ac:spMkLst>
        </pc:spChg>
        <pc:picChg chg="mod">
          <ac:chgData name="Ms Alina Arshad" userId="cccdfd85-d35d-4453-9c6f-a463aae40722" providerId="ADAL" clId="{8707F9D7-D64D-463F-BF78-5C308A8BF080}" dt="2024-11-10T12:23:35.093" v="129" actId="1076"/>
          <ac:picMkLst>
            <pc:docMk/>
            <pc:sldMk cId="0" sldId="272"/>
            <ac:picMk id="211" creationId="{00000000-0000-0000-0000-000000000000}"/>
          </ac:picMkLst>
        </pc:picChg>
      </pc:sldChg>
      <pc:sldChg chg="modSp mod">
        <pc:chgData name="Ms Alina Arshad" userId="cccdfd85-d35d-4453-9c6f-a463aae40722" providerId="ADAL" clId="{8707F9D7-D64D-463F-BF78-5C308A8BF080}" dt="2024-11-10T12:25:00.193" v="136" actId="1076"/>
        <pc:sldMkLst>
          <pc:docMk/>
          <pc:sldMk cId="0" sldId="273"/>
        </pc:sldMkLst>
        <pc:spChg chg="mod">
          <ac:chgData name="Ms Alina Arshad" userId="cccdfd85-d35d-4453-9c6f-a463aae40722" providerId="ADAL" clId="{8707F9D7-D64D-463F-BF78-5C308A8BF080}" dt="2024-11-10T12:24:26.084" v="135" actId="14100"/>
          <ac:spMkLst>
            <pc:docMk/>
            <pc:sldMk cId="0" sldId="273"/>
            <ac:spMk id="2" creationId="{00000000-0000-0000-0000-000000000000}"/>
          </ac:spMkLst>
        </pc:spChg>
        <pc:picChg chg="mod">
          <ac:chgData name="Ms Alina Arshad" userId="cccdfd85-d35d-4453-9c6f-a463aae40722" providerId="ADAL" clId="{8707F9D7-D64D-463F-BF78-5C308A8BF080}" dt="2024-11-10T12:25:00.193" v="136" actId="1076"/>
          <ac:picMkLst>
            <pc:docMk/>
            <pc:sldMk cId="0" sldId="273"/>
            <ac:picMk id="3" creationId="{00000000-0000-0000-0000-000000000000}"/>
          </ac:picMkLst>
        </pc:picChg>
      </pc:sldChg>
      <pc:sldChg chg="modSp mod">
        <pc:chgData name="Ms Alina Arshad" userId="cccdfd85-d35d-4453-9c6f-a463aae40722" providerId="ADAL" clId="{8707F9D7-D64D-463F-BF78-5C308A8BF080}" dt="2024-11-10T12:28:37.954" v="164" actId="1076"/>
        <pc:sldMkLst>
          <pc:docMk/>
          <pc:sldMk cId="0" sldId="274"/>
        </pc:sldMkLst>
        <pc:spChg chg="mod">
          <ac:chgData name="Ms Alina Arshad" userId="cccdfd85-d35d-4453-9c6f-a463aae40722" providerId="ADAL" clId="{8707F9D7-D64D-463F-BF78-5C308A8BF080}" dt="2024-11-10T12:28:37.954" v="164" actId="1076"/>
          <ac:spMkLst>
            <pc:docMk/>
            <pc:sldMk cId="0" sldId="274"/>
            <ac:spMk id="226" creationId="{00000000-0000-0000-0000-000000000000}"/>
          </ac:spMkLst>
        </pc:spChg>
        <pc:picChg chg="mod">
          <ac:chgData name="Ms Alina Arshad" userId="cccdfd85-d35d-4453-9c6f-a463aae40722" providerId="ADAL" clId="{8707F9D7-D64D-463F-BF78-5C308A8BF080}" dt="2024-11-10T12:28:33.327" v="163" actId="1076"/>
          <ac:picMkLst>
            <pc:docMk/>
            <pc:sldMk cId="0" sldId="274"/>
            <ac:picMk id="227" creationId="{00000000-0000-0000-0000-000000000000}"/>
          </ac:picMkLst>
        </pc:picChg>
      </pc:sldChg>
      <pc:sldChg chg="modSp mod">
        <pc:chgData name="Ms Alina Arshad" userId="cccdfd85-d35d-4453-9c6f-a463aae40722" providerId="ADAL" clId="{8707F9D7-D64D-463F-BF78-5C308A8BF080}" dt="2024-11-10T12:29:11.227" v="165" actId="1036"/>
        <pc:sldMkLst>
          <pc:docMk/>
          <pc:sldMk cId="0" sldId="275"/>
        </pc:sldMkLst>
        <pc:spChg chg="mod">
          <ac:chgData name="Ms Alina Arshad" userId="cccdfd85-d35d-4453-9c6f-a463aae40722" providerId="ADAL" clId="{8707F9D7-D64D-463F-BF78-5C308A8BF080}" dt="2024-11-10T12:29:11.227" v="165" actId="1036"/>
          <ac:spMkLst>
            <pc:docMk/>
            <pc:sldMk cId="0" sldId="275"/>
            <ac:spMk id="233" creationId="{00000000-0000-0000-0000-000000000000}"/>
          </ac:spMkLst>
        </pc:spChg>
      </pc:sldChg>
      <pc:sldChg chg="modSp mod">
        <pc:chgData name="Ms Alina Arshad" userId="cccdfd85-d35d-4453-9c6f-a463aae40722" providerId="ADAL" clId="{8707F9D7-D64D-463F-BF78-5C308A8BF080}" dt="2024-11-10T09:56:51.575" v="95" actId="1076"/>
        <pc:sldMkLst>
          <pc:docMk/>
          <pc:sldMk cId="1819283757" sldId="308"/>
        </pc:sldMkLst>
        <pc:spChg chg="mod">
          <ac:chgData name="Ms Alina Arshad" userId="cccdfd85-d35d-4453-9c6f-a463aae40722" providerId="ADAL" clId="{8707F9D7-D64D-463F-BF78-5C308A8BF080}" dt="2024-11-10T09:56:51.575" v="95" actId="1076"/>
          <ac:spMkLst>
            <pc:docMk/>
            <pc:sldMk cId="1819283757" sldId="308"/>
            <ac:spMk id="194" creationId="{00000000-0000-0000-0000-000000000000}"/>
          </ac:spMkLst>
        </pc:spChg>
      </pc:sldChg>
      <pc:sldChg chg="modSp mod">
        <pc:chgData name="Ms Alina Arshad" userId="cccdfd85-d35d-4453-9c6f-a463aae40722" providerId="ADAL" clId="{8707F9D7-D64D-463F-BF78-5C308A8BF080}" dt="2024-11-10T12:10:18.232" v="103" actId="1076"/>
        <pc:sldMkLst>
          <pc:docMk/>
          <pc:sldMk cId="1336404918" sldId="311"/>
        </pc:sldMkLst>
        <pc:spChg chg="mod">
          <ac:chgData name="Ms Alina Arshad" userId="cccdfd85-d35d-4453-9c6f-a463aae40722" providerId="ADAL" clId="{8707F9D7-D64D-463F-BF78-5C308A8BF080}" dt="2024-11-10T10:05:08.180" v="96" actId="207"/>
          <ac:spMkLst>
            <pc:docMk/>
            <pc:sldMk cId="1336404918" sldId="311"/>
            <ac:spMk id="3" creationId="{00000000-0000-0000-0000-000000000000}"/>
          </ac:spMkLst>
        </pc:spChg>
        <pc:spChg chg="mod">
          <ac:chgData name="Ms Alina Arshad" userId="cccdfd85-d35d-4453-9c6f-a463aae40722" providerId="ADAL" clId="{8707F9D7-D64D-463F-BF78-5C308A8BF080}" dt="2024-11-10T12:10:15.151" v="102" actId="20577"/>
          <ac:spMkLst>
            <pc:docMk/>
            <pc:sldMk cId="1336404918" sldId="311"/>
            <ac:spMk id="4" creationId="{00000000-0000-0000-0000-000000000000}"/>
          </ac:spMkLst>
        </pc:spChg>
        <pc:picChg chg="mod">
          <ac:chgData name="Ms Alina Arshad" userId="cccdfd85-d35d-4453-9c6f-a463aae40722" providerId="ADAL" clId="{8707F9D7-D64D-463F-BF78-5C308A8BF080}" dt="2024-11-10T12:10:18.232" v="103" actId="1076"/>
          <ac:picMkLst>
            <pc:docMk/>
            <pc:sldMk cId="1336404918" sldId="311"/>
            <ac:picMk id="5" creationId="{00000000-0000-0000-0000-000000000000}"/>
          </ac:picMkLst>
        </pc:picChg>
      </pc:sldChg>
      <pc:sldChg chg="modSp mod">
        <pc:chgData name="Ms Alina Arshad" userId="cccdfd85-d35d-4453-9c6f-a463aae40722" providerId="ADAL" clId="{8707F9D7-D64D-463F-BF78-5C308A8BF080}" dt="2024-11-10T12:16:32.865" v="105" actId="1076"/>
        <pc:sldMkLst>
          <pc:docMk/>
          <pc:sldMk cId="3984117074" sldId="312"/>
        </pc:sldMkLst>
        <pc:spChg chg="mod">
          <ac:chgData name="Ms Alina Arshad" userId="cccdfd85-d35d-4453-9c6f-a463aae40722" providerId="ADAL" clId="{8707F9D7-D64D-463F-BF78-5C308A8BF080}" dt="2024-11-10T12:16:32.865" v="105" actId="1076"/>
          <ac:spMkLst>
            <pc:docMk/>
            <pc:sldMk cId="3984117074" sldId="312"/>
            <ac:spMk id="2" creationId="{00000000-0000-0000-0000-000000000000}"/>
          </ac:spMkLst>
        </pc:spChg>
      </pc:sldChg>
      <pc:sldChg chg="modSp mod">
        <pc:chgData name="Ms Alina Arshad" userId="cccdfd85-d35d-4453-9c6f-a463aae40722" providerId="ADAL" clId="{8707F9D7-D64D-463F-BF78-5C308A8BF080}" dt="2024-11-10T12:27:02.507" v="158" actId="1076"/>
        <pc:sldMkLst>
          <pc:docMk/>
          <pc:sldMk cId="579877513" sldId="313"/>
        </pc:sldMkLst>
        <pc:spChg chg="mod">
          <ac:chgData name="Ms Alina Arshad" userId="cccdfd85-d35d-4453-9c6f-a463aae40722" providerId="ADAL" clId="{8707F9D7-D64D-463F-BF78-5C308A8BF080}" dt="2024-11-10T12:26:57.583" v="156" actId="1076"/>
          <ac:spMkLst>
            <pc:docMk/>
            <pc:sldMk cId="579877513" sldId="313"/>
            <ac:spMk id="218" creationId="{00000000-0000-0000-0000-000000000000}"/>
          </ac:spMkLst>
        </pc:spChg>
        <pc:picChg chg="mod">
          <ac:chgData name="Ms Alina Arshad" userId="cccdfd85-d35d-4453-9c6f-a463aae40722" providerId="ADAL" clId="{8707F9D7-D64D-463F-BF78-5C308A8BF080}" dt="2024-11-10T12:27:02.507" v="158" actId="1076"/>
          <ac:picMkLst>
            <pc:docMk/>
            <pc:sldMk cId="579877513" sldId="313"/>
            <ac:picMk id="219" creationId="{00000000-0000-0000-0000-000000000000}"/>
          </ac:picMkLst>
        </pc:picChg>
      </pc:sldChg>
      <pc:sldChg chg="modSp mod">
        <pc:chgData name="Ms Alina Arshad" userId="cccdfd85-d35d-4453-9c6f-a463aae40722" providerId="ADAL" clId="{8707F9D7-D64D-463F-BF78-5C308A8BF080}" dt="2024-11-10T12:25:41.835" v="150" actId="207"/>
        <pc:sldMkLst>
          <pc:docMk/>
          <pc:sldMk cId="2008118679" sldId="314"/>
        </pc:sldMkLst>
        <pc:spChg chg="mod">
          <ac:chgData name="Ms Alina Arshad" userId="cccdfd85-d35d-4453-9c6f-a463aae40722" providerId="ADAL" clId="{8707F9D7-D64D-463F-BF78-5C308A8BF080}" dt="2024-11-10T12:25:41.835" v="150" actId="207"/>
          <ac:spMkLst>
            <pc:docMk/>
            <pc:sldMk cId="2008118679" sldId="314"/>
            <ac:spMk id="4" creationId="{00000000-0000-0000-0000-000000000000}"/>
          </ac:spMkLst>
        </pc:spChg>
        <pc:spChg chg="mod">
          <ac:chgData name="Ms Alina Arshad" userId="cccdfd85-d35d-4453-9c6f-a463aae40722" providerId="ADAL" clId="{8707F9D7-D64D-463F-BF78-5C308A8BF080}" dt="2024-11-10T12:25:25.721" v="138" actId="403"/>
          <ac:spMkLst>
            <pc:docMk/>
            <pc:sldMk cId="2008118679" sldId="314"/>
            <ac:spMk id="216" creationId="{00000000-0000-0000-0000-000000000000}"/>
          </ac:spMkLst>
        </pc:spChg>
      </pc:sldChg>
    </pc:docChg>
  </pc:docChgLst>
  <pc:docChgLst>
    <pc:chgData name="Ms Alina Arshad" userId="cccdfd85-d35d-4453-9c6f-a463aae40722" providerId="ADAL" clId="{2B67EF24-6E86-458B-9C0D-B5BC36012E7D}"/>
    <pc:docChg chg="custSel addSld delSld modSld">
      <pc:chgData name="Ms Alina Arshad" userId="cccdfd85-d35d-4453-9c6f-a463aae40722" providerId="ADAL" clId="{2B67EF24-6E86-458B-9C0D-B5BC36012E7D}" dt="2024-10-25T06:56:40.219" v="139" actId="1076"/>
      <pc:docMkLst>
        <pc:docMk/>
      </pc:docMkLst>
      <pc:sldChg chg="add del">
        <pc:chgData name="Ms Alina Arshad" userId="cccdfd85-d35d-4453-9c6f-a463aae40722" providerId="ADAL" clId="{2B67EF24-6E86-458B-9C0D-B5BC36012E7D}" dt="2024-10-25T06:48:40.070" v="23" actId="47"/>
        <pc:sldMkLst>
          <pc:docMk/>
          <pc:sldMk cId="0" sldId="257"/>
        </pc:sldMkLst>
      </pc:sldChg>
      <pc:sldChg chg="del">
        <pc:chgData name="Ms Alina Arshad" userId="cccdfd85-d35d-4453-9c6f-a463aae40722" providerId="ADAL" clId="{2B67EF24-6E86-458B-9C0D-B5BC36012E7D}" dt="2024-10-25T06:48:30.554" v="1" actId="47"/>
        <pc:sldMkLst>
          <pc:docMk/>
          <pc:sldMk cId="0" sldId="258"/>
        </pc:sldMkLst>
      </pc:sldChg>
      <pc:sldChg chg="del">
        <pc:chgData name="Ms Alina Arshad" userId="cccdfd85-d35d-4453-9c6f-a463aae40722" providerId="ADAL" clId="{2B67EF24-6E86-458B-9C0D-B5BC36012E7D}" dt="2024-10-25T06:48:30.617" v="3" actId="47"/>
        <pc:sldMkLst>
          <pc:docMk/>
          <pc:sldMk cId="0" sldId="259"/>
        </pc:sldMkLst>
      </pc:sldChg>
      <pc:sldChg chg="del">
        <pc:chgData name="Ms Alina Arshad" userId="cccdfd85-d35d-4453-9c6f-a463aae40722" providerId="ADAL" clId="{2B67EF24-6E86-458B-9C0D-B5BC36012E7D}" dt="2024-10-25T06:48:30.648" v="4" actId="47"/>
        <pc:sldMkLst>
          <pc:docMk/>
          <pc:sldMk cId="0" sldId="260"/>
        </pc:sldMkLst>
      </pc:sldChg>
      <pc:sldChg chg="del">
        <pc:chgData name="Ms Alina Arshad" userId="cccdfd85-d35d-4453-9c6f-a463aae40722" providerId="ADAL" clId="{2B67EF24-6E86-458B-9C0D-B5BC36012E7D}" dt="2024-10-25T06:48:30.679" v="5" actId="47"/>
        <pc:sldMkLst>
          <pc:docMk/>
          <pc:sldMk cId="0" sldId="261"/>
        </pc:sldMkLst>
      </pc:sldChg>
      <pc:sldChg chg="del">
        <pc:chgData name="Ms Alina Arshad" userId="cccdfd85-d35d-4453-9c6f-a463aae40722" providerId="ADAL" clId="{2B67EF24-6E86-458B-9C0D-B5BC36012E7D}" dt="2024-10-25T06:48:32.910" v="20" actId="47"/>
        <pc:sldMkLst>
          <pc:docMk/>
          <pc:sldMk cId="0" sldId="262"/>
        </pc:sldMkLst>
      </pc:sldChg>
      <pc:sldChg chg="del">
        <pc:chgData name="Ms Alina Arshad" userId="cccdfd85-d35d-4453-9c6f-a463aae40722" providerId="ADAL" clId="{2B67EF24-6E86-458B-9C0D-B5BC36012E7D}" dt="2024-10-25T06:48:30.773" v="8" actId="47"/>
        <pc:sldMkLst>
          <pc:docMk/>
          <pc:sldMk cId="0" sldId="263"/>
        </pc:sldMkLst>
      </pc:sldChg>
      <pc:sldChg chg="del">
        <pc:chgData name="Ms Alina Arshad" userId="cccdfd85-d35d-4453-9c6f-a463aae40722" providerId="ADAL" clId="{2B67EF24-6E86-458B-9C0D-B5BC36012E7D}" dt="2024-10-25T06:48:30.804" v="9" actId="47"/>
        <pc:sldMkLst>
          <pc:docMk/>
          <pc:sldMk cId="0" sldId="264"/>
        </pc:sldMkLst>
      </pc:sldChg>
      <pc:sldChg chg="del">
        <pc:chgData name="Ms Alina Arshad" userId="cccdfd85-d35d-4453-9c6f-a463aae40722" providerId="ADAL" clId="{2B67EF24-6E86-458B-9C0D-B5BC36012E7D}" dt="2024-10-25T06:48:30.835" v="10" actId="47"/>
        <pc:sldMkLst>
          <pc:docMk/>
          <pc:sldMk cId="0" sldId="265"/>
        </pc:sldMkLst>
      </pc:sldChg>
      <pc:sldChg chg="del">
        <pc:chgData name="Ms Alina Arshad" userId="cccdfd85-d35d-4453-9c6f-a463aae40722" providerId="ADAL" clId="{2B67EF24-6E86-458B-9C0D-B5BC36012E7D}" dt="2024-10-25T06:48:30.882" v="11" actId="47"/>
        <pc:sldMkLst>
          <pc:docMk/>
          <pc:sldMk cId="0" sldId="266"/>
        </pc:sldMkLst>
      </pc:sldChg>
      <pc:sldChg chg="del">
        <pc:chgData name="Ms Alina Arshad" userId="cccdfd85-d35d-4453-9c6f-a463aae40722" providerId="ADAL" clId="{2B67EF24-6E86-458B-9C0D-B5BC36012E7D}" dt="2024-10-25T06:48:31.441" v="13" actId="47"/>
        <pc:sldMkLst>
          <pc:docMk/>
          <pc:sldMk cId="0" sldId="267"/>
        </pc:sldMkLst>
      </pc:sldChg>
      <pc:sldChg chg="del">
        <pc:chgData name="Ms Alina Arshad" userId="cccdfd85-d35d-4453-9c6f-a463aae40722" providerId="ADAL" clId="{2B67EF24-6E86-458B-9C0D-B5BC36012E7D}" dt="2024-10-25T06:48:31.660" v="14" actId="47"/>
        <pc:sldMkLst>
          <pc:docMk/>
          <pc:sldMk cId="0" sldId="268"/>
        </pc:sldMkLst>
      </pc:sldChg>
      <pc:sldChg chg="del">
        <pc:chgData name="Ms Alina Arshad" userId="cccdfd85-d35d-4453-9c6f-a463aae40722" providerId="ADAL" clId="{2B67EF24-6E86-458B-9C0D-B5BC36012E7D}" dt="2024-10-25T06:48:31.848" v="15" actId="47"/>
        <pc:sldMkLst>
          <pc:docMk/>
          <pc:sldMk cId="0" sldId="269"/>
        </pc:sldMkLst>
      </pc:sldChg>
      <pc:sldChg chg="del">
        <pc:chgData name="Ms Alina Arshad" userId="cccdfd85-d35d-4453-9c6f-a463aae40722" providerId="ADAL" clId="{2B67EF24-6E86-458B-9C0D-B5BC36012E7D}" dt="2024-10-25T06:48:32.035" v="16" actId="47"/>
        <pc:sldMkLst>
          <pc:docMk/>
          <pc:sldMk cId="0" sldId="270"/>
        </pc:sldMkLst>
      </pc:sldChg>
      <pc:sldChg chg="del">
        <pc:chgData name="Ms Alina Arshad" userId="cccdfd85-d35d-4453-9c6f-a463aae40722" providerId="ADAL" clId="{2B67EF24-6E86-458B-9C0D-B5BC36012E7D}" dt="2024-10-25T06:48:32.160" v="17" actId="47"/>
        <pc:sldMkLst>
          <pc:docMk/>
          <pc:sldMk cId="0" sldId="271"/>
        </pc:sldMkLst>
      </pc:sldChg>
      <pc:sldChg chg="del">
        <pc:chgData name="Ms Alina Arshad" userId="cccdfd85-d35d-4453-9c6f-a463aae40722" providerId="ADAL" clId="{2B67EF24-6E86-458B-9C0D-B5BC36012E7D}" dt="2024-10-25T06:48:32.348" v="18" actId="47"/>
        <pc:sldMkLst>
          <pc:docMk/>
          <pc:sldMk cId="0" sldId="272"/>
        </pc:sldMkLst>
      </pc:sldChg>
      <pc:sldChg chg="del">
        <pc:chgData name="Ms Alina Arshad" userId="cccdfd85-d35d-4453-9c6f-a463aae40722" providerId="ADAL" clId="{2B67EF24-6E86-458B-9C0D-B5BC36012E7D}" dt="2024-10-25T06:48:32.769" v="19" actId="47"/>
        <pc:sldMkLst>
          <pc:docMk/>
          <pc:sldMk cId="0" sldId="273"/>
        </pc:sldMkLst>
      </pc:sldChg>
      <pc:sldChg chg="del">
        <pc:chgData name="Ms Alina Arshad" userId="cccdfd85-d35d-4453-9c6f-a463aae40722" providerId="ADAL" clId="{2B67EF24-6E86-458B-9C0D-B5BC36012E7D}" dt="2024-10-25T06:48:33.082" v="21" actId="47"/>
        <pc:sldMkLst>
          <pc:docMk/>
          <pc:sldMk cId="0" sldId="274"/>
        </pc:sldMkLst>
      </pc:sldChg>
      <pc:sldChg chg="del">
        <pc:chgData name="Ms Alina Arshad" userId="cccdfd85-d35d-4453-9c6f-a463aae40722" providerId="ADAL" clId="{2B67EF24-6E86-458B-9C0D-B5BC36012E7D}" dt="2024-10-25T06:48:30.710" v="6" actId="47"/>
        <pc:sldMkLst>
          <pc:docMk/>
          <pc:sldMk cId="3240370692" sldId="279"/>
        </pc:sldMkLst>
      </pc:sldChg>
      <pc:sldChg chg="del">
        <pc:chgData name="Ms Alina Arshad" userId="cccdfd85-d35d-4453-9c6f-a463aae40722" providerId="ADAL" clId="{2B67EF24-6E86-458B-9C0D-B5BC36012E7D}" dt="2024-10-25T06:48:30.601" v="2" actId="47"/>
        <pc:sldMkLst>
          <pc:docMk/>
          <pc:sldMk cId="0" sldId="280"/>
        </pc:sldMkLst>
      </pc:sldChg>
      <pc:sldChg chg="del">
        <pc:chgData name="Ms Alina Arshad" userId="cccdfd85-d35d-4453-9c6f-a463aae40722" providerId="ADAL" clId="{2B67EF24-6E86-458B-9C0D-B5BC36012E7D}" dt="2024-10-25T06:48:30.757" v="7" actId="47"/>
        <pc:sldMkLst>
          <pc:docMk/>
          <pc:sldMk cId="0" sldId="281"/>
        </pc:sldMkLst>
      </pc:sldChg>
      <pc:sldChg chg="del">
        <pc:chgData name="Ms Alina Arshad" userId="cccdfd85-d35d-4453-9c6f-a463aae40722" providerId="ADAL" clId="{2B67EF24-6E86-458B-9C0D-B5BC36012E7D}" dt="2024-10-25T06:48:30.913" v="12" actId="47"/>
        <pc:sldMkLst>
          <pc:docMk/>
          <pc:sldMk cId="0" sldId="282"/>
        </pc:sldMkLst>
      </pc:sldChg>
      <pc:sldChg chg="delSp modSp add mod">
        <pc:chgData name="Ms Alina Arshad" userId="cccdfd85-d35d-4453-9c6f-a463aae40722" providerId="ADAL" clId="{2B67EF24-6E86-458B-9C0D-B5BC36012E7D}" dt="2024-10-25T06:49:38.253" v="41" actId="14100"/>
        <pc:sldMkLst>
          <pc:docMk/>
          <pc:sldMk cId="0" sldId="296"/>
        </pc:sldMkLst>
        <pc:spChg chg="mod">
          <ac:chgData name="Ms Alina Arshad" userId="cccdfd85-d35d-4453-9c6f-a463aae40722" providerId="ADAL" clId="{2B67EF24-6E86-458B-9C0D-B5BC36012E7D}" dt="2024-10-25T06:49:38.253" v="41" actId="14100"/>
          <ac:spMkLst>
            <pc:docMk/>
            <pc:sldMk cId="0" sldId="296"/>
            <ac:spMk id="2" creationId="{00000000-0000-0000-0000-000000000000}"/>
          </ac:spMkLst>
        </pc:spChg>
        <pc:spChg chg="mod">
          <ac:chgData name="Ms Alina Arshad" userId="cccdfd85-d35d-4453-9c6f-a463aae40722" providerId="ADAL" clId="{2B67EF24-6E86-458B-9C0D-B5BC36012E7D}" dt="2024-10-25T06:49:21.674" v="33" actId="1076"/>
          <ac:spMkLst>
            <pc:docMk/>
            <pc:sldMk cId="0" sldId="296"/>
            <ac:spMk id="3" creationId="{00000000-0000-0000-0000-000000000000}"/>
          </ac:spMkLst>
        </pc:spChg>
        <pc:picChg chg="mod">
          <ac:chgData name="Ms Alina Arshad" userId="cccdfd85-d35d-4453-9c6f-a463aae40722" providerId="ADAL" clId="{2B67EF24-6E86-458B-9C0D-B5BC36012E7D}" dt="2024-10-25T06:49:24.330" v="34" actId="1076"/>
          <ac:picMkLst>
            <pc:docMk/>
            <pc:sldMk cId="0" sldId="296"/>
            <ac:picMk id="4" creationId="{00000000-0000-0000-0000-000000000000}"/>
          </ac:picMkLst>
        </pc:picChg>
        <pc:picChg chg="mod">
          <ac:chgData name="Ms Alina Arshad" userId="cccdfd85-d35d-4453-9c6f-a463aae40722" providerId="ADAL" clId="{2B67EF24-6E86-458B-9C0D-B5BC36012E7D}" dt="2024-10-25T06:49:28.141" v="35" actId="1076"/>
          <ac:picMkLst>
            <pc:docMk/>
            <pc:sldMk cId="0" sldId="296"/>
            <ac:picMk id="5" creationId="{00000000-0000-0000-0000-000000000000}"/>
          </ac:picMkLst>
        </pc:picChg>
        <pc:picChg chg="del">
          <ac:chgData name="Ms Alina Arshad" userId="cccdfd85-d35d-4453-9c6f-a463aae40722" providerId="ADAL" clId="{2B67EF24-6E86-458B-9C0D-B5BC36012E7D}" dt="2024-10-25T06:49:04.272" v="27" actId="478"/>
          <ac:picMkLst>
            <pc:docMk/>
            <pc:sldMk cId="0" sldId="296"/>
            <ac:picMk id="6" creationId="{00000000-0000-0000-0000-000000000000}"/>
          </ac:picMkLst>
        </pc:picChg>
      </pc:sldChg>
      <pc:sldChg chg="delSp modSp add mod">
        <pc:chgData name="Ms Alina Arshad" userId="cccdfd85-d35d-4453-9c6f-a463aae40722" providerId="ADAL" clId="{2B67EF24-6E86-458B-9C0D-B5BC36012E7D}" dt="2024-10-25T06:50:12.570" v="56" actId="478"/>
        <pc:sldMkLst>
          <pc:docMk/>
          <pc:sldMk cId="0" sldId="297"/>
        </pc:sldMkLst>
        <pc:spChg chg="del">
          <ac:chgData name="Ms Alina Arshad" userId="cccdfd85-d35d-4453-9c6f-a463aae40722" providerId="ADAL" clId="{2B67EF24-6E86-458B-9C0D-B5BC36012E7D}" dt="2024-10-25T06:50:12.570" v="56" actId="478"/>
          <ac:spMkLst>
            <pc:docMk/>
            <pc:sldMk cId="0" sldId="297"/>
            <ac:spMk id="2" creationId="{00000000-0000-0000-0000-000000000000}"/>
          </ac:spMkLst>
        </pc:spChg>
        <pc:picChg chg="mod">
          <ac:chgData name="Ms Alina Arshad" userId="cccdfd85-d35d-4453-9c6f-a463aae40722" providerId="ADAL" clId="{2B67EF24-6E86-458B-9C0D-B5BC36012E7D}" dt="2024-10-25T06:50:11.139" v="55" actId="1076"/>
          <ac:picMkLst>
            <pc:docMk/>
            <pc:sldMk cId="0" sldId="297"/>
            <ac:picMk id="3" creationId="{00000000-0000-0000-0000-000000000000}"/>
          </ac:picMkLst>
        </pc:picChg>
      </pc:sldChg>
      <pc:sldChg chg="delSp modSp add mod">
        <pc:chgData name="Ms Alina Arshad" userId="cccdfd85-d35d-4453-9c6f-a463aae40722" providerId="ADAL" clId="{2B67EF24-6E86-458B-9C0D-B5BC36012E7D}" dt="2024-10-25T06:50:35.096" v="63" actId="1076"/>
        <pc:sldMkLst>
          <pc:docMk/>
          <pc:sldMk cId="0" sldId="298"/>
        </pc:sldMkLst>
        <pc:spChg chg="mod">
          <ac:chgData name="Ms Alina Arshad" userId="cccdfd85-d35d-4453-9c6f-a463aae40722" providerId="ADAL" clId="{2B67EF24-6E86-458B-9C0D-B5BC36012E7D}" dt="2024-10-25T06:50:31.336" v="62" actId="207"/>
          <ac:spMkLst>
            <pc:docMk/>
            <pc:sldMk cId="0" sldId="298"/>
            <ac:spMk id="2" creationId="{00000000-0000-0000-0000-000000000000}"/>
          </ac:spMkLst>
        </pc:spChg>
        <pc:spChg chg="del mod">
          <ac:chgData name="Ms Alina Arshad" userId="cccdfd85-d35d-4453-9c6f-a463aae40722" providerId="ADAL" clId="{2B67EF24-6E86-458B-9C0D-B5BC36012E7D}" dt="2024-10-25T06:50:22.700" v="59" actId="478"/>
          <ac:spMkLst>
            <pc:docMk/>
            <pc:sldMk cId="0" sldId="298"/>
            <ac:spMk id="3" creationId="{00000000-0000-0000-0000-000000000000}"/>
          </ac:spMkLst>
        </pc:spChg>
        <pc:picChg chg="mod">
          <ac:chgData name="Ms Alina Arshad" userId="cccdfd85-d35d-4453-9c6f-a463aae40722" providerId="ADAL" clId="{2B67EF24-6E86-458B-9C0D-B5BC36012E7D}" dt="2024-10-25T06:50:35.096" v="63" actId="1076"/>
          <ac:picMkLst>
            <pc:docMk/>
            <pc:sldMk cId="0" sldId="298"/>
            <ac:picMk id="4" creationId="{00000000-0000-0000-0000-000000000000}"/>
          </ac:picMkLst>
        </pc:picChg>
      </pc:sldChg>
      <pc:sldChg chg="delSp modSp add mod">
        <pc:chgData name="Ms Alina Arshad" userId="cccdfd85-d35d-4453-9c6f-a463aae40722" providerId="ADAL" clId="{2B67EF24-6E86-458B-9C0D-B5BC36012E7D}" dt="2024-10-25T06:51:01.636" v="76" actId="1076"/>
        <pc:sldMkLst>
          <pc:docMk/>
          <pc:sldMk cId="0" sldId="299"/>
        </pc:sldMkLst>
        <pc:spChg chg="mod">
          <ac:chgData name="Ms Alina Arshad" userId="cccdfd85-d35d-4453-9c6f-a463aae40722" providerId="ADAL" clId="{2B67EF24-6E86-458B-9C0D-B5BC36012E7D}" dt="2024-10-25T06:50:57.827" v="75" actId="14100"/>
          <ac:spMkLst>
            <pc:docMk/>
            <pc:sldMk cId="0" sldId="299"/>
            <ac:spMk id="2" creationId="{00000000-0000-0000-0000-000000000000}"/>
          </ac:spMkLst>
        </pc:spChg>
        <pc:spChg chg="del">
          <ac:chgData name="Ms Alina Arshad" userId="cccdfd85-d35d-4453-9c6f-a463aae40722" providerId="ADAL" clId="{2B67EF24-6E86-458B-9C0D-B5BC36012E7D}" dt="2024-10-25T06:50:38.134" v="64" actId="478"/>
          <ac:spMkLst>
            <pc:docMk/>
            <pc:sldMk cId="0" sldId="299"/>
            <ac:spMk id="3" creationId="{00000000-0000-0000-0000-000000000000}"/>
          </ac:spMkLst>
        </pc:spChg>
        <pc:picChg chg="mod">
          <ac:chgData name="Ms Alina Arshad" userId="cccdfd85-d35d-4453-9c6f-a463aae40722" providerId="ADAL" clId="{2B67EF24-6E86-458B-9C0D-B5BC36012E7D}" dt="2024-10-25T06:51:01.636" v="76" actId="1076"/>
          <ac:picMkLst>
            <pc:docMk/>
            <pc:sldMk cId="0" sldId="299"/>
            <ac:picMk id="4" creationId="{00000000-0000-0000-0000-000000000000}"/>
          </ac:picMkLst>
        </pc:picChg>
      </pc:sldChg>
      <pc:sldChg chg="modSp add mod">
        <pc:chgData name="Ms Alina Arshad" userId="cccdfd85-d35d-4453-9c6f-a463aae40722" providerId="ADAL" clId="{2B67EF24-6E86-458B-9C0D-B5BC36012E7D}" dt="2024-10-25T06:52:18.704" v="84" actId="2711"/>
        <pc:sldMkLst>
          <pc:docMk/>
          <pc:sldMk cId="0" sldId="300"/>
        </pc:sldMkLst>
        <pc:spChg chg="mod">
          <ac:chgData name="Ms Alina Arshad" userId="cccdfd85-d35d-4453-9c6f-a463aae40722" providerId="ADAL" clId="{2B67EF24-6E86-458B-9C0D-B5BC36012E7D}" dt="2024-10-25T06:51:59.264" v="80" actId="113"/>
          <ac:spMkLst>
            <pc:docMk/>
            <pc:sldMk cId="0" sldId="300"/>
            <ac:spMk id="2" creationId="{00000000-0000-0000-0000-000000000000}"/>
          </ac:spMkLst>
        </pc:spChg>
        <pc:spChg chg="mod">
          <ac:chgData name="Ms Alina Arshad" userId="cccdfd85-d35d-4453-9c6f-a463aae40722" providerId="ADAL" clId="{2B67EF24-6E86-458B-9C0D-B5BC36012E7D}" dt="2024-10-25T06:52:18.704" v="84" actId="2711"/>
          <ac:spMkLst>
            <pc:docMk/>
            <pc:sldMk cId="0" sldId="300"/>
            <ac:spMk id="3" creationId="{00000000-0000-0000-0000-000000000000}"/>
          </ac:spMkLst>
        </pc:spChg>
      </pc:sldChg>
      <pc:sldChg chg="delSp modSp add mod">
        <pc:chgData name="Ms Alina Arshad" userId="cccdfd85-d35d-4453-9c6f-a463aae40722" providerId="ADAL" clId="{2B67EF24-6E86-458B-9C0D-B5BC36012E7D}" dt="2024-10-25T06:53:20.228" v="100" actId="255"/>
        <pc:sldMkLst>
          <pc:docMk/>
          <pc:sldMk cId="0" sldId="301"/>
        </pc:sldMkLst>
        <pc:spChg chg="mod">
          <ac:chgData name="Ms Alina Arshad" userId="cccdfd85-d35d-4453-9c6f-a463aae40722" providerId="ADAL" clId="{2B67EF24-6E86-458B-9C0D-B5BC36012E7D}" dt="2024-10-25T06:52:30.442" v="88" actId="404"/>
          <ac:spMkLst>
            <pc:docMk/>
            <pc:sldMk cId="0" sldId="301"/>
            <ac:spMk id="2" creationId="{00000000-0000-0000-0000-000000000000}"/>
          </ac:spMkLst>
        </pc:spChg>
        <pc:spChg chg="mod">
          <ac:chgData name="Ms Alina Arshad" userId="cccdfd85-d35d-4453-9c6f-a463aae40722" providerId="ADAL" clId="{2B67EF24-6E86-458B-9C0D-B5BC36012E7D}" dt="2024-10-25T06:53:09.013" v="97" actId="255"/>
          <ac:spMkLst>
            <pc:docMk/>
            <pc:sldMk cId="0" sldId="301"/>
            <ac:spMk id="3" creationId="{00000000-0000-0000-0000-000000000000}"/>
          </ac:spMkLst>
        </pc:spChg>
        <pc:spChg chg="del">
          <ac:chgData name="Ms Alina Arshad" userId="cccdfd85-d35d-4453-9c6f-a463aae40722" providerId="ADAL" clId="{2B67EF24-6E86-458B-9C0D-B5BC36012E7D}" dt="2024-10-25T06:52:46.152" v="92" actId="478"/>
          <ac:spMkLst>
            <pc:docMk/>
            <pc:sldMk cId="0" sldId="301"/>
            <ac:spMk id="4" creationId="{00000000-0000-0000-0000-000000000000}"/>
          </ac:spMkLst>
        </pc:spChg>
        <pc:spChg chg="mod">
          <ac:chgData name="Ms Alina Arshad" userId="cccdfd85-d35d-4453-9c6f-a463aae40722" providerId="ADAL" clId="{2B67EF24-6E86-458B-9C0D-B5BC36012E7D}" dt="2024-10-25T06:53:13.437" v="98" actId="1076"/>
          <ac:spMkLst>
            <pc:docMk/>
            <pc:sldMk cId="0" sldId="301"/>
            <ac:spMk id="5" creationId="{00000000-0000-0000-0000-000000000000}"/>
          </ac:spMkLst>
        </pc:spChg>
        <pc:spChg chg="mod">
          <ac:chgData name="Ms Alina Arshad" userId="cccdfd85-d35d-4453-9c6f-a463aae40722" providerId="ADAL" clId="{2B67EF24-6E86-458B-9C0D-B5BC36012E7D}" dt="2024-10-25T06:53:20.228" v="100" actId="255"/>
          <ac:spMkLst>
            <pc:docMk/>
            <pc:sldMk cId="0" sldId="301"/>
            <ac:spMk id="6" creationId="{00000000-0000-0000-0000-000000000000}"/>
          </ac:spMkLst>
        </pc:spChg>
      </pc:sldChg>
      <pc:sldChg chg="delSp modSp add mod">
        <pc:chgData name="Ms Alina Arshad" userId="cccdfd85-d35d-4453-9c6f-a463aae40722" providerId="ADAL" clId="{2B67EF24-6E86-458B-9C0D-B5BC36012E7D}" dt="2024-10-25T06:54:51.579" v="112" actId="1076"/>
        <pc:sldMkLst>
          <pc:docMk/>
          <pc:sldMk cId="0" sldId="302"/>
        </pc:sldMkLst>
        <pc:spChg chg="mod">
          <ac:chgData name="Ms Alina Arshad" userId="cccdfd85-d35d-4453-9c6f-a463aae40722" providerId="ADAL" clId="{2B67EF24-6E86-458B-9C0D-B5BC36012E7D}" dt="2024-10-25T06:54:08.700" v="105" actId="14100"/>
          <ac:spMkLst>
            <pc:docMk/>
            <pc:sldMk cId="0" sldId="302"/>
            <ac:spMk id="2" creationId="{00000000-0000-0000-0000-000000000000}"/>
          </ac:spMkLst>
        </pc:spChg>
        <pc:spChg chg="del">
          <ac:chgData name="Ms Alina Arshad" userId="cccdfd85-d35d-4453-9c6f-a463aae40722" providerId="ADAL" clId="{2B67EF24-6E86-458B-9C0D-B5BC36012E7D}" dt="2024-10-25T06:53:48.546" v="101" actId="478"/>
          <ac:spMkLst>
            <pc:docMk/>
            <pc:sldMk cId="0" sldId="302"/>
            <ac:spMk id="3" creationId="{00000000-0000-0000-0000-000000000000}"/>
          </ac:spMkLst>
        </pc:spChg>
        <pc:spChg chg="mod">
          <ac:chgData name="Ms Alina Arshad" userId="cccdfd85-d35d-4453-9c6f-a463aae40722" providerId="ADAL" clId="{2B67EF24-6E86-458B-9C0D-B5BC36012E7D}" dt="2024-10-25T06:54:28.294" v="109" actId="404"/>
          <ac:spMkLst>
            <pc:docMk/>
            <pc:sldMk cId="0" sldId="302"/>
            <ac:spMk id="4" creationId="{00000000-0000-0000-0000-000000000000}"/>
          </ac:spMkLst>
        </pc:spChg>
        <pc:picChg chg="mod">
          <ac:chgData name="Ms Alina Arshad" userId="cccdfd85-d35d-4453-9c6f-a463aae40722" providerId="ADAL" clId="{2B67EF24-6E86-458B-9C0D-B5BC36012E7D}" dt="2024-10-25T06:54:51.579" v="112" actId="1076"/>
          <ac:picMkLst>
            <pc:docMk/>
            <pc:sldMk cId="0" sldId="302"/>
            <ac:picMk id="5" creationId="{00000000-0000-0000-0000-000000000000}"/>
          </ac:picMkLst>
        </pc:picChg>
      </pc:sldChg>
      <pc:sldChg chg="modSp add mod">
        <pc:chgData name="Ms Alina Arshad" userId="cccdfd85-d35d-4453-9c6f-a463aae40722" providerId="ADAL" clId="{2B67EF24-6E86-458B-9C0D-B5BC36012E7D}" dt="2024-10-25T06:55:49.265" v="121" actId="14100"/>
        <pc:sldMkLst>
          <pc:docMk/>
          <pc:sldMk cId="0" sldId="303"/>
        </pc:sldMkLst>
        <pc:spChg chg="mod">
          <ac:chgData name="Ms Alina Arshad" userId="cccdfd85-d35d-4453-9c6f-a463aae40722" providerId="ADAL" clId="{2B67EF24-6E86-458B-9C0D-B5BC36012E7D}" dt="2024-10-25T06:55:42.627" v="119" actId="1076"/>
          <ac:spMkLst>
            <pc:docMk/>
            <pc:sldMk cId="0" sldId="303"/>
            <ac:spMk id="2" creationId="{00000000-0000-0000-0000-000000000000}"/>
          </ac:spMkLst>
        </pc:spChg>
        <pc:picChg chg="mod">
          <ac:chgData name="Ms Alina Arshad" userId="cccdfd85-d35d-4453-9c6f-a463aae40722" providerId="ADAL" clId="{2B67EF24-6E86-458B-9C0D-B5BC36012E7D}" dt="2024-10-25T06:55:40.247" v="118" actId="14100"/>
          <ac:picMkLst>
            <pc:docMk/>
            <pc:sldMk cId="0" sldId="303"/>
            <ac:picMk id="3" creationId="{00000000-0000-0000-0000-000000000000}"/>
          </ac:picMkLst>
        </pc:picChg>
        <pc:picChg chg="mod">
          <ac:chgData name="Ms Alina Arshad" userId="cccdfd85-d35d-4453-9c6f-a463aae40722" providerId="ADAL" clId="{2B67EF24-6E86-458B-9C0D-B5BC36012E7D}" dt="2024-10-25T06:55:49.265" v="121" actId="14100"/>
          <ac:picMkLst>
            <pc:docMk/>
            <pc:sldMk cId="0" sldId="303"/>
            <ac:picMk id="4" creationId="{00000000-0000-0000-0000-000000000000}"/>
          </ac:picMkLst>
        </pc:picChg>
      </pc:sldChg>
      <pc:sldChg chg="modSp add mod">
        <pc:chgData name="Ms Alina Arshad" userId="cccdfd85-d35d-4453-9c6f-a463aae40722" providerId="ADAL" clId="{2B67EF24-6E86-458B-9C0D-B5BC36012E7D}" dt="2024-10-25T06:56:14.702" v="129" actId="1076"/>
        <pc:sldMkLst>
          <pc:docMk/>
          <pc:sldMk cId="0" sldId="304"/>
        </pc:sldMkLst>
        <pc:spChg chg="mod">
          <ac:chgData name="Ms Alina Arshad" userId="cccdfd85-d35d-4453-9c6f-a463aae40722" providerId="ADAL" clId="{2B67EF24-6E86-458B-9C0D-B5BC36012E7D}" dt="2024-10-25T06:56:05.481" v="126" actId="1076"/>
          <ac:spMkLst>
            <pc:docMk/>
            <pc:sldMk cId="0" sldId="304"/>
            <ac:spMk id="4" creationId="{00000000-0000-0000-0000-000000000000}"/>
          </ac:spMkLst>
        </pc:spChg>
        <pc:picChg chg="mod">
          <ac:chgData name="Ms Alina Arshad" userId="cccdfd85-d35d-4453-9c6f-a463aae40722" providerId="ADAL" clId="{2B67EF24-6E86-458B-9C0D-B5BC36012E7D}" dt="2024-10-25T06:56:11.943" v="128" actId="1076"/>
          <ac:picMkLst>
            <pc:docMk/>
            <pc:sldMk cId="0" sldId="304"/>
            <ac:picMk id="2" creationId="{00000000-0000-0000-0000-000000000000}"/>
          </ac:picMkLst>
        </pc:picChg>
        <pc:picChg chg="mod">
          <ac:chgData name="Ms Alina Arshad" userId="cccdfd85-d35d-4453-9c6f-a463aae40722" providerId="ADAL" clId="{2B67EF24-6E86-458B-9C0D-B5BC36012E7D}" dt="2024-10-25T06:56:14.702" v="129" actId="1076"/>
          <ac:picMkLst>
            <pc:docMk/>
            <pc:sldMk cId="0" sldId="304"/>
            <ac:picMk id="3" creationId="{00000000-0000-0000-0000-000000000000}"/>
          </ac:picMkLst>
        </pc:picChg>
      </pc:sldChg>
      <pc:sldChg chg="modSp add mod">
        <pc:chgData name="Ms Alina Arshad" userId="cccdfd85-d35d-4453-9c6f-a463aae40722" providerId="ADAL" clId="{2B67EF24-6E86-458B-9C0D-B5BC36012E7D}" dt="2024-10-25T06:56:26.693" v="134" actId="1076"/>
        <pc:sldMkLst>
          <pc:docMk/>
          <pc:sldMk cId="0" sldId="305"/>
        </pc:sldMkLst>
        <pc:spChg chg="mod">
          <ac:chgData name="Ms Alina Arshad" userId="cccdfd85-d35d-4453-9c6f-a463aae40722" providerId="ADAL" clId="{2B67EF24-6E86-458B-9C0D-B5BC36012E7D}" dt="2024-10-25T06:56:24.952" v="133" actId="14100"/>
          <ac:spMkLst>
            <pc:docMk/>
            <pc:sldMk cId="0" sldId="305"/>
            <ac:spMk id="3" creationId="{00000000-0000-0000-0000-000000000000}"/>
          </ac:spMkLst>
        </pc:spChg>
        <pc:picChg chg="mod">
          <ac:chgData name="Ms Alina Arshad" userId="cccdfd85-d35d-4453-9c6f-a463aae40722" providerId="ADAL" clId="{2B67EF24-6E86-458B-9C0D-B5BC36012E7D}" dt="2024-10-25T06:56:26.693" v="134" actId="1076"/>
          <ac:picMkLst>
            <pc:docMk/>
            <pc:sldMk cId="0" sldId="305"/>
            <ac:picMk id="2" creationId="{00000000-0000-0000-0000-000000000000}"/>
          </ac:picMkLst>
        </pc:picChg>
      </pc:sldChg>
      <pc:sldChg chg="modSp add mod">
        <pc:chgData name="Ms Alina Arshad" userId="cccdfd85-d35d-4453-9c6f-a463aae40722" providerId="ADAL" clId="{2B67EF24-6E86-458B-9C0D-B5BC36012E7D}" dt="2024-10-25T06:56:40.219" v="139" actId="1076"/>
        <pc:sldMkLst>
          <pc:docMk/>
          <pc:sldMk cId="0" sldId="306"/>
        </pc:sldMkLst>
        <pc:spChg chg="mod">
          <ac:chgData name="Ms Alina Arshad" userId="cccdfd85-d35d-4453-9c6f-a463aae40722" providerId="ADAL" clId="{2B67EF24-6E86-458B-9C0D-B5BC36012E7D}" dt="2024-10-25T06:56:36.713" v="138" actId="14100"/>
          <ac:spMkLst>
            <pc:docMk/>
            <pc:sldMk cId="0" sldId="306"/>
            <ac:spMk id="3" creationId="{00000000-0000-0000-0000-000000000000}"/>
          </ac:spMkLst>
        </pc:spChg>
        <pc:picChg chg="mod">
          <ac:chgData name="Ms Alina Arshad" userId="cccdfd85-d35d-4453-9c6f-a463aae40722" providerId="ADAL" clId="{2B67EF24-6E86-458B-9C0D-B5BC36012E7D}" dt="2024-10-25T06:56:40.219" v="139" actId="1076"/>
          <ac:picMkLst>
            <pc:docMk/>
            <pc:sldMk cId="0" sldId="306"/>
            <ac:picMk id="2" creationId="{00000000-0000-0000-0000-000000000000}"/>
          </ac:picMkLst>
        </pc:picChg>
      </pc:sldChg>
      <pc:sldChg chg="add del">
        <pc:chgData name="Ms Alina Arshad" userId="cccdfd85-d35d-4453-9c6f-a463aae40722" providerId="ADAL" clId="{2B67EF24-6E86-458B-9C0D-B5BC36012E7D}" dt="2024-10-25T06:48:55.504" v="25"/>
        <pc:sldMkLst>
          <pc:docMk/>
          <pc:sldMk cId="0" sldId="307"/>
        </pc:sldMkLst>
      </pc:sldChg>
      <pc:sldChg chg="delSp modSp add mod">
        <pc:chgData name="Ms Alina Arshad" userId="cccdfd85-d35d-4453-9c6f-a463aae40722" providerId="ADAL" clId="{2B67EF24-6E86-458B-9C0D-B5BC36012E7D}" dt="2024-10-25T06:50:04.964" v="54" actId="14100"/>
        <pc:sldMkLst>
          <pc:docMk/>
          <pc:sldMk cId="3192711744" sldId="307"/>
        </pc:sldMkLst>
        <pc:spChg chg="mod">
          <ac:chgData name="Ms Alina Arshad" userId="cccdfd85-d35d-4453-9c6f-a463aae40722" providerId="ADAL" clId="{2B67EF24-6E86-458B-9C0D-B5BC36012E7D}" dt="2024-10-25T06:50:04.964" v="54" actId="14100"/>
          <ac:spMkLst>
            <pc:docMk/>
            <pc:sldMk cId="3192711744" sldId="307"/>
            <ac:spMk id="2" creationId="{00000000-0000-0000-0000-000000000000}"/>
          </ac:spMkLst>
        </pc:spChg>
        <pc:spChg chg="mod">
          <ac:chgData name="Ms Alina Arshad" userId="cccdfd85-d35d-4453-9c6f-a463aae40722" providerId="ADAL" clId="{2B67EF24-6E86-458B-9C0D-B5BC36012E7D}" dt="2024-10-25T06:49:54.319" v="46" actId="14100"/>
          <ac:spMkLst>
            <pc:docMk/>
            <pc:sldMk cId="3192711744" sldId="307"/>
            <ac:spMk id="3" creationId="{00000000-0000-0000-0000-000000000000}"/>
          </ac:spMkLst>
        </pc:spChg>
        <pc:picChg chg="del">
          <ac:chgData name="Ms Alina Arshad" userId="cccdfd85-d35d-4453-9c6f-a463aae40722" providerId="ADAL" clId="{2B67EF24-6E86-458B-9C0D-B5BC36012E7D}" dt="2024-10-25T06:49:48.469" v="44" actId="478"/>
          <ac:picMkLst>
            <pc:docMk/>
            <pc:sldMk cId="3192711744" sldId="307"/>
            <ac:picMk id="4" creationId="{00000000-0000-0000-0000-000000000000}"/>
          </ac:picMkLst>
        </pc:picChg>
        <pc:picChg chg="del">
          <ac:chgData name="Ms Alina Arshad" userId="cccdfd85-d35d-4453-9c6f-a463aae40722" providerId="ADAL" clId="{2B67EF24-6E86-458B-9C0D-B5BC36012E7D}" dt="2024-10-25T06:49:45.376" v="42" actId="478"/>
          <ac:picMkLst>
            <pc:docMk/>
            <pc:sldMk cId="3192711744" sldId="307"/>
            <ac:picMk id="5" creationId="{00000000-0000-0000-0000-000000000000}"/>
          </ac:picMkLst>
        </pc:picChg>
        <pc:picChg chg="mod">
          <ac:chgData name="Ms Alina Arshad" userId="cccdfd85-d35d-4453-9c6f-a463aae40722" providerId="ADAL" clId="{2B67EF24-6E86-458B-9C0D-B5BC36012E7D}" dt="2024-10-25T06:49:56.421" v="47" actId="1076"/>
          <ac:picMkLst>
            <pc:docMk/>
            <pc:sldMk cId="3192711744" sldId="307"/>
            <ac:picMk id="6" creationId="{00000000-0000-0000-0000-000000000000}"/>
          </ac:picMkLst>
        </pc:picChg>
      </pc:sldChg>
      <pc:sldChg chg="add del">
        <pc:chgData name="Ms Alina Arshad" userId="cccdfd85-d35d-4453-9c6f-a463aae40722" providerId="ADAL" clId="{2B67EF24-6E86-458B-9C0D-B5BC36012E7D}" dt="2024-10-25T06:48:55.504" v="25"/>
        <pc:sldMkLst>
          <pc:docMk/>
          <pc:sldMk cId="0" sldId="308"/>
        </pc:sldMkLst>
      </pc:sldChg>
      <pc:sldChg chg="add del">
        <pc:chgData name="Ms Alina Arshad" userId="cccdfd85-d35d-4453-9c6f-a463aae40722" providerId="ADAL" clId="{2B67EF24-6E86-458B-9C0D-B5BC36012E7D}" dt="2024-10-25T06:48:55.504" v="25"/>
        <pc:sldMkLst>
          <pc:docMk/>
          <pc:sldMk cId="0" sldId="309"/>
        </pc:sldMkLst>
      </pc:sldChg>
      <pc:sldChg chg="add del">
        <pc:chgData name="Ms Alina Arshad" userId="cccdfd85-d35d-4453-9c6f-a463aae40722" providerId="ADAL" clId="{2B67EF24-6E86-458B-9C0D-B5BC36012E7D}" dt="2024-10-25T06:48:55.504" v="25"/>
        <pc:sldMkLst>
          <pc:docMk/>
          <pc:sldMk cId="0" sldId="310"/>
        </pc:sldMkLst>
      </pc:sldChg>
      <pc:sldChg chg="add del">
        <pc:chgData name="Ms Alina Arshad" userId="cccdfd85-d35d-4453-9c6f-a463aae40722" providerId="ADAL" clId="{2B67EF24-6E86-458B-9C0D-B5BC36012E7D}" dt="2024-10-25T06:48:55.504" v="25"/>
        <pc:sldMkLst>
          <pc:docMk/>
          <pc:sldMk cId="0" sldId="311"/>
        </pc:sldMkLst>
      </pc:sldChg>
      <pc:sldChg chg="add del">
        <pc:chgData name="Ms Alina Arshad" userId="cccdfd85-d35d-4453-9c6f-a463aae40722" providerId="ADAL" clId="{2B67EF24-6E86-458B-9C0D-B5BC36012E7D}" dt="2024-10-25T06:48:55.504" v="25"/>
        <pc:sldMkLst>
          <pc:docMk/>
          <pc:sldMk cId="0" sldId="312"/>
        </pc:sldMkLst>
      </pc:sldChg>
      <pc:sldChg chg="add del">
        <pc:chgData name="Ms Alina Arshad" userId="cccdfd85-d35d-4453-9c6f-a463aae40722" providerId="ADAL" clId="{2B67EF24-6E86-458B-9C0D-B5BC36012E7D}" dt="2024-10-25T06:48:55.504" v="25"/>
        <pc:sldMkLst>
          <pc:docMk/>
          <pc:sldMk cId="0" sldId="313"/>
        </pc:sldMkLst>
      </pc:sldChg>
      <pc:sldChg chg="add del">
        <pc:chgData name="Ms Alina Arshad" userId="cccdfd85-d35d-4453-9c6f-a463aae40722" providerId="ADAL" clId="{2B67EF24-6E86-458B-9C0D-B5BC36012E7D}" dt="2024-10-25T06:48:55.504" v="25"/>
        <pc:sldMkLst>
          <pc:docMk/>
          <pc:sldMk cId="0" sldId="314"/>
        </pc:sldMkLst>
      </pc:sldChg>
      <pc:sldChg chg="add del">
        <pc:chgData name="Ms Alina Arshad" userId="cccdfd85-d35d-4453-9c6f-a463aae40722" providerId="ADAL" clId="{2B67EF24-6E86-458B-9C0D-B5BC36012E7D}" dt="2024-10-25T06:48:55.504" v="25"/>
        <pc:sldMkLst>
          <pc:docMk/>
          <pc:sldMk cId="0" sldId="315"/>
        </pc:sldMkLst>
      </pc:sldChg>
      <pc:sldChg chg="add del">
        <pc:chgData name="Ms Alina Arshad" userId="cccdfd85-d35d-4453-9c6f-a463aae40722" providerId="ADAL" clId="{2B67EF24-6E86-458B-9C0D-B5BC36012E7D}" dt="2024-10-25T06:48:55.504" v="25"/>
        <pc:sldMkLst>
          <pc:docMk/>
          <pc:sldMk cId="0" sldId="316"/>
        </pc:sldMkLst>
      </pc:sldChg>
      <pc:sldChg chg="add del">
        <pc:chgData name="Ms Alina Arshad" userId="cccdfd85-d35d-4453-9c6f-a463aae40722" providerId="ADAL" clId="{2B67EF24-6E86-458B-9C0D-B5BC36012E7D}" dt="2024-10-25T06:48:55.504" v="25"/>
        <pc:sldMkLst>
          <pc:docMk/>
          <pc:sldMk cId="0" sldId="317"/>
        </pc:sldMkLst>
      </pc:sldChg>
      <pc:sldChg chg="add del">
        <pc:chgData name="Ms Alina Arshad" userId="cccdfd85-d35d-4453-9c6f-a463aae40722" providerId="ADAL" clId="{2B67EF24-6E86-458B-9C0D-B5BC36012E7D}" dt="2024-10-25T06:48:55.504" v="25"/>
        <pc:sldMkLst>
          <pc:docMk/>
          <pc:sldMk cId="0" sldId="318"/>
        </pc:sldMkLst>
      </pc:sldChg>
      <pc:sldMasterChg chg="delSldLayout">
        <pc:chgData name="Ms Alina Arshad" userId="cccdfd85-d35d-4453-9c6f-a463aae40722" providerId="ADAL" clId="{2B67EF24-6E86-458B-9C0D-B5BC36012E7D}" dt="2024-10-25T06:48:30.913" v="12" actId="47"/>
        <pc:sldMasterMkLst>
          <pc:docMk/>
          <pc:sldMasterMk cId="1090009938" sldId="2147483660"/>
        </pc:sldMasterMkLst>
        <pc:sldLayoutChg chg="del">
          <pc:chgData name="Ms Alina Arshad" userId="cccdfd85-d35d-4453-9c6f-a463aae40722" providerId="ADAL" clId="{2B67EF24-6E86-458B-9C0D-B5BC36012E7D}" dt="2024-10-25T06:48:30.913" v="12" actId="47"/>
          <pc:sldLayoutMkLst>
            <pc:docMk/>
            <pc:sldMasterMk cId="1090009938" sldId="2147483660"/>
            <pc:sldLayoutMk cId="938321551" sldId="2147483672"/>
          </pc:sldLayoutMkLst>
        </pc:sldLayoutChg>
      </pc:sldMasterChg>
    </pc:docChg>
  </pc:docChgLst>
  <pc:docChgLst>
    <pc:chgData name="Ms Alina Arshad" userId="cccdfd85-d35d-4453-9c6f-a463aae40722" providerId="ADAL" clId="{D4C91E6F-B9DD-440D-9732-C61CDFB6C2C8}"/>
    <pc:docChg chg="undo custSel addSld delSld modSld">
      <pc:chgData name="Ms Alina Arshad" userId="cccdfd85-d35d-4453-9c6f-a463aae40722" providerId="ADAL" clId="{D4C91E6F-B9DD-440D-9732-C61CDFB6C2C8}" dt="2024-09-22T13:28:42.450" v="404" actId="1076"/>
      <pc:docMkLst>
        <pc:docMk/>
      </pc:docMkLst>
      <pc:sldChg chg="new del">
        <pc:chgData name="Ms Alina Arshad" userId="cccdfd85-d35d-4453-9c6f-a463aae40722" providerId="ADAL" clId="{D4C91E6F-B9DD-440D-9732-C61CDFB6C2C8}" dt="2024-09-22T13:07:42.221" v="218" actId="680"/>
        <pc:sldMkLst>
          <pc:docMk/>
          <pc:sldMk cId="1855390167" sldId="256"/>
        </pc:sldMkLst>
      </pc:sldChg>
      <pc:sldChg chg="modSp add del mod">
        <pc:chgData name="Ms Alina Arshad" userId="cccdfd85-d35d-4453-9c6f-a463aae40722" providerId="ADAL" clId="{D4C91E6F-B9DD-440D-9732-C61CDFB6C2C8}" dt="2024-09-22T13:07:42.671" v="219" actId="47"/>
        <pc:sldMkLst>
          <pc:docMk/>
          <pc:sldMk cId="3322361034" sldId="256"/>
        </pc:sldMkLst>
        <pc:spChg chg="mod">
          <ac:chgData name="Ms Alina Arshad" userId="cccdfd85-d35d-4453-9c6f-a463aae40722" providerId="ADAL" clId="{D4C91E6F-B9DD-440D-9732-C61CDFB6C2C8}" dt="2024-09-22T13:02:12.272" v="129" actId="122"/>
          <ac:spMkLst>
            <pc:docMk/>
            <pc:sldMk cId="3322361034" sldId="256"/>
            <ac:spMk id="3" creationId="{44E9F82C-BBA7-3495-1097-BEDB54FFFDF4}"/>
          </ac:spMkLst>
        </pc:spChg>
      </pc:sldChg>
      <pc:sldChg chg="add del">
        <pc:chgData name="Ms Alina Arshad" userId="cccdfd85-d35d-4453-9c6f-a463aae40722" providerId="ADAL" clId="{D4C91E6F-B9DD-440D-9732-C61CDFB6C2C8}" dt="2024-09-22T13:02:23.599" v="131" actId="47"/>
        <pc:sldMkLst>
          <pc:docMk/>
          <pc:sldMk cId="0" sldId="257"/>
        </pc:sldMkLst>
      </pc:sldChg>
      <pc:sldChg chg="modSp add del mod">
        <pc:chgData name="Ms Alina Arshad" userId="cccdfd85-d35d-4453-9c6f-a463aae40722" providerId="ADAL" clId="{D4C91E6F-B9DD-440D-9732-C61CDFB6C2C8}" dt="2024-09-22T13:08:06.675" v="233" actId="47"/>
        <pc:sldMkLst>
          <pc:docMk/>
          <pc:sldMk cId="2343470586" sldId="257"/>
        </pc:sldMkLst>
        <pc:spChg chg="mod">
          <ac:chgData name="Ms Alina Arshad" userId="cccdfd85-d35d-4453-9c6f-a463aae40722" providerId="ADAL" clId="{D4C91E6F-B9DD-440D-9732-C61CDFB6C2C8}" dt="2024-09-22T13:07:58.750" v="224" actId="27636"/>
          <ac:spMkLst>
            <pc:docMk/>
            <pc:sldMk cId="2343470586" sldId="257"/>
            <ac:spMk id="3" creationId="{1A620018-CE39-4020-94EA-A75332477218}"/>
          </ac:spMkLst>
        </pc:spChg>
      </pc:sldChg>
      <pc:sldChg chg="modSp add del mod">
        <pc:chgData name="Ms Alina Arshad" userId="cccdfd85-d35d-4453-9c6f-a463aae40722" providerId="ADAL" clId="{D4C91E6F-B9DD-440D-9732-C61CDFB6C2C8}" dt="2024-09-22T13:07:43.147" v="220" actId="47"/>
        <pc:sldMkLst>
          <pc:docMk/>
          <pc:sldMk cId="0" sldId="258"/>
        </pc:sldMkLst>
        <pc:spChg chg="mod">
          <ac:chgData name="Ms Alina Arshad" userId="cccdfd85-d35d-4453-9c6f-a463aae40722" providerId="ADAL" clId="{D4C91E6F-B9DD-440D-9732-C61CDFB6C2C8}" dt="2024-09-22T13:02:43.692" v="134" actId="113"/>
          <ac:spMkLst>
            <pc:docMk/>
            <pc:sldMk cId="0" sldId="258"/>
            <ac:spMk id="2" creationId="{00000000-0000-0000-0000-000000000000}"/>
          </ac:spMkLst>
        </pc:spChg>
        <pc:spChg chg="mod">
          <ac:chgData name="Ms Alina Arshad" userId="cccdfd85-d35d-4453-9c6f-a463aae40722" providerId="ADAL" clId="{D4C91E6F-B9DD-440D-9732-C61CDFB6C2C8}" dt="2024-09-22T13:03:02.394" v="138" actId="2711"/>
          <ac:spMkLst>
            <pc:docMk/>
            <pc:sldMk cId="0" sldId="258"/>
            <ac:spMk id="3" creationId="{00000000-0000-0000-0000-000000000000}"/>
          </ac:spMkLst>
        </pc:spChg>
      </pc:sldChg>
      <pc:sldChg chg="modSp add del mod modNotesTx">
        <pc:chgData name="Ms Alina Arshad" userId="cccdfd85-d35d-4453-9c6f-a463aae40722" providerId="ADAL" clId="{D4C91E6F-B9DD-440D-9732-C61CDFB6C2C8}" dt="2024-09-22T13:08:24.737" v="236"/>
        <pc:sldMkLst>
          <pc:docMk/>
          <pc:sldMk cId="0" sldId="259"/>
        </pc:sldMkLst>
        <pc:grpChg chg="mod">
          <ac:chgData name="Ms Alina Arshad" userId="cccdfd85-d35d-4453-9c6f-a463aae40722" providerId="ADAL" clId="{D4C91E6F-B9DD-440D-9732-C61CDFB6C2C8}" dt="2024-09-22T13:03:09.171" v="139" actId="1076"/>
          <ac:grpSpMkLst>
            <pc:docMk/>
            <pc:sldMk cId="0" sldId="259"/>
            <ac:grpSpMk id="2" creationId="{00000000-0000-0000-0000-000000000000}"/>
          </ac:grpSpMkLst>
        </pc:grpChg>
        <pc:picChg chg="mod">
          <ac:chgData name="Ms Alina Arshad" userId="cccdfd85-d35d-4453-9c6f-a463aae40722" providerId="ADAL" clId="{D4C91E6F-B9DD-440D-9732-C61CDFB6C2C8}" dt="2024-09-22T13:03:15.346" v="140" actId="2085"/>
          <ac:picMkLst>
            <pc:docMk/>
            <pc:sldMk cId="0" sldId="259"/>
            <ac:picMk id="4" creationId="{00000000-0000-0000-0000-000000000000}"/>
          </ac:picMkLst>
        </pc:picChg>
      </pc:sldChg>
      <pc:sldChg chg="modSp add del mod modNotesTx">
        <pc:chgData name="Ms Alina Arshad" userId="cccdfd85-d35d-4453-9c6f-a463aae40722" providerId="ADAL" clId="{D4C91E6F-B9DD-440D-9732-C61CDFB6C2C8}" dt="2024-09-22T13:08:41.224" v="238"/>
        <pc:sldMkLst>
          <pc:docMk/>
          <pc:sldMk cId="0" sldId="260"/>
        </pc:sldMkLst>
        <pc:spChg chg="mod">
          <ac:chgData name="Ms Alina Arshad" userId="cccdfd85-d35d-4453-9c6f-a463aae40722" providerId="ADAL" clId="{D4C91E6F-B9DD-440D-9732-C61CDFB6C2C8}" dt="2024-09-22T13:03:43.152" v="146" actId="207"/>
          <ac:spMkLst>
            <pc:docMk/>
            <pc:sldMk cId="0" sldId="260"/>
            <ac:spMk id="2" creationId="{00000000-0000-0000-0000-000000000000}"/>
          </ac:spMkLst>
        </pc:spChg>
        <pc:spChg chg="mod">
          <ac:chgData name="Ms Alina Arshad" userId="cccdfd85-d35d-4453-9c6f-a463aae40722" providerId="ADAL" clId="{D4C91E6F-B9DD-440D-9732-C61CDFB6C2C8}" dt="2024-09-22T13:04:20.885" v="161" actId="20577"/>
          <ac:spMkLst>
            <pc:docMk/>
            <pc:sldMk cId="0" sldId="260"/>
            <ac:spMk id="3" creationId="{00000000-0000-0000-0000-000000000000}"/>
          </ac:spMkLst>
        </pc:spChg>
      </pc:sldChg>
      <pc:sldChg chg="modSp add del mod">
        <pc:chgData name="Ms Alina Arshad" userId="cccdfd85-d35d-4453-9c6f-a463aae40722" providerId="ADAL" clId="{D4C91E6F-B9DD-440D-9732-C61CDFB6C2C8}" dt="2024-09-22T13:07:37.134" v="212" actId="47"/>
        <pc:sldMkLst>
          <pc:docMk/>
          <pc:sldMk cId="0" sldId="261"/>
        </pc:sldMkLst>
        <pc:spChg chg="mod">
          <ac:chgData name="Ms Alina Arshad" userId="cccdfd85-d35d-4453-9c6f-a463aae40722" providerId="ADAL" clId="{D4C91E6F-B9DD-440D-9732-C61CDFB6C2C8}" dt="2024-09-22T13:04:32.763" v="164" actId="1076"/>
          <ac:spMkLst>
            <pc:docMk/>
            <pc:sldMk cId="0" sldId="261"/>
            <ac:spMk id="2" creationId="{00000000-0000-0000-0000-000000000000}"/>
          </ac:spMkLst>
        </pc:spChg>
        <pc:spChg chg="mod">
          <ac:chgData name="Ms Alina Arshad" userId="cccdfd85-d35d-4453-9c6f-a463aae40722" providerId="ADAL" clId="{D4C91E6F-B9DD-440D-9732-C61CDFB6C2C8}" dt="2024-09-22T13:06:27.187" v="166" actId="1076"/>
          <ac:spMkLst>
            <pc:docMk/>
            <pc:sldMk cId="0" sldId="261"/>
            <ac:spMk id="3" creationId="{00000000-0000-0000-0000-000000000000}"/>
          </ac:spMkLst>
        </pc:spChg>
        <pc:grpChg chg="mod">
          <ac:chgData name="Ms Alina Arshad" userId="cccdfd85-d35d-4453-9c6f-a463aae40722" providerId="ADAL" clId="{D4C91E6F-B9DD-440D-9732-C61CDFB6C2C8}" dt="2024-09-22T13:04:36.578" v="165" actId="1076"/>
          <ac:grpSpMkLst>
            <pc:docMk/>
            <pc:sldMk cId="0" sldId="261"/>
            <ac:grpSpMk id="4" creationId="{00000000-0000-0000-0000-000000000000}"/>
          </ac:grpSpMkLst>
        </pc:grpChg>
      </pc:sldChg>
      <pc:sldChg chg="add del">
        <pc:chgData name="Ms Alina Arshad" userId="cccdfd85-d35d-4453-9c6f-a463aae40722" providerId="ADAL" clId="{D4C91E6F-B9DD-440D-9732-C61CDFB6C2C8}" dt="2024-09-22T13:08:06.214" v="232" actId="47"/>
        <pc:sldMkLst>
          <pc:docMk/>
          <pc:sldMk cId="3815384740" sldId="261"/>
        </pc:sldMkLst>
      </pc:sldChg>
      <pc:sldChg chg="add del">
        <pc:chgData name="Ms Alina Arshad" userId="cccdfd85-d35d-4453-9c6f-a463aae40722" providerId="ADAL" clId="{D4C91E6F-B9DD-440D-9732-C61CDFB6C2C8}" dt="2024-09-22T13:07:35.157" v="167" actId="47"/>
        <pc:sldMkLst>
          <pc:docMk/>
          <pc:sldMk cId="0" sldId="262"/>
        </pc:sldMkLst>
      </pc:sldChg>
      <pc:sldChg chg="add del">
        <pc:chgData name="Ms Alina Arshad" userId="cccdfd85-d35d-4453-9c6f-a463aae40722" providerId="ADAL" clId="{D4C91E6F-B9DD-440D-9732-C61CDFB6C2C8}" dt="2024-09-22T13:08:14.053" v="234" actId="47"/>
        <pc:sldMkLst>
          <pc:docMk/>
          <pc:sldMk cId="129713762" sldId="262"/>
        </pc:sldMkLst>
      </pc:sldChg>
      <pc:sldChg chg="add del">
        <pc:chgData name="Ms Alina Arshad" userId="cccdfd85-d35d-4453-9c6f-a463aae40722" providerId="ADAL" clId="{D4C91E6F-B9DD-440D-9732-C61CDFB6C2C8}" dt="2024-09-22T13:07:35.672" v="168" actId="47"/>
        <pc:sldMkLst>
          <pc:docMk/>
          <pc:sldMk cId="0" sldId="263"/>
        </pc:sldMkLst>
      </pc:sldChg>
      <pc:sldChg chg="add del setBg">
        <pc:chgData name="Ms Alina Arshad" userId="cccdfd85-d35d-4453-9c6f-a463aae40722" providerId="ADAL" clId="{D4C91E6F-B9DD-440D-9732-C61CDFB6C2C8}" dt="2024-09-22T13:08:22.006" v="235" actId="47"/>
        <pc:sldMkLst>
          <pc:docMk/>
          <pc:sldMk cId="3764556304" sldId="263"/>
        </pc:sldMkLst>
      </pc:sldChg>
      <pc:sldChg chg="add del">
        <pc:chgData name="Ms Alina Arshad" userId="cccdfd85-d35d-4453-9c6f-a463aae40722" providerId="ADAL" clId="{D4C91E6F-B9DD-440D-9732-C61CDFB6C2C8}" dt="2024-09-22T13:07:35.700" v="169" actId="47"/>
        <pc:sldMkLst>
          <pc:docMk/>
          <pc:sldMk cId="0" sldId="264"/>
        </pc:sldMkLst>
      </pc:sldChg>
      <pc:sldChg chg="add del">
        <pc:chgData name="Ms Alina Arshad" userId="cccdfd85-d35d-4453-9c6f-a463aae40722" providerId="ADAL" clId="{D4C91E6F-B9DD-440D-9732-C61CDFB6C2C8}" dt="2024-09-22T13:08:34.058" v="237" actId="47"/>
        <pc:sldMkLst>
          <pc:docMk/>
          <pc:sldMk cId="1207064355" sldId="264"/>
        </pc:sldMkLst>
      </pc:sldChg>
      <pc:sldChg chg="add del">
        <pc:chgData name="Ms Alina Arshad" userId="cccdfd85-d35d-4453-9c6f-a463aae40722" providerId="ADAL" clId="{D4C91E6F-B9DD-440D-9732-C61CDFB6C2C8}" dt="2024-09-22T13:07:35.725" v="170" actId="47"/>
        <pc:sldMkLst>
          <pc:docMk/>
          <pc:sldMk cId="1577505814" sldId="265"/>
        </pc:sldMkLst>
        <pc:spChg chg="mod">
          <ac:chgData name="Ms Alina Arshad" userId="cccdfd85-d35d-4453-9c6f-a463aae40722" providerId="ADAL" clId="{D4C91E6F-B9DD-440D-9732-C61CDFB6C2C8}" dt="2024-09-22T13:08:55.410" v="241" actId="14100"/>
          <ac:spMkLst>
            <pc:docMk/>
            <pc:sldMk cId="1577505814" sldId="265"/>
            <ac:spMk id="2" creationId="{41435336-0E45-46A6-ADEF-9EF46BC634DD}"/>
          </ac:spMkLst>
        </pc:spChg>
        <pc:spChg chg="mod">
          <ac:chgData name="Ms Alina Arshad" userId="cccdfd85-d35d-4453-9c6f-a463aae40722" providerId="ADAL" clId="{D4C91E6F-B9DD-440D-9732-C61CDFB6C2C8}" dt="2024-09-22T13:09:39.028" v="256" actId="20577"/>
          <ac:spMkLst>
            <pc:docMk/>
            <pc:sldMk cId="1577505814" sldId="265"/>
            <ac:spMk id="3" creationId="{E63F2E24-C7BF-41F5-B648-FAA96C5DE71A}"/>
          </ac:spMkLst>
        </pc:spChg>
        <pc:spChg chg="mod">
          <ac:chgData name="Ms Alina Arshad" userId="cccdfd85-d35d-4453-9c6f-a463aae40722" providerId="ADAL" clId="{D4C91E6F-B9DD-440D-9732-C61CDFB6C2C8}" dt="2024-09-22T13:15:03.116" v="266" actId="1076"/>
          <ac:spMkLst>
            <pc:docMk/>
            <pc:sldMk cId="1577505814" sldId="265"/>
            <ac:spMk id="4" creationId="{00000000-0000-0000-0000-000000000000}"/>
          </ac:spMkLst>
        </pc:spChg>
        <pc:picChg chg="mod">
          <ac:chgData name="Ms Alina Arshad" userId="cccdfd85-d35d-4453-9c6f-a463aae40722" providerId="ADAL" clId="{D4C91E6F-B9DD-440D-9732-C61CDFB6C2C8}" dt="2024-09-22T13:14:56.785" v="264" actId="1076"/>
          <ac:picMkLst>
            <pc:docMk/>
            <pc:sldMk cId="1577505814" sldId="265"/>
            <ac:picMk id="5" creationId="{28B6A947-1E80-48EF-9AA4-2B6CCB11361F}"/>
          </ac:picMkLst>
        </pc:picChg>
      </pc:sldChg>
      <pc:sldChg chg="add del">
        <pc:chgData name="Ms Alina Arshad" userId="cccdfd85-d35d-4453-9c6f-a463aae40722" providerId="ADAL" clId="{D4C91E6F-B9DD-440D-9732-C61CDFB6C2C8}" dt="2024-09-22T13:07:35.770" v="171" actId="47"/>
        <pc:sldMkLst>
          <pc:docMk/>
          <pc:sldMk cId="1582826008" sldId="266"/>
        </pc:sldMkLst>
        <pc:spChg chg="mod">
          <ac:chgData name="Ms Alina Arshad" userId="cccdfd85-d35d-4453-9c6f-a463aae40722" providerId="ADAL" clId="{D4C91E6F-B9DD-440D-9732-C61CDFB6C2C8}" dt="2024-09-22T13:19:27.669" v="311" actId="14100"/>
          <ac:spMkLst>
            <pc:docMk/>
            <pc:sldMk cId="1582826008" sldId="266"/>
            <ac:spMk id="2" creationId="{46EBB6ED-E43E-4705-8E79-74B8B05AAD23}"/>
          </ac:spMkLst>
        </pc:spChg>
        <pc:spChg chg="mod">
          <ac:chgData name="Ms Alina Arshad" userId="cccdfd85-d35d-4453-9c6f-a463aae40722" providerId="ADAL" clId="{D4C91E6F-B9DD-440D-9732-C61CDFB6C2C8}" dt="2024-09-22T13:20:12.385" v="318" actId="12"/>
          <ac:spMkLst>
            <pc:docMk/>
            <pc:sldMk cId="1582826008" sldId="266"/>
            <ac:spMk id="3" creationId="{4196CBF0-4754-427D-8A38-7DDD2A8EC7AF}"/>
          </ac:spMkLst>
        </pc:spChg>
      </pc:sldChg>
      <pc:sldChg chg="modSp add mod">
        <pc:chgData name="Ms Alina Arshad" userId="cccdfd85-d35d-4453-9c6f-a463aae40722" providerId="ADAL" clId="{D4C91E6F-B9DD-440D-9732-C61CDFB6C2C8}" dt="2024-09-22T13:23:30.753" v="355" actId="1076"/>
        <pc:sldMkLst>
          <pc:docMk/>
          <pc:sldMk cId="731299161" sldId="267"/>
        </pc:sldMkLst>
        <pc:spChg chg="mod">
          <ac:chgData name="Ms Alina Arshad" userId="cccdfd85-d35d-4453-9c6f-a463aae40722" providerId="ADAL" clId="{D4C91E6F-B9DD-440D-9732-C61CDFB6C2C8}" dt="2024-09-22T13:22:57.244" v="346" actId="207"/>
          <ac:spMkLst>
            <pc:docMk/>
            <pc:sldMk cId="731299161" sldId="267"/>
            <ac:spMk id="2" creationId="{9201C7C5-381E-4176-A65A-204F25AA8BDC}"/>
          </ac:spMkLst>
        </pc:spChg>
        <pc:spChg chg="mod">
          <ac:chgData name="Ms Alina Arshad" userId="cccdfd85-d35d-4453-9c6f-a463aae40722" providerId="ADAL" clId="{D4C91E6F-B9DD-440D-9732-C61CDFB6C2C8}" dt="2024-09-22T13:23:15.910" v="351" actId="27636"/>
          <ac:spMkLst>
            <pc:docMk/>
            <pc:sldMk cId="731299161" sldId="267"/>
            <ac:spMk id="3" creationId="{FCCFEEAF-64FB-4C56-B9BC-E9CF77168172}"/>
          </ac:spMkLst>
        </pc:spChg>
        <pc:picChg chg="mod">
          <ac:chgData name="Ms Alina Arshad" userId="cccdfd85-d35d-4453-9c6f-a463aae40722" providerId="ADAL" clId="{D4C91E6F-B9DD-440D-9732-C61CDFB6C2C8}" dt="2024-09-22T13:23:19.471" v="352" actId="1076"/>
          <ac:picMkLst>
            <pc:docMk/>
            <pc:sldMk cId="731299161" sldId="267"/>
            <ac:picMk id="5" creationId="{8353E4DA-5B96-4841-87DE-4D047CCEE14B}"/>
          </ac:picMkLst>
        </pc:picChg>
        <pc:picChg chg="mod">
          <ac:chgData name="Ms Alina Arshad" userId="cccdfd85-d35d-4453-9c6f-a463aae40722" providerId="ADAL" clId="{D4C91E6F-B9DD-440D-9732-C61CDFB6C2C8}" dt="2024-09-22T13:23:30.753" v="355" actId="1076"/>
          <ac:picMkLst>
            <pc:docMk/>
            <pc:sldMk cId="731299161" sldId="267"/>
            <ac:picMk id="7" creationId="{8F9DBF2E-B7FC-4CA0-B16C-95411F8BFBDA}"/>
          </ac:picMkLst>
        </pc:picChg>
      </pc:sldChg>
      <pc:sldChg chg="add del">
        <pc:chgData name="Ms Alina Arshad" userId="cccdfd85-d35d-4453-9c6f-a463aae40722" providerId="ADAL" clId="{D4C91E6F-B9DD-440D-9732-C61CDFB6C2C8}" dt="2024-09-22T13:07:35.851" v="173" actId="47"/>
        <pc:sldMkLst>
          <pc:docMk/>
          <pc:sldMk cId="90329638" sldId="268"/>
        </pc:sldMkLst>
        <pc:spChg chg="mod">
          <ac:chgData name="Ms Alina Arshad" userId="cccdfd85-d35d-4453-9c6f-a463aae40722" providerId="ADAL" clId="{D4C91E6F-B9DD-440D-9732-C61CDFB6C2C8}" dt="2024-09-22T13:20:29.385" v="322" actId="207"/>
          <ac:spMkLst>
            <pc:docMk/>
            <pc:sldMk cId="90329638" sldId="268"/>
            <ac:spMk id="2" creationId="{4EDE3C3C-40B3-4F0A-A7FF-AB655B1FF156}"/>
          </ac:spMkLst>
        </pc:spChg>
        <pc:picChg chg="mod">
          <ac:chgData name="Ms Alina Arshad" userId="cccdfd85-d35d-4453-9c6f-a463aae40722" providerId="ADAL" clId="{D4C91E6F-B9DD-440D-9732-C61CDFB6C2C8}" dt="2024-09-22T13:20:25.320" v="321" actId="1076"/>
          <ac:picMkLst>
            <pc:docMk/>
            <pc:sldMk cId="90329638" sldId="268"/>
            <ac:picMk id="4" creationId="{DB3C41BB-6C26-4A8B-9A8A-A3637402DEC3}"/>
          </ac:picMkLst>
        </pc:picChg>
      </pc:sldChg>
      <pc:sldChg chg="add del">
        <pc:chgData name="Ms Alina Arshad" userId="cccdfd85-d35d-4453-9c6f-a463aae40722" providerId="ADAL" clId="{D4C91E6F-B9DD-440D-9732-C61CDFB6C2C8}" dt="2024-09-22T13:07:35.883" v="174" actId="47"/>
        <pc:sldMkLst>
          <pc:docMk/>
          <pc:sldMk cId="2295129282" sldId="269"/>
        </pc:sldMkLst>
        <pc:spChg chg="mod">
          <ac:chgData name="Ms Alina Arshad" userId="cccdfd85-d35d-4453-9c6f-a463aae40722" providerId="ADAL" clId="{D4C91E6F-B9DD-440D-9732-C61CDFB6C2C8}" dt="2024-09-22T13:20:33.194" v="323" actId="207"/>
          <ac:spMkLst>
            <pc:docMk/>
            <pc:sldMk cId="2295129282" sldId="269"/>
            <ac:spMk id="2" creationId="{93C8DEF6-C2A6-4FFE-93D4-B72310FBBE69}"/>
          </ac:spMkLst>
        </pc:spChg>
        <pc:spChg chg="mod">
          <ac:chgData name="Ms Alina Arshad" userId="cccdfd85-d35d-4453-9c6f-a463aae40722" providerId="ADAL" clId="{D4C91E6F-B9DD-440D-9732-C61CDFB6C2C8}" dt="2024-09-22T13:20:54.354" v="327" actId="12"/>
          <ac:spMkLst>
            <pc:docMk/>
            <pc:sldMk cId="2295129282" sldId="269"/>
            <ac:spMk id="3" creationId="{66EFAC1E-5121-41BA-9011-3E368A014F17}"/>
          </ac:spMkLst>
        </pc:spChg>
      </pc:sldChg>
      <pc:sldChg chg="add del">
        <pc:chgData name="Ms Alina Arshad" userId="cccdfd85-d35d-4453-9c6f-a463aae40722" providerId="ADAL" clId="{D4C91E6F-B9DD-440D-9732-C61CDFB6C2C8}" dt="2024-09-22T13:07:35.915" v="175" actId="47"/>
        <pc:sldMkLst>
          <pc:docMk/>
          <pc:sldMk cId="2090315159" sldId="270"/>
        </pc:sldMkLst>
        <pc:spChg chg="del mod">
          <ac:chgData name="Ms Alina Arshad" userId="cccdfd85-d35d-4453-9c6f-a463aae40722" providerId="ADAL" clId="{D4C91E6F-B9DD-440D-9732-C61CDFB6C2C8}" dt="2024-09-22T13:21:00.410" v="329" actId="478"/>
          <ac:spMkLst>
            <pc:docMk/>
            <pc:sldMk cId="2090315159" sldId="270"/>
            <ac:spMk id="2" creationId="{0426256D-2615-4908-82AE-C041376F8B14}"/>
          </ac:spMkLst>
        </pc:spChg>
        <pc:picChg chg="mod">
          <ac:chgData name="Ms Alina Arshad" userId="cccdfd85-d35d-4453-9c6f-a463aae40722" providerId="ADAL" clId="{D4C91E6F-B9DD-440D-9732-C61CDFB6C2C8}" dt="2024-09-22T13:21:05.927" v="331" actId="14100"/>
          <ac:picMkLst>
            <pc:docMk/>
            <pc:sldMk cId="2090315159" sldId="270"/>
            <ac:picMk id="5" creationId="{25C3C4F9-7925-4068-AA4C-4E3D602F577F}"/>
          </ac:picMkLst>
        </pc:picChg>
      </pc:sldChg>
      <pc:sldChg chg="add del">
        <pc:chgData name="Ms Alina Arshad" userId="cccdfd85-d35d-4453-9c6f-a463aae40722" providerId="ADAL" clId="{D4C91E6F-B9DD-440D-9732-C61CDFB6C2C8}" dt="2024-09-22T13:07:35.946" v="176" actId="47"/>
        <pc:sldMkLst>
          <pc:docMk/>
          <pc:sldMk cId="3034138166" sldId="271"/>
        </pc:sldMkLst>
        <pc:spChg chg="mod">
          <ac:chgData name="Ms Alina Arshad" userId="cccdfd85-d35d-4453-9c6f-a463aae40722" providerId="ADAL" clId="{D4C91E6F-B9DD-440D-9732-C61CDFB6C2C8}" dt="2024-09-22T13:21:39.851" v="338" actId="207"/>
          <ac:spMkLst>
            <pc:docMk/>
            <pc:sldMk cId="3034138166" sldId="271"/>
            <ac:spMk id="2" creationId="{8C9FE61B-36F7-43C1-B94F-337BAEC25346}"/>
          </ac:spMkLst>
        </pc:spChg>
        <pc:spChg chg="mod">
          <ac:chgData name="Ms Alina Arshad" userId="cccdfd85-d35d-4453-9c6f-a463aae40722" providerId="ADAL" clId="{D4C91E6F-B9DD-440D-9732-C61CDFB6C2C8}" dt="2024-09-22T13:21:35.824" v="337" actId="12"/>
          <ac:spMkLst>
            <pc:docMk/>
            <pc:sldMk cId="3034138166" sldId="271"/>
            <ac:spMk id="3" creationId="{F4DD344C-E183-4834-ADD9-55E7821B0508}"/>
          </ac:spMkLst>
        </pc:spChg>
      </pc:sldChg>
      <pc:sldChg chg="add del">
        <pc:chgData name="Ms Alina Arshad" userId="cccdfd85-d35d-4453-9c6f-a463aae40722" providerId="ADAL" clId="{D4C91E6F-B9DD-440D-9732-C61CDFB6C2C8}" dt="2024-09-22T13:07:35.960" v="177" actId="47"/>
        <pc:sldMkLst>
          <pc:docMk/>
          <pc:sldMk cId="2504047100" sldId="272"/>
        </pc:sldMkLst>
        <pc:spChg chg="mod">
          <ac:chgData name="Ms Alina Arshad" userId="cccdfd85-d35d-4453-9c6f-a463aae40722" providerId="ADAL" clId="{D4C91E6F-B9DD-440D-9732-C61CDFB6C2C8}" dt="2024-09-22T13:25:13.354" v="360" actId="403"/>
          <ac:spMkLst>
            <pc:docMk/>
            <pc:sldMk cId="2504047100" sldId="272"/>
            <ac:spMk id="3" creationId="{63575681-B3F7-4B23-9460-6AB9C10F11E7}"/>
          </ac:spMkLst>
        </pc:spChg>
        <pc:spChg chg="mod">
          <ac:chgData name="Ms Alina Arshad" userId="cccdfd85-d35d-4453-9c6f-a463aae40722" providerId="ADAL" clId="{D4C91E6F-B9DD-440D-9732-C61CDFB6C2C8}" dt="2024-09-22T13:24:55.335" v="356" actId="207"/>
          <ac:spMkLst>
            <pc:docMk/>
            <pc:sldMk cId="2504047100" sldId="272"/>
            <ac:spMk id="6" creationId="{0D48C4BA-D3D1-40FF-B0BF-0C6BBE0932B9}"/>
          </ac:spMkLst>
        </pc:spChg>
        <pc:picChg chg="mod">
          <ac:chgData name="Ms Alina Arshad" userId="cccdfd85-d35d-4453-9c6f-a463aae40722" providerId="ADAL" clId="{D4C91E6F-B9DD-440D-9732-C61CDFB6C2C8}" dt="2024-09-22T13:25:26.652" v="363" actId="1076"/>
          <ac:picMkLst>
            <pc:docMk/>
            <pc:sldMk cId="2504047100" sldId="272"/>
            <ac:picMk id="5" creationId="{875B59C6-BD88-403C-A5A5-3503BF501A70}"/>
          </ac:picMkLst>
        </pc:picChg>
      </pc:sldChg>
      <pc:sldChg chg="modSp add mod">
        <pc:chgData name="Ms Alina Arshad" userId="cccdfd85-d35d-4453-9c6f-a463aae40722" providerId="ADAL" clId="{D4C91E6F-B9DD-440D-9732-C61CDFB6C2C8}" dt="2024-09-22T13:26:22.252" v="379" actId="1076"/>
        <pc:sldMkLst>
          <pc:docMk/>
          <pc:sldMk cId="4283755204" sldId="273"/>
        </pc:sldMkLst>
        <pc:spChg chg="mod">
          <ac:chgData name="Ms Alina Arshad" userId="cccdfd85-d35d-4453-9c6f-a463aae40722" providerId="ADAL" clId="{D4C91E6F-B9DD-440D-9732-C61CDFB6C2C8}" dt="2024-09-22T13:25:53.216" v="370" actId="2711"/>
          <ac:spMkLst>
            <pc:docMk/>
            <pc:sldMk cId="4283755204" sldId="273"/>
            <ac:spMk id="3" creationId="{480AF8B5-325E-40CD-8205-5DD4CE2045CE}"/>
          </ac:spMkLst>
        </pc:spChg>
        <pc:spChg chg="mod">
          <ac:chgData name="Ms Alina Arshad" userId="cccdfd85-d35d-4453-9c6f-a463aae40722" providerId="ADAL" clId="{D4C91E6F-B9DD-440D-9732-C61CDFB6C2C8}" dt="2024-09-22T13:26:22.252" v="379" actId="1076"/>
          <ac:spMkLst>
            <pc:docMk/>
            <pc:sldMk cId="4283755204" sldId="273"/>
            <ac:spMk id="6" creationId="{4BFD4BED-801D-42A3-8A5B-FF9C1516D72C}"/>
          </ac:spMkLst>
        </pc:spChg>
        <pc:picChg chg="mod">
          <ac:chgData name="Ms Alina Arshad" userId="cccdfd85-d35d-4453-9c6f-a463aae40722" providerId="ADAL" clId="{D4C91E6F-B9DD-440D-9732-C61CDFB6C2C8}" dt="2024-09-22T13:25:42.787" v="366" actId="1076"/>
          <ac:picMkLst>
            <pc:docMk/>
            <pc:sldMk cId="4283755204" sldId="273"/>
            <ac:picMk id="5" creationId="{D8DA8D51-5D53-44D8-AD01-9D3D3C4B8574}"/>
          </ac:picMkLst>
        </pc:picChg>
      </pc:sldChg>
      <pc:sldChg chg="add del">
        <pc:chgData name="Ms Alina Arshad" userId="cccdfd85-d35d-4453-9c6f-a463aae40722" providerId="ADAL" clId="{D4C91E6F-B9DD-440D-9732-C61CDFB6C2C8}" dt="2024-09-22T13:07:36.042" v="179" actId="47"/>
        <pc:sldMkLst>
          <pc:docMk/>
          <pc:sldMk cId="2935103945" sldId="274"/>
        </pc:sldMkLst>
        <pc:spChg chg="mod">
          <ac:chgData name="Ms Alina Arshad" userId="cccdfd85-d35d-4453-9c6f-a463aae40722" providerId="ADAL" clId="{D4C91E6F-B9DD-440D-9732-C61CDFB6C2C8}" dt="2024-09-22T13:26:29.045" v="380" actId="207"/>
          <ac:spMkLst>
            <pc:docMk/>
            <pc:sldMk cId="2935103945" sldId="274"/>
            <ac:spMk id="2" creationId="{C68223F5-F8BE-48BC-8240-78FBA46AF802}"/>
          </ac:spMkLst>
        </pc:spChg>
        <pc:spChg chg="mod">
          <ac:chgData name="Ms Alina Arshad" userId="cccdfd85-d35d-4453-9c6f-a463aae40722" providerId="ADAL" clId="{D4C91E6F-B9DD-440D-9732-C61CDFB6C2C8}" dt="2024-09-22T13:26:45.100" v="386" actId="20577"/>
          <ac:spMkLst>
            <pc:docMk/>
            <pc:sldMk cId="2935103945" sldId="274"/>
            <ac:spMk id="3" creationId="{58F9CE5B-D0D8-4F74-8E4E-CFF85A1C2C17}"/>
          </ac:spMkLst>
        </pc:spChg>
      </pc:sldChg>
      <pc:sldChg chg="modSp add mod">
        <pc:chgData name="Ms Alina Arshad" userId="cccdfd85-d35d-4453-9c6f-a463aae40722" providerId="ADAL" clId="{D4C91E6F-B9DD-440D-9732-C61CDFB6C2C8}" dt="2024-09-22T13:27:16.223" v="393" actId="1076"/>
        <pc:sldMkLst>
          <pc:docMk/>
          <pc:sldMk cId="1497646456" sldId="275"/>
        </pc:sldMkLst>
        <pc:picChg chg="mod">
          <ac:chgData name="Ms Alina Arshad" userId="cccdfd85-d35d-4453-9c6f-a463aae40722" providerId="ADAL" clId="{D4C91E6F-B9DD-440D-9732-C61CDFB6C2C8}" dt="2024-09-22T13:27:12.158" v="392" actId="1076"/>
          <ac:picMkLst>
            <pc:docMk/>
            <pc:sldMk cId="1497646456" sldId="275"/>
            <ac:picMk id="5" creationId="{0DBB2777-7016-4A01-8AF0-F96056B9FC8F}"/>
          </ac:picMkLst>
        </pc:picChg>
        <pc:picChg chg="mod">
          <ac:chgData name="Ms Alina Arshad" userId="cccdfd85-d35d-4453-9c6f-a463aae40722" providerId="ADAL" clId="{D4C91E6F-B9DD-440D-9732-C61CDFB6C2C8}" dt="2024-09-22T13:27:16.223" v="393" actId="1076"/>
          <ac:picMkLst>
            <pc:docMk/>
            <pc:sldMk cId="1497646456" sldId="275"/>
            <ac:picMk id="6" creationId="{FA9585FB-CBE2-4A52-9153-F383B3C1533C}"/>
          </ac:picMkLst>
        </pc:picChg>
      </pc:sldChg>
      <pc:sldChg chg="add del">
        <pc:chgData name="Ms Alina Arshad" userId="cccdfd85-d35d-4453-9c6f-a463aae40722" providerId="ADAL" clId="{D4C91E6F-B9DD-440D-9732-C61CDFB6C2C8}" dt="2024-09-22T13:07:36.089" v="181" actId="47"/>
        <pc:sldMkLst>
          <pc:docMk/>
          <pc:sldMk cId="3993717517" sldId="276"/>
        </pc:sldMkLst>
        <pc:spChg chg="mod">
          <ac:chgData name="Ms Alina Arshad" userId="cccdfd85-d35d-4453-9c6f-a463aae40722" providerId="ADAL" clId="{D4C91E6F-B9DD-440D-9732-C61CDFB6C2C8}" dt="2024-09-22T13:27:41.415" v="397" actId="207"/>
          <ac:spMkLst>
            <pc:docMk/>
            <pc:sldMk cId="3993717517" sldId="276"/>
            <ac:spMk id="2" creationId="{781791DC-0148-40EC-85C5-4A802374F13F}"/>
          </ac:spMkLst>
        </pc:spChg>
        <pc:spChg chg="mod">
          <ac:chgData name="Ms Alina Arshad" userId="cccdfd85-d35d-4453-9c6f-a463aae40722" providerId="ADAL" clId="{D4C91E6F-B9DD-440D-9732-C61CDFB6C2C8}" dt="2024-09-22T13:27:50.921" v="399" actId="403"/>
          <ac:spMkLst>
            <pc:docMk/>
            <pc:sldMk cId="3993717517" sldId="276"/>
            <ac:spMk id="3" creationId="{31A7AFD5-81DA-4DED-AD8C-F310D4820705}"/>
          </ac:spMkLst>
        </pc:spChg>
      </pc:sldChg>
      <pc:sldChg chg="add del">
        <pc:chgData name="Ms Alina Arshad" userId="cccdfd85-d35d-4453-9c6f-a463aae40722" providerId="ADAL" clId="{D4C91E6F-B9DD-440D-9732-C61CDFB6C2C8}" dt="2024-09-22T13:07:36.120" v="182" actId="47"/>
        <pc:sldMkLst>
          <pc:docMk/>
          <pc:sldMk cId="0" sldId="277"/>
        </pc:sldMkLst>
      </pc:sldChg>
      <pc:sldChg chg="add del">
        <pc:chgData name="Ms Alina Arshad" userId="cccdfd85-d35d-4453-9c6f-a463aae40722" providerId="ADAL" clId="{D4C91E6F-B9DD-440D-9732-C61CDFB6C2C8}" dt="2024-09-22T13:07:36.158" v="183" actId="47"/>
        <pc:sldMkLst>
          <pc:docMk/>
          <pc:sldMk cId="2668593764" sldId="278"/>
        </pc:sldMkLst>
        <pc:spChg chg="mod">
          <ac:chgData name="Ms Alina Arshad" userId="cccdfd85-d35d-4453-9c6f-a463aae40722" providerId="ADAL" clId="{D4C91E6F-B9DD-440D-9732-C61CDFB6C2C8}" dt="2024-09-22T13:27:26.932" v="394" actId="207"/>
          <ac:spMkLst>
            <pc:docMk/>
            <pc:sldMk cId="2668593764" sldId="278"/>
            <ac:spMk id="2" creationId="{E5F7AB3E-208B-4CED-8A8F-7FD72405664D}"/>
          </ac:spMkLst>
        </pc:spChg>
        <pc:spChg chg="mod">
          <ac:chgData name="Ms Alina Arshad" userId="cccdfd85-d35d-4453-9c6f-a463aae40722" providerId="ADAL" clId="{D4C91E6F-B9DD-440D-9732-C61CDFB6C2C8}" dt="2024-09-22T13:27:35.494" v="396" actId="2711"/>
          <ac:spMkLst>
            <pc:docMk/>
            <pc:sldMk cId="2668593764" sldId="278"/>
            <ac:spMk id="3" creationId="{49F9FC7E-9E3B-42F7-B653-B264FCCAE9D8}"/>
          </ac:spMkLst>
        </pc:spChg>
      </pc:sldChg>
      <pc:sldChg chg="del">
        <pc:chgData name="Ms Alina Arshad" userId="cccdfd85-d35d-4453-9c6f-a463aae40722" providerId="ADAL" clId="{D4C91E6F-B9DD-440D-9732-C61CDFB6C2C8}" dt="2024-09-22T13:07:37.093" v="211" actId="47"/>
        <pc:sldMkLst>
          <pc:docMk/>
          <pc:sldMk cId="1325985888" sldId="279"/>
        </pc:sldMkLst>
      </pc:sldChg>
      <pc:sldChg chg="modSp add mod">
        <pc:chgData name="Ms Alina Arshad" userId="cccdfd85-d35d-4453-9c6f-a463aae40722" providerId="ADAL" clId="{D4C91E6F-B9DD-440D-9732-C61CDFB6C2C8}" dt="2024-09-22T13:07:58.843" v="228" actId="27636"/>
        <pc:sldMkLst>
          <pc:docMk/>
          <pc:sldMk cId="3703048629" sldId="279"/>
        </pc:sldMkLst>
        <pc:spChg chg="mod">
          <ac:chgData name="Ms Alina Arshad" userId="cccdfd85-d35d-4453-9c6f-a463aae40722" providerId="ADAL" clId="{D4C91E6F-B9DD-440D-9732-C61CDFB6C2C8}" dt="2024-09-22T13:07:58.843" v="228" actId="27636"/>
          <ac:spMkLst>
            <pc:docMk/>
            <pc:sldMk cId="3703048629" sldId="279"/>
            <ac:spMk id="3" creationId="{14C2275F-EEF7-4B46-8F23-7E6682716D48}"/>
          </ac:spMkLst>
        </pc:spChg>
      </pc:sldChg>
      <pc:sldChg chg="add del">
        <pc:chgData name="Ms Alina Arshad" userId="cccdfd85-d35d-4453-9c6f-a463aae40722" providerId="ADAL" clId="{D4C91E6F-B9DD-440D-9732-C61CDFB6C2C8}" dt="2024-09-22T13:02:21.183" v="130" actId="47"/>
        <pc:sldMkLst>
          <pc:docMk/>
          <pc:sldMk cId="1821615422" sldId="280"/>
        </pc:sldMkLst>
      </pc:sldChg>
      <pc:sldChg chg="add">
        <pc:chgData name="Ms Alina Arshad" userId="cccdfd85-d35d-4453-9c6f-a463aae40722" providerId="ADAL" clId="{D4C91E6F-B9DD-440D-9732-C61CDFB6C2C8}" dt="2024-09-22T13:07:58.693" v="223"/>
        <pc:sldMkLst>
          <pc:docMk/>
          <pc:sldMk cId="3605066316" sldId="281"/>
        </pc:sldMkLst>
      </pc:sldChg>
      <pc:sldChg chg="add del">
        <pc:chgData name="Ms Alina Arshad" userId="cccdfd85-d35d-4453-9c6f-a463aae40722" providerId="ADAL" clId="{D4C91E6F-B9DD-440D-9732-C61CDFB6C2C8}" dt="2024-09-22T13:07:36.223" v="185" actId="47"/>
        <pc:sldMkLst>
          <pc:docMk/>
          <pc:sldMk cId="24697311" sldId="282"/>
        </pc:sldMkLst>
      </pc:sldChg>
      <pc:sldChg chg="modSp add mod">
        <pc:chgData name="Ms Alina Arshad" userId="cccdfd85-d35d-4453-9c6f-a463aae40722" providerId="ADAL" clId="{D4C91E6F-B9DD-440D-9732-C61CDFB6C2C8}" dt="2024-09-22T13:26:58.544" v="388" actId="14100"/>
        <pc:sldMkLst>
          <pc:docMk/>
          <pc:sldMk cId="3289392637" sldId="283"/>
        </pc:sldMkLst>
        <pc:picChg chg="mod">
          <ac:chgData name="Ms Alina Arshad" userId="cccdfd85-d35d-4453-9c6f-a463aae40722" providerId="ADAL" clId="{D4C91E6F-B9DD-440D-9732-C61CDFB6C2C8}" dt="2024-09-22T13:26:58.544" v="388" actId="14100"/>
          <ac:picMkLst>
            <pc:docMk/>
            <pc:sldMk cId="3289392637" sldId="283"/>
            <ac:picMk id="5" creationId="{E9364447-0905-4016-B0E8-FD9646A14B14}"/>
          </ac:picMkLst>
        </pc:picChg>
      </pc:sldChg>
      <pc:sldChg chg="add del">
        <pc:chgData name="Ms Alina Arshad" userId="cccdfd85-d35d-4453-9c6f-a463aae40722" providerId="ADAL" clId="{D4C91E6F-B9DD-440D-9732-C61CDFB6C2C8}" dt="2024-09-22T13:07:36.291" v="187" actId="47"/>
        <pc:sldMkLst>
          <pc:docMk/>
          <pc:sldMk cId="800652809" sldId="284"/>
        </pc:sldMkLst>
      </pc:sldChg>
      <pc:sldChg chg="add del">
        <pc:chgData name="Ms Alina Arshad" userId="cccdfd85-d35d-4453-9c6f-a463aae40722" providerId="ADAL" clId="{D4C91E6F-B9DD-440D-9732-C61CDFB6C2C8}" dt="2024-09-22T13:07:36.322" v="188" actId="47"/>
        <pc:sldMkLst>
          <pc:docMk/>
          <pc:sldMk cId="1402144616" sldId="285"/>
        </pc:sldMkLst>
        <pc:spChg chg="mod">
          <ac:chgData name="Ms Alina Arshad" userId="cccdfd85-d35d-4453-9c6f-a463aae40722" providerId="ADAL" clId="{D4C91E6F-B9DD-440D-9732-C61CDFB6C2C8}" dt="2024-09-22T13:16:35.790" v="290" actId="26606"/>
          <ac:spMkLst>
            <pc:docMk/>
            <pc:sldMk cId="1402144616" sldId="285"/>
            <ac:spMk id="2" creationId="{2F6CB8CE-8AA3-4A30-80C4-4E7895E4B350}"/>
          </ac:spMkLst>
        </pc:spChg>
        <pc:spChg chg="add">
          <ac:chgData name="Ms Alina Arshad" userId="cccdfd85-d35d-4453-9c6f-a463aae40722" providerId="ADAL" clId="{D4C91E6F-B9DD-440D-9732-C61CDFB6C2C8}" dt="2024-09-22T13:16:35.790" v="290" actId="26606"/>
          <ac:spMkLst>
            <pc:docMk/>
            <pc:sldMk cId="1402144616" sldId="285"/>
            <ac:spMk id="6"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7" creationId="{39CB82C2-DF65-4EC1-8280-F201D50F570B}"/>
          </ac:spMkLst>
        </pc:spChg>
        <pc:spChg chg="add del">
          <ac:chgData name="Ms Alina Arshad" userId="cccdfd85-d35d-4453-9c6f-a463aae40722" providerId="ADAL" clId="{D4C91E6F-B9DD-440D-9732-C61CDFB6C2C8}" dt="2024-09-22T13:16:32.257" v="289" actId="26606"/>
          <ac:spMkLst>
            <pc:docMk/>
            <pc:sldMk cId="1402144616" sldId="285"/>
            <ac:spMk id="9"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10" creationId="{FA4CD5CB-D209-4D70-8CA4-629731C59219}"/>
          </ac:spMkLst>
        </pc:spChg>
        <pc:spChg chg="add del">
          <ac:chgData name="Ms Alina Arshad" userId="cccdfd85-d35d-4453-9c6f-a463aae40722" providerId="ADAL" clId="{D4C91E6F-B9DD-440D-9732-C61CDFB6C2C8}" dt="2024-09-22T13:16:32.257" v="289" actId="26606"/>
          <ac:spMkLst>
            <pc:docMk/>
            <pc:sldMk cId="1402144616" sldId="285"/>
            <ac:spMk id="11" creationId="{39CB82C2-DF65-4EC1-8280-F201D50F570B}"/>
          </ac:spMkLst>
        </pc:spChg>
        <pc:spChg chg="add">
          <ac:chgData name="Ms Alina Arshad" userId="cccdfd85-d35d-4453-9c6f-a463aae40722" providerId="ADAL" clId="{D4C91E6F-B9DD-440D-9732-C61CDFB6C2C8}" dt="2024-09-22T13:16:35.790" v="290" actId="26606"/>
          <ac:spMkLst>
            <pc:docMk/>
            <pc:sldMk cId="1402144616" sldId="285"/>
            <ac:spMk id="14"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15" creationId="{FA4CD5CB-D209-4D70-8CA4-629731C59219}"/>
          </ac:spMkLst>
        </pc:spChg>
        <pc:spChg chg="add">
          <ac:chgData name="Ms Alina Arshad" userId="cccdfd85-d35d-4453-9c6f-a463aae40722" providerId="ADAL" clId="{D4C91E6F-B9DD-440D-9732-C61CDFB6C2C8}" dt="2024-09-22T13:16:35.790" v="290" actId="26606"/>
          <ac:spMkLst>
            <pc:docMk/>
            <pc:sldMk cId="1402144616" sldId="285"/>
            <ac:spMk id="16" creationId="{593ACC25-C262-417A-8AA9-0641C772BDB6}"/>
          </ac:spMkLst>
        </pc:spChg>
        <pc:spChg chg="add del">
          <ac:chgData name="Ms Alina Arshad" userId="cccdfd85-d35d-4453-9c6f-a463aae40722" providerId="ADAL" clId="{D4C91E6F-B9DD-440D-9732-C61CDFB6C2C8}" dt="2024-09-22T13:16:32.257" v="289" actId="26606"/>
          <ac:spMkLst>
            <pc:docMk/>
            <pc:sldMk cId="1402144616" sldId="285"/>
            <ac:spMk id="19"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21" creationId="{593ACC25-C262-417A-8AA9-0641C772BDB6}"/>
          </ac:spMkLst>
        </pc:spChg>
        <pc:picChg chg="mod">
          <ac:chgData name="Ms Alina Arshad" userId="cccdfd85-d35d-4453-9c6f-a463aae40722" providerId="ADAL" clId="{D4C91E6F-B9DD-440D-9732-C61CDFB6C2C8}" dt="2024-09-22T13:16:44.250" v="292" actId="1076"/>
          <ac:picMkLst>
            <pc:docMk/>
            <pc:sldMk cId="1402144616" sldId="285"/>
            <ac:picMk id="4" creationId="{2D2785FA-9ADF-4C9B-A0F6-034810D10C6E}"/>
          </ac:picMkLst>
        </pc:picChg>
        <pc:cxnChg chg="add">
          <ac:chgData name="Ms Alina Arshad" userId="cccdfd85-d35d-4453-9c6f-a463aae40722" providerId="ADAL" clId="{D4C91E6F-B9DD-440D-9732-C61CDFB6C2C8}" dt="2024-09-22T13:16:35.790" v="290" actId="26606"/>
          <ac:cxnSpMkLst>
            <pc:docMk/>
            <pc:sldMk cId="1402144616" sldId="285"/>
            <ac:cxnSpMk id="8" creationId="{7E1D4427-852B-4B37-8E76-0E9F1810BA2A}"/>
          </ac:cxnSpMkLst>
        </pc:cxnChg>
        <pc:cxnChg chg="add">
          <ac:chgData name="Ms Alina Arshad" userId="cccdfd85-d35d-4453-9c6f-a463aae40722" providerId="ADAL" clId="{D4C91E6F-B9DD-440D-9732-C61CDFB6C2C8}" dt="2024-09-22T13:16:35.790" v="290" actId="26606"/>
          <ac:cxnSpMkLst>
            <pc:docMk/>
            <pc:sldMk cId="1402144616" sldId="285"/>
            <ac:cxnSpMk id="12" creationId="{5C6A2BAE-B461-4B55-8E1F-0722ABDD1393}"/>
          </ac:cxnSpMkLst>
        </pc:cxnChg>
        <pc:cxnChg chg="add del">
          <ac:chgData name="Ms Alina Arshad" userId="cccdfd85-d35d-4453-9c6f-a463aae40722" providerId="ADAL" clId="{D4C91E6F-B9DD-440D-9732-C61CDFB6C2C8}" dt="2024-09-22T13:16:32.257" v="289" actId="26606"/>
          <ac:cxnSpMkLst>
            <pc:docMk/>
            <pc:sldMk cId="1402144616" sldId="285"/>
            <ac:cxnSpMk id="13" creationId="{7E1D4427-852B-4B37-8E76-0E9F1810BA2A}"/>
          </ac:cxnSpMkLst>
        </pc:cxnChg>
        <pc:cxnChg chg="add del">
          <ac:chgData name="Ms Alina Arshad" userId="cccdfd85-d35d-4453-9c6f-a463aae40722" providerId="ADAL" clId="{D4C91E6F-B9DD-440D-9732-C61CDFB6C2C8}" dt="2024-09-22T13:16:32.257" v="289" actId="26606"/>
          <ac:cxnSpMkLst>
            <pc:docMk/>
            <pc:sldMk cId="1402144616" sldId="285"/>
            <ac:cxnSpMk id="17" creationId="{5C6A2BAE-B461-4B55-8E1F-0722ABDD1393}"/>
          </ac:cxnSpMkLst>
        </pc:cxnChg>
      </pc:sldChg>
      <pc:sldChg chg="add del">
        <pc:chgData name="Ms Alina Arshad" userId="cccdfd85-d35d-4453-9c6f-a463aae40722" providerId="ADAL" clId="{D4C91E6F-B9DD-440D-9732-C61CDFB6C2C8}" dt="2024-09-22T13:07:36.353" v="189" actId="47"/>
        <pc:sldMkLst>
          <pc:docMk/>
          <pc:sldMk cId="0" sldId="286"/>
        </pc:sldMkLst>
      </pc:sldChg>
      <pc:sldChg chg="delSp modSp add mod">
        <pc:chgData name="Ms Alina Arshad" userId="cccdfd85-d35d-4453-9c6f-a463aae40722" providerId="ADAL" clId="{D4C91E6F-B9DD-440D-9732-C61CDFB6C2C8}" dt="2024-09-22T13:28:42.450" v="404" actId="1076"/>
        <pc:sldMkLst>
          <pc:docMk/>
          <pc:sldMk cId="3229345964" sldId="287"/>
        </pc:sldMkLst>
        <pc:spChg chg="del">
          <ac:chgData name="Ms Alina Arshad" userId="cccdfd85-d35d-4453-9c6f-a463aae40722" providerId="ADAL" clId="{D4C91E6F-B9DD-440D-9732-C61CDFB6C2C8}" dt="2024-09-22T13:28:32.954" v="400" actId="478"/>
          <ac:spMkLst>
            <pc:docMk/>
            <pc:sldMk cId="3229345964" sldId="287"/>
            <ac:spMk id="2" creationId="{5DA081F5-16CF-4CA2-A173-0E030024A636}"/>
          </ac:spMkLst>
        </pc:spChg>
        <pc:picChg chg="mod">
          <ac:chgData name="Ms Alina Arshad" userId="cccdfd85-d35d-4453-9c6f-a463aae40722" providerId="ADAL" clId="{D4C91E6F-B9DD-440D-9732-C61CDFB6C2C8}" dt="2024-09-22T13:28:42.450" v="404" actId="1076"/>
          <ac:picMkLst>
            <pc:docMk/>
            <pc:sldMk cId="3229345964" sldId="287"/>
            <ac:picMk id="5" creationId="{8EF4BFF1-87E0-4AF5-83CA-F11370D161B8}"/>
          </ac:picMkLst>
        </pc:picChg>
      </pc:sldChg>
      <pc:sldChg chg="add">
        <pc:chgData name="Ms Alina Arshad" userId="cccdfd85-d35d-4453-9c6f-a463aae40722" providerId="ADAL" clId="{D4C91E6F-B9DD-440D-9732-C61CDFB6C2C8}" dt="2024-09-22T13:07:58.693" v="223"/>
        <pc:sldMkLst>
          <pc:docMk/>
          <pc:sldMk cId="2002870935" sldId="288"/>
        </pc:sldMkLst>
      </pc:sldChg>
      <pc:sldChg chg="add del">
        <pc:chgData name="Ms Alina Arshad" userId="cccdfd85-d35d-4453-9c6f-a463aae40722" providerId="ADAL" clId="{D4C91E6F-B9DD-440D-9732-C61CDFB6C2C8}" dt="2024-09-22T13:07:36.456" v="192" actId="47"/>
        <pc:sldMkLst>
          <pc:docMk/>
          <pc:sldMk cId="0" sldId="289"/>
        </pc:sldMkLst>
      </pc:sldChg>
      <pc:sldChg chg="add del">
        <pc:chgData name="Ms Alina Arshad" userId="cccdfd85-d35d-4453-9c6f-a463aae40722" providerId="ADAL" clId="{D4C91E6F-B9DD-440D-9732-C61CDFB6C2C8}" dt="2024-09-22T13:07:36.475" v="193" actId="47"/>
        <pc:sldMkLst>
          <pc:docMk/>
          <pc:sldMk cId="0" sldId="290"/>
        </pc:sldMkLst>
      </pc:sldChg>
      <pc:sldChg chg="add del">
        <pc:chgData name="Ms Alina Arshad" userId="cccdfd85-d35d-4453-9c6f-a463aae40722" providerId="ADAL" clId="{D4C91E6F-B9DD-440D-9732-C61CDFB6C2C8}" dt="2024-09-22T13:07:36.517" v="194" actId="47"/>
        <pc:sldMkLst>
          <pc:docMk/>
          <pc:sldMk cId="0" sldId="291"/>
        </pc:sldMkLst>
      </pc:sldChg>
      <pc:sldChg chg="add del">
        <pc:chgData name="Ms Alina Arshad" userId="cccdfd85-d35d-4453-9c6f-a463aae40722" providerId="ADAL" clId="{D4C91E6F-B9DD-440D-9732-C61CDFB6C2C8}" dt="2024-09-22T13:07:36.562" v="195" actId="47"/>
        <pc:sldMkLst>
          <pc:docMk/>
          <pc:sldMk cId="0" sldId="292"/>
        </pc:sldMkLst>
      </pc:sldChg>
      <pc:sldChg chg="add del">
        <pc:chgData name="Ms Alina Arshad" userId="cccdfd85-d35d-4453-9c6f-a463aae40722" providerId="ADAL" clId="{D4C91E6F-B9DD-440D-9732-C61CDFB6C2C8}" dt="2024-09-22T13:07:36.605" v="196" actId="47"/>
        <pc:sldMkLst>
          <pc:docMk/>
          <pc:sldMk cId="0" sldId="293"/>
        </pc:sldMkLst>
      </pc:sldChg>
      <pc:sldChg chg="add del">
        <pc:chgData name="Ms Alina Arshad" userId="cccdfd85-d35d-4453-9c6f-a463aae40722" providerId="ADAL" clId="{D4C91E6F-B9DD-440D-9732-C61CDFB6C2C8}" dt="2024-09-22T13:07:36.636" v="197" actId="47"/>
        <pc:sldMkLst>
          <pc:docMk/>
          <pc:sldMk cId="0" sldId="294"/>
        </pc:sldMkLst>
      </pc:sldChg>
      <pc:sldChg chg="add del">
        <pc:chgData name="Ms Alina Arshad" userId="cccdfd85-d35d-4453-9c6f-a463aae40722" providerId="ADAL" clId="{D4C91E6F-B9DD-440D-9732-C61CDFB6C2C8}" dt="2024-09-22T13:07:36.651" v="198" actId="47"/>
        <pc:sldMkLst>
          <pc:docMk/>
          <pc:sldMk cId="0" sldId="295"/>
        </pc:sldMkLst>
      </pc:sldChg>
      <pc:sldChg chg="add del">
        <pc:chgData name="Ms Alina Arshad" userId="cccdfd85-d35d-4453-9c6f-a463aae40722" providerId="ADAL" clId="{D4C91E6F-B9DD-440D-9732-C61CDFB6C2C8}" dt="2024-09-22T13:07:36.673" v="199" actId="47"/>
        <pc:sldMkLst>
          <pc:docMk/>
          <pc:sldMk cId="0" sldId="296"/>
        </pc:sldMkLst>
      </pc:sldChg>
      <pc:sldChg chg="add del">
        <pc:chgData name="Ms Alina Arshad" userId="cccdfd85-d35d-4453-9c6f-a463aae40722" providerId="ADAL" clId="{D4C91E6F-B9DD-440D-9732-C61CDFB6C2C8}" dt="2024-09-22T13:07:36.722" v="200" actId="47"/>
        <pc:sldMkLst>
          <pc:docMk/>
          <pc:sldMk cId="0" sldId="297"/>
        </pc:sldMkLst>
      </pc:sldChg>
      <pc:sldChg chg="add del">
        <pc:chgData name="Ms Alina Arshad" userId="cccdfd85-d35d-4453-9c6f-a463aae40722" providerId="ADAL" clId="{D4C91E6F-B9DD-440D-9732-C61CDFB6C2C8}" dt="2024-09-22T13:07:36.760" v="201" actId="47"/>
        <pc:sldMkLst>
          <pc:docMk/>
          <pc:sldMk cId="0" sldId="298"/>
        </pc:sldMkLst>
      </pc:sldChg>
      <pc:sldChg chg="add del">
        <pc:chgData name="Ms Alina Arshad" userId="cccdfd85-d35d-4453-9c6f-a463aae40722" providerId="ADAL" clId="{D4C91E6F-B9DD-440D-9732-C61CDFB6C2C8}" dt="2024-09-22T13:07:36.791" v="202" actId="47"/>
        <pc:sldMkLst>
          <pc:docMk/>
          <pc:sldMk cId="0" sldId="299"/>
        </pc:sldMkLst>
      </pc:sldChg>
      <pc:sldChg chg="add del">
        <pc:chgData name="Ms Alina Arshad" userId="cccdfd85-d35d-4453-9c6f-a463aae40722" providerId="ADAL" clId="{D4C91E6F-B9DD-440D-9732-C61CDFB6C2C8}" dt="2024-09-22T13:07:36.806" v="203" actId="47"/>
        <pc:sldMkLst>
          <pc:docMk/>
          <pc:sldMk cId="0" sldId="300"/>
        </pc:sldMkLst>
      </pc:sldChg>
      <pc:sldChg chg="add del">
        <pc:chgData name="Ms Alina Arshad" userId="cccdfd85-d35d-4453-9c6f-a463aae40722" providerId="ADAL" clId="{D4C91E6F-B9DD-440D-9732-C61CDFB6C2C8}" dt="2024-09-22T13:07:36.854" v="204" actId="47"/>
        <pc:sldMkLst>
          <pc:docMk/>
          <pc:sldMk cId="0" sldId="301"/>
        </pc:sldMkLst>
      </pc:sldChg>
      <pc:sldChg chg="add del">
        <pc:chgData name="Ms Alina Arshad" userId="cccdfd85-d35d-4453-9c6f-a463aae40722" providerId="ADAL" clId="{D4C91E6F-B9DD-440D-9732-C61CDFB6C2C8}" dt="2024-09-22T13:07:36.887" v="205" actId="47"/>
        <pc:sldMkLst>
          <pc:docMk/>
          <pc:sldMk cId="0" sldId="302"/>
        </pc:sldMkLst>
      </pc:sldChg>
      <pc:sldChg chg="add del">
        <pc:chgData name="Ms Alina Arshad" userId="cccdfd85-d35d-4453-9c6f-a463aae40722" providerId="ADAL" clId="{D4C91E6F-B9DD-440D-9732-C61CDFB6C2C8}" dt="2024-09-22T13:07:36.945" v="206" actId="47"/>
        <pc:sldMkLst>
          <pc:docMk/>
          <pc:sldMk cId="0" sldId="303"/>
        </pc:sldMkLst>
      </pc:sldChg>
      <pc:sldChg chg="add del">
        <pc:chgData name="Ms Alina Arshad" userId="cccdfd85-d35d-4453-9c6f-a463aae40722" providerId="ADAL" clId="{D4C91E6F-B9DD-440D-9732-C61CDFB6C2C8}" dt="2024-09-22T13:07:36.961" v="207" actId="47"/>
        <pc:sldMkLst>
          <pc:docMk/>
          <pc:sldMk cId="0" sldId="304"/>
        </pc:sldMkLst>
      </pc:sldChg>
      <pc:sldChg chg="add del">
        <pc:chgData name="Ms Alina Arshad" userId="cccdfd85-d35d-4453-9c6f-a463aae40722" providerId="ADAL" clId="{D4C91E6F-B9DD-440D-9732-C61CDFB6C2C8}" dt="2024-09-22T13:07:36.976" v="208" actId="47"/>
        <pc:sldMkLst>
          <pc:docMk/>
          <pc:sldMk cId="0" sldId="305"/>
        </pc:sldMkLst>
      </pc:sldChg>
      <pc:sldChg chg="add del">
        <pc:chgData name="Ms Alina Arshad" userId="cccdfd85-d35d-4453-9c6f-a463aae40722" providerId="ADAL" clId="{D4C91E6F-B9DD-440D-9732-C61CDFB6C2C8}" dt="2024-09-22T13:07:37.046" v="209" actId="47"/>
        <pc:sldMkLst>
          <pc:docMk/>
          <pc:sldMk cId="0" sldId="306"/>
        </pc:sldMkLst>
      </pc:sldChg>
      <pc:sldChg chg="add del">
        <pc:chgData name="Ms Alina Arshad" userId="cccdfd85-d35d-4453-9c6f-a463aae40722" providerId="ADAL" clId="{D4C91E6F-B9DD-440D-9732-C61CDFB6C2C8}" dt="2024-09-22T13:07:37.078" v="210" actId="47"/>
        <pc:sldMkLst>
          <pc:docMk/>
          <pc:sldMk cId="0" sldId="307"/>
        </pc:sldMkLst>
      </pc:sldChg>
      <pc:sldChg chg="del">
        <pc:chgData name="Ms Alina Arshad" userId="cccdfd85-d35d-4453-9c6f-a463aae40722" providerId="ADAL" clId="{D4C91E6F-B9DD-440D-9732-C61CDFB6C2C8}" dt="2024-09-22T13:00:34.514" v="22" actId="47"/>
        <pc:sldMkLst>
          <pc:docMk/>
          <pc:sldMk cId="3233864465" sldId="338"/>
        </pc:sldMkLst>
      </pc:sldChg>
      <pc:sldChg chg="del">
        <pc:chgData name="Ms Alina Arshad" userId="cccdfd85-d35d-4453-9c6f-a463aae40722" providerId="ADAL" clId="{D4C91E6F-B9DD-440D-9732-C61CDFB6C2C8}" dt="2024-09-22T13:00:34.573" v="24" actId="47"/>
        <pc:sldMkLst>
          <pc:docMk/>
          <pc:sldMk cId="1267034377" sldId="339"/>
        </pc:sldMkLst>
      </pc:sldChg>
      <pc:sldChg chg="del">
        <pc:chgData name="Ms Alina Arshad" userId="cccdfd85-d35d-4453-9c6f-a463aae40722" providerId="ADAL" clId="{D4C91E6F-B9DD-440D-9732-C61CDFB6C2C8}" dt="2024-09-22T13:00:35.285" v="26" actId="47"/>
        <pc:sldMkLst>
          <pc:docMk/>
          <pc:sldMk cId="2400815569" sldId="340"/>
        </pc:sldMkLst>
      </pc:sldChg>
      <pc:sldChg chg="del">
        <pc:chgData name="Ms Alina Arshad" userId="cccdfd85-d35d-4453-9c6f-a463aae40722" providerId="ADAL" clId="{D4C91E6F-B9DD-440D-9732-C61CDFB6C2C8}" dt="2024-09-22T13:00:35.591" v="28" actId="47"/>
        <pc:sldMkLst>
          <pc:docMk/>
          <pc:sldMk cId="1204309406" sldId="341"/>
        </pc:sldMkLst>
      </pc:sldChg>
      <pc:sldChg chg="del">
        <pc:chgData name="Ms Alina Arshad" userId="cccdfd85-d35d-4453-9c6f-a463aae40722" providerId="ADAL" clId="{D4C91E6F-B9DD-440D-9732-C61CDFB6C2C8}" dt="2024-09-22T13:00:34.459" v="20" actId="47"/>
        <pc:sldMkLst>
          <pc:docMk/>
          <pc:sldMk cId="96607437" sldId="342"/>
        </pc:sldMkLst>
      </pc:sldChg>
      <pc:sldChg chg="add">
        <pc:chgData name="Ms Alina Arshad" userId="cccdfd85-d35d-4453-9c6f-a463aae40722" providerId="ADAL" clId="{D4C91E6F-B9DD-440D-9732-C61CDFB6C2C8}" dt="2024-09-22T13:07:58.693" v="223"/>
        <pc:sldMkLst>
          <pc:docMk/>
          <pc:sldMk cId="0" sldId="347"/>
        </pc:sldMkLst>
      </pc:sldChg>
      <pc:sldChg chg="add">
        <pc:chgData name="Ms Alina Arshad" userId="cccdfd85-d35d-4453-9c6f-a463aae40722" providerId="ADAL" clId="{D4C91E6F-B9DD-440D-9732-C61CDFB6C2C8}" dt="2024-09-22T13:07:58.693" v="223"/>
        <pc:sldMkLst>
          <pc:docMk/>
          <pc:sldMk cId="2036508356" sldId="348"/>
        </pc:sldMkLst>
      </pc:sldChg>
      <pc:sldChg chg="add">
        <pc:chgData name="Ms Alina Arshad" userId="cccdfd85-d35d-4453-9c6f-a463aae40722" providerId="ADAL" clId="{D4C91E6F-B9DD-440D-9732-C61CDFB6C2C8}" dt="2024-09-22T13:07:58.693" v="223"/>
        <pc:sldMkLst>
          <pc:docMk/>
          <pc:sldMk cId="132290220" sldId="349"/>
        </pc:sldMkLst>
      </pc:sldChg>
      <pc:sldChg chg="add">
        <pc:chgData name="Ms Alina Arshad" userId="cccdfd85-d35d-4453-9c6f-a463aae40722" providerId="ADAL" clId="{D4C91E6F-B9DD-440D-9732-C61CDFB6C2C8}" dt="2024-09-22T13:07:58.693" v="223"/>
        <pc:sldMkLst>
          <pc:docMk/>
          <pc:sldMk cId="448686030" sldId="350"/>
        </pc:sldMkLst>
      </pc:sldChg>
      <pc:sldChg chg="add">
        <pc:chgData name="Ms Alina Arshad" userId="cccdfd85-d35d-4453-9c6f-a463aae40722" providerId="ADAL" clId="{D4C91E6F-B9DD-440D-9732-C61CDFB6C2C8}" dt="2024-09-22T13:07:58.693" v="223"/>
        <pc:sldMkLst>
          <pc:docMk/>
          <pc:sldMk cId="3109540881" sldId="351"/>
        </pc:sldMkLst>
      </pc:sldChg>
      <pc:sldChg chg="modSp add mod">
        <pc:chgData name="Ms Alina Arshad" userId="cccdfd85-d35d-4453-9c6f-a463aae40722" providerId="ADAL" clId="{D4C91E6F-B9DD-440D-9732-C61CDFB6C2C8}" dt="2024-09-22T13:07:58.869" v="229" actId="27636"/>
        <pc:sldMkLst>
          <pc:docMk/>
          <pc:sldMk cId="0" sldId="352"/>
        </pc:sldMkLst>
        <pc:spChg chg="mod">
          <ac:chgData name="Ms Alina Arshad" userId="cccdfd85-d35d-4453-9c6f-a463aae40722" providerId="ADAL" clId="{D4C91E6F-B9DD-440D-9732-C61CDFB6C2C8}" dt="2024-09-22T13:07:58.869" v="229" actId="27636"/>
          <ac:spMkLst>
            <pc:docMk/>
            <pc:sldMk cId="0" sldId="352"/>
            <ac:spMk id="64516" creationId="{D2D679A3-2E8D-4632-948B-DAF7F009B134}"/>
          </ac:spMkLst>
        </pc:spChg>
      </pc:sldChg>
      <pc:sldChg chg="add">
        <pc:chgData name="Ms Alina Arshad" userId="cccdfd85-d35d-4453-9c6f-a463aae40722" providerId="ADAL" clId="{D4C91E6F-B9DD-440D-9732-C61CDFB6C2C8}" dt="2024-09-22T13:07:58.693" v="223"/>
        <pc:sldMkLst>
          <pc:docMk/>
          <pc:sldMk cId="0" sldId="353"/>
        </pc:sldMkLst>
      </pc:sldChg>
      <pc:sldChg chg="add">
        <pc:chgData name="Ms Alina Arshad" userId="cccdfd85-d35d-4453-9c6f-a463aae40722" providerId="ADAL" clId="{D4C91E6F-B9DD-440D-9732-C61CDFB6C2C8}" dt="2024-09-22T13:07:58.693" v="223"/>
        <pc:sldMkLst>
          <pc:docMk/>
          <pc:sldMk cId="0" sldId="354"/>
        </pc:sldMkLst>
      </pc:sldChg>
      <pc:sldChg chg="add">
        <pc:chgData name="Ms Alina Arshad" userId="cccdfd85-d35d-4453-9c6f-a463aae40722" providerId="ADAL" clId="{D4C91E6F-B9DD-440D-9732-C61CDFB6C2C8}" dt="2024-09-22T13:07:58.693" v="223"/>
        <pc:sldMkLst>
          <pc:docMk/>
          <pc:sldMk cId="0" sldId="355"/>
        </pc:sldMkLst>
      </pc:sldChg>
      <pc:sldChg chg="add">
        <pc:chgData name="Ms Alina Arshad" userId="cccdfd85-d35d-4453-9c6f-a463aae40722" providerId="ADAL" clId="{D4C91E6F-B9DD-440D-9732-C61CDFB6C2C8}" dt="2024-09-22T13:07:58.693" v="223"/>
        <pc:sldMkLst>
          <pc:docMk/>
          <pc:sldMk cId="0" sldId="357"/>
        </pc:sldMkLst>
      </pc:sldChg>
      <pc:sldChg chg="add">
        <pc:chgData name="Ms Alina Arshad" userId="cccdfd85-d35d-4453-9c6f-a463aae40722" providerId="ADAL" clId="{D4C91E6F-B9DD-440D-9732-C61CDFB6C2C8}" dt="2024-09-22T13:07:58.693" v="223"/>
        <pc:sldMkLst>
          <pc:docMk/>
          <pc:sldMk cId="0" sldId="368"/>
        </pc:sldMkLst>
      </pc:sldChg>
      <pc:sldChg chg="modSp add mod">
        <pc:chgData name="Ms Alina Arshad" userId="cccdfd85-d35d-4453-9c6f-a463aae40722" providerId="ADAL" clId="{D4C91E6F-B9DD-440D-9732-C61CDFB6C2C8}" dt="2024-09-22T13:07:58.878" v="231" actId="27636"/>
        <pc:sldMkLst>
          <pc:docMk/>
          <pc:sldMk cId="0" sldId="369"/>
        </pc:sldMkLst>
        <pc:spChg chg="mod">
          <ac:chgData name="Ms Alina Arshad" userId="cccdfd85-d35d-4453-9c6f-a463aae40722" providerId="ADAL" clId="{D4C91E6F-B9DD-440D-9732-C61CDFB6C2C8}" dt="2024-09-22T13:07:58.878" v="231" actId="27636"/>
          <ac:spMkLst>
            <pc:docMk/>
            <pc:sldMk cId="0" sldId="369"/>
            <ac:spMk id="81924" creationId="{68248C69-9332-4A99-BC0A-14F57C4D99DE}"/>
          </ac:spMkLst>
        </pc:spChg>
      </pc:sldChg>
      <pc:sldChg chg="modSp add mod">
        <pc:chgData name="Ms Alina Arshad" userId="cccdfd85-d35d-4453-9c6f-a463aae40722" providerId="ADAL" clId="{D4C91E6F-B9DD-440D-9732-C61CDFB6C2C8}" dt="2024-09-22T13:07:58.875" v="230" actId="27636"/>
        <pc:sldMkLst>
          <pc:docMk/>
          <pc:sldMk cId="0" sldId="370"/>
        </pc:sldMkLst>
        <pc:spChg chg="mod">
          <ac:chgData name="Ms Alina Arshad" userId="cccdfd85-d35d-4453-9c6f-a463aae40722" providerId="ADAL" clId="{D4C91E6F-B9DD-440D-9732-C61CDFB6C2C8}" dt="2024-09-22T13:07:58.875" v="230" actId="27636"/>
          <ac:spMkLst>
            <pc:docMk/>
            <pc:sldMk cId="0" sldId="370"/>
            <ac:spMk id="77828" creationId="{AE58D6A9-2268-4B9B-B644-43B75570DBA9}"/>
          </ac:spMkLst>
        </pc:spChg>
      </pc:sldChg>
      <pc:sldChg chg="add">
        <pc:chgData name="Ms Alina Arshad" userId="cccdfd85-d35d-4453-9c6f-a463aae40722" providerId="ADAL" clId="{D4C91E6F-B9DD-440D-9732-C61CDFB6C2C8}" dt="2024-09-22T13:07:58.693" v="223"/>
        <pc:sldMkLst>
          <pc:docMk/>
          <pc:sldMk cId="0" sldId="371"/>
        </pc:sldMkLst>
      </pc:sldChg>
      <pc:sldChg chg="add">
        <pc:chgData name="Ms Alina Arshad" userId="cccdfd85-d35d-4453-9c6f-a463aae40722" providerId="ADAL" clId="{D4C91E6F-B9DD-440D-9732-C61CDFB6C2C8}" dt="2024-09-22T13:07:58.693" v="223"/>
        <pc:sldMkLst>
          <pc:docMk/>
          <pc:sldMk cId="0" sldId="372"/>
        </pc:sldMkLst>
      </pc:sldChg>
      <pc:sldChg chg="add">
        <pc:chgData name="Ms Alina Arshad" userId="cccdfd85-d35d-4453-9c6f-a463aae40722" providerId="ADAL" clId="{D4C91E6F-B9DD-440D-9732-C61CDFB6C2C8}" dt="2024-09-22T13:07:58.693" v="223"/>
        <pc:sldMkLst>
          <pc:docMk/>
          <pc:sldMk cId="0" sldId="392"/>
        </pc:sldMkLst>
      </pc:sldChg>
      <pc:sldChg chg="add">
        <pc:chgData name="Ms Alina Arshad" userId="cccdfd85-d35d-4453-9c6f-a463aae40722" providerId="ADAL" clId="{D4C91E6F-B9DD-440D-9732-C61CDFB6C2C8}" dt="2024-09-22T13:07:58.693" v="223"/>
        <pc:sldMkLst>
          <pc:docMk/>
          <pc:sldMk cId="0" sldId="396"/>
        </pc:sldMkLst>
      </pc:sldChg>
      <pc:sldChg chg="add">
        <pc:chgData name="Ms Alina Arshad" userId="cccdfd85-d35d-4453-9c6f-a463aae40722" providerId="ADAL" clId="{D4C91E6F-B9DD-440D-9732-C61CDFB6C2C8}" dt="2024-09-22T13:07:58.693" v="223"/>
        <pc:sldMkLst>
          <pc:docMk/>
          <pc:sldMk cId="1634129650" sldId="397"/>
        </pc:sldMkLst>
      </pc:sldChg>
      <pc:sldChg chg="modSp add mod">
        <pc:chgData name="Ms Alina Arshad" userId="cccdfd85-d35d-4453-9c6f-a463aae40722" providerId="ADAL" clId="{D4C91E6F-B9DD-440D-9732-C61CDFB6C2C8}" dt="2024-09-22T13:15:46.580" v="277" actId="14100"/>
        <pc:sldMkLst>
          <pc:docMk/>
          <pc:sldMk cId="818196387" sldId="398"/>
        </pc:sldMkLst>
        <pc:spChg chg="mod">
          <ac:chgData name="Ms Alina Arshad" userId="cccdfd85-d35d-4453-9c6f-a463aae40722" providerId="ADAL" clId="{D4C91E6F-B9DD-440D-9732-C61CDFB6C2C8}" dt="2024-09-22T13:15:12.286" v="267" actId="207"/>
          <ac:spMkLst>
            <pc:docMk/>
            <pc:sldMk cId="818196387" sldId="398"/>
            <ac:spMk id="2" creationId="{41435336-0E45-46A6-ADEF-9EF46BC634DD}"/>
          </ac:spMkLst>
        </pc:spChg>
        <pc:spChg chg="mod">
          <ac:chgData name="Ms Alina Arshad" userId="cccdfd85-d35d-4453-9c6f-a463aae40722" providerId="ADAL" clId="{D4C91E6F-B9DD-440D-9732-C61CDFB6C2C8}" dt="2024-09-22T13:15:46.580" v="277" actId="14100"/>
          <ac:spMkLst>
            <pc:docMk/>
            <pc:sldMk cId="818196387" sldId="398"/>
            <ac:spMk id="4" creationId="{00000000-0000-0000-0000-000000000000}"/>
          </ac:spMkLst>
        </pc:spChg>
        <pc:picChg chg="mod">
          <ac:chgData name="Ms Alina Arshad" userId="cccdfd85-d35d-4453-9c6f-a463aae40722" providerId="ADAL" clId="{D4C91E6F-B9DD-440D-9732-C61CDFB6C2C8}" dt="2024-09-22T13:15:42.498" v="276" actId="1076"/>
          <ac:picMkLst>
            <pc:docMk/>
            <pc:sldMk cId="818196387" sldId="398"/>
            <ac:picMk id="6" creationId="{00000000-0000-0000-0000-000000000000}"/>
          </ac:picMkLst>
        </pc:picChg>
      </pc:sldChg>
      <pc:sldChg chg="modSp add mod">
        <pc:chgData name="Ms Alina Arshad" userId="cccdfd85-d35d-4453-9c6f-a463aae40722" providerId="ADAL" clId="{D4C91E6F-B9DD-440D-9732-C61CDFB6C2C8}" dt="2024-09-22T13:16:05.241" v="284" actId="403"/>
        <pc:sldMkLst>
          <pc:docMk/>
          <pc:sldMk cId="3016557581" sldId="399"/>
        </pc:sldMkLst>
        <pc:spChg chg="mod">
          <ac:chgData name="Ms Alina Arshad" userId="cccdfd85-d35d-4453-9c6f-a463aae40722" providerId="ADAL" clId="{D4C91E6F-B9DD-440D-9732-C61CDFB6C2C8}" dt="2024-09-22T13:15:51.562" v="278" actId="207"/>
          <ac:spMkLst>
            <pc:docMk/>
            <pc:sldMk cId="3016557581" sldId="399"/>
            <ac:spMk id="2" creationId="{E2B52054-9130-4CB7-BA10-54AC86DB3C4E}"/>
          </ac:spMkLst>
        </pc:spChg>
        <pc:spChg chg="mod">
          <ac:chgData name="Ms Alina Arshad" userId="cccdfd85-d35d-4453-9c6f-a463aae40722" providerId="ADAL" clId="{D4C91E6F-B9DD-440D-9732-C61CDFB6C2C8}" dt="2024-09-22T13:16:05.241" v="284" actId="403"/>
          <ac:spMkLst>
            <pc:docMk/>
            <pc:sldMk cId="3016557581" sldId="399"/>
            <ac:spMk id="3" creationId="{0EA14083-9FE5-4604-AE9D-7238164721FE}"/>
          </ac:spMkLst>
        </pc:spChg>
      </pc:sldChg>
      <pc:sldChg chg="modSp add mod">
        <pc:chgData name="Ms Alina Arshad" userId="cccdfd85-d35d-4453-9c6f-a463aae40722" providerId="ADAL" clId="{D4C91E6F-B9DD-440D-9732-C61CDFB6C2C8}" dt="2024-09-22T13:17:35.564" v="306" actId="33524"/>
        <pc:sldMkLst>
          <pc:docMk/>
          <pc:sldMk cId="778265951" sldId="400"/>
        </pc:sldMkLst>
        <pc:spChg chg="mod">
          <ac:chgData name="Ms Alina Arshad" userId="cccdfd85-d35d-4453-9c6f-a463aae40722" providerId="ADAL" clId="{D4C91E6F-B9DD-440D-9732-C61CDFB6C2C8}" dt="2024-09-22T13:17:02.083" v="296" actId="207"/>
          <ac:spMkLst>
            <pc:docMk/>
            <pc:sldMk cId="778265951" sldId="400"/>
            <ac:spMk id="2" creationId="{81D18A18-D626-433C-BD10-286086DF62BE}"/>
          </ac:spMkLst>
        </pc:spChg>
        <pc:spChg chg="mod">
          <ac:chgData name="Ms Alina Arshad" userId="cccdfd85-d35d-4453-9c6f-a463aae40722" providerId="ADAL" clId="{D4C91E6F-B9DD-440D-9732-C61CDFB6C2C8}" dt="2024-09-22T13:17:35.564" v="306" actId="33524"/>
          <ac:spMkLst>
            <pc:docMk/>
            <pc:sldMk cId="778265951" sldId="400"/>
            <ac:spMk id="3" creationId="{F5F3CEE5-C73D-4116-87E2-1842D15B8EF7}"/>
          </ac:spMkLst>
        </pc:spChg>
        <pc:picChg chg="mod">
          <ac:chgData name="Ms Alina Arshad" userId="cccdfd85-d35d-4453-9c6f-a463aae40722" providerId="ADAL" clId="{D4C91E6F-B9DD-440D-9732-C61CDFB6C2C8}" dt="2024-09-22T13:17:28.856" v="305" actId="1076"/>
          <ac:picMkLst>
            <pc:docMk/>
            <pc:sldMk cId="778265951" sldId="400"/>
            <ac:picMk id="5" creationId="{13889469-74D1-4332-9F10-768E2A51287B}"/>
          </ac:picMkLst>
        </pc:picChg>
      </pc:sldChg>
      <pc:sldChg chg="modSp add mod">
        <pc:chgData name="Ms Alina Arshad" userId="cccdfd85-d35d-4453-9c6f-a463aae40722" providerId="ADAL" clId="{D4C91E6F-B9DD-440D-9732-C61CDFB6C2C8}" dt="2024-09-22T13:21:58.553" v="341" actId="14100"/>
        <pc:sldMkLst>
          <pc:docMk/>
          <pc:sldMk cId="978211767" sldId="401"/>
        </pc:sldMkLst>
        <pc:spChg chg="mod">
          <ac:chgData name="Ms Alina Arshad" userId="cccdfd85-d35d-4453-9c6f-a463aae40722" providerId="ADAL" clId="{D4C91E6F-B9DD-440D-9732-C61CDFB6C2C8}" dt="2024-09-22T13:21:46.534" v="339" actId="207"/>
          <ac:spMkLst>
            <pc:docMk/>
            <pc:sldMk cId="978211767" sldId="401"/>
            <ac:spMk id="2" creationId="{144233A4-E56A-464D-B33A-A1504BF17870}"/>
          </ac:spMkLst>
        </pc:spChg>
        <pc:spChg chg="mod">
          <ac:chgData name="Ms Alina Arshad" userId="cccdfd85-d35d-4453-9c6f-a463aae40722" providerId="ADAL" clId="{D4C91E6F-B9DD-440D-9732-C61CDFB6C2C8}" dt="2024-09-22T13:21:58.553" v="341" actId="14100"/>
          <ac:spMkLst>
            <pc:docMk/>
            <pc:sldMk cId="978211767" sldId="401"/>
            <ac:spMk id="3" creationId="{E937F355-7669-4EAF-9A89-20F10222BF5D}"/>
          </ac:spMkLst>
        </pc:spChg>
      </pc:sldChg>
      <pc:sldChg chg="modSp add mod">
        <pc:chgData name="Ms Alina Arshad" userId="cccdfd85-d35d-4453-9c6f-a463aae40722" providerId="ADAL" clId="{D4C91E6F-B9DD-440D-9732-C61CDFB6C2C8}" dt="2024-09-22T13:22:20.742" v="345" actId="207"/>
        <pc:sldMkLst>
          <pc:docMk/>
          <pc:sldMk cId="20141498" sldId="402"/>
        </pc:sldMkLst>
        <pc:spChg chg="mod">
          <ac:chgData name="Ms Alina Arshad" userId="cccdfd85-d35d-4453-9c6f-a463aae40722" providerId="ADAL" clId="{D4C91E6F-B9DD-440D-9732-C61CDFB6C2C8}" dt="2024-09-22T13:22:20.742" v="345" actId="207"/>
          <ac:spMkLst>
            <pc:docMk/>
            <pc:sldMk cId="20141498" sldId="402"/>
            <ac:spMk id="2" creationId="{D639E78D-B438-402C-80B5-31FC5FB10F7F}"/>
          </ac:spMkLst>
        </pc:spChg>
        <pc:spChg chg="mod">
          <ac:chgData name="Ms Alina Arshad" userId="cccdfd85-d35d-4453-9c6f-a463aae40722" providerId="ADAL" clId="{D4C91E6F-B9DD-440D-9732-C61CDFB6C2C8}" dt="2024-09-22T13:22:16.676" v="344" actId="2711"/>
          <ac:spMkLst>
            <pc:docMk/>
            <pc:sldMk cId="20141498" sldId="402"/>
            <ac:spMk id="3" creationId="{2EA2AE38-5155-482E-84CB-CC5042136080}"/>
          </ac:spMkLst>
        </pc:spChg>
      </pc:sldChg>
    </pc:docChg>
  </pc:docChgLst>
  <pc:docChgLst>
    <pc:chgData name="Ms Alina Arshad" userId="cccdfd85-d35d-4453-9c6f-a463aae40722" providerId="ADAL" clId="{9C5463F7-2E4D-44A3-B83D-E1A8A04E58D3}"/>
    <pc:docChg chg="undo custSel addSld delSld modSld">
      <pc:chgData name="Ms Alina Arshad" userId="cccdfd85-d35d-4453-9c6f-a463aae40722" providerId="ADAL" clId="{9C5463F7-2E4D-44A3-B83D-E1A8A04E58D3}" dt="2024-11-08T04:34:09.577" v="805" actId="47"/>
      <pc:docMkLst>
        <pc:docMk/>
      </pc:docMkLst>
      <pc:sldChg chg="delSp modSp add mod">
        <pc:chgData name="Ms Alina Arshad" userId="cccdfd85-d35d-4453-9c6f-a463aae40722" providerId="ADAL" clId="{9C5463F7-2E4D-44A3-B83D-E1A8A04E58D3}" dt="2024-11-08T04:05:36.807" v="584" actId="478"/>
        <pc:sldMkLst>
          <pc:docMk/>
          <pc:sldMk cId="0" sldId="263"/>
        </pc:sldMkLst>
        <pc:spChg chg="mod">
          <ac:chgData name="Ms Alina Arshad" userId="cccdfd85-d35d-4453-9c6f-a463aae40722" providerId="ADAL" clId="{9C5463F7-2E4D-44A3-B83D-E1A8A04E58D3}" dt="2024-11-06T07:58:31.606" v="100" actId="207"/>
          <ac:spMkLst>
            <pc:docMk/>
            <pc:sldMk cId="0" sldId="263"/>
            <ac:spMk id="137" creationId="{00000000-0000-0000-0000-000000000000}"/>
          </ac:spMkLst>
        </pc:spChg>
        <pc:spChg chg="mod">
          <ac:chgData name="Ms Alina Arshad" userId="cccdfd85-d35d-4453-9c6f-a463aae40722" providerId="ADAL" clId="{9C5463F7-2E4D-44A3-B83D-E1A8A04E58D3}" dt="2024-11-06T07:58:49.351" v="106" actId="15"/>
          <ac:spMkLst>
            <pc:docMk/>
            <pc:sldMk cId="0" sldId="263"/>
            <ac:spMk id="138" creationId="{00000000-0000-0000-0000-000000000000}"/>
          </ac:spMkLst>
        </pc:spChg>
        <pc:spChg chg="del">
          <ac:chgData name="Ms Alina Arshad" userId="cccdfd85-d35d-4453-9c6f-a463aae40722" providerId="ADAL" clId="{9C5463F7-2E4D-44A3-B83D-E1A8A04E58D3}" dt="2024-11-08T04:05:36.807" v="584" actId="478"/>
          <ac:spMkLst>
            <pc:docMk/>
            <pc:sldMk cId="0" sldId="263"/>
            <ac:spMk id="139" creationId="{00000000-0000-0000-0000-000000000000}"/>
          </ac:spMkLst>
        </pc:spChg>
      </pc:sldChg>
      <pc:sldChg chg="delSp modSp add mod">
        <pc:chgData name="Ms Alina Arshad" userId="cccdfd85-d35d-4453-9c6f-a463aae40722" providerId="ADAL" clId="{9C5463F7-2E4D-44A3-B83D-E1A8A04E58D3}" dt="2024-11-08T04:05:30.432" v="582" actId="478"/>
        <pc:sldMkLst>
          <pc:docMk/>
          <pc:sldMk cId="0" sldId="265"/>
        </pc:sldMkLst>
        <pc:spChg chg="mod">
          <ac:chgData name="Ms Alina Arshad" userId="cccdfd85-d35d-4453-9c6f-a463aae40722" providerId="ADAL" clId="{9C5463F7-2E4D-44A3-B83D-E1A8A04E58D3}" dt="2024-11-06T07:59:24.493" v="118" actId="1076"/>
          <ac:spMkLst>
            <pc:docMk/>
            <pc:sldMk cId="0" sldId="265"/>
            <ac:spMk id="151" creationId="{00000000-0000-0000-0000-000000000000}"/>
          </ac:spMkLst>
        </pc:spChg>
        <pc:spChg chg="mod">
          <ac:chgData name="Ms Alina Arshad" userId="cccdfd85-d35d-4453-9c6f-a463aae40722" providerId="ADAL" clId="{9C5463F7-2E4D-44A3-B83D-E1A8A04E58D3}" dt="2024-11-06T07:59:40.352" v="121" actId="12"/>
          <ac:spMkLst>
            <pc:docMk/>
            <pc:sldMk cId="0" sldId="265"/>
            <ac:spMk id="152" creationId="{00000000-0000-0000-0000-000000000000}"/>
          </ac:spMkLst>
        </pc:spChg>
        <pc:spChg chg="del">
          <ac:chgData name="Ms Alina Arshad" userId="cccdfd85-d35d-4453-9c6f-a463aae40722" providerId="ADAL" clId="{9C5463F7-2E4D-44A3-B83D-E1A8A04E58D3}" dt="2024-11-08T04:05:30.432" v="582" actId="478"/>
          <ac:spMkLst>
            <pc:docMk/>
            <pc:sldMk cId="0" sldId="265"/>
            <ac:spMk id="153" creationId="{00000000-0000-0000-0000-000000000000}"/>
          </ac:spMkLst>
        </pc:spChg>
      </pc:sldChg>
      <pc:sldChg chg="delSp modSp add mod">
        <pc:chgData name="Ms Alina Arshad" userId="cccdfd85-d35d-4453-9c6f-a463aae40722" providerId="ADAL" clId="{9C5463F7-2E4D-44A3-B83D-E1A8A04E58D3}" dt="2024-11-08T04:05:28.472" v="581" actId="478"/>
        <pc:sldMkLst>
          <pc:docMk/>
          <pc:sldMk cId="0" sldId="266"/>
        </pc:sldMkLst>
        <pc:spChg chg="mod">
          <ac:chgData name="Ms Alina Arshad" userId="cccdfd85-d35d-4453-9c6f-a463aae40722" providerId="ADAL" clId="{9C5463F7-2E4D-44A3-B83D-E1A8A04E58D3}" dt="2024-11-06T07:59:53.589" v="126" actId="207"/>
          <ac:spMkLst>
            <pc:docMk/>
            <pc:sldMk cId="0" sldId="266"/>
            <ac:spMk id="158" creationId="{00000000-0000-0000-0000-000000000000}"/>
          </ac:spMkLst>
        </pc:spChg>
        <pc:spChg chg="mod">
          <ac:chgData name="Ms Alina Arshad" userId="cccdfd85-d35d-4453-9c6f-a463aae40722" providerId="ADAL" clId="{9C5463F7-2E4D-44A3-B83D-E1A8A04E58D3}" dt="2024-11-06T08:00:06.435" v="130" actId="207"/>
          <ac:spMkLst>
            <pc:docMk/>
            <pc:sldMk cId="0" sldId="266"/>
            <ac:spMk id="159" creationId="{00000000-0000-0000-0000-000000000000}"/>
          </ac:spMkLst>
        </pc:spChg>
        <pc:spChg chg="del">
          <ac:chgData name="Ms Alina Arshad" userId="cccdfd85-d35d-4453-9c6f-a463aae40722" providerId="ADAL" clId="{9C5463F7-2E4D-44A3-B83D-E1A8A04E58D3}" dt="2024-11-08T04:05:28.472" v="581" actId="478"/>
          <ac:spMkLst>
            <pc:docMk/>
            <pc:sldMk cId="0" sldId="266"/>
            <ac:spMk id="160" creationId="{00000000-0000-0000-0000-000000000000}"/>
          </ac:spMkLst>
        </pc:spChg>
        <pc:picChg chg="mod">
          <ac:chgData name="Ms Alina Arshad" userId="cccdfd85-d35d-4453-9c6f-a463aae40722" providerId="ADAL" clId="{9C5463F7-2E4D-44A3-B83D-E1A8A04E58D3}" dt="2024-11-06T08:00:03.461" v="129" actId="1076"/>
          <ac:picMkLst>
            <pc:docMk/>
            <pc:sldMk cId="0" sldId="266"/>
            <ac:picMk id="161" creationId="{00000000-0000-0000-0000-000000000000}"/>
          </ac:picMkLst>
        </pc:picChg>
      </pc:sldChg>
      <pc:sldChg chg="modSp add mod">
        <pc:chgData name="Ms Alina Arshad" userId="cccdfd85-d35d-4453-9c6f-a463aae40722" providerId="ADAL" clId="{9C5463F7-2E4D-44A3-B83D-E1A8A04E58D3}" dt="2024-11-06T08:15:05.338" v="137" actId="15"/>
        <pc:sldMkLst>
          <pc:docMk/>
          <pc:sldMk cId="0" sldId="267"/>
        </pc:sldMkLst>
        <pc:spChg chg="mod">
          <ac:chgData name="Ms Alina Arshad" userId="cccdfd85-d35d-4453-9c6f-a463aae40722" providerId="ADAL" clId="{9C5463F7-2E4D-44A3-B83D-E1A8A04E58D3}" dt="2024-11-06T08:14:50.002" v="132" actId="207"/>
          <ac:spMkLst>
            <pc:docMk/>
            <pc:sldMk cId="0" sldId="267"/>
            <ac:spMk id="167" creationId="{00000000-0000-0000-0000-000000000000}"/>
          </ac:spMkLst>
        </pc:spChg>
        <pc:spChg chg="mod">
          <ac:chgData name="Ms Alina Arshad" userId="cccdfd85-d35d-4453-9c6f-a463aae40722" providerId="ADAL" clId="{9C5463F7-2E4D-44A3-B83D-E1A8A04E58D3}" dt="2024-11-06T08:15:05.338" v="137" actId="15"/>
          <ac:spMkLst>
            <pc:docMk/>
            <pc:sldMk cId="0" sldId="267"/>
            <ac:spMk id="168" creationId="{00000000-0000-0000-0000-000000000000}"/>
          </ac:spMkLst>
        </pc:spChg>
      </pc:sldChg>
      <pc:sldChg chg="delSp modSp add mod">
        <pc:chgData name="Ms Alina Arshad" userId="cccdfd85-d35d-4453-9c6f-a463aae40722" providerId="ADAL" clId="{9C5463F7-2E4D-44A3-B83D-E1A8A04E58D3}" dt="2024-11-08T04:05:24.890" v="580" actId="478"/>
        <pc:sldMkLst>
          <pc:docMk/>
          <pc:sldMk cId="0" sldId="268"/>
        </pc:sldMkLst>
        <pc:spChg chg="mod">
          <ac:chgData name="Ms Alina Arshad" userId="cccdfd85-d35d-4453-9c6f-a463aae40722" providerId="ADAL" clId="{9C5463F7-2E4D-44A3-B83D-E1A8A04E58D3}" dt="2024-11-06T08:15:14.162" v="139" actId="207"/>
          <ac:spMkLst>
            <pc:docMk/>
            <pc:sldMk cId="0" sldId="268"/>
            <ac:spMk id="174" creationId="{00000000-0000-0000-0000-000000000000}"/>
          </ac:spMkLst>
        </pc:spChg>
        <pc:spChg chg="mod">
          <ac:chgData name="Ms Alina Arshad" userId="cccdfd85-d35d-4453-9c6f-a463aae40722" providerId="ADAL" clId="{9C5463F7-2E4D-44A3-B83D-E1A8A04E58D3}" dt="2024-11-06T08:15:37.185" v="148" actId="403"/>
          <ac:spMkLst>
            <pc:docMk/>
            <pc:sldMk cId="0" sldId="268"/>
            <ac:spMk id="175" creationId="{00000000-0000-0000-0000-000000000000}"/>
          </ac:spMkLst>
        </pc:spChg>
        <pc:spChg chg="del">
          <ac:chgData name="Ms Alina Arshad" userId="cccdfd85-d35d-4453-9c6f-a463aae40722" providerId="ADAL" clId="{9C5463F7-2E4D-44A3-B83D-E1A8A04E58D3}" dt="2024-11-08T04:05:24.890" v="580" actId="478"/>
          <ac:spMkLst>
            <pc:docMk/>
            <pc:sldMk cId="0" sldId="268"/>
            <ac:spMk id="176" creationId="{00000000-0000-0000-0000-000000000000}"/>
          </ac:spMkLst>
        </pc:spChg>
      </pc:sldChg>
      <pc:sldChg chg="addSp delSp modSp add mod">
        <pc:chgData name="Ms Alina Arshad" userId="cccdfd85-d35d-4453-9c6f-a463aae40722" providerId="ADAL" clId="{9C5463F7-2E4D-44A3-B83D-E1A8A04E58D3}" dt="2024-11-08T04:05:21.263" v="579" actId="478"/>
        <pc:sldMkLst>
          <pc:docMk/>
          <pc:sldMk cId="0" sldId="269"/>
        </pc:sldMkLst>
        <pc:spChg chg="add mod">
          <ac:chgData name="Ms Alina Arshad" userId="cccdfd85-d35d-4453-9c6f-a463aae40722" providerId="ADAL" clId="{9C5463F7-2E4D-44A3-B83D-E1A8A04E58D3}" dt="2024-11-08T04:03:45.214" v="495" actId="208"/>
          <ac:spMkLst>
            <pc:docMk/>
            <pc:sldMk cId="0" sldId="269"/>
            <ac:spMk id="2" creationId="{C4F4ADAC-16D3-7F44-A940-6A828CD1374B}"/>
          </ac:spMkLst>
        </pc:spChg>
        <pc:spChg chg="add mod">
          <ac:chgData name="Ms Alina Arshad" userId="cccdfd85-d35d-4453-9c6f-a463aae40722" providerId="ADAL" clId="{9C5463F7-2E4D-44A3-B83D-E1A8A04E58D3}" dt="2024-11-08T04:04:02.690" v="498" actId="1076"/>
          <ac:spMkLst>
            <pc:docMk/>
            <pc:sldMk cId="0" sldId="269"/>
            <ac:spMk id="3" creationId="{4514CDFE-1A72-4DC3-8D7F-42CC9D902786}"/>
          </ac:spMkLst>
        </pc:spChg>
        <pc:spChg chg="mod">
          <ac:chgData name="Ms Alina Arshad" userId="cccdfd85-d35d-4453-9c6f-a463aae40722" providerId="ADAL" clId="{9C5463F7-2E4D-44A3-B83D-E1A8A04E58D3}" dt="2024-11-06T08:15:45.715" v="150" actId="207"/>
          <ac:spMkLst>
            <pc:docMk/>
            <pc:sldMk cId="0" sldId="269"/>
            <ac:spMk id="181" creationId="{00000000-0000-0000-0000-000000000000}"/>
          </ac:spMkLst>
        </pc:spChg>
        <pc:spChg chg="del">
          <ac:chgData name="Ms Alina Arshad" userId="cccdfd85-d35d-4453-9c6f-a463aae40722" providerId="ADAL" clId="{9C5463F7-2E4D-44A3-B83D-E1A8A04E58D3}" dt="2024-11-08T04:05:21.263" v="579" actId="478"/>
          <ac:spMkLst>
            <pc:docMk/>
            <pc:sldMk cId="0" sldId="269"/>
            <ac:spMk id="182" creationId="{00000000-0000-0000-0000-000000000000}"/>
          </ac:spMkLst>
        </pc:spChg>
        <pc:spChg chg="mod">
          <ac:chgData name="Ms Alina Arshad" userId="cccdfd85-d35d-4453-9c6f-a463aae40722" providerId="ADAL" clId="{9C5463F7-2E4D-44A3-B83D-E1A8A04E58D3}" dt="2024-11-06T08:15:53.706" v="154" actId="113"/>
          <ac:spMkLst>
            <pc:docMk/>
            <pc:sldMk cId="0" sldId="269"/>
            <ac:spMk id="184" creationId="{00000000-0000-0000-0000-000000000000}"/>
          </ac:spMkLst>
        </pc:spChg>
        <pc:picChg chg="mod">
          <ac:chgData name="Ms Alina Arshad" userId="cccdfd85-d35d-4453-9c6f-a463aae40722" providerId="ADAL" clId="{9C5463F7-2E4D-44A3-B83D-E1A8A04E58D3}" dt="2024-11-08T04:04:07.453" v="504" actId="1038"/>
          <ac:picMkLst>
            <pc:docMk/>
            <pc:sldMk cId="0" sldId="269"/>
            <ac:picMk id="183" creationId="{00000000-0000-0000-0000-000000000000}"/>
          </ac:picMkLst>
        </pc:picChg>
      </pc:sldChg>
      <pc:sldChg chg="addSp delSp modSp add del mod">
        <pc:chgData name="Ms Alina Arshad" userId="cccdfd85-d35d-4453-9c6f-a463aae40722" providerId="ADAL" clId="{9C5463F7-2E4D-44A3-B83D-E1A8A04E58D3}" dt="2024-11-08T04:05:18.270" v="578" actId="478"/>
        <pc:sldMkLst>
          <pc:docMk/>
          <pc:sldMk cId="0" sldId="270"/>
        </pc:sldMkLst>
        <pc:spChg chg="add mod">
          <ac:chgData name="Ms Alina Arshad" userId="cccdfd85-d35d-4453-9c6f-a463aae40722" providerId="ADAL" clId="{9C5463F7-2E4D-44A3-B83D-E1A8A04E58D3}" dt="2024-11-08T04:04:49.607" v="512" actId="1038"/>
          <ac:spMkLst>
            <pc:docMk/>
            <pc:sldMk cId="0" sldId="270"/>
            <ac:spMk id="2" creationId="{ACF8643B-97C8-6678-4DC3-88E4EAA1D786}"/>
          </ac:spMkLst>
        </pc:spChg>
        <pc:spChg chg="add del">
          <ac:chgData name="Ms Alina Arshad" userId="cccdfd85-d35d-4453-9c6f-a463aae40722" providerId="ADAL" clId="{9C5463F7-2E4D-44A3-B83D-E1A8A04E58D3}" dt="2024-11-08T04:04:37.508" v="507" actId="478"/>
          <ac:spMkLst>
            <pc:docMk/>
            <pc:sldMk cId="0" sldId="270"/>
            <ac:spMk id="3" creationId="{4AFF343B-BF34-A67C-398B-BAA10C5B39B5}"/>
          </ac:spMkLst>
        </pc:spChg>
        <pc:spChg chg="add mod">
          <ac:chgData name="Ms Alina Arshad" userId="cccdfd85-d35d-4453-9c6f-a463aae40722" providerId="ADAL" clId="{9C5463F7-2E4D-44A3-B83D-E1A8A04E58D3}" dt="2024-11-08T04:05:14.721" v="577" actId="1035"/>
          <ac:spMkLst>
            <pc:docMk/>
            <pc:sldMk cId="0" sldId="270"/>
            <ac:spMk id="4" creationId="{A06B503B-0411-C1D8-7A75-CC7A1A91C16D}"/>
          </ac:spMkLst>
        </pc:spChg>
        <pc:spChg chg="mod">
          <ac:chgData name="Ms Alina Arshad" userId="cccdfd85-d35d-4453-9c6f-a463aae40722" providerId="ADAL" clId="{9C5463F7-2E4D-44A3-B83D-E1A8A04E58D3}" dt="2024-11-06T08:15:59.800" v="156" actId="207"/>
          <ac:spMkLst>
            <pc:docMk/>
            <pc:sldMk cId="0" sldId="270"/>
            <ac:spMk id="192" creationId="{00000000-0000-0000-0000-000000000000}"/>
          </ac:spMkLst>
        </pc:spChg>
        <pc:spChg chg="del">
          <ac:chgData name="Ms Alina Arshad" userId="cccdfd85-d35d-4453-9c6f-a463aae40722" providerId="ADAL" clId="{9C5463F7-2E4D-44A3-B83D-E1A8A04E58D3}" dt="2024-11-08T04:05:18.270" v="578" actId="478"/>
          <ac:spMkLst>
            <pc:docMk/>
            <pc:sldMk cId="0" sldId="270"/>
            <ac:spMk id="193" creationId="{00000000-0000-0000-0000-000000000000}"/>
          </ac:spMkLst>
        </pc:spChg>
        <pc:spChg chg="mod">
          <ac:chgData name="Ms Alina Arshad" userId="cccdfd85-d35d-4453-9c6f-a463aae40722" providerId="ADAL" clId="{9C5463F7-2E4D-44A3-B83D-E1A8A04E58D3}" dt="2024-11-06T08:16:10.626" v="160" actId="113"/>
          <ac:spMkLst>
            <pc:docMk/>
            <pc:sldMk cId="0" sldId="270"/>
            <ac:spMk id="194" creationId="{00000000-0000-0000-0000-000000000000}"/>
          </ac:spMkLst>
        </pc:spChg>
        <pc:picChg chg="mod">
          <ac:chgData name="Ms Alina Arshad" userId="cccdfd85-d35d-4453-9c6f-a463aae40722" providerId="ADAL" clId="{9C5463F7-2E4D-44A3-B83D-E1A8A04E58D3}" dt="2024-11-08T04:04:41.400" v="508" actId="1076"/>
          <ac:picMkLst>
            <pc:docMk/>
            <pc:sldMk cId="0" sldId="270"/>
            <ac:picMk id="195" creationId="{00000000-0000-0000-0000-000000000000}"/>
          </ac:picMkLst>
        </pc:picChg>
      </pc:sldChg>
      <pc:sldChg chg="modSp add mod">
        <pc:chgData name="Ms Alina Arshad" userId="cccdfd85-d35d-4453-9c6f-a463aae40722" providerId="ADAL" clId="{9C5463F7-2E4D-44A3-B83D-E1A8A04E58D3}" dt="2024-11-07T08:06:28.609" v="213" actId="113"/>
        <pc:sldMkLst>
          <pc:docMk/>
          <pc:sldMk cId="0" sldId="271"/>
        </pc:sldMkLst>
        <pc:spChg chg="mod">
          <ac:chgData name="Ms Alina Arshad" userId="cccdfd85-d35d-4453-9c6f-a463aae40722" providerId="ADAL" clId="{9C5463F7-2E4D-44A3-B83D-E1A8A04E58D3}" dt="2024-11-07T08:06:19.616" v="210" actId="1076"/>
          <ac:spMkLst>
            <pc:docMk/>
            <pc:sldMk cId="0" sldId="271"/>
            <ac:spMk id="200" creationId="{00000000-0000-0000-0000-000000000000}"/>
          </ac:spMkLst>
        </pc:spChg>
        <pc:spChg chg="mod">
          <ac:chgData name="Ms Alina Arshad" userId="cccdfd85-d35d-4453-9c6f-a463aae40722" providerId="ADAL" clId="{9C5463F7-2E4D-44A3-B83D-E1A8A04E58D3}" dt="2024-11-07T08:06:28.609" v="213" actId="113"/>
          <ac:spMkLst>
            <pc:docMk/>
            <pc:sldMk cId="0" sldId="271"/>
            <ac:spMk id="202" creationId="{00000000-0000-0000-0000-000000000000}"/>
          </ac:spMkLst>
        </pc:spChg>
        <pc:picChg chg="mod">
          <ac:chgData name="Ms Alina Arshad" userId="cccdfd85-d35d-4453-9c6f-a463aae40722" providerId="ADAL" clId="{9C5463F7-2E4D-44A3-B83D-E1A8A04E58D3}" dt="2024-11-07T08:06:23.751" v="211" actId="1076"/>
          <ac:picMkLst>
            <pc:docMk/>
            <pc:sldMk cId="0" sldId="271"/>
            <ac:picMk id="203" creationId="{00000000-0000-0000-0000-000000000000}"/>
          </ac:picMkLst>
        </pc:picChg>
      </pc:sldChg>
      <pc:sldChg chg="addSp modSp add mod">
        <pc:chgData name="Ms Alina Arshad" userId="cccdfd85-d35d-4453-9c6f-a463aae40722" providerId="ADAL" clId="{9C5463F7-2E4D-44A3-B83D-E1A8A04E58D3}" dt="2024-11-08T04:07:41.908" v="697" actId="1038"/>
        <pc:sldMkLst>
          <pc:docMk/>
          <pc:sldMk cId="0" sldId="272"/>
        </pc:sldMkLst>
        <pc:spChg chg="add mod">
          <ac:chgData name="Ms Alina Arshad" userId="cccdfd85-d35d-4453-9c6f-a463aae40722" providerId="ADAL" clId="{9C5463F7-2E4D-44A3-B83D-E1A8A04E58D3}" dt="2024-11-08T04:07:30.830" v="625" actId="1038"/>
          <ac:spMkLst>
            <pc:docMk/>
            <pc:sldMk cId="0" sldId="272"/>
            <ac:spMk id="2" creationId="{F834C7B1-D99D-2351-75EE-70B9B1370F51}"/>
          </ac:spMkLst>
        </pc:spChg>
        <pc:spChg chg="add mod">
          <ac:chgData name="Ms Alina Arshad" userId="cccdfd85-d35d-4453-9c6f-a463aae40722" providerId="ADAL" clId="{9C5463F7-2E4D-44A3-B83D-E1A8A04E58D3}" dt="2024-11-08T04:07:41.908" v="697" actId="1038"/>
          <ac:spMkLst>
            <pc:docMk/>
            <pc:sldMk cId="0" sldId="272"/>
            <ac:spMk id="3" creationId="{BEBFBFD8-14F7-6A6B-AF39-73FA7687BC5F}"/>
          </ac:spMkLst>
        </pc:spChg>
        <pc:spChg chg="mod">
          <ac:chgData name="Ms Alina Arshad" userId="cccdfd85-d35d-4453-9c6f-a463aae40722" providerId="ADAL" clId="{9C5463F7-2E4D-44A3-B83D-E1A8A04E58D3}" dt="2024-11-07T08:06:41.340" v="218" actId="207"/>
          <ac:spMkLst>
            <pc:docMk/>
            <pc:sldMk cId="0" sldId="272"/>
            <ac:spMk id="208" creationId="{00000000-0000-0000-0000-000000000000}"/>
          </ac:spMkLst>
        </pc:spChg>
        <pc:spChg chg="mod">
          <ac:chgData name="Ms Alina Arshad" userId="cccdfd85-d35d-4453-9c6f-a463aae40722" providerId="ADAL" clId="{9C5463F7-2E4D-44A3-B83D-E1A8A04E58D3}" dt="2024-11-07T08:06:48.041" v="222" actId="113"/>
          <ac:spMkLst>
            <pc:docMk/>
            <pc:sldMk cId="0" sldId="272"/>
            <ac:spMk id="210" creationId="{00000000-0000-0000-0000-000000000000}"/>
          </ac:spMkLst>
        </pc:spChg>
        <pc:picChg chg="mod">
          <ac:chgData name="Ms Alina Arshad" userId="cccdfd85-d35d-4453-9c6f-a463aae40722" providerId="ADAL" clId="{9C5463F7-2E4D-44A3-B83D-E1A8A04E58D3}" dt="2024-11-07T08:06:43.031" v="219" actId="1076"/>
          <ac:picMkLst>
            <pc:docMk/>
            <pc:sldMk cId="0" sldId="272"/>
            <ac:picMk id="211" creationId="{00000000-0000-0000-0000-000000000000}"/>
          </ac:picMkLst>
        </pc:picChg>
      </pc:sldChg>
      <pc:sldChg chg="modSp add del mod">
        <pc:chgData name="Ms Alina Arshad" userId="cccdfd85-d35d-4453-9c6f-a463aae40722" providerId="ADAL" clId="{9C5463F7-2E4D-44A3-B83D-E1A8A04E58D3}" dt="2024-11-07T08:07:14.295" v="231" actId="1076"/>
        <pc:sldMkLst>
          <pc:docMk/>
          <pc:sldMk cId="0" sldId="273"/>
        </pc:sldMkLst>
        <pc:spChg chg="mod">
          <ac:chgData name="Ms Alina Arshad" userId="cccdfd85-d35d-4453-9c6f-a463aae40722" providerId="ADAL" clId="{9C5463F7-2E4D-44A3-B83D-E1A8A04E58D3}" dt="2024-11-07T08:07:10.476" v="230" actId="5793"/>
          <ac:spMkLst>
            <pc:docMk/>
            <pc:sldMk cId="0" sldId="273"/>
            <ac:spMk id="2" creationId="{00000000-0000-0000-0000-000000000000}"/>
          </ac:spMkLst>
        </pc:spChg>
        <pc:spChg chg="mod">
          <ac:chgData name="Ms Alina Arshad" userId="cccdfd85-d35d-4453-9c6f-a463aae40722" providerId="ADAL" clId="{9C5463F7-2E4D-44A3-B83D-E1A8A04E58D3}" dt="2024-11-07T08:06:56.920" v="225" actId="207"/>
          <ac:spMkLst>
            <pc:docMk/>
            <pc:sldMk cId="0" sldId="273"/>
            <ac:spMk id="216" creationId="{00000000-0000-0000-0000-000000000000}"/>
          </ac:spMkLst>
        </pc:spChg>
        <pc:picChg chg="mod">
          <ac:chgData name="Ms Alina Arshad" userId="cccdfd85-d35d-4453-9c6f-a463aae40722" providerId="ADAL" clId="{9C5463F7-2E4D-44A3-B83D-E1A8A04E58D3}" dt="2024-11-07T08:07:14.295" v="231" actId="1076"/>
          <ac:picMkLst>
            <pc:docMk/>
            <pc:sldMk cId="0" sldId="273"/>
            <ac:picMk id="3" creationId="{00000000-0000-0000-0000-000000000000}"/>
          </ac:picMkLst>
        </pc:picChg>
      </pc:sldChg>
      <pc:sldChg chg="modSp add del mod">
        <pc:chgData name="Ms Alina Arshad" userId="cccdfd85-d35d-4453-9c6f-a463aae40722" providerId="ADAL" clId="{9C5463F7-2E4D-44A3-B83D-E1A8A04E58D3}" dt="2024-11-07T08:08:23.745" v="249" actId="113"/>
        <pc:sldMkLst>
          <pc:docMk/>
          <pc:sldMk cId="0" sldId="274"/>
        </pc:sldMkLst>
        <pc:spChg chg="mod">
          <ac:chgData name="Ms Alina Arshad" userId="cccdfd85-d35d-4453-9c6f-a463aae40722" providerId="ADAL" clId="{9C5463F7-2E4D-44A3-B83D-E1A8A04E58D3}" dt="2024-11-07T08:08:18.327" v="246" actId="14100"/>
          <ac:spMkLst>
            <pc:docMk/>
            <pc:sldMk cId="0" sldId="274"/>
            <ac:spMk id="224" creationId="{00000000-0000-0000-0000-000000000000}"/>
          </ac:spMkLst>
        </pc:spChg>
        <pc:spChg chg="mod">
          <ac:chgData name="Ms Alina Arshad" userId="cccdfd85-d35d-4453-9c6f-a463aae40722" providerId="ADAL" clId="{9C5463F7-2E4D-44A3-B83D-E1A8A04E58D3}" dt="2024-11-07T08:08:23.745" v="249" actId="113"/>
          <ac:spMkLst>
            <pc:docMk/>
            <pc:sldMk cId="0" sldId="274"/>
            <ac:spMk id="226" creationId="{00000000-0000-0000-0000-000000000000}"/>
          </ac:spMkLst>
        </pc:spChg>
        <pc:picChg chg="mod">
          <ac:chgData name="Ms Alina Arshad" userId="cccdfd85-d35d-4453-9c6f-a463aae40722" providerId="ADAL" clId="{9C5463F7-2E4D-44A3-B83D-E1A8A04E58D3}" dt="2024-11-07T08:08:20.303" v="247" actId="1076"/>
          <ac:picMkLst>
            <pc:docMk/>
            <pc:sldMk cId="0" sldId="274"/>
            <ac:picMk id="227" creationId="{00000000-0000-0000-0000-000000000000}"/>
          </ac:picMkLst>
        </pc:picChg>
      </pc:sldChg>
      <pc:sldChg chg="modSp add del mod">
        <pc:chgData name="Ms Alina Arshad" userId="cccdfd85-d35d-4453-9c6f-a463aae40722" providerId="ADAL" clId="{9C5463F7-2E4D-44A3-B83D-E1A8A04E58D3}" dt="2024-11-07T08:08:45.863" v="257" actId="1076"/>
        <pc:sldMkLst>
          <pc:docMk/>
          <pc:sldMk cId="0" sldId="275"/>
        </pc:sldMkLst>
        <pc:spChg chg="mod">
          <ac:chgData name="Ms Alina Arshad" userId="cccdfd85-d35d-4453-9c6f-a463aae40722" providerId="ADAL" clId="{9C5463F7-2E4D-44A3-B83D-E1A8A04E58D3}" dt="2024-11-07T08:08:38.913" v="253" actId="113"/>
          <ac:spMkLst>
            <pc:docMk/>
            <pc:sldMk cId="0" sldId="275"/>
            <ac:spMk id="232" creationId="{00000000-0000-0000-0000-000000000000}"/>
          </ac:spMkLst>
        </pc:spChg>
        <pc:spChg chg="mod">
          <ac:chgData name="Ms Alina Arshad" userId="cccdfd85-d35d-4453-9c6f-a463aae40722" providerId="ADAL" clId="{9C5463F7-2E4D-44A3-B83D-E1A8A04E58D3}" dt="2024-11-07T08:08:45.863" v="257" actId="1076"/>
          <ac:spMkLst>
            <pc:docMk/>
            <pc:sldMk cId="0" sldId="275"/>
            <ac:spMk id="233" creationId="{00000000-0000-0000-0000-000000000000}"/>
          </ac:spMkLst>
        </pc:spChg>
      </pc:sldChg>
      <pc:sldChg chg="delSp modSp add del mod">
        <pc:chgData name="Ms Alina Arshad" userId="cccdfd85-d35d-4453-9c6f-a463aae40722" providerId="ADAL" clId="{9C5463F7-2E4D-44A3-B83D-E1A8A04E58D3}" dt="2024-11-08T04:33:54.487" v="769" actId="47"/>
        <pc:sldMkLst>
          <pc:docMk/>
          <pc:sldMk cId="0" sldId="276"/>
        </pc:sldMkLst>
        <pc:spChg chg="mod">
          <ac:chgData name="Ms Alina Arshad" userId="cccdfd85-d35d-4453-9c6f-a463aae40722" providerId="ADAL" clId="{9C5463F7-2E4D-44A3-B83D-E1A8A04E58D3}" dt="2024-11-07T08:09:43.095" v="272" actId="1076"/>
          <ac:spMkLst>
            <pc:docMk/>
            <pc:sldMk cId="0" sldId="276"/>
            <ac:spMk id="3" creationId="{00000000-0000-0000-0000-000000000000}"/>
          </ac:spMkLst>
        </pc:spChg>
        <pc:spChg chg="mod">
          <ac:chgData name="Ms Alina Arshad" userId="cccdfd85-d35d-4453-9c6f-a463aae40722" providerId="ADAL" clId="{9C5463F7-2E4D-44A3-B83D-E1A8A04E58D3}" dt="2024-11-07T08:09:05.024" v="261" actId="207"/>
          <ac:spMkLst>
            <pc:docMk/>
            <pc:sldMk cId="0" sldId="276"/>
            <ac:spMk id="239" creationId="{00000000-0000-0000-0000-000000000000}"/>
          </ac:spMkLst>
        </pc:spChg>
        <pc:spChg chg="mod">
          <ac:chgData name="Ms Alina Arshad" userId="cccdfd85-d35d-4453-9c6f-a463aae40722" providerId="ADAL" clId="{9C5463F7-2E4D-44A3-B83D-E1A8A04E58D3}" dt="2024-11-07T08:09:37.623" v="271" actId="14100"/>
          <ac:spMkLst>
            <pc:docMk/>
            <pc:sldMk cId="0" sldId="276"/>
            <ac:spMk id="240" creationId="{00000000-0000-0000-0000-000000000000}"/>
          </ac:spMkLst>
        </pc:spChg>
        <pc:spChg chg="del">
          <ac:chgData name="Ms Alina Arshad" userId="cccdfd85-d35d-4453-9c6f-a463aae40722" providerId="ADAL" clId="{9C5463F7-2E4D-44A3-B83D-E1A8A04E58D3}" dt="2024-11-08T04:10:08.783" v="712" actId="478"/>
          <ac:spMkLst>
            <pc:docMk/>
            <pc:sldMk cId="0" sldId="276"/>
            <ac:spMk id="241" creationId="{00000000-0000-0000-0000-000000000000}"/>
          </ac:spMkLst>
        </pc:spChg>
        <pc:picChg chg="mod modCrop">
          <ac:chgData name="Ms Alina Arshad" userId="cccdfd85-d35d-4453-9c6f-a463aae40722" providerId="ADAL" clId="{9C5463F7-2E4D-44A3-B83D-E1A8A04E58D3}" dt="2024-11-07T08:10:02.327" v="275" actId="1076"/>
          <ac:picMkLst>
            <pc:docMk/>
            <pc:sldMk cId="0" sldId="276"/>
            <ac:picMk id="2" creationId="{00000000-0000-0000-0000-000000000000}"/>
          </ac:picMkLst>
        </pc:picChg>
      </pc:sldChg>
      <pc:sldChg chg="delSp modSp add del mod">
        <pc:chgData name="Ms Alina Arshad" userId="cccdfd85-d35d-4453-9c6f-a463aae40722" providerId="ADAL" clId="{9C5463F7-2E4D-44A3-B83D-E1A8A04E58D3}" dt="2024-11-08T04:33:54.960" v="770" actId="47"/>
        <pc:sldMkLst>
          <pc:docMk/>
          <pc:sldMk cId="0" sldId="277"/>
        </pc:sldMkLst>
        <pc:spChg chg="mod">
          <ac:chgData name="Ms Alina Arshad" userId="cccdfd85-d35d-4453-9c6f-a463aae40722" providerId="ADAL" clId="{9C5463F7-2E4D-44A3-B83D-E1A8A04E58D3}" dt="2024-11-07T08:10:11.376" v="277" actId="207"/>
          <ac:spMkLst>
            <pc:docMk/>
            <pc:sldMk cId="0" sldId="277"/>
            <ac:spMk id="246" creationId="{00000000-0000-0000-0000-000000000000}"/>
          </ac:spMkLst>
        </pc:spChg>
        <pc:spChg chg="mod">
          <ac:chgData name="Ms Alina Arshad" userId="cccdfd85-d35d-4453-9c6f-a463aae40722" providerId="ADAL" clId="{9C5463F7-2E4D-44A3-B83D-E1A8A04E58D3}" dt="2024-11-07T08:10:44.086" v="287" actId="1076"/>
          <ac:spMkLst>
            <pc:docMk/>
            <pc:sldMk cId="0" sldId="277"/>
            <ac:spMk id="247" creationId="{00000000-0000-0000-0000-000000000000}"/>
          </ac:spMkLst>
        </pc:spChg>
        <pc:spChg chg="del">
          <ac:chgData name="Ms Alina Arshad" userId="cccdfd85-d35d-4453-9c6f-a463aae40722" providerId="ADAL" clId="{9C5463F7-2E4D-44A3-B83D-E1A8A04E58D3}" dt="2024-11-08T04:10:28.223" v="713" actId="478"/>
          <ac:spMkLst>
            <pc:docMk/>
            <pc:sldMk cId="0" sldId="277"/>
            <ac:spMk id="248" creationId="{00000000-0000-0000-0000-000000000000}"/>
          </ac:spMkLst>
        </pc:spChg>
      </pc:sldChg>
      <pc:sldChg chg="delSp modSp add del mod">
        <pc:chgData name="Ms Alina Arshad" userId="cccdfd85-d35d-4453-9c6f-a463aae40722" providerId="ADAL" clId="{9C5463F7-2E4D-44A3-B83D-E1A8A04E58D3}" dt="2024-11-08T04:33:55.522" v="771" actId="47"/>
        <pc:sldMkLst>
          <pc:docMk/>
          <pc:sldMk cId="0" sldId="278"/>
        </pc:sldMkLst>
        <pc:spChg chg="mod">
          <ac:chgData name="Ms Alina Arshad" userId="cccdfd85-d35d-4453-9c6f-a463aae40722" providerId="ADAL" clId="{9C5463F7-2E4D-44A3-B83D-E1A8A04E58D3}" dt="2024-11-07T08:10:50.512" v="289" actId="207"/>
          <ac:spMkLst>
            <pc:docMk/>
            <pc:sldMk cId="0" sldId="278"/>
            <ac:spMk id="253" creationId="{00000000-0000-0000-0000-000000000000}"/>
          </ac:spMkLst>
        </pc:spChg>
        <pc:spChg chg="mod">
          <ac:chgData name="Ms Alina Arshad" userId="cccdfd85-d35d-4453-9c6f-a463aae40722" providerId="ADAL" clId="{9C5463F7-2E4D-44A3-B83D-E1A8A04E58D3}" dt="2024-11-07T08:11:09.760" v="297" actId="15"/>
          <ac:spMkLst>
            <pc:docMk/>
            <pc:sldMk cId="0" sldId="278"/>
            <ac:spMk id="254" creationId="{00000000-0000-0000-0000-000000000000}"/>
          </ac:spMkLst>
        </pc:spChg>
        <pc:spChg chg="del">
          <ac:chgData name="Ms Alina Arshad" userId="cccdfd85-d35d-4453-9c6f-a463aae40722" providerId="ADAL" clId="{9C5463F7-2E4D-44A3-B83D-E1A8A04E58D3}" dt="2024-11-08T04:10:31.065" v="714" actId="478"/>
          <ac:spMkLst>
            <pc:docMk/>
            <pc:sldMk cId="0" sldId="278"/>
            <ac:spMk id="255" creationId="{00000000-0000-0000-0000-000000000000}"/>
          </ac:spMkLst>
        </pc:spChg>
      </pc:sldChg>
      <pc:sldChg chg="delSp modSp add del mod">
        <pc:chgData name="Ms Alina Arshad" userId="cccdfd85-d35d-4453-9c6f-a463aae40722" providerId="ADAL" clId="{9C5463F7-2E4D-44A3-B83D-E1A8A04E58D3}" dt="2024-11-08T04:33:55.864" v="772" actId="47"/>
        <pc:sldMkLst>
          <pc:docMk/>
          <pc:sldMk cId="0" sldId="279"/>
        </pc:sldMkLst>
        <pc:spChg chg="mod">
          <ac:chgData name="Ms Alina Arshad" userId="cccdfd85-d35d-4453-9c6f-a463aae40722" providerId="ADAL" clId="{9C5463F7-2E4D-44A3-B83D-E1A8A04E58D3}" dt="2024-11-07T08:11:21.431" v="299" actId="207"/>
          <ac:spMkLst>
            <pc:docMk/>
            <pc:sldMk cId="0" sldId="279"/>
            <ac:spMk id="260" creationId="{00000000-0000-0000-0000-000000000000}"/>
          </ac:spMkLst>
        </pc:spChg>
        <pc:spChg chg="mod">
          <ac:chgData name="Ms Alina Arshad" userId="cccdfd85-d35d-4453-9c6f-a463aae40722" providerId="ADAL" clId="{9C5463F7-2E4D-44A3-B83D-E1A8A04E58D3}" dt="2024-11-07T08:11:37.695" v="303" actId="14100"/>
          <ac:spMkLst>
            <pc:docMk/>
            <pc:sldMk cId="0" sldId="279"/>
            <ac:spMk id="261" creationId="{00000000-0000-0000-0000-000000000000}"/>
          </ac:spMkLst>
        </pc:spChg>
        <pc:spChg chg="del">
          <ac:chgData name="Ms Alina Arshad" userId="cccdfd85-d35d-4453-9c6f-a463aae40722" providerId="ADAL" clId="{9C5463F7-2E4D-44A3-B83D-E1A8A04E58D3}" dt="2024-11-08T04:10:34.595" v="715" actId="478"/>
          <ac:spMkLst>
            <pc:docMk/>
            <pc:sldMk cId="0" sldId="279"/>
            <ac:spMk id="262" creationId="{00000000-0000-0000-0000-000000000000}"/>
          </ac:spMkLst>
        </pc:spChg>
      </pc:sldChg>
      <pc:sldChg chg="delSp modSp add del mod">
        <pc:chgData name="Ms Alina Arshad" userId="cccdfd85-d35d-4453-9c6f-a463aae40722" providerId="ADAL" clId="{9C5463F7-2E4D-44A3-B83D-E1A8A04E58D3}" dt="2024-11-08T04:33:56.120" v="773" actId="47"/>
        <pc:sldMkLst>
          <pc:docMk/>
          <pc:sldMk cId="0" sldId="280"/>
        </pc:sldMkLst>
        <pc:spChg chg="mod">
          <ac:chgData name="Ms Alina Arshad" userId="cccdfd85-d35d-4453-9c6f-a463aae40722" providerId="ADAL" clId="{9C5463F7-2E4D-44A3-B83D-E1A8A04E58D3}" dt="2024-11-07T08:11:50.325" v="308" actId="1076"/>
          <ac:spMkLst>
            <pc:docMk/>
            <pc:sldMk cId="0" sldId="280"/>
            <ac:spMk id="267" creationId="{00000000-0000-0000-0000-000000000000}"/>
          </ac:spMkLst>
        </pc:spChg>
        <pc:spChg chg="del">
          <ac:chgData name="Ms Alina Arshad" userId="cccdfd85-d35d-4453-9c6f-a463aae40722" providerId="ADAL" clId="{9C5463F7-2E4D-44A3-B83D-E1A8A04E58D3}" dt="2024-11-08T04:10:36.965" v="716" actId="478"/>
          <ac:spMkLst>
            <pc:docMk/>
            <pc:sldMk cId="0" sldId="280"/>
            <ac:spMk id="268" creationId="{00000000-0000-0000-0000-000000000000}"/>
          </ac:spMkLst>
        </pc:spChg>
        <pc:spChg chg="mod">
          <ac:chgData name="Ms Alina Arshad" userId="cccdfd85-d35d-4453-9c6f-a463aae40722" providerId="ADAL" clId="{9C5463F7-2E4D-44A3-B83D-E1A8A04E58D3}" dt="2024-11-07T08:12:09.894" v="316" actId="1076"/>
          <ac:spMkLst>
            <pc:docMk/>
            <pc:sldMk cId="0" sldId="280"/>
            <ac:spMk id="270" creationId="{00000000-0000-0000-0000-000000000000}"/>
          </ac:spMkLst>
        </pc:spChg>
        <pc:picChg chg="mod">
          <ac:chgData name="Ms Alina Arshad" userId="cccdfd85-d35d-4453-9c6f-a463aae40722" providerId="ADAL" clId="{9C5463F7-2E4D-44A3-B83D-E1A8A04E58D3}" dt="2024-11-07T08:12:05.638" v="315" actId="1076"/>
          <ac:picMkLst>
            <pc:docMk/>
            <pc:sldMk cId="0" sldId="280"/>
            <ac:picMk id="269" creationId="{00000000-0000-0000-0000-000000000000}"/>
          </ac:picMkLst>
        </pc:picChg>
      </pc:sldChg>
      <pc:sldChg chg="delSp modSp add del mod">
        <pc:chgData name="Ms Alina Arshad" userId="cccdfd85-d35d-4453-9c6f-a463aae40722" providerId="ADAL" clId="{9C5463F7-2E4D-44A3-B83D-E1A8A04E58D3}" dt="2024-11-08T04:33:56.482" v="774" actId="47"/>
        <pc:sldMkLst>
          <pc:docMk/>
          <pc:sldMk cId="0" sldId="281"/>
        </pc:sldMkLst>
        <pc:spChg chg="mod">
          <ac:chgData name="Ms Alina Arshad" userId="cccdfd85-d35d-4453-9c6f-a463aae40722" providerId="ADAL" clId="{9C5463F7-2E4D-44A3-B83D-E1A8A04E58D3}" dt="2024-11-07T08:12:16.119" v="318" actId="207"/>
          <ac:spMkLst>
            <pc:docMk/>
            <pc:sldMk cId="0" sldId="281"/>
            <ac:spMk id="275" creationId="{00000000-0000-0000-0000-000000000000}"/>
          </ac:spMkLst>
        </pc:spChg>
        <pc:spChg chg="mod">
          <ac:chgData name="Ms Alina Arshad" userId="cccdfd85-d35d-4453-9c6f-a463aae40722" providerId="ADAL" clId="{9C5463F7-2E4D-44A3-B83D-E1A8A04E58D3}" dt="2024-11-07T08:12:29.105" v="322" actId="12"/>
          <ac:spMkLst>
            <pc:docMk/>
            <pc:sldMk cId="0" sldId="281"/>
            <ac:spMk id="276" creationId="{00000000-0000-0000-0000-000000000000}"/>
          </ac:spMkLst>
        </pc:spChg>
        <pc:spChg chg="del">
          <ac:chgData name="Ms Alina Arshad" userId="cccdfd85-d35d-4453-9c6f-a463aae40722" providerId="ADAL" clId="{9C5463F7-2E4D-44A3-B83D-E1A8A04E58D3}" dt="2024-11-08T04:10:39.055" v="717" actId="478"/>
          <ac:spMkLst>
            <pc:docMk/>
            <pc:sldMk cId="0" sldId="281"/>
            <ac:spMk id="277" creationId="{00000000-0000-0000-0000-000000000000}"/>
          </ac:spMkLst>
        </pc:spChg>
      </pc:sldChg>
      <pc:sldChg chg="delSp modSp add del mod">
        <pc:chgData name="Ms Alina Arshad" userId="cccdfd85-d35d-4453-9c6f-a463aae40722" providerId="ADAL" clId="{9C5463F7-2E4D-44A3-B83D-E1A8A04E58D3}" dt="2024-11-08T04:33:56.723" v="775" actId="47"/>
        <pc:sldMkLst>
          <pc:docMk/>
          <pc:sldMk cId="0" sldId="282"/>
        </pc:sldMkLst>
        <pc:spChg chg="mod">
          <ac:chgData name="Ms Alina Arshad" userId="cccdfd85-d35d-4453-9c6f-a463aae40722" providerId="ADAL" clId="{9C5463F7-2E4D-44A3-B83D-E1A8A04E58D3}" dt="2024-11-07T08:12:39.111" v="324" actId="207"/>
          <ac:spMkLst>
            <pc:docMk/>
            <pc:sldMk cId="0" sldId="282"/>
            <ac:spMk id="282" creationId="{00000000-0000-0000-0000-000000000000}"/>
          </ac:spMkLst>
        </pc:spChg>
        <pc:spChg chg="mod">
          <ac:chgData name="Ms Alina Arshad" userId="cccdfd85-d35d-4453-9c6f-a463aae40722" providerId="ADAL" clId="{9C5463F7-2E4D-44A3-B83D-E1A8A04E58D3}" dt="2024-11-07T08:12:57.510" v="332" actId="14"/>
          <ac:spMkLst>
            <pc:docMk/>
            <pc:sldMk cId="0" sldId="282"/>
            <ac:spMk id="283" creationId="{00000000-0000-0000-0000-000000000000}"/>
          </ac:spMkLst>
        </pc:spChg>
        <pc:spChg chg="del">
          <ac:chgData name="Ms Alina Arshad" userId="cccdfd85-d35d-4453-9c6f-a463aae40722" providerId="ADAL" clId="{9C5463F7-2E4D-44A3-B83D-E1A8A04E58D3}" dt="2024-11-08T04:10:44.915" v="718" actId="478"/>
          <ac:spMkLst>
            <pc:docMk/>
            <pc:sldMk cId="0" sldId="282"/>
            <ac:spMk id="284" creationId="{00000000-0000-0000-0000-000000000000}"/>
          </ac:spMkLst>
        </pc:spChg>
      </pc:sldChg>
      <pc:sldChg chg="delSp modSp add del mod">
        <pc:chgData name="Ms Alina Arshad" userId="cccdfd85-d35d-4453-9c6f-a463aae40722" providerId="ADAL" clId="{9C5463F7-2E4D-44A3-B83D-E1A8A04E58D3}" dt="2024-11-08T04:33:56.878" v="776" actId="47"/>
        <pc:sldMkLst>
          <pc:docMk/>
          <pc:sldMk cId="0" sldId="283"/>
        </pc:sldMkLst>
        <pc:spChg chg="mod">
          <ac:chgData name="Ms Alina Arshad" userId="cccdfd85-d35d-4453-9c6f-a463aae40722" providerId="ADAL" clId="{9C5463F7-2E4D-44A3-B83D-E1A8A04E58D3}" dt="2024-11-07T08:13:06.813" v="337" actId="1076"/>
          <ac:spMkLst>
            <pc:docMk/>
            <pc:sldMk cId="0" sldId="283"/>
            <ac:spMk id="289" creationId="{00000000-0000-0000-0000-000000000000}"/>
          </ac:spMkLst>
        </pc:spChg>
        <pc:spChg chg="mod">
          <ac:chgData name="Ms Alina Arshad" userId="cccdfd85-d35d-4453-9c6f-a463aae40722" providerId="ADAL" clId="{9C5463F7-2E4D-44A3-B83D-E1A8A04E58D3}" dt="2024-11-07T08:13:46.657" v="345" actId="207"/>
          <ac:spMkLst>
            <pc:docMk/>
            <pc:sldMk cId="0" sldId="283"/>
            <ac:spMk id="290" creationId="{00000000-0000-0000-0000-000000000000}"/>
          </ac:spMkLst>
        </pc:spChg>
        <pc:spChg chg="del">
          <ac:chgData name="Ms Alina Arshad" userId="cccdfd85-d35d-4453-9c6f-a463aae40722" providerId="ADAL" clId="{9C5463F7-2E4D-44A3-B83D-E1A8A04E58D3}" dt="2024-11-08T04:11:01.400" v="719" actId="478"/>
          <ac:spMkLst>
            <pc:docMk/>
            <pc:sldMk cId="0" sldId="283"/>
            <ac:spMk id="291" creationId="{00000000-0000-0000-0000-000000000000}"/>
          </ac:spMkLst>
        </pc:spChg>
      </pc:sldChg>
      <pc:sldChg chg="delSp modSp add del mod">
        <pc:chgData name="Ms Alina Arshad" userId="cccdfd85-d35d-4453-9c6f-a463aae40722" providerId="ADAL" clId="{9C5463F7-2E4D-44A3-B83D-E1A8A04E58D3}" dt="2024-11-08T04:33:58.050" v="777" actId="47"/>
        <pc:sldMkLst>
          <pc:docMk/>
          <pc:sldMk cId="0" sldId="284"/>
        </pc:sldMkLst>
        <pc:spChg chg="mod">
          <ac:chgData name="Ms Alina Arshad" userId="cccdfd85-d35d-4453-9c6f-a463aae40722" providerId="ADAL" clId="{9C5463F7-2E4D-44A3-B83D-E1A8A04E58D3}" dt="2024-11-07T08:13:57.134" v="350" actId="14100"/>
          <ac:spMkLst>
            <pc:docMk/>
            <pc:sldMk cId="0" sldId="284"/>
            <ac:spMk id="296" creationId="{00000000-0000-0000-0000-000000000000}"/>
          </ac:spMkLst>
        </pc:spChg>
        <pc:spChg chg="mod">
          <ac:chgData name="Ms Alina Arshad" userId="cccdfd85-d35d-4453-9c6f-a463aae40722" providerId="ADAL" clId="{9C5463F7-2E4D-44A3-B83D-E1A8A04E58D3}" dt="2024-11-07T08:14:05.758" v="354" actId="14100"/>
          <ac:spMkLst>
            <pc:docMk/>
            <pc:sldMk cId="0" sldId="284"/>
            <ac:spMk id="297" creationId="{00000000-0000-0000-0000-000000000000}"/>
          </ac:spMkLst>
        </pc:spChg>
        <pc:spChg chg="del">
          <ac:chgData name="Ms Alina Arshad" userId="cccdfd85-d35d-4453-9c6f-a463aae40722" providerId="ADAL" clId="{9C5463F7-2E4D-44A3-B83D-E1A8A04E58D3}" dt="2024-11-08T04:11:05.079" v="720" actId="478"/>
          <ac:spMkLst>
            <pc:docMk/>
            <pc:sldMk cId="0" sldId="284"/>
            <ac:spMk id="298" creationId="{00000000-0000-0000-0000-000000000000}"/>
          </ac:spMkLst>
        </pc:spChg>
      </pc:sldChg>
      <pc:sldChg chg="modSp add del mod">
        <pc:chgData name="Ms Alina Arshad" userId="cccdfd85-d35d-4453-9c6f-a463aae40722" providerId="ADAL" clId="{9C5463F7-2E4D-44A3-B83D-E1A8A04E58D3}" dt="2024-11-08T04:33:58.294" v="778" actId="47"/>
        <pc:sldMkLst>
          <pc:docMk/>
          <pc:sldMk cId="0" sldId="285"/>
        </pc:sldMkLst>
        <pc:spChg chg="mod">
          <ac:chgData name="Ms Alina Arshad" userId="cccdfd85-d35d-4453-9c6f-a463aae40722" providerId="ADAL" clId="{9C5463F7-2E4D-44A3-B83D-E1A8A04E58D3}" dt="2024-11-08T03:49:40.202" v="356" actId="14100"/>
          <ac:spMkLst>
            <pc:docMk/>
            <pc:sldMk cId="0" sldId="285"/>
            <ac:spMk id="303" creationId="{00000000-0000-0000-0000-000000000000}"/>
          </ac:spMkLst>
        </pc:spChg>
        <pc:picChg chg="mod">
          <ac:chgData name="Ms Alina Arshad" userId="cccdfd85-d35d-4453-9c6f-a463aae40722" providerId="ADAL" clId="{9C5463F7-2E4D-44A3-B83D-E1A8A04E58D3}" dt="2024-11-08T03:49:52.298" v="360" actId="1076"/>
          <ac:picMkLst>
            <pc:docMk/>
            <pc:sldMk cId="0" sldId="285"/>
            <ac:picMk id="306" creationId="{00000000-0000-0000-0000-000000000000}"/>
          </ac:picMkLst>
        </pc:picChg>
      </pc:sldChg>
      <pc:sldChg chg="delSp modSp add del mod">
        <pc:chgData name="Ms Alina Arshad" userId="cccdfd85-d35d-4453-9c6f-a463aae40722" providerId="ADAL" clId="{9C5463F7-2E4D-44A3-B83D-E1A8A04E58D3}" dt="2024-11-08T04:33:58.461" v="779" actId="47"/>
        <pc:sldMkLst>
          <pc:docMk/>
          <pc:sldMk cId="0" sldId="286"/>
        </pc:sldMkLst>
        <pc:spChg chg="mod">
          <ac:chgData name="Ms Alina Arshad" userId="cccdfd85-d35d-4453-9c6f-a463aae40722" providerId="ADAL" clId="{9C5463F7-2E4D-44A3-B83D-E1A8A04E58D3}" dt="2024-11-08T03:50:01.954" v="363" actId="207"/>
          <ac:spMkLst>
            <pc:docMk/>
            <pc:sldMk cId="0" sldId="286"/>
            <ac:spMk id="311" creationId="{00000000-0000-0000-0000-000000000000}"/>
          </ac:spMkLst>
        </pc:spChg>
        <pc:spChg chg="mod">
          <ac:chgData name="Ms Alina Arshad" userId="cccdfd85-d35d-4453-9c6f-a463aae40722" providerId="ADAL" clId="{9C5463F7-2E4D-44A3-B83D-E1A8A04E58D3}" dt="2024-11-08T03:50:29.805" v="375" actId="207"/>
          <ac:spMkLst>
            <pc:docMk/>
            <pc:sldMk cId="0" sldId="286"/>
            <ac:spMk id="312" creationId="{00000000-0000-0000-0000-000000000000}"/>
          </ac:spMkLst>
        </pc:spChg>
        <pc:spChg chg="del">
          <ac:chgData name="Ms Alina Arshad" userId="cccdfd85-d35d-4453-9c6f-a463aae40722" providerId="ADAL" clId="{9C5463F7-2E4D-44A3-B83D-E1A8A04E58D3}" dt="2024-11-08T04:11:10.783" v="721" actId="478"/>
          <ac:spMkLst>
            <pc:docMk/>
            <pc:sldMk cId="0" sldId="286"/>
            <ac:spMk id="313" creationId="{00000000-0000-0000-0000-000000000000}"/>
          </ac:spMkLst>
        </pc:spChg>
      </pc:sldChg>
      <pc:sldChg chg="delSp modSp add del mod">
        <pc:chgData name="Ms Alina Arshad" userId="cccdfd85-d35d-4453-9c6f-a463aae40722" providerId="ADAL" clId="{9C5463F7-2E4D-44A3-B83D-E1A8A04E58D3}" dt="2024-11-08T04:33:59.287" v="780" actId="47"/>
        <pc:sldMkLst>
          <pc:docMk/>
          <pc:sldMk cId="0" sldId="287"/>
        </pc:sldMkLst>
        <pc:spChg chg="mod">
          <ac:chgData name="Ms Alina Arshad" userId="cccdfd85-d35d-4453-9c6f-a463aae40722" providerId="ADAL" clId="{9C5463F7-2E4D-44A3-B83D-E1A8A04E58D3}" dt="2024-11-08T03:50:41.623" v="378" actId="207"/>
          <ac:spMkLst>
            <pc:docMk/>
            <pc:sldMk cId="0" sldId="287"/>
            <ac:spMk id="318" creationId="{00000000-0000-0000-0000-000000000000}"/>
          </ac:spMkLst>
        </pc:spChg>
        <pc:spChg chg="mod">
          <ac:chgData name="Ms Alina Arshad" userId="cccdfd85-d35d-4453-9c6f-a463aae40722" providerId="ADAL" clId="{9C5463F7-2E4D-44A3-B83D-E1A8A04E58D3}" dt="2024-11-08T03:52:22.702" v="402" actId="113"/>
          <ac:spMkLst>
            <pc:docMk/>
            <pc:sldMk cId="0" sldId="287"/>
            <ac:spMk id="319" creationId="{00000000-0000-0000-0000-000000000000}"/>
          </ac:spMkLst>
        </pc:spChg>
        <pc:spChg chg="del mod">
          <ac:chgData name="Ms Alina Arshad" userId="cccdfd85-d35d-4453-9c6f-a463aae40722" providerId="ADAL" clId="{9C5463F7-2E4D-44A3-B83D-E1A8A04E58D3}" dt="2024-11-08T04:11:25.764" v="723" actId="478"/>
          <ac:spMkLst>
            <pc:docMk/>
            <pc:sldMk cId="0" sldId="287"/>
            <ac:spMk id="320" creationId="{00000000-0000-0000-0000-000000000000}"/>
          </ac:spMkLst>
        </pc:spChg>
      </pc:sldChg>
      <pc:sldChg chg="delSp modSp add del mod">
        <pc:chgData name="Ms Alina Arshad" userId="cccdfd85-d35d-4453-9c6f-a463aae40722" providerId="ADAL" clId="{9C5463F7-2E4D-44A3-B83D-E1A8A04E58D3}" dt="2024-11-08T04:33:59.471" v="781" actId="47"/>
        <pc:sldMkLst>
          <pc:docMk/>
          <pc:sldMk cId="0" sldId="288"/>
        </pc:sldMkLst>
        <pc:spChg chg="mod">
          <ac:chgData name="Ms Alina Arshad" userId="cccdfd85-d35d-4453-9c6f-a463aae40722" providerId="ADAL" clId="{9C5463F7-2E4D-44A3-B83D-E1A8A04E58D3}" dt="2024-11-08T03:51:31.048" v="386" actId="1076"/>
          <ac:spMkLst>
            <pc:docMk/>
            <pc:sldMk cId="0" sldId="288"/>
            <ac:spMk id="325" creationId="{00000000-0000-0000-0000-000000000000}"/>
          </ac:spMkLst>
        </pc:spChg>
        <pc:spChg chg="mod">
          <ac:chgData name="Ms Alina Arshad" userId="cccdfd85-d35d-4453-9c6f-a463aae40722" providerId="ADAL" clId="{9C5463F7-2E4D-44A3-B83D-E1A8A04E58D3}" dt="2024-11-08T03:52:13.280" v="400" actId="113"/>
          <ac:spMkLst>
            <pc:docMk/>
            <pc:sldMk cId="0" sldId="288"/>
            <ac:spMk id="326" creationId="{00000000-0000-0000-0000-000000000000}"/>
          </ac:spMkLst>
        </pc:spChg>
        <pc:spChg chg="del">
          <ac:chgData name="Ms Alina Arshad" userId="cccdfd85-d35d-4453-9c6f-a463aae40722" providerId="ADAL" clId="{9C5463F7-2E4D-44A3-B83D-E1A8A04E58D3}" dt="2024-11-08T04:11:32.343" v="724" actId="478"/>
          <ac:spMkLst>
            <pc:docMk/>
            <pc:sldMk cId="0" sldId="288"/>
            <ac:spMk id="327" creationId="{00000000-0000-0000-0000-000000000000}"/>
          </ac:spMkLst>
        </pc:spChg>
      </pc:sldChg>
      <pc:sldChg chg="modSp add del mod">
        <pc:chgData name="Ms Alina Arshad" userId="cccdfd85-d35d-4453-9c6f-a463aae40722" providerId="ADAL" clId="{9C5463F7-2E4D-44A3-B83D-E1A8A04E58D3}" dt="2024-11-08T04:33:59.606" v="782" actId="47"/>
        <pc:sldMkLst>
          <pc:docMk/>
          <pc:sldMk cId="0" sldId="289"/>
        </pc:sldMkLst>
        <pc:spChg chg="mod">
          <ac:chgData name="Ms Alina Arshad" userId="cccdfd85-d35d-4453-9c6f-a463aae40722" providerId="ADAL" clId="{9C5463F7-2E4D-44A3-B83D-E1A8A04E58D3}" dt="2024-11-08T03:51:46.674" v="392" actId="113"/>
          <ac:spMkLst>
            <pc:docMk/>
            <pc:sldMk cId="0" sldId="289"/>
            <ac:spMk id="332" creationId="{00000000-0000-0000-0000-000000000000}"/>
          </ac:spMkLst>
        </pc:spChg>
        <pc:spChg chg="mod">
          <ac:chgData name="Ms Alina Arshad" userId="cccdfd85-d35d-4453-9c6f-a463aae40722" providerId="ADAL" clId="{9C5463F7-2E4D-44A3-B83D-E1A8A04E58D3}" dt="2024-11-08T03:52:06.669" v="398" actId="113"/>
          <ac:spMkLst>
            <pc:docMk/>
            <pc:sldMk cId="0" sldId="289"/>
            <ac:spMk id="333" creationId="{00000000-0000-0000-0000-000000000000}"/>
          </ac:spMkLst>
        </pc:spChg>
      </pc:sldChg>
      <pc:sldChg chg="delSp modSp add del mod">
        <pc:chgData name="Ms Alina Arshad" userId="cccdfd85-d35d-4453-9c6f-a463aae40722" providerId="ADAL" clId="{9C5463F7-2E4D-44A3-B83D-E1A8A04E58D3}" dt="2024-11-08T04:34:00.326" v="783" actId="47"/>
        <pc:sldMkLst>
          <pc:docMk/>
          <pc:sldMk cId="0" sldId="290"/>
        </pc:sldMkLst>
        <pc:spChg chg="mod">
          <ac:chgData name="Ms Alina Arshad" userId="cccdfd85-d35d-4453-9c6f-a463aae40722" providerId="ADAL" clId="{9C5463F7-2E4D-44A3-B83D-E1A8A04E58D3}" dt="2024-11-08T03:52:30.264" v="404" actId="207"/>
          <ac:spMkLst>
            <pc:docMk/>
            <pc:sldMk cId="0" sldId="290"/>
            <ac:spMk id="339" creationId="{00000000-0000-0000-0000-000000000000}"/>
          </ac:spMkLst>
        </pc:spChg>
        <pc:spChg chg="mod">
          <ac:chgData name="Ms Alina Arshad" userId="cccdfd85-d35d-4453-9c6f-a463aae40722" providerId="ADAL" clId="{9C5463F7-2E4D-44A3-B83D-E1A8A04E58D3}" dt="2024-11-08T03:52:54.414" v="410" actId="20577"/>
          <ac:spMkLst>
            <pc:docMk/>
            <pc:sldMk cId="0" sldId="290"/>
            <ac:spMk id="340" creationId="{00000000-0000-0000-0000-000000000000}"/>
          </ac:spMkLst>
        </pc:spChg>
        <pc:spChg chg="del">
          <ac:chgData name="Ms Alina Arshad" userId="cccdfd85-d35d-4453-9c6f-a463aae40722" providerId="ADAL" clId="{9C5463F7-2E4D-44A3-B83D-E1A8A04E58D3}" dt="2024-11-08T04:11:43.127" v="725" actId="478"/>
          <ac:spMkLst>
            <pc:docMk/>
            <pc:sldMk cId="0" sldId="290"/>
            <ac:spMk id="341" creationId="{00000000-0000-0000-0000-000000000000}"/>
          </ac:spMkLst>
        </pc:spChg>
      </pc:sldChg>
      <pc:sldChg chg="delSp modSp add del mod">
        <pc:chgData name="Ms Alina Arshad" userId="cccdfd85-d35d-4453-9c6f-a463aae40722" providerId="ADAL" clId="{9C5463F7-2E4D-44A3-B83D-E1A8A04E58D3}" dt="2024-11-08T04:34:00.520" v="784" actId="47"/>
        <pc:sldMkLst>
          <pc:docMk/>
          <pc:sldMk cId="0" sldId="291"/>
        </pc:sldMkLst>
        <pc:spChg chg="mod">
          <ac:chgData name="Ms Alina Arshad" userId="cccdfd85-d35d-4453-9c6f-a463aae40722" providerId="ADAL" clId="{9C5463F7-2E4D-44A3-B83D-E1A8A04E58D3}" dt="2024-11-08T03:53:09.789" v="413" actId="207"/>
          <ac:spMkLst>
            <pc:docMk/>
            <pc:sldMk cId="0" sldId="291"/>
            <ac:spMk id="346" creationId="{00000000-0000-0000-0000-000000000000}"/>
          </ac:spMkLst>
        </pc:spChg>
        <pc:spChg chg="mod">
          <ac:chgData name="Ms Alina Arshad" userId="cccdfd85-d35d-4453-9c6f-a463aae40722" providerId="ADAL" clId="{9C5463F7-2E4D-44A3-B83D-E1A8A04E58D3}" dt="2024-11-08T03:53:15.615" v="416" actId="14100"/>
          <ac:spMkLst>
            <pc:docMk/>
            <pc:sldMk cId="0" sldId="291"/>
            <ac:spMk id="347" creationId="{00000000-0000-0000-0000-000000000000}"/>
          </ac:spMkLst>
        </pc:spChg>
        <pc:spChg chg="del">
          <ac:chgData name="Ms Alina Arshad" userId="cccdfd85-d35d-4453-9c6f-a463aae40722" providerId="ADAL" clId="{9C5463F7-2E4D-44A3-B83D-E1A8A04E58D3}" dt="2024-11-08T04:11:45.167" v="726" actId="478"/>
          <ac:spMkLst>
            <pc:docMk/>
            <pc:sldMk cId="0" sldId="291"/>
            <ac:spMk id="348" creationId="{00000000-0000-0000-0000-000000000000}"/>
          </ac:spMkLst>
        </pc:spChg>
      </pc:sldChg>
      <pc:sldChg chg="delSp modSp add del mod">
        <pc:chgData name="Ms Alina Arshad" userId="cccdfd85-d35d-4453-9c6f-a463aae40722" providerId="ADAL" clId="{9C5463F7-2E4D-44A3-B83D-E1A8A04E58D3}" dt="2024-11-08T04:34:01.714" v="786" actId="47"/>
        <pc:sldMkLst>
          <pc:docMk/>
          <pc:sldMk cId="0" sldId="292"/>
        </pc:sldMkLst>
        <pc:spChg chg="mod">
          <ac:chgData name="Ms Alina Arshad" userId="cccdfd85-d35d-4453-9c6f-a463aae40722" providerId="ADAL" clId="{9C5463F7-2E4D-44A3-B83D-E1A8A04E58D3}" dt="2024-11-08T03:53:27.495" v="419" actId="207"/>
          <ac:spMkLst>
            <pc:docMk/>
            <pc:sldMk cId="0" sldId="292"/>
            <ac:spMk id="353" creationId="{00000000-0000-0000-0000-000000000000}"/>
          </ac:spMkLst>
        </pc:spChg>
        <pc:spChg chg="mod">
          <ac:chgData name="Ms Alina Arshad" userId="cccdfd85-d35d-4453-9c6f-a463aae40722" providerId="ADAL" clId="{9C5463F7-2E4D-44A3-B83D-E1A8A04E58D3}" dt="2024-11-08T03:53:35.147" v="423" actId="207"/>
          <ac:spMkLst>
            <pc:docMk/>
            <pc:sldMk cId="0" sldId="292"/>
            <ac:spMk id="354" creationId="{00000000-0000-0000-0000-000000000000}"/>
          </ac:spMkLst>
        </pc:spChg>
        <pc:spChg chg="del">
          <ac:chgData name="Ms Alina Arshad" userId="cccdfd85-d35d-4453-9c6f-a463aae40722" providerId="ADAL" clId="{9C5463F7-2E4D-44A3-B83D-E1A8A04E58D3}" dt="2024-11-08T04:11:53.323" v="727" actId="478"/>
          <ac:spMkLst>
            <pc:docMk/>
            <pc:sldMk cId="0" sldId="292"/>
            <ac:spMk id="355" creationId="{00000000-0000-0000-0000-000000000000}"/>
          </ac:spMkLst>
        </pc:spChg>
      </pc:sldChg>
      <pc:sldChg chg="delSp modSp add del mod">
        <pc:chgData name="Ms Alina Arshad" userId="cccdfd85-d35d-4453-9c6f-a463aae40722" providerId="ADAL" clId="{9C5463F7-2E4D-44A3-B83D-E1A8A04E58D3}" dt="2024-11-08T04:34:02.026" v="788" actId="47"/>
        <pc:sldMkLst>
          <pc:docMk/>
          <pc:sldMk cId="0" sldId="293"/>
        </pc:sldMkLst>
        <pc:spChg chg="mod">
          <ac:chgData name="Ms Alina Arshad" userId="cccdfd85-d35d-4453-9c6f-a463aae40722" providerId="ADAL" clId="{9C5463F7-2E4D-44A3-B83D-E1A8A04E58D3}" dt="2024-11-08T03:53:49.523" v="427" actId="113"/>
          <ac:spMkLst>
            <pc:docMk/>
            <pc:sldMk cId="0" sldId="293"/>
            <ac:spMk id="360" creationId="{00000000-0000-0000-0000-000000000000}"/>
          </ac:spMkLst>
        </pc:spChg>
        <pc:spChg chg="mod">
          <ac:chgData name="Ms Alina Arshad" userId="cccdfd85-d35d-4453-9c6f-a463aae40722" providerId="ADAL" clId="{9C5463F7-2E4D-44A3-B83D-E1A8A04E58D3}" dt="2024-11-08T03:53:57.546" v="430" actId="207"/>
          <ac:spMkLst>
            <pc:docMk/>
            <pc:sldMk cId="0" sldId="293"/>
            <ac:spMk id="361" creationId="{00000000-0000-0000-0000-000000000000}"/>
          </ac:spMkLst>
        </pc:spChg>
        <pc:spChg chg="del">
          <ac:chgData name="Ms Alina Arshad" userId="cccdfd85-d35d-4453-9c6f-a463aae40722" providerId="ADAL" clId="{9C5463F7-2E4D-44A3-B83D-E1A8A04E58D3}" dt="2024-11-08T04:11:55.907" v="728" actId="478"/>
          <ac:spMkLst>
            <pc:docMk/>
            <pc:sldMk cId="0" sldId="293"/>
            <ac:spMk id="362" creationId="{00000000-0000-0000-0000-000000000000}"/>
          </ac:spMkLst>
        </pc:spChg>
      </pc:sldChg>
      <pc:sldChg chg="delSp modSp add del mod">
        <pc:chgData name="Ms Alina Arshad" userId="cccdfd85-d35d-4453-9c6f-a463aae40722" providerId="ADAL" clId="{9C5463F7-2E4D-44A3-B83D-E1A8A04E58D3}" dt="2024-11-08T04:34:03.095" v="790" actId="47"/>
        <pc:sldMkLst>
          <pc:docMk/>
          <pc:sldMk cId="0" sldId="294"/>
        </pc:sldMkLst>
        <pc:spChg chg="mod">
          <ac:chgData name="Ms Alina Arshad" userId="cccdfd85-d35d-4453-9c6f-a463aae40722" providerId="ADAL" clId="{9C5463F7-2E4D-44A3-B83D-E1A8A04E58D3}" dt="2024-11-08T03:56:53.496" v="434" actId="207"/>
          <ac:spMkLst>
            <pc:docMk/>
            <pc:sldMk cId="0" sldId="294"/>
            <ac:spMk id="367" creationId="{00000000-0000-0000-0000-000000000000}"/>
          </ac:spMkLst>
        </pc:spChg>
        <pc:spChg chg="mod">
          <ac:chgData name="Ms Alina Arshad" userId="cccdfd85-d35d-4453-9c6f-a463aae40722" providerId="ADAL" clId="{9C5463F7-2E4D-44A3-B83D-E1A8A04E58D3}" dt="2024-11-08T03:57:03.385" v="439" actId="207"/>
          <ac:spMkLst>
            <pc:docMk/>
            <pc:sldMk cId="0" sldId="294"/>
            <ac:spMk id="368" creationId="{00000000-0000-0000-0000-000000000000}"/>
          </ac:spMkLst>
        </pc:spChg>
        <pc:spChg chg="del">
          <ac:chgData name="Ms Alina Arshad" userId="cccdfd85-d35d-4453-9c6f-a463aae40722" providerId="ADAL" clId="{9C5463F7-2E4D-44A3-B83D-E1A8A04E58D3}" dt="2024-11-08T04:11:58.803" v="729" actId="478"/>
          <ac:spMkLst>
            <pc:docMk/>
            <pc:sldMk cId="0" sldId="294"/>
            <ac:spMk id="369" creationId="{00000000-0000-0000-0000-000000000000}"/>
          </ac:spMkLst>
        </pc:spChg>
      </pc:sldChg>
      <pc:sldChg chg="modSp add del mod">
        <pc:chgData name="Ms Alina Arshad" userId="cccdfd85-d35d-4453-9c6f-a463aae40722" providerId="ADAL" clId="{9C5463F7-2E4D-44A3-B83D-E1A8A04E58D3}" dt="2024-11-08T04:34:03.263" v="791" actId="47"/>
        <pc:sldMkLst>
          <pc:docMk/>
          <pc:sldMk cId="0" sldId="295"/>
        </pc:sldMkLst>
        <pc:spChg chg="mod">
          <ac:chgData name="Ms Alina Arshad" userId="cccdfd85-d35d-4453-9c6f-a463aae40722" providerId="ADAL" clId="{9C5463F7-2E4D-44A3-B83D-E1A8A04E58D3}" dt="2024-11-08T03:57:59.904" v="462" actId="1076"/>
          <ac:spMkLst>
            <pc:docMk/>
            <pc:sldMk cId="0" sldId="295"/>
            <ac:spMk id="376" creationId="{00000000-0000-0000-0000-000000000000}"/>
          </ac:spMkLst>
        </pc:spChg>
        <pc:picChg chg="mod">
          <ac:chgData name="Ms Alina Arshad" userId="cccdfd85-d35d-4453-9c6f-a463aae40722" providerId="ADAL" clId="{9C5463F7-2E4D-44A3-B83D-E1A8A04E58D3}" dt="2024-11-08T03:57:37.552" v="453" actId="14100"/>
          <ac:picMkLst>
            <pc:docMk/>
            <pc:sldMk cId="0" sldId="295"/>
            <ac:picMk id="375" creationId="{00000000-0000-0000-0000-000000000000}"/>
          </ac:picMkLst>
        </pc:picChg>
        <pc:picChg chg="mod">
          <ac:chgData name="Ms Alina Arshad" userId="cccdfd85-d35d-4453-9c6f-a463aae40722" providerId="ADAL" clId="{9C5463F7-2E4D-44A3-B83D-E1A8A04E58D3}" dt="2024-11-08T03:57:24.655" v="446" actId="1076"/>
          <ac:picMkLst>
            <pc:docMk/>
            <pc:sldMk cId="0" sldId="295"/>
            <ac:picMk id="377" creationId="{00000000-0000-0000-0000-000000000000}"/>
          </ac:picMkLst>
        </pc:picChg>
        <pc:picChg chg="mod">
          <ac:chgData name="Ms Alina Arshad" userId="cccdfd85-d35d-4453-9c6f-a463aae40722" providerId="ADAL" clId="{9C5463F7-2E4D-44A3-B83D-E1A8A04E58D3}" dt="2024-11-08T03:57:40.015" v="454" actId="1076"/>
          <ac:picMkLst>
            <pc:docMk/>
            <pc:sldMk cId="0" sldId="295"/>
            <ac:picMk id="378" creationId="{00000000-0000-0000-0000-000000000000}"/>
          </ac:picMkLst>
        </pc:picChg>
        <pc:picChg chg="mod">
          <ac:chgData name="Ms Alina Arshad" userId="cccdfd85-d35d-4453-9c6f-a463aae40722" providerId="ADAL" clId="{9C5463F7-2E4D-44A3-B83D-E1A8A04E58D3}" dt="2024-11-08T03:57:44.712" v="456" actId="1076"/>
          <ac:picMkLst>
            <pc:docMk/>
            <pc:sldMk cId="0" sldId="295"/>
            <ac:picMk id="379" creationId="{00000000-0000-0000-0000-000000000000}"/>
          </ac:picMkLst>
        </pc:picChg>
        <pc:picChg chg="mod">
          <ac:chgData name="Ms Alina Arshad" userId="cccdfd85-d35d-4453-9c6f-a463aae40722" providerId="ADAL" clId="{9C5463F7-2E4D-44A3-B83D-E1A8A04E58D3}" dt="2024-11-08T03:57:50.633" v="459" actId="1076"/>
          <ac:picMkLst>
            <pc:docMk/>
            <pc:sldMk cId="0" sldId="295"/>
            <ac:picMk id="380" creationId="{00000000-0000-0000-0000-000000000000}"/>
          </ac:picMkLst>
        </pc:picChg>
      </pc:sldChg>
      <pc:sldChg chg="delSp modSp add del mod">
        <pc:chgData name="Ms Alina Arshad" userId="cccdfd85-d35d-4453-9c6f-a463aae40722" providerId="ADAL" clId="{9C5463F7-2E4D-44A3-B83D-E1A8A04E58D3}" dt="2024-11-08T04:34:03.408" v="792" actId="47"/>
        <pc:sldMkLst>
          <pc:docMk/>
          <pc:sldMk cId="0" sldId="296"/>
        </pc:sldMkLst>
        <pc:spChg chg="mod">
          <ac:chgData name="Ms Alina Arshad" userId="cccdfd85-d35d-4453-9c6f-a463aae40722" providerId="ADAL" clId="{9C5463F7-2E4D-44A3-B83D-E1A8A04E58D3}" dt="2024-11-08T03:58:10.801" v="466" actId="113"/>
          <ac:spMkLst>
            <pc:docMk/>
            <pc:sldMk cId="0" sldId="296"/>
            <ac:spMk id="385" creationId="{00000000-0000-0000-0000-000000000000}"/>
          </ac:spMkLst>
        </pc:spChg>
        <pc:spChg chg="mod">
          <ac:chgData name="Ms Alina Arshad" userId="cccdfd85-d35d-4453-9c6f-a463aae40722" providerId="ADAL" clId="{9C5463F7-2E4D-44A3-B83D-E1A8A04E58D3}" dt="2024-11-08T03:58:52.744" v="469" actId="14100"/>
          <ac:spMkLst>
            <pc:docMk/>
            <pc:sldMk cId="0" sldId="296"/>
            <ac:spMk id="386" creationId="{00000000-0000-0000-0000-000000000000}"/>
          </ac:spMkLst>
        </pc:spChg>
        <pc:spChg chg="del">
          <ac:chgData name="Ms Alina Arshad" userId="cccdfd85-d35d-4453-9c6f-a463aae40722" providerId="ADAL" clId="{9C5463F7-2E4D-44A3-B83D-E1A8A04E58D3}" dt="2024-11-08T04:14:52.835" v="755" actId="478"/>
          <ac:spMkLst>
            <pc:docMk/>
            <pc:sldMk cId="0" sldId="296"/>
            <ac:spMk id="387" creationId="{00000000-0000-0000-0000-000000000000}"/>
          </ac:spMkLst>
        </pc:spChg>
      </pc:sldChg>
      <pc:sldChg chg="delSp modSp add del mod">
        <pc:chgData name="Ms Alina Arshad" userId="cccdfd85-d35d-4453-9c6f-a463aae40722" providerId="ADAL" clId="{9C5463F7-2E4D-44A3-B83D-E1A8A04E58D3}" dt="2024-11-08T04:34:03.557" v="793" actId="47"/>
        <pc:sldMkLst>
          <pc:docMk/>
          <pc:sldMk cId="0" sldId="297"/>
        </pc:sldMkLst>
        <pc:spChg chg="mod">
          <ac:chgData name="Ms Alina Arshad" userId="cccdfd85-d35d-4453-9c6f-a463aae40722" providerId="ADAL" clId="{9C5463F7-2E4D-44A3-B83D-E1A8A04E58D3}" dt="2024-11-08T04:15:09.401" v="757" actId="1076"/>
          <ac:spMkLst>
            <pc:docMk/>
            <pc:sldMk cId="0" sldId="297"/>
            <ac:spMk id="392" creationId="{00000000-0000-0000-0000-000000000000}"/>
          </ac:spMkLst>
        </pc:spChg>
        <pc:spChg chg="mod">
          <ac:chgData name="Ms Alina Arshad" userId="cccdfd85-d35d-4453-9c6f-a463aae40722" providerId="ADAL" clId="{9C5463F7-2E4D-44A3-B83D-E1A8A04E58D3}" dt="2024-11-08T04:15:09.401" v="757" actId="1076"/>
          <ac:spMkLst>
            <pc:docMk/>
            <pc:sldMk cId="0" sldId="297"/>
            <ac:spMk id="393" creationId="{00000000-0000-0000-0000-000000000000}"/>
          </ac:spMkLst>
        </pc:spChg>
        <pc:spChg chg="del mod">
          <ac:chgData name="Ms Alina Arshad" userId="cccdfd85-d35d-4453-9c6f-a463aae40722" providerId="ADAL" clId="{9C5463F7-2E4D-44A3-B83D-E1A8A04E58D3}" dt="2024-11-08T04:15:16.327" v="759" actId="478"/>
          <ac:spMkLst>
            <pc:docMk/>
            <pc:sldMk cId="0" sldId="297"/>
            <ac:spMk id="394" creationId="{00000000-0000-0000-0000-000000000000}"/>
          </ac:spMkLst>
        </pc:spChg>
        <pc:spChg chg="mod">
          <ac:chgData name="Ms Alina Arshad" userId="cccdfd85-d35d-4453-9c6f-a463aae40722" providerId="ADAL" clId="{9C5463F7-2E4D-44A3-B83D-E1A8A04E58D3}" dt="2024-11-08T04:15:18.738" v="760" actId="1076"/>
          <ac:spMkLst>
            <pc:docMk/>
            <pc:sldMk cId="0" sldId="297"/>
            <ac:spMk id="396" creationId="{00000000-0000-0000-0000-000000000000}"/>
          </ac:spMkLst>
        </pc:spChg>
        <pc:picChg chg="mod">
          <ac:chgData name="Ms Alina Arshad" userId="cccdfd85-d35d-4453-9c6f-a463aae40722" providerId="ADAL" clId="{9C5463F7-2E4D-44A3-B83D-E1A8A04E58D3}" dt="2024-11-08T04:15:09.401" v="757" actId="1076"/>
          <ac:picMkLst>
            <pc:docMk/>
            <pc:sldMk cId="0" sldId="297"/>
            <ac:picMk id="395" creationId="{00000000-0000-0000-0000-000000000000}"/>
          </ac:picMkLst>
        </pc:picChg>
      </pc:sldChg>
      <pc:sldChg chg="modSp add del mod">
        <pc:chgData name="Ms Alina Arshad" userId="cccdfd85-d35d-4453-9c6f-a463aae40722" providerId="ADAL" clId="{9C5463F7-2E4D-44A3-B83D-E1A8A04E58D3}" dt="2024-11-08T04:34:05.210" v="794" actId="47"/>
        <pc:sldMkLst>
          <pc:docMk/>
          <pc:sldMk cId="0" sldId="298"/>
        </pc:sldMkLst>
        <pc:spChg chg="mod">
          <ac:chgData name="Ms Alina Arshad" userId="cccdfd85-d35d-4453-9c6f-a463aae40722" providerId="ADAL" clId="{9C5463F7-2E4D-44A3-B83D-E1A8A04E58D3}" dt="2024-11-08T04:15:35.596" v="763" actId="207"/>
          <ac:spMkLst>
            <pc:docMk/>
            <pc:sldMk cId="0" sldId="298"/>
            <ac:spMk id="401" creationId="{00000000-0000-0000-0000-000000000000}"/>
          </ac:spMkLst>
        </pc:spChg>
        <pc:spChg chg="mod">
          <ac:chgData name="Ms Alina Arshad" userId="cccdfd85-d35d-4453-9c6f-a463aae40722" providerId="ADAL" clId="{9C5463F7-2E4D-44A3-B83D-E1A8A04E58D3}" dt="2024-11-08T04:15:45.099" v="768" actId="207"/>
          <ac:spMkLst>
            <pc:docMk/>
            <pc:sldMk cId="0" sldId="298"/>
            <ac:spMk id="402" creationId="{00000000-0000-0000-0000-000000000000}"/>
          </ac:spMkLst>
        </pc:spChg>
      </pc:sldChg>
      <pc:sldChg chg="add del">
        <pc:chgData name="Ms Alina Arshad" userId="cccdfd85-d35d-4453-9c6f-a463aae40722" providerId="ADAL" clId="{9C5463F7-2E4D-44A3-B83D-E1A8A04E58D3}" dt="2024-11-08T04:34:05.398" v="795" actId="47"/>
        <pc:sldMkLst>
          <pc:docMk/>
          <pc:sldMk cId="0" sldId="299"/>
        </pc:sldMkLst>
      </pc:sldChg>
      <pc:sldChg chg="add del">
        <pc:chgData name="Ms Alina Arshad" userId="cccdfd85-d35d-4453-9c6f-a463aae40722" providerId="ADAL" clId="{9C5463F7-2E4D-44A3-B83D-E1A8A04E58D3}" dt="2024-11-08T04:34:05.543" v="796" actId="47"/>
        <pc:sldMkLst>
          <pc:docMk/>
          <pc:sldMk cId="0" sldId="300"/>
        </pc:sldMkLst>
      </pc:sldChg>
      <pc:sldChg chg="add del">
        <pc:chgData name="Ms Alina Arshad" userId="cccdfd85-d35d-4453-9c6f-a463aae40722" providerId="ADAL" clId="{9C5463F7-2E4D-44A3-B83D-E1A8A04E58D3}" dt="2024-11-08T04:34:06.201" v="797" actId="47"/>
        <pc:sldMkLst>
          <pc:docMk/>
          <pc:sldMk cId="0" sldId="301"/>
        </pc:sldMkLst>
      </pc:sldChg>
      <pc:sldChg chg="add del">
        <pc:chgData name="Ms Alina Arshad" userId="cccdfd85-d35d-4453-9c6f-a463aae40722" providerId="ADAL" clId="{9C5463F7-2E4D-44A3-B83D-E1A8A04E58D3}" dt="2024-11-08T04:34:06.378" v="798" actId="47"/>
        <pc:sldMkLst>
          <pc:docMk/>
          <pc:sldMk cId="0" sldId="302"/>
        </pc:sldMkLst>
      </pc:sldChg>
      <pc:sldChg chg="add del">
        <pc:chgData name="Ms Alina Arshad" userId="cccdfd85-d35d-4453-9c6f-a463aae40722" providerId="ADAL" clId="{9C5463F7-2E4D-44A3-B83D-E1A8A04E58D3}" dt="2024-11-08T04:34:06.496" v="799" actId="47"/>
        <pc:sldMkLst>
          <pc:docMk/>
          <pc:sldMk cId="0" sldId="303"/>
        </pc:sldMkLst>
      </pc:sldChg>
      <pc:sldChg chg="add del">
        <pc:chgData name="Ms Alina Arshad" userId="cccdfd85-d35d-4453-9c6f-a463aae40722" providerId="ADAL" clId="{9C5463F7-2E4D-44A3-B83D-E1A8A04E58D3}" dt="2024-11-08T04:34:07.123" v="800" actId="47"/>
        <pc:sldMkLst>
          <pc:docMk/>
          <pc:sldMk cId="0" sldId="304"/>
        </pc:sldMkLst>
      </pc:sldChg>
      <pc:sldChg chg="add del">
        <pc:chgData name="Ms Alina Arshad" userId="cccdfd85-d35d-4453-9c6f-a463aae40722" providerId="ADAL" clId="{9C5463F7-2E4D-44A3-B83D-E1A8A04E58D3}" dt="2024-11-08T04:34:07.263" v="801" actId="47"/>
        <pc:sldMkLst>
          <pc:docMk/>
          <pc:sldMk cId="0" sldId="305"/>
        </pc:sldMkLst>
      </pc:sldChg>
      <pc:sldChg chg="del">
        <pc:chgData name="Ms Alina Arshad" userId="cccdfd85-d35d-4453-9c6f-a463aae40722" providerId="ADAL" clId="{9C5463F7-2E4D-44A3-B83D-E1A8A04E58D3}" dt="2024-11-06T07:54:26.356" v="19" actId="47"/>
        <pc:sldMkLst>
          <pc:docMk/>
          <pc:sldMk cId="0" sldId="306"/>
        </pc:sldMkLst>
      </pc:sldChg>
      <pc:sldChg chg="add del">
        <pc:chgData name="Ms Alina Arshad" userId="cccdfd85-d35d-4453-9c6f-a463aae40722" providerId="ADAL" clId="{9C5463F7-2E4D-44A3-B83D-E1A8A04E58D3}" dt="2024-11-08T04:34:07.409" v="802" actId="47"/>
        <pc:sldMkLst>
          <pc:docMk/>
          <pc:sldMk cId="951193008" sldId="306"/>
        </pc:sldMkLst>
      </pc:sldChg>
      <pc:sldChg chg="add del">
        <pc:chgData name="Ms Alina Arshad" userId="cccdfd85-d35d-4453-9c6f-a463aae40722" providerId="ADAL" clId="{9C5463F7-2E4D-44A3-B83D-E1A8A04E58D3}" dt="2024-11-08T04:34:07.570" v="803" actId="47"/>
        <pc:sldMkLst>
          <pc:docMk/>
          <pc:sldMk cId="1801707573" sldId="307"/>
        </pc:sldMkLst>
      </pc:sldChg>
      <pc:sldChg chg="del">
        <pc:chgData name="Ms Alina Arshad" userId="cccdfd85-d35d-4453-9c6f-a463aae40722" providerId="ADAL" clId="{9C5463F7-2E4D-44A3-B83D-E1A8A04E58D3}" dt="2024-11-06T07:54:23.469" v="6" actId="47"/>
        <pc:sldMkLst>
          <pc:docMk/>
          <pc:sldMk cId="3192711744" sldId="307"/>
        </pc:sldMkLst>
      </pc:sldChg>
      <pc:sldChg chg="delSp modSp add mod">
        <pc:chgData name="Ms Alina Arshad" userId="cccdfd85-d35d-4453-9c6f-a463aae40722" providerId="ADAL" clId="{9C5463F7-2E4D-44A3-B83D-E1A8A04E58D3}" dt="2024-11-08T04:05:51.346" v="586" actId="478"/>
        <pc:sldMkLst>
          <pc:docMk/>
          <pc:sldMk cId="1819283757" sldId="308"/>
        </pc:sldMkLst>
        <pc:spChg chg="mod">
          <ac:chgData name="Ms Alina Arshad" userId="cccdfd85-d35d-4453-9c6f-a463aae40722" providerId="ADAL" clId="{9C5463F7-2E4D-44A3-B83D-E1A8A04E58D3}" dt="2024-11-06T08:16:20.482" v="163" actId="403"/>
          <ac:spMkLst>
            <pc:docMk/>
            <pc:sldMk cId="1819283757" sldId="308"/>
            <ac:spMk id="192" creationId="{00000000-0000-0000-0000-000000000000}"/>
          </ac:spMkLst>
        </pc:spChg>
        <pc:spChg chg="del">
          <ac:chgData name="Ms Alina Arshad" userId="cccdfd85-d35d-4453-9c6f-a463aae40722" providerId="ADAL" clId="{9C5463F7-2E4D-44A3-B83D-E1A8A04E58D3}" dt="2024-11-08T04:05:51.346" v="586" actId="478"/>
          <ac:spMkLst>
            <pc:docMk/>
            <pc:sldMk cId="1819283757" sldId="308"/>
            <ac:spMk id="193" creationId="{00000000-0000-0000-0000-000000000000}"/>
          </ac:spMkLst>
        </pc:spChg>
        <pc:spChg chg="mod">
          <ac:chgData name="Ms Alina Arshad" userId="cccdfd85-d35d-4453-9c6f-a463aae40722" providerId="ADAL" clId="{9C5463F7-2E4D-44A3-B83D-E1A8A04E58D3}" dt="2024-11-06T08:16:35.472" v="168" actId="1076"/>
          <ac:spMkLst>
            <pc:docMk/>
            <pc:sldMk cId="1819283757" sldId="308"/>
            <ac:spMk id="194" creationId="{00000000-0000-0000-0000-000000000000}"/>
          </ac:spMkLst>
        </pc:spChg>
      </pc:sldChg>
      <pc:sldChg chg="del">
        <pc:chgData name="Ms Alina Arshad" userId="cccdfd85-d35d-4453-9c6f-a463aae40722" providerId="ADAL" clId="{9C5463F7-2E4D-44A3-B83D-E1A8A04E58D3}" dt="2024-11-06T07:54:24.741" v="14" actId="47"/>
        <pc:sldMkLst>
          <pc:docMk/>
          <pc:sldMk cId="2062406901" sldId="308"/>
        </pc:sldMkLst>
      </pc:sldChg>
      <pc:sldChg chg="del">
        <pc:chgData name="Ms Alina Arshad" userId="cccdfd85-d35d-4453-9c6f-a463aae40722" providerId="ADAL" clId="{9C5463F7-2E4D-44A3-B83D-E1A8A04E58D3}" dt="2024-11-06T07:54:25.037" v="15" actId="47"/>
        <pc:sldMkLst>
          <pc:docMk/>
          <pc:sldMk cId="313500440" sldId="309"/>
        </pc:sldMkLst>
      </pc:sldChg>
      <pc:sldChg chg="modSp add mod">
        <pc:chgData name="Ms Alina Arshad" userId="cccdfd85-d35d-4453-9c6f-a463aae40722" providerId="ADAL" clId="{9C5463F7-2E4D-44A3-B83D-E1A8A04E58D3}" dt="2024-11-06T08:17:01.008" v="177" actId="1076"/>
        <pc:sldMkLst>
          <pc:docMk/>
          <pc:sldMk cId="911303533" sldId="309"/>
        </pc:sldMkLst>
        <pc:spChg chg="mod">
          <ac:chgData name="Ms Alina Arshad" userId="cccdfd85-d35d-4453-9c6f-a463aae40722" providerId="ADAL" clId="{9C5463F7-2E4D-44A3-B83D-E1A8A04E58D3}" dt="2024-11-06T08:16:56.697" v="175" actId="14100"/>
          <ac:spMkLst>
            <pc:docMk/>
            <pc:sldMk cId="911303533" sldId="309"/>
            <ac:spMk id="3" creationId="{00000000-0000-0000-0000-000000000000}"/>
          </ac:spMkLst>
        </pc:spChg>
        <pc:spChg chg="mod">
          <ac:chgData name="Ms Alina Arshad" userId="cccdfd85-d35d-4453-9c6f-a463aae40722" providerId="ADAL" clId="{9C5463F7-2E4D-44A3-B83D-E1A8A04E58D3}" dt="2024-11-06T08:16:45.889" v="171" actId="207"/>
          <ac:spMkLst>
            <pc:docMk/>
            <pc:sldMk cId="911303533" sldId="309"/>
            <ac:spMk id="192" creationId="{00000000-0000-0000-0000-000000000000}"/>
          </ac:spMkLst>
        </pc:spChg>
        <pc:picChg chg="mod">
          <ac:chgData name="Ms Alina Arshad" userId="cccdfd85-d35d-4453-9c6f-a463aae40722" providerId="ADAL" clId="{9C5463F7-2E4D-44A3-B83D-E1A8A04E58D3}" dt="2024-11-06T08:17:01.008" v="177" actId="1076"/>
          <ac:picMkLst>
            <pc:docMk/>
            <pc:sldMk cId="911303533" sldId="309"/>
            <ac:picMk id="4" creationId="{00000000-0000-0000-0000-000000000000}"/>
          </ac:picMkLst>
        </pc:picChg>
      </pc:sldChg>
      <pc:sldChg chg="del">
        <pc:chgData name="Ms Alina Arshad" userId="cccdfd85-d35d-4453-9c6f-a463aae40722" providerId="ADAL" clId="{9C5463F7-2E4D-44A3-B83D-E1A8A04E58D3}" dt="2024-11-06T07:54:26.021" v="18" actId="47"/>
        <pc:sldMkLst>
          <pc:docMk/>
          <pc:sldMk cId="491917458" sldId="310"/>
        </pc:sldMkLst>
      </pc:sldChg>
      <pc:sldChg chg="modSp add mod">
        <pc:chgData name="Ms Alina Arshad" userId="cccdfd85-d35d-4453-9c6f-a463aae40722" providerId="ADAL" clId="{9C5463F7-2E4D-44A3-B83D-E1A8A04E58D3}" dt="2024-11-06T08:17:22.340" v="184" actId="403"/>
        <pc:sldMkLst>
          <pc:docMk/>
          <pc:sldMk cId="3774863996" sldId="310"/>
        </pc:sldMkLst>
        <pc:spChg chg="mod">
          <ac:chgData name="Ms Alina Arshad" userId="cccdfd85-d35d-4453-9c6f-a463aae40722" providerId="ADAL" clId="{9C5463F7-2E4D-44A3-B83D-E1A8A04E58D3}" dt="2024-11-06T08:17:22.340" v="184" actId="403"/>
          <ac:spMkLst>
            <pc:docMk/>
            <pc:sldMk cId="3774863996" sldId="310"/>
            <ac:spMk id="3" creationId="{00000000-0000-0000-0000-000000000000}"/>
          </ac:spMkLst>
        </pc:spChg>
        <pc:spChg chg="mod">
          <ac:chgData name="Ms Alina Arshad" userId="cccdfd85-d35d-4453-9c6f-a463aae40722" providerId="ADAL" clId="{9C5463F7-2E4D-44A3-B83D-E1A8A04E58D3}" dt="2024-11-06T08:17:12.602" v="179" actId="207"/>
          <ac:spMkLst>
            <pc:docMk/>
            <pc:sldMk cId="3774863996" sldId="310"/>
            <ac:spMk id="4" creationId="{00000000-0000-0000-0000-000000000000}"/>
          </ac:spMkLst>
        </pc:spChg>
      </pc:sldChg>
      <pc:sldChg chg="modSp add mod">
        <pc:chgData name="Ms Alina Arshad" userId="cccdfd85-d35d-4453-9c6f-a463aae40722" providerId="ADAL" clId="{9C5463F7-2E4D-44A3-B83D-E1A8A04E58D3}" dt="2024-11-07T08:05:44.239" v="197" actId="14100"/>
        <pc:sldMkLst>
          <pc:docMk/>
          <pc:sldMk cId="1336404918" sldId="311"/>
        </pc:sldMkLst>
        <pc:spChg chg="mod">
          <ac:chgData name="Ms Alina Arshad" userId="cccdfd85-d35d-4453-9c6f-a463aae40722" providerId="ADAL" clId="{9C5463F7-2E4D-44A3-B83D-E1A8A04E58D3}" dt="2024-11-07T08:05:24.400" v="190" actId="14100"/>
          <ac:spMkLst>
            <pc:docMk/>
            <pc:sldMk cId="1336404918" sldId="311"/>
            <ac:spMk id="3" creationId="{00000000-0000-0000-0000-000000000000}"/>
          </ac:spMkLst>
        </pc:spChg>
        <pc:spChg chg="mod">
          <ac:chgData name="Ms Alina Arshad" userId="cccdfd85-d35d-4453-9c6f-a463aae40722" providerId="ADAL" clId="{9C5463F7-2E4D-44A3-B83D-E1A8A04E58D3}" dt="2024-11-07T08:05:44.239" v="197" actId="14100"/>
          <ac:spMkLst>
            <pc:docMk/>
            <pc:sldMk cId="1336404918" sldId="311"/>
            <ac:spMk id="4" creationId="{00000000-0000-0000-0000-000000000000}"/>
          </ac:spMkLst>
        </pc:spChg>
        <pc:picChg chg="mod">
          <ac:chgData name="Ms Alina Arshad" userId="cccdfd85-d35d-4453-9c6f-a463aae40722" providerId="ADAL" clId="{9C5463F7-2E4D-44A3-B83D-E1A8A04E58D3}" dt="2024-11-07T08:05:35.872" v="194" actId="1076"/>
          <ac:picMkLst>
            <pc:docMk/>
            <pc:sldMk cId="1336404918" sldId="311"/>
            <ac:picMk id="5" creationId="{00000000-0000-0000-0000-000000000000}"/>
          </ac:picMkLst>
        </pc:picChg>
      </pc:sldChg>
      <pc:sldChg chg="modSp add mod">
        <pc:chgData name="Ms Alina Arshad" userId="cccdfd85-d35d-4453-9c6f-a463aae40722" providerId="ADAL" clId="{9C5463F7-2E4D-44A3-B83D-E1A8A04E58D3}" dt="2024-11-07T08:06:02.128" v="204" actId="1076"/>
        <pc:sldMkLst>
          <pc:docMk/>
          <pc:sldMk cId="3984117074" sldId="312"/>
        </pc:sldMkLst>
        <pc:spChg chg="mod">
          <ac:chgData name="Ms Alina Arshad" userId="cccdfd85-d35d-4453-9c6f-a463aae40722" providerId="ADAL" clId="{9C5463F7-2E4D-44A3-B83D-E1A8A04E58D3}" dt="2024-11-07T08:06:02.128" v="204" actId="1076"/>
          <ac:spMkLst>
            <pc:docMk/>
            <pc:sldMk cId="3984117074" sldId="312"/>
            <ac:spMk id="2" creationId="{00000000-0000-0000-0000-000000000000}"/>
          </ac:spMkLst>
        </pc:spChg>
        <pc:spChg chg="mod">
          <ac:chgData name="Ms Alina Arshad" userId="cccdfd85-d35d-4453-9c6f-a463aae40722" providerId="ADAL" clId="{9C5463F7-2E4D-44A3-B83D-E1A8A04E58D3}" dt="2024-11-07T08:05:55.592" v="201" actId="14100"/>
          <ac:spMkLst>
            <pc:docMk/>
            <pc:sldMk cId="3984117074" sldId="312"/>
            <ac:spMk id="3" creationId="{00000000-0000-0000-0000-000000000000}"/>
          </ac:spMkLst>
        </pc:spChg>
      </pc:sldChg>
      <pc:sldChg chg="modSp add mod">
        <pc:chgData name="Ms Alina Arshad" userId="cccdfd85-d35d-4453-9c6f-a463aae40722" providerId="ADAL" clId="{9C5463F7-2E4D-44A3-B83D-E1A8A04E58D3}" dt="2024-11-07T08:08:09.456" v="243" actId="113"/>
        <pc:sldMkLst>
          <pc:docMk/>
          <pc:sldMk cId="579877513" sldId="313"/>
        </pc:sldMkLst>
        <pc:spChg chg="mod">
          <ac:chgData name="Ms Alina Arshad" userId="cccdfd85-d35d-4453-9c6f-a463aae40722" providerId="ADAL" clId="{9C5463F7-2E4D-44A3-B83D-E1A8A04E58D3}" dt="2024-11-07T08:08:03.206" v="239" actId="1076"/>
          <ac:spMkLst>
            <pc:docMk/>
            <pc:sldMk cId="579877513" sldId="313"/>
            <ac:spMk id="216" creationId="{00000000-0000-0000-0000-000000000000}"/>
          </ac:spMkLst>
        </pc:spChg>
        <pc:spChg chg="mod">
          <ac:chgData name="Ms Alina Arshad" userId="cccdfd85-d35d-4453-9c6f-a463aae40722" providerId="ADAL" clId="{9C5463F7-2E4D-44A3-B83D-E1A8A04E58D3}" dt="2024-11-07T08:08:09.456" v="243" actId="113"/>
          <ac:spMkLst>
            <pc:docMk/>
            <pc:sldMk cId="579877513" sldId="313"/>
            <ac:spMk id="218" creationId="{00000000-0000-0000-0000-000000000000}"/>
          </ac:spMkLst>
        </pc:spChg>
        <pc:picChg chg="mod">
          <ac:chgData name="Ms Alina Arshad" userId="cccdfd85-d35d-4453-9c6f-a463aae40722" providerId="ADAL" clId="{9C5463F7-2E4D-44A3-B83D-E1A8A04E58D3}" dt="2024-11-07T08:08:05.086" v="240" actId="1076"/>
          <ac:picMkLst>
            <pc:docMk/>
            <pc:sldMk cId="579877513" sldId="313"/>
            <ac:picMk id="219" creationId="{00000000-0000-0000-0000-000000000000}"/>
          </ac:picMkLst>
        </pc:picChg>
      </pc:sldChg>
      <pc:sldChg chg="modSp add mod">
        <pc:chgData name="Ms Alina Arshad" userId="cccdfd85-d35d-4453-9c6f-a463aae40722" providerId="ADAL" clId="{9C5463F7-2E4D-44A3-B83D-E1A8A04E58D3}" dt="2024-11-07T08:07:51.527" v="237" actId="1076"/>
        <pc:sldMkLst>
          <pc:docMk/>
          <pc:sldMk cId="2008118679" sldId="314"/>
        </pc:sldMkLst>
        <pc:spChg chg="mod">
          <ac:chgData name="Ms Alina Arshad" userId="cccdfd85-d35d-4453-9c6f-a463aae40722" providerId="ADAL" clId="{9C5463F7-2E4D-44A3-B83D-E1A8A04E58D3}" dt="2024-11-07T08:07:51.527" v="237" actId="1076"/>
          <ac:spMkLst>
            <pc:docMk/>
            <pc:sldMk cId="2008118679" sldId="314"/>
            <ac:spMk id="4" creationId="{00000000-0000-0000-0000-000000000000}"/>
          </ac:spMkLst>
        </pc:spChg>
        <pc:spChg chg="mod">
          <ac:chgData name="Ms Alina Arshad" userId="cccdfd85-d35d-4453-9c6f-a463aae40722" providerId="ADAL" clId="{9C5463F7-2E4D-44A3-B83D-E1A8A04E58D3}" dt="2024-11-07T08:07:23.424" v="233" actId="1076"/>
          <ac:spMkLst>
            <pc:docMk/>
            <pc:sldMk cId="2008118679" sldId="314"/>
            <ac:spMk id="216" creationId="{00000000-0000-0000-0000-000000000000}"/>
          </ac:spMkLst>
        </pc:spChg>
      </pc:sldChg>
      <pc:sldChg chg="addSp modSp new mod">
        <pc:chgData name="Ms Alina Arshad" userId="cccdfd85-d35d-4453-9c6f-a463aae40722" providerId="ADAL" clId="{9C5463F7-2E4D-44A3-B83D-E1A8A04E58D3}" dt="2024-11-08T04:09:19.339" v="706" actId="1076"/>
        <pc:sldMkLst>
          <pc:docMk/>
          <pc:sldMk cId="702345561" sldId="315"/>
        </pc:sldMkLst>
        <pc:picChg chg="add mod">
          <ac:chgData name="Ms Alina Arshad" userId="cccdfd85-d35d-4453-9c6f-a463aae40722" providerId="ADAL" clId="{9C5463F7-2E4D-44A3-B83D-E1A8A04E58D3}" dt="2024-11-08T04:09:19.339" v="706" actId="1076"/>
          <ac:picMkLst>
            <pc:docMk/>
            <pc:sldMk cId="702345561" sldId="315"/>
            <ac:picMk id="3" creationId="{354D524B-E602-6B70-AB27-56A4F91B4A6E}"/>
          </ac:picMkLst>
        </pc:picChg>
      </pc:sldChg>
      <pc:sldChg chg="addSp modSp new add del mod">
        <pc:chgData name="Ms Alina Arshad" userId="cccdfd85-d35d-4453-9c6f-a463aae40722" providerId="ADAL" clId="{9C5463F7-2E4D-44A3-B83D-E1A8A04E58D3}" dt="2024-11-08T04:34:09.577" v="805" actId="47"/>
        <pc:sldMkLst>
          <pc:docMk/>
          <pc:sldMk cId="3394757724" sldId="316"/>
        </pc:sldMkLst>
        <pc:picChg chg="add mod">
          <ac:chgData name="Ms Alina Arshad" userId="cccdfd85-d35d-4453-9c6f-a463aae40722" providerId="ADAL" clId="{9C5463F7-2E4D-44A3-B83D-E1A8A04E58D3}" dt="2024-11-08T04:09:39.980" v="711" actId="1076"/>
          <ac:picMkLst>
            <pc:docMk/>
            <pc:sldMk cId="3394757724" sldId="316"/>
            <ac:picMk id="3" creationId="{F882CDBF-31BE-4275-BBFA-F0259CEEDA21}"/>
          </ac:picMkLst>
        </pc:picChg>
      </pc:sldChg>
      <pc:sldChg chg="addSp modSp new del mod">
        <pc:chgData name="Ms Alina Arshad" userId="cccdfd85-d35d-4453-9c6f-a463aae40722" providerId="ADAL" clId="{9C5463F7-2E4D-44A3-B83D-E1A8A04E58D3}" dt="2024-11-08T04:34:00.657" v="785" actId="47"/>
        <pc:sldMkLst>
          <pc:docMk/>
          <pc:sldMk cId="3569780371" sldId="317"/>
        </pc:sldMkLst>
        <pc:picChg chg="add mod">
          <ac:chgData name="Ms Alina Arshad" userId="cccdfd85-d35d-4453-9c6f-a463aae40722" providerId="ADAL" clId="{9C5463F7-2E4D-44A3-B83D-E1A8A04E58D3}" dt="2024-11-08T04:13:03.436" v="736" actId="1076"/>
          <ac:picMkLst>
            <pc:docMk/>
            <pc:sldMk cId="3569780371" sldId="317"/>
            <ac:picMk id="3" creationId="{BBE9B20D-D16F-A005-D6CE-46B83BBCFAE7}"/>
          </ac:picMkLst>
        </pc:picChg>
      </pc:sldChg>
      <pc:sldChg chg="addSp delSp modSp new del mod">
        <pc:chgData name="Ms Alina Arshad" userId="cccdfd85-d35d-4453-9c6f-a463aae40722" providerId="ADAL" clId="{9C5463F7-2E4D-44A3-B83D-E1A8A04E58D3}" dt="2024-11-08T04:34:01.890" v="787" actId="47"/>
        <pc:sldMkLst>
          <pc:docMk/>
          <pc:sldMk cId="928914230" sldId="318"/>
        </pc:sldMkLst>
        <pc:spChg chg="mod">
          <ac:chgData name="Ms Alina Arshad" userId="cccdfd85-d35d-4453-9c6f-a463aae40722" providerId="ADAL" clId="{9C5463F7-2E4D-44A3-B83D-E1A8A04E58D3}" dt="2024-11-08T04:13:51.235" v="747" actId="20577"/>
          <ac:spMkLst>
            <pc:docMk/>
            <pc:sldMk cId="928914230" sldId="318"/>
            <ac:spMk id="2" creationId="{9E9281A8-C33D-11C4-AE01-6A7653629539}"/>
          </ac:spMkLst>
        </pc:spChg>
        <pc:spChg chg="del">
          <ac:chgData name="Ms Alina Arshad" userId="cccdfd85-d35d-4453-9c6f-a463aae40722" providerId="ADAL" clId="{9C5463F7-2E4D-44A3-B83D-E1A8A04E58D3}" dt="2024-11-08T04:13:43.460" v="738" actId="22"/>
          <ac:spMkLst>
            <pc:docMk/>
            <pc:sldMk cId="928914230" sldId="318"/>
            <ac:spMk id="3" creationId="{58D888C4-11C7-7226-154E-2CBFCE02F3E7}"/>
          </ac:spMkLst>
        </pc:spChg>
        <pc:picChg chg="add mod ord">
          <ac:chgData name="Ms Alina Arshad" userId="cccdfd85-d35d-4453-9c6f-a463aae40722" providerId="ADAL" clId="{9C5463F7-2E4D-44A3-B83D-E1A8A04E58D3}" dt="2024-11-08T04:13:54.803" v="748" actId="1076"/>
          <ac:picMkLst>
            <pc:docMk/>
            <pc:sldMk cId="928914230" sldId="318"/>
            <ac:picMk id="5" creationId="{D87310F8-3F2A-A853-4A82-1504CFF41FB4}"/>
          </ac:picMkLst>
        </pc:picChg>
      </pc:sldChg>
      <pc:sldChg chg="new del">
        <pc:chgData name="Ms Alina Arshad" userId="cccdfd85-d35d-4453-9c6f-a463aae40722" providerId="ADAL" clId="{9C5463F7-2E4D-44A3-B83D-E1A8A04E58D3}" dt="2024-11-08T04:14:19.470" v="751" actId="47"/>
        <pc:sldMkLst>
          <pc:docMk/>
          <pc:sldMk cId="2921696272" sldId="319"/>
        </pc:sldMkLst>
      </pc:sldChg>
      <pc:sldChg chg="addSp modSp new del mod">
        <pc:chgData name="Ms Alina Arshad" userId="cccdfd85-d35d-4453-9c6f-a463aae40722" providerId="ADAL" clId="{9C5463F7-2E4D-44A3-B83D-E1A8A04E58D3}" dt="2024-11-08T04:34:02.166" v="789" actId="47"/>
        <pc:sldMkLst>
          <pc:docMk/>
          <pc:sldMk cId="2649099385" sldId="320"/>
        </pc:sldMkLst>
        <pc:picChg chg="add mod">
          <ac:chgData name="Ms Alina Arshad" userId="cccdfd85-d35d-4453-9c6f-a463aae40722" providerId="ADAL" clId="{9C5463F7-2E4D-44A3-B83D-E1A8A04E58D3}" dt="2024-11-08T04:14:33.651" v="754" actId="1076"/>
          <ac:picMkLst>
            <pc:docMk/>
            <pc:sldMk cId="2649099385" sldId="320"/>
            <ac:picMk id="3" creationId="{DAC0F029-47C5-1DCB-B454-1A4D64738C09}"/>
          </ac:picMkLst>
        </pc:picChg>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addSp delSp modSp mod">
        <pc:chgData name="Ms Alina Arshad" userId="cccdfd85-d35d-4453-9c6f-a463aae40722" providerId="ADAL" clId="{5B8A6D22-27A2-4EF9-83C4-9A1491FF93A7}" dt="2024-09-16T08:06:46.187" v="660" actId="22"/>
        <pc:sldMkLst>
          <pc:docMk/>
          <pc:sldMk cId="3322361034" sldId="256"/>
        </pc:sldMkLst>
        <pc:spChg chg="add del mod">
          <ac:chgData name="Ms Alina Arshad" userId="cccdfd85-d35d-4453-9c6f-a463aae40722" providerId="ADAL" clId="{5B8A6D22-27A2-4EF9-83C4-9A1491FF93A7}" dt="2024-09-16T08:06:46.187" v="660" actId="22"/>
          <ac:spMkLst>
            <pc:docMk/>
            <pc:sldMk cId="3322361034" sldId="256"/>
            <ac:spMk id="6" creationId="{72021E80-E761-54BE-AD10-FD26DBA73B2D}"/>
          </ac:spMkLst>
        </pc:spChg>
      </pc:sldChg>
      <pc:sldChg chg="modSp mod">
        <pc:chgData name="Ms Alina Arshad" userId="cccdfd85-d35d-4453-9c6f-a463aae40722" providerId="ADAL" clId="{5B8A6D22-27A2-4EF9-83C4-9A1491FF93A7}" dt="2024-09-13T05:11:00.601" v="148" actId="1076"/>
        <pc:sldMkLst>
          <pc:docMk/>
          <pc:sldMk cId="90329638" sldId="268"/>
        </pc:sldMkLst>
        <pc:spChg chg="mod">
          <ac:chgData name="Ms Alina Arshad" userId="cccdfd85-d35d-4453-9c6f-a463aae40722" providerId="ADAL" clId="{5B8A6D22-27A2-4EF9-83C4-9A1491FF93A7}" dt="2024-09-13T05:11:00.601" v="148" actId="1076"/>
          <ac:spMkLst>
            <pc:docMk/>
            <pc:sldMk cId="90329638"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90329638"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2295129282" sldId="269"/>
        </pc:sldMkLst>
        <pc:spChg chg="mod">
          <ac:chgData name="Ms Alina Arshad" userId="cccdfd85-d35d-4453-9c6f-a463aae40722" providerId="ADAL" clId="{5B8A6D22-27A2-4EF9-83C4-9A1491FF93A7}" dt="2024-09-12T06:49:19.888" v="4" actId="1076"/>
          <ac:spMkLst>
            <pc:docMk/>
            <pc:sldMk cId="2295129282"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2295129282"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2295129282"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2295129282"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2295129282"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2090315159" sldId="270"/>
        </pc:sldMkLst>
        <pc:spChg chg="mod">
          <ac:chgData name="Ms Alina Arshad" userId="cccdfd85-d35d-4453-9c6f-a463aae40722" providerId="ADAL" clId="{5B8A6D22-27A2-4EF9-83C4-9A1491FF93A7}" dt="2024-09-12T06:51:01.318" v="30" actId="113"/>
          <ac:spMkLst>
            <pc:docMk/>
            <pc:sldMk cId="2090315159"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2090315159"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2090315159"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3034138166" sldId="271"/>
        </pc:sldMkLst>
        <pc:spChg chg="mod">
          <ac:chgData name="Ms Alina Arshad" userId="cccdfd85-d35d-4453-9c6f-a463aae40722" providerId="ADAL" clId="{5B8A6D22-27A2-4EF9-83C4-9A1491FF93A7}" dt="2024-09-12T06:51:52.566" v="40" actId="1076"/>
          <ac:spMkLst>
            <pc:docMk/>
            <pc:sldMk cId="3034138166"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3034138166"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3034138166"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2504047100" sldId="272"/>
        </pc:sldMkLst>
        <pc:spChg chg="mod">
          <ac:chgData name="Ms Alina Arshad" userId="cccdfd85-d35d-4453-9c6f-a463aae40722" providerId="ADAL" clId="{5B8A6D22-27A2-4EF9-83C4-9A1491FF93A7}" dt="2024-09-12T06:52:22.609" v="47" actId="207"/>
          <ac:spMkLst>
            <pc:docMk/>
            <pc:sldMk cId="250404710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250404710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250404710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250404710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4283755204" sldId="273"/>
        </pc:sldMkLst>
        <pc:spChg chg="mod">
          <ac:chgData name="Ms Alina Arshad" userId="cccdfd85-d35d-4453-9c6f-a463aae40722" providerId="ADAL" clId="{5B8A6D22-27A2-4EF9-83C4-9A1491FF93A7}" dt="2024-09-12T06:54:22.495" v="54" actId="1076"/>
          <ac:spMkLst>
            <pc:docMk/>
            <pc:sldMk cId="4283755204"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4283755204"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4283755204"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2935103945" sldId="274"/>
        </pc:sldMkLst>
        <pc:spChg chg="mod">
          <ac:chgData name="Ms Alina Arshad" userId="cccdfd85-d35d-4453-9c6f-a463aae40722" providerId="ADAL" clId="{5B8A6D22-27A2-4EF9-83C4-9A1491FF93A7}" dt="2024-09-12T06:55:27.971" v="63" actId="1076"/>
          <ac:spMkLst>
            <pc:docMk/>
            <pc:sldMk cId="2935103945"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2935103945"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2935103945"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1497646456" sldId="275"/>
        </pc:sldMkLst>
        <pc:spChg chg="mod">
          <ac:chgData name="Ms Alina Arshad" userId="cccdfd85-d35d-4453-9c6f-a463aae40722" providerId="ADAL" clId="{5B8A6D22-27A2-4EF9-83C4-9A1491FF93A7}" dt="2024-09-12T06:55:57.639" v="70" actId="1076"/>
          <ac:spMkLst>
            <pc:docMk/>
            <pc:sldMk cId="1497646456"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1497646456"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3993717517" sldId="276"/>
        </pc:sldMkLst>
        <pc:spChg chg="mod">
          <ac:chgData name="Ms Alina Arshad" userId="cccdfd85-d35d-4453-9c6f-a463aae40722" providerId="ADAL" clId="{5B8A6D22-27A2-4EF9-83C4-9A1491FF93A7}" dt="2024-09-12T06:56:16.816" v="74" actId="27636"/>
          <ac:spMkLst>
            <pc:docMk/>
            <pc:sldMk cId="3993717517"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3993717517"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2668593764" sldId="278"/>
        </pc:sldMkLst>
        <pc:spChg chg="mod">
          <ac:chgData name="Ms Alina Arshad" userId="cccdfd85-d35d-4453-9c6f-a463aae40722" providerId="ADAL" clId="{5B8A6D22-27A2-4EF9-83C4-9A1491FF93A7}" dt="2024-09-12T06:58:59.110" v="95" actId="1076"/>
          <ac:spMkLst>
            <pc:docMk/>
            <pc:sldMk cId="2668593764"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2668593764"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2668593764"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2668593764"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2668593764"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3605066316" sldId="281"/>
        </pc:sldMkLst>
        <pc:spChg chg="mod">
          <ac:chgData name="Ms Alina Arshad" userId="cccdfd85-d35d-4453-9c6f-a463aae40722" providerId="ADAL" clId="{5B8A6D22-27A2-4EF9-83C4-9A1491FF93A7}" dt="2024-09-12T07:01:57.063" v="107" actId="1076"/>
          <ac:spMkLst>
            <pc:docMk/>
            <pc:sldMk cId="3605066316"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3605066316"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24697311" sldId="282"/>
        </pc:sldMkLst>
        <pc:spChg chg="mod">
          <ac:chgData name="Ms Alina Arshad" userId="cccdfd85-d35d-4453-9c6f-a463aae40722" providerId="ADAL" clId="{5B8A6D22-27A2-4EF9-83C4-9A1491FF93A7}" dt="2024-09-12T07:02:13.645" v="113" actId="14100"/>
          <ac:spMkLst>
            <pc:docMk/>
            <pc:sldMk cId="24697311"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24697311"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3289392637" sldId="283"/>
        </pc:sldMkLst>
        <pc:spChg chg="mod">
          <ac:chgData name="Ms Alina Arshad" userId="cccdfd85-d35d-4453-9c6f-a463aae40722" providerId="ADAL" clId="{5B8A6D22-27A2-4EF9-83C4-9A1491FF93A7}" dt="2024-09-12T07:02:32.578" v="122" actId="27636"/>
          <ac:spMkLst>
            <pc:docMk/>
            <pc:sldMk cId="3289392637"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3289392637"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800652809" sldId="284"/>
        </pc:sldMkLst>
        <pc:spChg chg="mod">
          <ac:chgData name="Ms Alina Arshad" userId="cccdfd85-d35d-4453-9c6f-a463aae40722" providerId="ADAL" clId="{5B8A6D22-27A2-4EF9-83C4-9A1491FF93A7}" dt="2024-09-12T07:02:45.877" v="129" actId="14100"/>
          <ac:spMkLst>
            <pc:docMk/>
            <pc:sldMk cId="800652809"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800652809"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1402144616" sldId="285"/>
        </pc:sldMkLst>
        <pc:spChg chg="mod">
          <ac:chgData name="Ms Alina Arshad" userId="cccdfd85-d35d-4453-9c6f-a463aae40722" providerId="ADAL" clId="{5B8A6D22-27A2-4EF9-83C4-9A1491FF93A7}" dt="2024-09-12T07:06:10.037" v="136" actId="113"/>
          <ac:spMkLst>
            <pc:docMk/>
            <pc:sldMk cId="1402144616"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1402144616"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3229345964" sldId="287"/>
        </pc:sldMkLst>
        <pc:spChg chg="mod">
          <ac:chgData name="Ms Alina Arshad" userId="cccdfd85-d35d-4453-9c6f-a463aae40722" providerId="ADAL" clId="{5B8A6D22-27A2-4EF9-83C4-9A1491FF93A7}" dt="2024-09-12T07:09:15.575" v="145" actId="1076"/>
          <ac:spMkLst>
            <pc:docMk/>
            <pc:sldMk cId="3229345964"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3229345964"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2002870935" sldId="288"/>
        </pc:sldMkLst>
        <pc:spChg chg="mod">
          <ac:chgData name="Ms Alina Arshad" userId="cccdfd85-d35d-4453-9c6f-a463aae40722" providerId="ADAL" clId="{5B8A6D22-27A2-4EF9-83C4-9A1491FF93A7}" dt="2024-09-13T05:15:04.952" v="208" actId="14100"/>
          <ac:spMkLst>
            <pc:docMk/>
            <pc:sldMk cId="2002870935"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2002870935"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2002870935"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docChgLst>
    <pc:chgData name="Ms Alina Arshad" userId="cccdfd85-d35d-4453-9c6f-a463aae40722" providerId="ADAL" clId="{700AA452-C530-416E-96E5-BDDCF9860929}"/>
    <pc:docChg chg="custSel addSld delSld modSld sldOrd modMainMaster">
      <pc:chgData name="Ms Alina Arshad" userId="cccdfd85-d35d-4453-9c6f-a463aae40722" providerId="ADAL" clId="{700AA452-C530-416E-96E5-BDDCF9860929}" dt="2024-09-30T18:52:44.057" v="228" actId="1076"/>
      <pc:docMkLst>
        <pc:docMk/>
      </pc:docMkLst>
      <pc:sldChg chg="modSp mod">
        <pc:chgData name="Ms Alina Arshad" userId="cccdfd85-d35d-4453-9c6f-a463aae40722" providerId="ADAL" clId="{700AA452-C530-416E-96E5-BDDCF9860929}" dt="2024-09-30T14:50:50.653" v="158" actId="20577"/>
        <pc:sldMkLst>
          <pc:docMk/>
          <pc:sldMk cId="3322361034" sldId="256"/>
        </pc:sldMkLst>
        <pc:spChg chg="mod">
          <ac:chgData name="Ms Alina Arshad" userId="cccdfd85-d35d-4453-9c6f-a463aae40722" providerId="ADAL" clId="{700AA452-C530-416E-96E5-BDDCF9860929}" dt="2024-09-30T14:50:50.653" v="158" actId="20577"/>
          <ac:spMkLst>
            <pc:docMk/>
            <pc:sldMk cId="3322361034" sldId="256"/>
            <ac:spMk id="3" creationId="{44E9F82C-BBA7-3495-1097-BEDB54FFFDF4}"/>
          </ac:spMkLst>
        </pc:spChg>
      </pc:sldChg>
      <pc:sldChg chg="del">
        <pc:chgData name="Ms Alina Arshad" userId="cccdfd85-d35d-4453-9c6f-a463aae40722" providerId="ADAL" clId="{700AA452-C530-416E-96E5-BDDCF9860929}" dt="2024-09-22T13:30:22.497" v="2" actId="47"/>
        <pc:sldMkLst>
          <pc:docMk/>
          <pc:sldMk cId="0" sldId="258"/>
        </pc:sldMkLst>
      </pc:sldChg>
      <pc:sldChg chg="del">
        <pc:chgData name="Ms Alina Arshad" userId="cccdfd85-d35d-4453-9c6f-a463aae40722" providerId="ADAL" clId="{700AA452-C530-416E-96E5-BDDCF9860929}" dt="2024-09-22T13:30:23.271" v="4" actId="47"/>
        <pc:sldMkLst>
          <pc:docMk/>
          <pc:sldMk cId="0" sldId="260"/>
        </pc:sldMkLst>
      </pc:sldChg>
      <pc:sldChg chg="del">
        <pc:chgData name="Ms Alina Arshad" userId="cccdfd85-d35d-4453-9c6f-a463aae40722" providerId="ADAL" clId="{700AA452-C530-416E-96E5-BDDCF9860929}" dt="2024-09-22T13:30:23.636" v="5" actId="47"/>
        <pc:sldMkLst>
          <pc:docMk/>
          <pc:sldMk cId="1577505814" sldId="265"/>
        </pc:sldMkLst>
      </pc:sldChg>
      <pc:sldChg chg="del">
        <pc:chgData name="Ms Alina Arshad" userId="cccdfd85-d35d-4453-9c6f-a463aae40722" providerId="ADAL" clId="{700AA452-C530-416E-96E5-BDDCF9860929}" dt="2024-09-22T13:30:25.540" v="10" actId="47"/>
        <pc:sldMkLst>
          <pc:docMk/>
          <pc:sldMk cId="1582826008" sldId="266"/>
        </pc:sldMkLst>
      </pc:sldChg>
      <pc:sldChg chg="del">
        <pc:chgData name="Ms Alina Arshad" userId="cccdfd85-d35d-4453-9c6f-a463aae40722" providerId="ADAL" clId="{700AA452-C530-416E-96E5-BDDCF9860929}" dt="2024-09-22T13:30:28.390" v="17" actId="47"/>
        <pc:sldMkLst>
          <pc:docMk/>
          <pc:sldMk cId="731299161" sldId="267"/>
        </pc:sldMkLst>
      </pc:sldChg>
      <pc:sldChg chg="del">
        <pc:chgData name="Ms Alina Arshad" userId="cccdfd85-d35d-4453-9c6f-a463aae40722" providerId="ADAL" clId="{700AA452-C530-416E-96E5-BDDCF9860929}" dt="2024-09-22T13:30:25.951" v="11" actId="47"/>
        <pc:sldMkLst>
          <pc:docMk/>
          <pc:sldMk cId="90329638" sldId="268"/>
        </pc:sldMkLst>
      </pc:sldChg>
      <pc:sldChg chg="del">
        <pc:chgData name="Ms Alina Arshad" userId="cccdfd85-d35d-4453-9c6f-a463aae40722" providerId="ADAL" clId="{700AA452-C530-416E-96E5-BDDCF9860929}" dt="2024-09-22T13:30:26.385" v="12" actId="47"/>
        <pc:sldMkLst>
          <pc:docMk/>
          <pc:sldMk cId="2295129282" sldId="269"/>
        </pc:sldMkLst>
      </pc:sldChg>
      <pc:sldChg chg="del">
        <pc:chgData name="Ms Alina Arshad" userId="cccdfd85-d35d-4453-9c6f-a463aae40722" providerId="ADAL" clId="{700AA452-C530-416E-96E5-BDDCF9860929}" dt="2024-09-22T13:30:26.779" v="13" actId="47"/>
        <pc:sldMkLst>
          <pc:docMk/>
          <pc:sldMk cId="2090315159" sldId="270"/>
        </pc:sldMkLst>
      </pc:sldChg>
      <pc:sldChg chg="del">
        <pc:chgData name="Ms Alina Arshad" userId="cccdfd85-d35d-4453-9c6f-a463aae40722" providerId="ADAL" clId="{700AA452-C530-416E-96E5-BDDCF9860929}" dt="2024-09-22T13:30:27.167" v="14" actId="47"/>
        <pc:sldMkLst>
          <pc:docMk/>
          <pc:sldMk cId="3034138166" sldId="271"/>
        </pc:sldMkLst>
      </pc:sldChg>
      <pc:sldChg chg="del">
        <pc:chgData name="Ms Alina Arshad" userId="cccdfd85-d35d-4453-9c6f-a463aae40722" providerId="ADAL" clId="{700AA452-C530-416E-96E5-BDDCF9860929}" dt="2024-09-22T13:30:28.703" v="18" actId="47"/>
        <pc:sldMkLst>
          <pc:docMk/>
          <pc:sldMk cId="2504047100" sldId="272"/>
        </pc:sldMkLst>
      </pc:sldChg>
      <pc:sldChg chg="del">
        <pc:chgData name="Ms Alina Arshad" userId="cccdfd85-d35d-4453-9c6f-a463aae40722" providerId="ADAL" clId="{700AA452-C530-416E-96E5-BDDCF9860929}" dt="2024-09-22T13:30:29.112" v="19" actId="47"/>
        <pc:sldMkLst>
          <pc:docMk/>
          <pc:sldMk cId="4283755204" sldId="273"/>
        </pc:sldMkLst>
      </pc:sldChg>
      <pc:sldChg chg="del">
        <pc:chgData name="Ms Alina Arshad" userId="cccdfd85-d35d-4453-9c6f-a463aae40722" providerId="ADAL" clId="{700AA452-C530-416E-96E5-BDDCF9860929}" dt="2024-09-22T13:30:30.826" v="20" actId="47"/>
        <pc:sldMkLst>
          <pc:docMk/>
          <pc:sldMk cId="2935103945" sldId="274"/>
        </pc:sldMkLst>
      </pc:sldChg>
      <pc:sldChg chg="del">
        <pc:chgData name="Ms Alina Arshad" userId="cccdfd85-d35d-4453-9c6f-a463aae40722" providerId="ADAL" clId="{700AA452-C530-416E-96E5-BDDCF9860929}" dt="2024-09-22T13:30:32.394" v="22" actId="47"/>
        <pc:sldMkLst>
          <pc:docMk/>
          <pc:sldMk cId="1497646456" sldId="275"/>
        </pc:sldMkLst>
      </pc:sldChg>
      <pc:sldChg chg="del">
        <pc:chgData name="Ms Alina Arshad" userId="cccdfd85-d35d-4453-9c6f-a463aae40722" providerId="ADAL" clId="{700AA452-C530-416E-96E5-BDDCF9860929}" dt="2024-09-22T13:30:34.442" v="24" actId="47"/>
        <pc:sldMkLst>
          <pc:docMk/>
          <pc:sldMk cId="3993717517" sldId="276"/>
        </pc:sldMkLst>
      </pc:sldChg>
      <pc:sldChg chg="del">
        <pc:chgData name="Ms Alina Arshad" userId="cccdfd85-d35d-4453-9c6f-a463aae40722" providerId="ADAL" clId="{700AA452-C530-416E-96E5-BDDCF9860929}" dt="2024-09-22T13:30:33.290" v="23" actId="47"/>
        <pc:sldMkLst>
          <pc:docMk/>
          <pc:sldMk cId="2668593764" sldId="278"/>
        </pc:sldMkLst>
      </pc:sldChg>
      <pc:sldChg chg="modSp mod">
        <pc:chgData name="Ms Alina Arshad" userId="cccdfd85-d35d-4453-9c6f-a463aae40722" providerId="ADAL" clId="{700AA452-C530-416E-96E5-BDDCF9860929}" dt="2024-09-22T13:34:43.002" v="68" actId="12"/>
        <pc:sldMkLst>
          <pc:docMk/>
          <pc:sldMk cId="3703048629" sldId="279"/>
        </pc:sldMkLst>
        <pc:spChg chg="mod">
          <ac:chgData name="Ms Alina Arshad" userId="cccdfd85-d35d-4453-9c6f-a463aae40722" providerId="ADAL" clId="{700AA452-C530-416E-96E5-BDDCF9860929}" dt="2024-09-22T13:33:11.415" v="43" actId="113"/>
          <ac:spMkLst>
            <pc:docMk/>
            <pc:sldMk cId="3703048629" sldId="279"/>
            <ac:spMk id="2" creationId="{C0531C6D-BBF1-4A8F-A69A-DB05C817BC81}"/>
          </ac:spMkLst>
        </pc:spChg>
        <pc:spChg chg="mod">
          <ac:chgData name="Ms Alina Arshad" userId="cccdfd85-d35d-4453-9c6f-a463aae40722" providerId="ADAL" clId="{700AA452-C530-416E-96E5-BDDCF9860929}" dt="2024-09-22T13:34:43.002" v="68" actId="12"/>
          <ac:spMkLst>
            <pc:docMk/>
            <pc:sldMk cId="3703048629" sldId="279"/>
            <ac:spMk id="3" creationId="{14C2275F-EEF7-4B46-8F23-7E6682716D48}"/>
          </ac:spMkLst>
        </pc:spChg>
        <pc:picChg chg="mod">
          <ac:chgData name="Ms Alina Arshad" userId="cccdfd85-d35d-4453-9c6f-a463aae40722" providerId="ADAL" clId="{700AA452-C530-416E-96E5-BDDCF9860929}" dt="2024-09-22T13:33:32.702" v="53" actId="1076"/>
          <ac:picMkLst>
            <pc:docMk/>
            <pc:sldMk cId="3703048629" sldId="279"/>
            <ac:picMk id="5" creationId="{B341A69E-52DE-472E-8D85-410C0A82622D}"/>
          </ac:picMkLst>
        </pc:picChg>
      </pc:sldChg>
      <pc:sldChg chg="delSp modSp mod">
        <pc:chgData name="Ms Alina Arshad" userId="cccdfd85-d35d-4453-9c6f-a463aae40722" providerId="ADAL" clId="{700AA452-C530-416E-96E5-BDDCF9860929}" dt="2024-09-22T13:33:50.104" v="57" actId="1076"/>
        <pc:sldMkLst>
          <pc:docMk/>
          <pc:sldMk cId="1821615422" sldId="280"/>
        </pc:sldMkLst>
        <pc:spChg chg="del">
          <ac:chgData name="Ms Alina Arshad" userId="cccdfd85-d35d-4453-9c6f-a463aae40722" providerId="ADAL" clId="{700AA452-C530-416E-96E5-BDDCF9860929}" dt="2024-09-22T13:33:39.548" v="54" actId="478"/>
          <ac:spMkLst>
            <pc:docMk/>
            <pc:sldMk cId="1821615422" sldId="280"/>
            <ac:spMk id="2" creationId="{3F5B8599-097F-47C6-8975-4A5EB88DFD01}"/>
          </ac:spMkLst>
        </pc:spChg>
        <pc:picChg chg="mod">
          <ac:chgData name="Ms Alina Arshad" userId="cccdfd85-d35d-4453-9c6f-a463aae40722" providerId="ADAL" clId="{700AA452-C530-416E-96E5-BDDCF9860929}" dt="2024-09-22T13:33:50.104" v="57" actId="1076"/>
          <ac:picMkLst>
            <pc:docMk/>
            <pc:sldMk cId="1821615422" sldId="280"/>
            <ac:picMk id="5" creationId="{894791AD-65B4-4FB8-9291-53F6E89BDCE6}"/>
          </ac:picMkLst>
        </pc:picChg>
      </pc:sldChg>
      <pc:sldChg chg="modSp mod">
        <pc:chgData name="Ms Alina Arshad" userId="cccdfd85-d35d-4453-9c6f-a463aae40722" providerId="ADAL" clId="{700AA452-C530-416E-96E5-BDDCF9860929}" dt="2024-09-28T19:12:04.191" v="138" actId="1076"/>
        <pc:sldMkLst>
          <pc:docMk/>
          <pc:sldMk cId="3605066316" sldId="281"/>
        </pc:sldMkLst>
        <pc:spChg chg="mod">
          <ac:chgData name="Ms Alina Arshad" userId="cccdfd85-d35d-4453-9c6f-a463aae40722" providerId="ADAL" clId="{700AA452-C530-416E-96E5-BDDCF9860929}" dt="2024-09-28T19:11:44.367" v="135" actId="27636"/>
          <ac:spMkLst>
            <pc:docMk/>
            <pc:sldMk cId="3605066316" sldId="281"/>
            <ac:spMk id="2" creationId="{B31F7F40-579C-4FE5-8B85-B1955C717D63}"/>
          </ac:spMkLst>
        </pc:spChg>
        <pc:spChg chg="mod">
          <ac:chgData name="Ms Alina Arshad" userId="cccdfd85-d35d-4453-9c6f-a463aae40722" providerId="ADAL" clId="{700AA452-C530-416E-96E5-BDDCF9860929}" dt="2024-09-28T19:11:54.895" v="137" actId="14100"/>
          <ac:spMkLst>
            <pc:docMk/>
            <pc:sldMk cId="3605066316" sldId="281"/>
            <ac:spMk id="3" creationId="{4B76A832-156A-4738-A370-C6C9263DD589}"/>
          </ac:spMkLst>
        </pc:spChg>
        <pc:picChg chg="mod">
          <ac:chgData name="Ms Alina Arshad" userId="cccdfd85-d35d-4453-9c6f-a463aae40722" providerId="ADAL" clId="{700AA452-C530-416E-96E5-BDDCF9860929}" dt="2024-09-28T19:12:04.191" v="138" actId="1076"/>
          <ac:picMkLst>
            <pc:docMk/>
            <pc:sldMk cId="3605066316" sldId="281"/>
            <ac:picMk id="4" creationId="{AF3FF7B2-C599-40C2-A196-FB83C9F0FFF2}"/>
          </ac:picMkLst>
        </pc:picChg>
      </pc:sldChg>
      <pc:sldChg chg="modSp mod">
        <pc:chgData name="Ms Alina Arshad" userId="cccdfd85-d35d-4453-9c6f-a463aae40722" providerId="ADAL" clId="{700AA452-C530-416E-96E5-BDDCF9860929}" dt="2024-09-29T12:58:48.742" v="151" actId="14100"/>
        <pc:sldMkLst>
          <pc:docMk/>
          <pc:sldMk cId="24697311" sldId="282"/>
        </pc:sldMkLst>
        <pc:spChg chg="mod">
          <ac:chgData name="Ms Alina Arshad" userId="cccdfd85-d35d-4453-9c6f-a463aae40722" providerId="ADAL" clId="{700AA452-C530-416E-96E5-BDDCF9860929}" dt="2024-09-28T19:24:32.392" v="147" actId="207"/>
          <ac:spMkLst>
            <pc:docMk/>
            <pc:sldMk cId="24697311" sldId="282"/>
            <ac:spMk id="2" creationId="{C8D57331-0580-411F-A66E-6F735F653098}"/>
          </ac:spMkLst>
        </pc:spChg>
        <pc:spChg chg="mod">
          <ac:chgData name="Ms Alina Arshad" userId="cccdfd85-d35d-4453-9c6f-a463aae40722" providerId="ADAL" clId="{700AA452-C530-416E-96E5-BDDCF9860929}" dt="2024-09-29T12:58:48.742" v="151" actId="14100"/>
          <ac:spMkLst>
            <pc:docMk/>
            <pc:sldMk cId="24697311" sldId="282"/>
            <ac:spMk id="3" creationId="{5D6B3F0C-9FE7-4CF4-8A70-5A9DC5CC300D}"/>
          </ac:spMkLst>
        </pc:spChg>
      </pc:sldChg>
      <pc:sldChg chg="del">
        <pc:chgData name="Ms Alina Arshad" userId="cccdfd85-d35d-4453-9c6f-a463aae40722" providerId="ADAL" clId="{700AA452-C530-416E-96E5-BDDCF9860929}" dt="2024-09-22T13:30:31.378" v="21" actId="47"/>
        <pc:sldMkLst>
          <pc:docMk/>
          <pc:sldMk cId="3289392637" sldId="283"/>
        </pc:sldMkLst>
      </pc:sldChg>
      <pc:sldChg chg="modSp mod">
        <pc:chgData name="Ms Alina Arshad" userId="cccdfd85-d35d-4453-9c6f-a463aae40722" providerId="ADAL" clId="{700AA452-C530-416E-96E5-BDDCF9860929}" dt="2024-09-22T13:41:49.891" v="98" actId="2711"/>
        <pc:sldMkLst>
          <pc:docMk/>
          <pc:sldMk cId="800652809" sldId="284"/>
        </pc:sldMkLst>
        <pc:spChg chg="mod">
          <ac:chgData name="Ms Alina Arshad" userId="cccdfd85-d35d-4453-9c6f-a463aae40722" providerId="ADAL" clId="{700AA452-C530-416E-96E5-BDDCF9860929}" dt="2024-09-22T13:41:49.891" v="98" actId="2711"/>
          <ac:spMkLst>
            <pc:docMk/>
            <pc:sldMk cId="800652809" sldId="284"/>
            <ac:spMk id="3" creationId="{B5595F3F-845B-42B5-B0D6-06074B82D45C}"/>
          </ac:spMkLst>
        </pc:spChg>
      </pc:sldChg>
      <pc:sldChg chg="del">
        <pc:chgData name="Ms Alina Arshad" userId="cccdfd85-d35d-4453-9c6f-a463aae40722" providerId="ADAL" clId="{700AA452-C530-416E-96E5-BDDCF9860929}" dt="2024-09-22T13:30:24.766" v="8" actId="47"/>
        <pc:sldMkLst>
          <pc:docMk/>
          <pc:sldMk cId="1402144616" sldId="285"/>
        </pc:sldMkLst>
      </pc:sldChg>
      <pc:sldChg chg="del">
        <pc:chgData name="Ms Alina Arshad" userId="cccdfd85-d35d-4453-9c6f-a463aae40722" providerId="ADAL" clId="{700AA452-C530-416E-96E5-BDDCF9860929}" dt="2024-09-22T13:30:35.929" v="25" actId="47"/>
        <pc:sldMkLst>
          <pc:docMk/>
          <pc:sldMk cId="3229345964" sldId="287"/>
        </pc:sldMkLst>
      </pc:sldChg>
      <pc:sldChg chg="modSp mod">
        <pc:chgData name="Ms Alina Arshad" userId="cccdfd85-d35d-4453-9c6f-a463aae40722" providerId="ADAL" clId="{700AA452-C530-416E-96E5-BDDCF9860929}" dt="2024-09-22T13:34:26.334" v="67" actId="12"/>
        <pc:sldMkLst>
          <pc:docMk/>
          <pc:sldMk cId="2002870935" sldId="288"/>
        </pc:sldMkLst>
        <pc:spChg chg="mod">
          <ac:chgData name="Ms Alina Arshad" userId="cccdfd85-d35d-4453-9c6f-a463aae40722" providerId="ADAL" clId="{700AA452-C530-416E-96E5-BDDCF9860929}" dt="2024-09-22T13:34:01.272" v="61" actId="1076"/>
          <ac:spMkLst>
            <pc:docMk/>
            <pc:sldMk cId="2002870935" sldId="288"/>
            <ac:spMk id="2" creationId="{3F5B8599-097F-47C6-8975-4A5EB88DFD01}"/>
          </ac:spMkLst>
        </pc:spChg>
        <pc:spChg chg="mod">
          <ac:chgData name="Ms Alina Arshad" userId="cccdfd85-d35d-4453-9c6f-a463aae40722" providerId="ADAL" clId="{700AA452-C530-416E-96E5-BDDCF9860929}" dt="2024-09-22T13:34:26.334" v="67" actId="12"/>
          <ac:spMkLst>
            <pc:docMk/>
            <pc:sldMk cId="2002870935" sldId="288"/>
            <ac:spMk id="4" creationId="{CE607608-9379-4954-A9D2-4545D6BFDFB4}"/>
          </ac:spMkLst>
        </pc:spChg>
      </pc:sldChg>
      <pc:sldChg chg="addSp modSp mod setBg">
        <pc:chgData name="Ms Alina Arshad" userId="cccdfd85-d35d-4453-9c6f-a463aae40722" providerId="ADAL" clId="{700AA452-C530-416E-96E5-BDDCF9860929}" dt="2024-09-22T13:31:19.705" v="41" actId="1076"/>
        <pc:sldMkLst>
          <pc:docMk/>
          <pc:sldMk cId="0" sldId="347"/>
        </pc:sldMkLst>
        <pc:spChg chg="mod">
          <ac:chgData name="Ms Alina Arshad" userId="cccdfd85-d35d-4453-9c6f-a463aae40722" providerId="ADAL" clId="{700AA452-C530-416E-96E5-BDDCF9860929}" dt="2024-09-22T13:30:55.075" v="31" actId="26606"/>
          <ac:spMkLst>
            <pc:docMk/>
            <pc:sldMk cId="0" sldId="347"/>
            <ac:spMk id="54275" creationId="{05811255-AEB9-464F-8A4D-2ACF44038D79}"/>
          </ac:spMkLst>
        </pc:spChg>
        <pc:spChg chg="add">
          <ac:chgData name="Ms Alina Arshad" userId="cccdfd85-d35d-4453-9c6f-a463aae40722" providerId="ADAL" clId="{700AA452-C530-416E-96E5-BDDCF9860929}" dt="2024-09-22T13:30:55.075" v="31" actId="26606"/>
          <ac:spMkLst>
            <pc:docMk/>
            <pc:sldMk cId="0" sldId="347"/>
            <ac:spMk id="54281" creationId="{4E4490D0-3672-446A-AC12-B4830333BDDD}"/>
          </ac:spMkLst>
        </pc:spChg>
        <pc:spChg chg="add">
          <ac:chgData name="Ms Alina Arshad" userId="cccdfd85-d35d-4453-9c6f-a463aae40722" providerId="ADAL" clId="{700AA452-C530-416E-96E5-BDDCF9860929}" dt="2024-09-22T13:30:55.075" v="31" actId="26606"/>
          <ac:spMkLst>
            <pc:docMk/>
            <pc:sldMk cId="0" sldId="347"/>
            <ac:spMk id="54283" creationId="{39CB82C2-DF65-4EC1-8280-F201D50F570B}"/>
          </ac:spMkLst>
        </pc:spChg>
        <pc:spChg chg="add">
          <ac:chgData name="Ms Alina Arshad" userId="cccdfd85-d35d-4453-9c6f-a463aae40722" providerId="ADAL" clId="{700AA452-C530-416E-96E5-BDDCF9860929}" dt="2024-09-22T13:30:55.075" v="31" actId="26606"/>
          <ac:spMkLst>
            <pc:docMk/>
            <pc:sldMk cId="0" sldId="347"/>
            <ac:spMk id="54287" creationId="{FA4CD5CB-D209-4D70-8CA4-629731C59219}"/>
          </ac:spMkLst>
        </pc:spChg>
        <pc:spChg chg="add">
          <ac:chgData name="Ms Alina Arshad" userId="cccdfd85-d35d-4453-9c6f-a463aae40722" providerId="ADAL" clId="{700AA452-C530-416E-96E5-BDDCF9860929}" dt="2024-09-22T13:30:55.075" v="31" actId="26606"/>
          <ac:spMkLst>
            <pc:docMk/>
            <pc:sldMk cId="0" sldId="347"/>
            <ac:spMk id="54291" creationId="{B4C27B90-DF2B-4D00-BA07-18ED774CD2F1}"/>
          </ac:spMkLst>
        </pc:spChg>
        <pc:spChg chg="add">
          <ac:chgData name="Ms Alina Arshad" userId="cccdfd85-d35d-4453-9c6f-a463aae40722" providerId="ADAL" clId="{700AA452-C530-416E-96E5-BDDCF9860929}" dt="2024-09-22T13:30:55.075" v="31" actId="26606"/>
          <ac:spMkLst>
            <pc:docMk/>
            <pc:sldMk cId="0" sldId="347"/>
            <ac:spMk id="54293" creationId="{593ACC25-C262-417A-8AA9-0641C772BDB6}"/>
          </ac:spMkLst>
        </pc:spChg>
        <pc:picChg chg="mod">
          <ac:chgData name="Ms Alina Arshad" userId="cccdfd85-d35d-4453-9c6f-a463aae40722" providerId="ADAL" clId="{700AA452-C530-416E-96E5-BDDCF9860929}" dt="2024-09-22T13:31:19.705" v="41" actId="1076"/>
          <ac:picMkLst>
            <pc:docMk/>
            <pc:sldMk cId="0" sldId="347"/>
            <ac:picMk id="54276" creationId="{2AD11418-104B-4018-8AA4-90D20E00BBB7}"/>
          </ac:picMkLst>
        </pc:picChg>
        <pc:cxnChg chg="add">
          <ac:chgData name="Ms Alina Arshad" userId="cccdfd85-d35d-4453-9c6f-a463aae40722" providerId="ADAL" clId="{700AA452-C530-416E-96E5-BDDCF9860929}" dt="2024-09-22T13:30:55.075" v="31" actId="26606"/>
          <ac:cxnSpMkLst>
            <pc:docMk/>
            <pc:sldMk cId="0" sldId="347"/>
            <ac:cxnSpMk id="54285" creationId="{7E1D4427-852B-4B37-8E76-0E9F1810BA2A}"/>
          </ac:cxnSpMkLst>
        </pc:cxnChg>
        <pc:cxnChg chg="add">
          <ac:chgData name="Ms Alina Arshad" userId="cccdfd85-d35d-4453-9c6f-a463aae40722" providerId="ADAL" clId="{700AA452-C530-416E-96E5-BDDCF9860929}" dt="2024-09-22T13:30:55.075" v="31" actId="26606"/>
          <ac:cxnSpMkLst>
            <pc:docMk/>
            <pc:sldMk cId="0" sldId="347"/>
            <ac:cxnSpMk id="54289" creationId="{5C6A2BAE-B461-4B55-8E1F-0722ABDD1393}"/>
          </ac:cxnSpMkLst>
        </pc:cxnChg>
      </pc:sldChg>
      <pc:sldChg chg="modSp mod">
        <pc:chgData name="Ms Alina Arshad" userId="cccdfd85-d35d-4453-9c6f-a463aae40722" providerId="ADAL" clId="{700AA452-C530-416E-96E5-BDDCF9860929}" dt="2024-09-29T13:05:06.492" v="154" actId="20577"/>
        <pc:sldMkLst>
          <pc:docMk/>
          <pc:sldMk cId="2036508356" sldId="348"/>
        </pc:sldMkLst>
        <pc:spChg chg="mod">
          <ac:chgData name="Ms Alina Arshad" userId="cccdfd85-d35d-4453-9c6f-a463aae40722" providerId="ADAL" clId="{700AA452-C530-416E-96E5-BDDCF9860929}" dt="2024-09-29T13:04:40.062" v="152" actId="207"/>
          <ac:spMkLst>
            <pc:docMk/>
            <pc:sldMk cId="2036508356" sldId="348"/>
            <ac:spMk id="2" creationId="{C0E80CD8-9EA5-4B12-B717-3449A4678F5C}"/>
          </ac:spMkLst>
        </pc:spChg>
        <pc:spChg chg="mod">
          <ac:chgData name="Ms Alina Arshad" userId="cccdfd85-d35d-4453-9c6f-a463aae40722" providerId="ADAL" clId="{700AA452-C530-416E-96E5-BDDCF9860929}" dt="2024-09-29T13:05:06.492" v="154" actId="20577"/>
          <ac:spMkLst>
            <pc:docMk/>
            <pc:sldMk cId="2036508356" sldId="348"/>
            <ac:spMk id="3" creationId="{0D74B3B6-9876-42D3-AE90-C1F71A7BF21E}"/>
          </ac:spMkLst>
        </pc:spChg>
      </pc:sldChg>
      <pc:sldChg chg="modSp mod">
        <pc:chgData name="Ms Alina Arshad" userId="cccdfd85-d35d-4453-9c6f-a463aae40722" providerId="ADAL" clId="{700AA452-C530-416E-96E5-BDDCF9860929}" dt="2024-09-29T13:05:56.360" v="155" actId="255"/>
        <pc:sldMkLst>
          <pc:docMk/>
          <pc:sldMk cId="132290220" sldId="349"/>
        </pc:sldMkLst>
        <pc:spChg chg="mod">
          <ac:chgData name="Ms Alina Arshad" userId="cccdfd85-d35d-4453-9c6f-a463aae40722" providerId="ADAL" clId="{700AA452-C530-416E-96E5-BDDCF9860929}" dt="2024-09-22T13:35:33.981" v="80" actId="207"/>
          <ac:spMkLst>
            <pc:docMk/>
            <pc:sldMk cId="132290220" sldId="349"/>
            <ac:spMk id="2" creationId="{04248D45-4C2A-4CD2-ADA7-8010DE04DD37}"/>
          </ac:spMkLst>
        </pc:spChg>
        <pc:spChg chg="mod">
          <ac:chgData name="Ms Alina Arshad" userId="cccdfd85-d35d-4453-9c6f-a463aae40722" providerId="ADAL" clId="{700AA452-C530-416E-96E5-BDDCF9860929}" dt="2024-09-29T13:05:56.360" v="155" actId="255"/>
          <ac:spMkLst>
            <pc:docMk/>
            <pc:sldMk cId="132290220" sldId="349"/>
            <ac:spMk id="3" creationId="{9A2F1328-E205-4C6F-BD3F-6506878F6705}"/>
          </ac:spMkLst>
        </pc:spChg>
      </pc:sldChg>
      <pc:sldChg chg="modSp mod">
        <pc:chgData name="Ms Alina Arshad" userId="cccdfd85-d35d-4453-9c6f-a463aae40722" providerId="ADAL" clId="{700AA452-C530-416E-96E5-BDDCF9860929}" dt="2024-09-22T13:36:56.677" v="95" actId="12"/>
        <pc:sldMkLst>
          <pc:docMk/>
          <pc:sldMk cId="448686030" sldId="350"/>
        </pc:sldMkLst>
        <pc:spChg chg="mod">
          <ac:chgData name="Ms Alina Arshad" userId="cccdfd85-d35d-4453-9c6f-a463aae40722" providerId="ADAL" clId="{700AA452-C530-416E-96E5-BDDCF9860929}" dt="2024-09-22T13:36:41.029" v="90" actId="207"/>
          <ac:spMkLst>
            <pc:docMk/>
            <pc:sldMk cId="448686030" sldId="350"/>
            <ac:spMk id="2" creationId="{04248D45-4C2A-4CD2-ADA7-8010DE04DD37}"/>
          </ac:spMkLst>
        </pc:spChg>
        <pc:spChg chg="mod">
          <ac:chgData name="Ms Alina Arshad" userId="cccdfd85-d35d-4453-9c6f-a463aae40722" providerId="ADAL" clId="{700AA452-C530-416E-96E5-BDDCF9860929}" dt="2024-09-22T13:36:56.677" v="95" actId="12"/>
          <ac:spMkLst>
            <pc:docMk/>
            <pc:sldMk cId="448686030" sldId="350"/>
            <ac:spMk id="3" creationId="{9A2F1328-E205-4C6F-BD3F-6506878F6705}"/>
          </ac:spMkLst>
        </pc:spChg>
      </pc:sldChg>
      <pc:sldChg chg="modSp mod">
        <pc:chgData name="Ms Alina Arshad" userId="cccdfd85-d35d-4453-9c6f-a463aae40722" providerId="ADAL" clId="{700AA452-C530-416E-96E5-BDDCF9860929}" dt="2024-09-29T13:07:04.867" v="156" actId="1076"/>
        <pc:sldMkLst>
          <pc:docMk/>
          <pc:sldMk cId="3109540881" sldId="351"/>
        </pc:sldMkLst>
        <pc:spChg chg="mod">
          <ac:chgData name="Ms Alina Arshad" userId="cccdfd85-d35d-4453-9c6f-a463aae40722" providerId="ADAL" clId="{700AA452-C530-416E-96E5-BDDCF9860929}" dt="2024-09-22T13:36:24.960" v="87" actId="1076"/>
          <ac:spMkLst>
            <pc:docMk/>
            <pc:sldMk cId="3109540881" sldId="351"/>
            <ac:spMk id="3" creationId="{00000000-0000-0000-0000-000000000000}"/>
          </ac:spMkLst>
        </pc:spChg>
        <pc:spChg chg="mod">
          <ac:chgData name="Ms Alina Arshad" userId="cccdfd85-d35d-4453-9c6f-a463aae40722" providerId="ADAL" clId="{700AA452-C530-416E-96E5-BDDCF9860929}" dt="2024-09-22T13:36:30.456" v="88" actId="1076"/>
          <ac:spMkLst>
            <pc:docMk/>
            <pc:sldMk cId="3109540881" sldId="351"/>
            <ac:spMk id="7" creationId="{00000000-0000-0000-0000-000000000000}"/>
          </ac:spMkLst>
        </pc:spChg>
        <pc:picChg chg="mod">
          <ac:chgData name="Ms Alina Arshad" userId="cccdfd85-d35d-4453-9c6f-a463aae40722" providerId="ADAL" clId="{700AA452-C530-416E-96E5-BDDCF9860929}" dt="2024-09-29T13:07:04.867" v="156" actId="1076"/>
          <ac:picMkLst>
            <pc:docMk/>
            <pc:sldMk cId="3109540881" sldId="351"/>
            <ac:picMk id="4" creationId="{21521628-EC7A-4860-9AD2-ED0E0C440F5B}"/>
          </ac:picMkLst>
        </pc:picChg>
        <pc:cxnChg chg="mod">
          <ac:chgData name="Ms Alina Arshad" userId="cccdfd85-d35d-4453-9c6f-a463aae40722" providerId="ADAL" clId="{700AA452-C530-416E-96E5-BDDCF9860929}" dt="2024-09-22T13:36:32.961" v="89" actId="1076"/>
          <ac:cxnSpMkLst>
            <pc:docMk/>
            <pc:sldMk cId="3109540881" sldId="351"/>
            <ac:cxnSpMk id="6" creationId="{00000000-0000-0000-0000-000000000000}"/>
          </ac:cxnSpMkLst>
        </pc:cxnChg>
      </pc:sldChg>
      <pc:sldChg chg="modSp mod">
        <pc:chgData name="Ms Alina Arshad" userId="cccdfd85-d35d-4453-9c6f-a463aae40722" providerId="ADAL" clId="{700AA452-C530-416E-96E5-BDDCF9860929}" dt="2024-09-30T15:04:42.060" v="159" actId="207"/>
        <pc:sldMkLst>
          <pc:docMk/>
          <pc:sldMk cId="0" sldId="352"/>
        </pc:sldMkLst>
        <pc:spChg chg="mod">
          <ac:chgData name="Ms Alina Arshad" userId="cccdfd85-d35d-4453-9c6f-a463aae40722" providerId="ADAL" clId="{700AA452-C530-416E-96E5-BDDCF9860929}" dt="2024-09-30T15:04:42.060" v="159" actId="207"/>
          <ac:spMkLst>
            <pc:docMk/>
            <pc:sldMk cId="0" sldId="352"/>
            <ac:spMk id="64515" creationId="{2E4645F8-E14A-4CA7-AE6B-F33FAA978EE6}"/>
          </ac:spMkLst>
        </pc:spChg>
        <pc:spChg chg="mod">
          <ac:chgData name="Ms Alina Arshad" userId="cccdfd85-d35d-4453-9c6f-a463aae40722" providerId="ADAL" clId="{700AA452-C530-416E-96E5-BDDCF9860929}" dt="2024-09-22T13:45:31.228" v="110" actId="14100"/>
          <ac:spMkLst>
            <pc:docMk/>
            <pc:sldMk cId="0" sldId="352"/>
            <ac:spMk id="64516" creationId="{D2D679A3-2E8D-4632-948B-DAF7F009B134}"/>
          </ac:spMkLst>
        </pc:spChg>
      </pc:sldChg>
      <pc:sldChg chg="modSp mod">
        <pc:chgData name="Ms Alina Arshad" userId="cccdfd85-d35d-4453-9c6f-a463aae40722" providerId="ADAL" clId="{700AA452-C530-416E-96E5-BDDCF9860929}" dt="2024-09-22T13:46:13.377" v="122" actId="207"/>
        <pc:sldMkLst>
          <pc:docMk/>
          <pc:sldMk cId="0" sldId="353"/>
        </pc:sldMkLst>
        <pc:spChg chg="mod">
          <ac:chgData name="Ms Alina Arshad" userId="cccdfd85-d35d-4453-9c6f-a463aae40722" providerId="ADAL" clId="{700AA452-C530-416E-96E5-BDDCF9860929}" dt="2024-09-22T13:45:57.835" v="118" actId="113"/>
          <ac:spMkLst>
            <pc:docMk/>
            <pc:sldMk cId="0" sldId="353"/>
            <ac:spMk id="66563" creationId="{650DE2D3-D33D-40B5-8D5C-AB29784566B6}"/>
          </ac:spMkLst>
        </pc:spChg>
        <pc:spChg chg="mod">
          <ac:chgData name="Ms Alina Arshad" userId="cccdfd85-d35d-4453-9c6f-a463aae40722" providerId="ADAL" clId="{700AA452-C530-416E-96E5-BDDCF9860929}" dt="2024-09-22T13:46:13.377" v="122" actId="207"/>
          <ac:spMkLst>
            <pc:docMk/>
            <pc:sldMk cId="0" sldId="353"/>
            <ac:spMk id="66565" creationId="{64F0F6F5-8B02-4BA2-8850-441C6DF481F0}"/>
          </ac:spMkLst>
        </pc:spChg>
        <pc:picChg chg="mod">
          <ac:chgData name="Ms Alina Arshad" userId="cccdfd85-d35d-4453-9c6f-a463aae40722" providerId="ADAL" clId="{700AA452-C530-416E-96E5-BDDCF9860929}" dt="2024-09-22T13:45:59.814" v="119" actId="1076"/>
          <ac:picMkLst>
            <pc:docMk/>
            <pc:sldMk cId="0" sldId="353"/>
            <ac:picMk id="66564" creationId="{573920A5-602D-4661-B4F9-9067EB5BEADE}"/>
          </ac:picMkLst>
        </pc:picChg>
      </pc:sldChg>
      <pc:sldChg chg="modSp mod">
        <pc:chgData name="Ms Alina Arshad" userId="cccdfd85-d35d-4453-9c6f-a463aae40722" providerId="ADAL" clId="{700AA452-C530-416E-96E5-BDDCF9860929}" dt="2024-09-30T15:07:21.563" v="164" actId="14100"/>
        <pc:sldMkLst>
          <pc:docMk/>
          <pc:sldMk cId="0" sldId="354"/>
        </pc:sldMkLst>
        <pc:spChg chg="mod">
          <ac:chgData name="Ms Alina Arshad" userId="cccdfd85-d35d-4453-9c6f-a463aae40722" providerId="ADAL" clId="{700AA452-C530-416E-96E5-BDDCF9860929}" dt="2024-09-30T15:07:18.372" v="163" actId="1076"/>
          <ac:spMkLst>
            <pc:docMk/>
            <pc:sldMk cId="0" sldId="354"/>
            <ac:spMk id="68611" creationId="{7219106E-1553-4571-BEA9-6E2CC9576B6D}"/>
          </ac:spMkLst>
        </pc:spChg>
        <pc:picChg chg="mod">
          <ac:chgData name="Ms Alina Arshad" userId="cccdfd85-d35d-4453-9c6f-a463aae40722" providerId="ADAL" clId="{700AA452-C530-416E-96E5-BDDCF9860929}" dt="2024-09-30T15:07:21.563" v="164" actId="14100"/>
          <ac:picMkLst>
            <pc:docMk/>
            <pc:sldMk cId="0" sldId="354"/>
            <ac:picMk id="68612" creationId="{0C875AAC-7673-45CE-B586-BDF42E669911}"/>
          </ac:picMkLst>
        </pc:picChg>
      </pc:sldChg>
      <pc:sldChg chg="modSp mod">
        <pc:chgData name="Ms Alina Arshad" userId="cccdfd85-d35d-4453-9c6f-a463aae40722" providerId="ADAL" clId="{700AA452-C530-416E-96E5-BDDCF9860929}" dt="2024-09-30T15:08:40.788" v="170" actId="1076"/>
        <pc:sldMkLst>
          <pc:docMk/>
          <pc:sldMk cId="0" sldId="355"/>
        </pc:sldMkLst>
        <pc:spChg chg="mod">
          <ac:chgData name="Ms Alina Arshad" userId="cccdfd85-d35d-4453-9c6f-a463aae40722" providerId="ADAL" clId="{700AA452-C530-416E-96E5-BDDCF9860929}" dt="2024-09-30T15:08:03.318" v="165" actId="207"/>
          <ac:spMkLst>
            <pc:docMk/>
            <pc:sldMk cId="0" sldId="355"/>
            <ac:spMk id="75779" creationId="{B61B8769-D463-457A-B042-0D946EB6E901}"/>
          </ac:spMkLst>
        </pc:spChg>
        <pc:spChg chg="mod">
          <ac:chgData name="Ms Alina Arshad" userId="cccdfd85-d35d-4453-9c6f-a463aae40722" providerId="ADAL" clId="{700AA452-C530-416E-96E5-BDDCF9860929}" dt="2024-09-30T15:08:40.788" v="170" actId="1076"/>
          <ac:spMkLst>
            <pc:docMk/>
            <pc:sldMk cId="0" sldId="355"/>
            <ac:spMk id="75780" creationId="{B969BE2E-346A-40F3-BA4C-8A977B24D846}"/>
          </ac:spMkLst>
        </pc:spChg>
      </pc:sldChg>
      <pc:sldChg chg="delSp modSp mod">
        <pc:chgData name="Ms Alina Arshad" userId="cccdfd85-d35d-4453-9c6f-a463aae40722" providerId="ADAL" clId="{700AA452-C530-416E-96E5-BDDCF9860929}" dt="2024-09-30T18:52:44.057" v="228" actId="1076"/>
        <pc:sldMkLst>
          <pc:docMk/>
          <pc:sldMk cId="0" sldId="357"/>
        </pc:sldMkLst>
        <pc:spChg chg="del">
          <ac:chgData name="Ms Alina Arshad" userId="cccdfd85-d35d-4453-9c6f-a463aae40722" providerId="ADAL" clId="{700AA452-C530-416E-96E5-BDDCF9860929}" dt="2024-09-30T18:52:12.279" v="220" actId="478"/>
          <ac:spMkLst>
            <pc:docMk/>
            <pc:sldMk cId="0" sldId="357"/>
            <ac:spMk id="84994" creationId="{FEC753B0-AD36-4203-91A2-CE32D7F4AE44}"/>
          </ac:spMkLst>
        </pc:spChg>
        <pc:spChg chg="mod">
          <ac:chgData name="Ms Alina Arshad" userId="cccdfd85-d35d-4453-9c6f-a463aae40722" providerId="ADAL" clId="{700AA452-C530-416E-96E5-BDDCF9860929}" dt="2024-09-30T18:52:44.057" v="228" actId="1076"/>
          <ac:spMkLst>
            <pc:docMk/>
            <pc:sldMk cId="0" sldId="357"/>
            <ac:spMk id="84995" creationId="{6B637A28-0889-4EC5-BA30-354C9967D0FB}"/>
          </ac:spMkLst>
        </pc:spChg>
        <pc:graphicFrameChg chg="mod modGraphic">
          <ac:chgData name="Ms Alina Arshad" userId="cccdfd85-d35d-4453-9c6f-a463aae40722" providerId="ADAL" clId="{700AA452-C530-416E-96E5-BDDCF9860929}" dt="2024-09-30T18:52:39.248" v="227" actId="1076"/>
          <ac:graphicFrameMkLst>
            <pc:docMk/>
            <pc:sldMk cId="0" sldId="357"/>
            <ac:graphicFrameMk id="884809" creationId="{556EDF7B-4711-416D-A419-F0CB230120BD}"/>
          </ac:graphicFrameMkLst>
        </pc:graphicFrameChg>
      </pc:sldChg>
      <pc:sldChg chg="modSp mod">
        <pc:chgData name="Ms Alina Arshad" userId="cccdfd85-d35d-4453-9c6f-a463aae40722" providerId="ADAL" clId="{700AA452-C530-416E-96E5-BDDCF9860929}" dt="2024-09-30T18:48:23.109" v="199" actId="403"/>
        <pc:sldMkLst>
          <pc:docMk/>
          <pc:sldMk cId="0" sldId="368"/>
        </pc:sldMkLst>
        <pc:spChg chg="mod">
          <ac:chgData name="Ms Alina Arshad" userId="cccdfd85-d35d-4453-9c6f-a463aae40722" providerId="ADAL" clId="{700AA452-C530-416E-96E5-BDDCF9860929}" dt="2024-09-30T18:48:23.109" v="199" actId="403"/>
          <ac:spMkLst>
            <pc:docMk/>
            <pc:sldMk cId="0" sldId="368"/>
            <ac:spMk id="80899" creationId="{8AA31434-6D57-45F6-91CD-6F6FEBE0E785}"/>
          </ac:spMkLst>
        </pc:spChg>
      </pc:sldChg>
      <pc:sldChg chg="modSp mod">
        <pc:chgData name="Ms Alina Arshad" userId="cccdfd85-d35d-4453-9c6f-a463aae40722" providerId="ADAL" clId="{700AA452-C530-416E-96E5-BDDCF9860929}" dt="2024-09-30T18:49:20.358" v="205" actId="207"/>
        <pc:sldMkLst>
          <pc:docMk/>
          <pc:sldMk cId="0" sldId="369"/>
        </pc:sldMkLst>
        <pc:spChg chg="mod">
          <ac:chgData name="Ms Alina Arshad" userId="cccdfd85-d35d-4453-9c6f-a463aae40722" providerId="ADAL" clId="{700AA452-C530-416E-96E5-BDDCF9860929}" dt="2024-09-30T18:49:05.147" v="204" actId="1076"/>
          <ac:spMkLst>
            <pc:docMk/>
            <pc:sldMk cId="0" sldId="369"/>
            <ac:spMk id="81923" creationId="{212404F8-56E8-4683-B334-13C19B18AB45}"/>
          </ac:spMkLst>
        </pc:spChg>
        <pc:spChg chg="mod">
          <ac:chgData name="Ms Alina Arshad" userId="cccdfd85-d35d-4453-9c6f-a463aae40722" providerId="ADAL" clId="{700AA452-C530-416E-96E5-BDDCF9860929}" dt="2024-09-30T18:49:20.358" v="205" actId="207"/>
          <ac:spMkLst>
            <pc:docMk/>
            <pc:sldMk cId="0" sldId="369"/>
            <ac:spMk id="81924" creationId="{68248C69-9332-4A99-BC0A-14F57C4D99DE}"/>
          </ac:spMkLst>
        </pc:spChg>
      </pc:sldChg>
      <pc:sldChg chg="modSp mod">
        <pc:chgData name="Ms Alina Arshad" userId="cccdfd85-d35d-4453-9c6f-a463aae40722" providerId="ADAL" clId="{700AA452-C530-416E-96E5-BDDCF9860929}" dt="2024-09-30T18:45:49.813" v="193" actId="20577"/>
        <pc:sldMkLst>
          <pc:docMk/>
          <pc:sldMk cId="0" sldId="370"/>
        </pc:sldMkLst>
        <pc:spChg chg="mod">
          <ac:chgData name="Ms Alina Arshad" userId="cccdfd85-d35d-4453-9c6f-a463aae40722" providerId="ADAL" clId="{700AA452-C530-416E-96E5-BDDCF9860929}" dt="2024-09-30T15:08:48.912" v="172" actId="207"/>
          <ac:spMkLst>
            <pc:docMk/>
            <pc:sldMk cId="0" sldId="370"/>
            <ac:spMk id="77827" creationId="{67E99228-87F5-434B-834C-05F83602BEA7}"/>
          </ac:spMkLst>
        </pc:spChg>
        <pc:spChg chg="mod">
          <ac:chgData name="Ms Alina Arshad" userId="cccdfd85-d35d-4453-9c6f-a463aae40722" providerId="ADAL" clId="{700AA452-C530-416E-96E5-BDDCF9860929}" dt="2024-09-30T18:45:49.813" v="193" actId="20577"/>
          <ac:spMkLst>
            <pc:docMk/>
            <pc:sldMk cId="0" sldId="370"/>
            <ac:spMk id="77828" creationId="{AE58D6A9-2268-4B9B-B644-43B75570DBA9}"/>
          </ac:spMkLst>
        </pc:spChg>
      </pc:sldChg>
      <pc:sldChg chg="modSp mod">
        <pc:chgData name="Ms Alina Arshad" userId="cccdfd85-d35d-4453-9c6f-a463aae40722" providerId="ADAL" clId="{700AA452-C530-416E-96E5-BDDCF9860929}" dt="2024-09-30T18:46:34.209" v="196" actId="14100"/>
        <pc:sldMkLst>
          <pc:docMk/>
          <pc:sldMk cId="0" sldId="371"/>
        </pc:sldMkLst>
        <pc:spChg chg="mod">
          <ac:chgData name="Ms Alina Arshad" userId="cccdfd85-d35d-4453-9c6f-a463aae40722" providerId="ADAL" clId="{700AA452-C530-416E-96E5-BDDCF9860929}" dt="2024-09-30T18:46:34.209" v="196" actId="14100"/>
          <ac:spMkLst>
            <pc:docMk/>
            <pc:sldMk cId="0" sldId="371"/>
            <ac:spMk id="79875" creationId="{8CF305EB-D670-4393-98CF-42D50C4A807E}"/>
          </ac:spMkLst>
        </pc:spChg>
        <pc:spChg chg="mod">
          <ac:chgData name="Ms Alina Arshad" userId="cccdfd85-d35d-4453-9c6f-a463aae40722" providerId="ADAL" clId="{700AA452-C530-416E-96E5-BDDCF9860929}" dt="2024-09-30T18:46:25.475" v="194" actId="207"/>
          <ac:spMkLst>
            <pc:docMk/>
            <pc:sldMk cId="0" sldId="371"/>
            <ac:spMk id="79876" creationId="{092D5270-798D-445A-9B24-A3520F9BB889}"/>
          </ac:spMkLst>
        </pc:spChg>
      </pc:sldChg>
      <pc:sldChg chg="modSp mod ord">
        <pc:chgData name="Ms Alina Arshad" userId="cccdfd85-d35d-4453-9c6f-a463aae40722" providerId="ADAL" clId="{700AA452-C530-416E-96E5-BDDCF9860929}" dt="2024-09-30T18:39:15.777" v="179" actId="1076"/>
        <pc:sldMkLst>
          <pc:docMk/>
          <pc:sldMk cId="0" sldId="372"/>
        </pc:sldMkLst>
        <pc:spChg chg="mod">
          <ac:chgData name="Ms Alina Arshad" userId="cccdfd85-d35d-4453-9c6f-a463aae40722" providerId="ADAL" clId="{700AA452-C530-416E-96E5-BDDCF9860929}" dt="2024-09-30T18:39:10.504" v="177" actId="1076"/>
          <ac:spMkLst>
            <pc:docMk/>
            <pc:sldMk cId="0" sldId="372"/>
            <ac:spMk id="78851" creationId="{5938DAAF-F418-44DE-B803-5D31322FB670}"/>
          </ac:spMkLst>
        </pc:spChg>
        <pc:picChg chg="mod">
          <ac:chgData name="Ms Alina Arshad" userId="cccdfd85-d35d-4453-9c6f-a463aae40722" providerId="ADAL" clId="{700AA452-C530-416E-96E5-BDDCF9860929}" dt="2024-09-30T18:39:15.777" v="179" actId="1076"/>
          <ac:picMkLst>
            <pc:docMk/>
            <pc:sldMk cId="0" sldId="372"/>
            <ac:picMk id="78852" creationId="{698D94F0-9B82-46C7-B735-4F93695DB9A6}"/>
          </ac:picMkLst>
        </pc:picChg>
      </pc:sldChg>
      <pc:sldChg chg="delSp modSp add mod modTransition">
        <pc:chgData name="Ms Alina Arshad" userId="cccdfd85-d35d-4453-9c6f-a463aae40722" providerId="ADAL" clId="{700AA452-C530-416E-96E5-BDDCF9860929}" dt="2024-09-28T18:48:27.419" v="132" actId="478"/>
        <pc:sldMkLst>
          <pc:docMk/>
          <pc:sldMk cId="0" sldId="384"/>
        </pc:sldMkLst>
        <pc:spChg chg="del">
          <ac:chgData name="Ms Alina Arshad" userId="cccdfd85-d35d-4453-9c6f-a463aae40722" providerId="ADAL" clId="{700AA452-C530-416E-96E5-BDDCF9860929}" dt="2024-09-28T18:48:27.419" v="132" actId="478"/>
          <ac:spMkLst>
            <pc:docMk/>
            <pc:sldMk cId="0" sldId="384"/>
            <ac:spMk id="45058" creationId="{F5A5FDB9-F4E1-AF56-BB8A-D14E39931F53}"/>
          </ac:spMkLst>
        </pc:spChg>
        <pc:spChg chg="mod">
          <ac:chgData name="Ms Alina Arshad" userId="cccdfd85-d35d-4453-9c6f-a463aae40722" providerId="ADAL" clId="{700AA452-C530-416E-96E5-BDDCF9860929}" dt="2024-09-28T18:48:08.791" v="129" actId="207"/>
          <ac:spMkLst>
            <pc:docMk/>
            <pc:sldMk cId="0" sldId="384"/>
            <ac:spMk id="45059" creationId="{84D44900-4D45-4C5B-F55E-8C00BDEFF2B6}"/>
          </ac:spMkLst>
        </pc:spChg>
        <pc:spChg chg="mod">
          <ac:chgData name="Ms Alina Arshad" userId="cccdfd85-d35d-4453-9c6f-a463aae40722" providerId="ADAL" clId="{700AA452-C530-416E-96E5-BDDCF9860929}" dt="2024-09-28T18:48:24.244" v="131" actId="12"/>
          <ac:spMkLst>
            <pc:docMk/>
            <pc:sldMk cId="0" sldId="384"/>
            <ac:spMk id="45060" creationId="{91B64F00-F425-3490-70A7-8C5948A081EA}"/>
          </ac:spMkLst>
        </pc:spChg>
      </pc:sldChg>
      <pc:sldChg chg="modSp mod">
        <pc:chgData name="Ms Alina Arshad" userId="cccdfd85-d35d-4453-9c6f-a463aae40722" providerId="ADAL" clId="{700AA452-C530-416E-96E5-BDDCF9860929}" dt="2024-09-30T18:51:31.050" v="210" actId="403"/>
        <pc:sldMkLst>
          <pc:docMk/>
          <pc:sldMk cId="0" sldId="392"/>
        </pc:sldMkLst>
        <pc:spChg chg="mod">
          <ac:chgData name="Ms Alina Arshad" userId="cccdfd85-d35d-4453-9c6f-a463aae40722" providerId="ADAL" clId="{700AA452-C530-416E-96E5-BDDCF9860929}" dt="2024-09-30T18:51:21.703" v="208" actId="1076"/>
          <ac:spMkLst>
            <pc:docMk/>
            <pc:sldMk cId="0" sldId="392"/>
            <ac:spMk id="82946" creationId="{E151F0DE-2290-4565-B2AF-2946B137DBDA}"/>
          </ac:spMkLst>
        </pc:spChg>
        <pc:spChg chg="mod">
          <ac:chgData name="Ms Alina Arshad" userId="cccdfd85-d35d-4453-9c6f-a463aae40722" providerId="ADAL" clId="{700AA452-C530-416E-96E5-BDDCF9860929}" dt="2024-09-30T18:51:31.050" v="210" actId="403"/>
          <ac:spMkLst>
            <pc:docMk/>
            <pc:sldMk cId="0" sldId="392"/>
            <ac:spMk id="82947" creationId="{718E235B-BEB1-4C55-9204-377314CEE69D}"/>
          </ac:spMkLst>
        </pc:spChg>
      </pc:sldChg>
      <pc:sldChg chg="delSp modSp mod">
        <pc:chgData name="Ms Alina Arshad" userId="cccdfd85-d35d-4453-9c6f-a463aae40722" providerId="ADAL" clId="{700AA452-C530-416E-96E5-BDDCF9860929}" dt="2024-09-30T18:51:58.386" v="217" actId="113"/>
        <pc:sldMkLst>
          <pc:docMk/>
          <pc:sldMk cId="0" sldId="396"/>
        </pc:sldMkLst>
        <pc:spChg chg="mod">
          <ac:chgData name="Ms Alina Arshad" userId="cccdfd85-d35d-4453-9c6f-a463aae40722" providerId="ADAL" clId="{700AA452-C530-416E-96E5-BDDCF9860929}" dt="2024-09-30T18:51:58.386" v="217" actId="113"/>
          <ac:spMkLst>
            <pc:docMk/>
            <pc:sldMk cId="0" sldId="396"/>
            <ac:spMk id="83970" creationId="{0BE439A8-31E1-4FAD-A6BE-A942378CBD17}"/>
          </ac:spMkLst>
        </pc:spChg>
        <pc:picChg chg="del mod">
          <ac:chgData name="Ms Alina Arshad" userId="cccdfd85-d35d-4453-9c6f-a463aae40722" providerId="ADAL" clId="{700AA452-C530-416E-96E5-BDDCF9860929}" dt="2024-09-30T18:51:47.699" v="213" actId="478"/>
          <ac:picMkLst>
            <pc:docMk/>
            <pc:sldMk cId="0" sldId="396"/>
            <ac:picMk id="83974" creationId="{4CDE9EC7-1771-4D94-B064-F61198DC51C7}"/>
          </ac:picMkLst>
        </pc:picChg>
      </pc:sldChg>
      <pc:sldChg chg="delSp modSp mod">
        <pc:chgData name="Ms Alina Arshad" userId="cccdfd85-d35d-4453-9c6f-a463aae40722" providerId="ADAL" clId="{700AA452-C530-416E-96E5-BDDCF9860929}" dt="2024-09-22T13:45:49.091" v="116" actId="478"/>
        <pc:sldMkLst>
          <pc:docMk/>
          <pc:sldMk cId="1634129650" sldId="397"/>
        </pc:sldMkLst>
        <pc:spChg chg="del">
          <ac:chgData name="Ms Alina Arshad" userId="cccdfd85-d35d-4453-9c6f-a463aae40722" providerId="ADAL" clId="{700AA452-C530-416E-96E5-BDDCF9860929}" dt="2024-09-22T13:45:49.091" v="116" actId="478"/>
          <ac:spMkLst>
            <pc:docMk/>
            <pc:sldMk cId="1634129650" sldId="397"/>
            <ac:spMk id="2" creationId="{76698A79-8446-4955-82E7-25E504015F3E}"/>
          </ac:spMkLst>
        </pc:spChg>
        <pc:spChg chg="mod">
          <ac:chgData name="Ms Alina Arshad" userId="cccdfd85-d35d-4453-9c6f-a463aae40722" providerId="ADAL" clId="{700AA452-C530-416E-96E5-BDDCF9860929}" dt="2024-09-22T13:45:45.855" v="115" actId="12"/>
          <ac:spMkLst>
            <pc:docMk/>
            <pc:sldMk cId="1634129650" sldId="397"/>
            <ac:spMk id="3" creationId="{566192B2-7CA6-4494-AAC2-7D51C0489E13}"/>
          </ac:spMkLst>
        </pc:spChg>
      </pc:sldChg>
      <pc:sldChg chg="del">
        <pc:chgData name="Ms Alina Arshad" userId="cccdfd85-d35d-4453-9c6f-a463aae40722" providerId="ADAL" clId="{700AA452-C530-416E-96E5-BDDCF9860929}" dt="2024-09-22T13:30:24.076" v="6" actId="47"/>
        <pc:sldMkLst>
          <pc:docMk/>
          <pc:sldMk cId="818196387" sldId="398"/>
        </pc:sldMkLst>
      </pc:sldChg>
      <pc:sldChg chg="del">
        <pc:chgData name="Ms Alina Arshad" userId="cccdfd85-d35d-4453-9c6f-a463aae40722" providerId="ADAL" clId="{700AA452-C530-416E-96E5-BDDCF9860929}" dt="2024-09-22T13:30:24.415" v="7" actId="47"/>
        <pc:sldMkLst>
          <pc:docMk/>
          <pc:sldMk cId="3016557581" sldId="399"/>
        </pc:sldMkLst>
      </pc:sldChg>
      <pc:sldChg chg="del">
        <pc:chgData name="Ms Alina Arshad" userId="cccdfd85-d35d-4453-9c6f-a463aae40722" providerId="ADAL" clId="{700AA452-C530-416E-96E5-BDDCF9860929}" dt="2024-09-22T13:30:25.184" v="9" actId="47"/>
        <pc:sldMkLst>
          <pc:docMk/>
          <pc:sldMk cId="778265951" sldId="400"/>
        </pc:sldMkLst>
      </pc:sldChg>
      <pc:sldChg chg="del">
        <pc:chgData name="Ms Alina Arshad" userId="cccdfd85-d35d-4453-9c6f-a463aae40722" providerId="ADAL" clId="{700AA452-C530-416E-96E5-BDDCF9860929}" dt="2024-09-22T13:30:27.655" v="15" actId="47"/>
        <pc:sldMkLst>
          <pc:docMk/>
          <pc:sldMk cId="978211767" sldId="401"/>
        </pc:sldMkLst>
      </pc:sldChg>
      <pc:sldChg chg="del">
        <pc:chgData name="Ms Alina Arshad" userId="cccdfd85-d35d-4453-9c6f-a463aae40722" providerId="ADAL" clId="{700AA452-C530-416E-96E5-BDDCF9860929}" dt="2024-09-22T13:30:28.051" v="16" actId="47"/>
        <pc:sldMkLst>
          <pc:docMk/>
          <pc:sldMk cId="20141498" sldId="402"/>
        </pc:sldMkLst>
      </pc:sldChg>
      <pc:sldMasterChg chg="modSldLayout">
        <pc:chgData name="Ms Alina Arshad" userId="cccdfd85-d35d-4453-9c6f-a463aae40722" providerId="ADAL" clId="{700AA452-C530-416E-96E5-BDDCF9860929}" dt="2024-09-22T13:44:14.924" v="99" actId="16037"/>
        <pc:sldMasterMkLst>
          <pc:docMk/>
          <pc:sldMasterMk cId="1090009938" sldId="2147483660"/>
        </pc:sldMasterMkLst>
        <pc:sldLayoutChg chg="modSp">
          <pc:chgData name="Ms Alina Arshad" userId="cccdfd85-d35d-4453-9c6f-a463aae40722" providerId="ADAL" clId="{700AA452-C530-416E-96E5-BDDCF9860929}" dt="2024-09-22T13:44:14.924" v="99" actId="16037"/>
          <pc:sldLayoutMkLst>
            <pc:docMk/>
            <pc:sldMasterMk cId="1090009938" sldId="2147483660"/>
            <pc:sldLayoutMk cId="2573694011" sldId="2147483662"/>
          </pc:sldLayoutMkLst>
          <pc:spChg chg="mod">
            <ac:chgData name="Ms Alina Arshad" userId="cccdfd85-d35d-4453-9c6f-a463aae40722" providerId="ADAL" clId="{700AA452-C530-416E-96E5-BDDCF9860929}" dt="2024-09-22T13:44:14.924" v="99" actId="16037"/>
            <ac:spMkLst>
              <pc:docMk/>
              <pc:sldMasterMk cId="1090009938" sldId="2147483660"/>
              <pc:sldLayoutMk cId="2573694011" sldId="2147483662"/>
              <ac:spMk id="3" creationId="{00000000-0000-0000-0000-000000000000}"/>
            </ac:spMkLst>
          </pc:spChg>
        </pc:sldLayoutChg>
      </pc:sldMasterChg>
    </pc:docChg>
  </pc:docChgLst>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0CB232A2-0B42-4DBF-AC2D-50B32D7285CF}"/>
    <pc:docChg chg="custSel addSld delSld modSld sldOrd">
      <pc:chgData name="Ms Alina Arshad" userId="cccdfd85-d35d-4453-9c6f-a463aae40722" providerId="ADAL" clId="{0CB232A2-0B42-4DBF-AC2D-50B32D7285CF}" dt="2024-09-17T07:38:04.651" v="169" actId="47"/>
      <pc:docMkLst>
        <pc:docMk/>
      </pc:docMkLst>
      <pc:sldChg chg="modSp mod">
        <pc:chgData name="Ms Alina Arshad" userId="cccdfd85-d35d-4453-9c6f-a463aae40722" providerId="ADAL" clId="{0CB232A2-0B42-4DBF-AC2D-50B32D7285CF}" dt="2024-09-15T13:43:36.080" v="115" actId="1076"/>
        <pc:sldMkLst>
          <pc:docMk/>
          <pc:sldMk cId="0" sldId="258"/>
        </pc:sldMkLst>
        <pc:spChg chg="mod">
          <ac:chgData name="Ms Alina Arshad" userId="cccdfd85-d35d-4453-9c6f-a463aae40722" providerId="ADAL" clId="{0CB232A2-0B42-4DBF-AC2D-50B32D7285CF}" dt="2024-09-15T13:42:00.427" v="111" actId="14100"/>
          <ac:spMkLst>
            <pc:docMk/>
            <pc:sldMk cId="0" sldId="258"/>
            <ac:spMk id="106" creationId="{00000000-0000-0000-0000-000000000000}"/>
          </ac:spMkLst>
        </pc:spChg>
        <pc:spChg chg="mod">
          <ac:chgData name="Ms Alina Arshad" userId="cccdfd85-d35d-4453-9c6f-a463aae40722" providerId="ADAL" clId="{0CB232A2-0B42-4DBF-AC2D-50B32D7285CF}" dt="2024-09-15T13:43:36.080" v="115" actId="1076"/>
          <ac:spMkLst>
            <pc:docMk/>
            <pc:sldMk cId="0" sldId="258"/>
            <ac:spMk id="107" creationId="{00000000-0000-0000-0000-000000000000}"/>
          </ac:spMkLst>
        </pc:spChg>
      </pc:sldChg>
      <pc:sldChg chg="modSp mod">
        <pc:chgData name="Ms Alina Arshad" userId="cccdfd85-d35d-4453-9c6f-a463aae40722" providerId="ADAL" clId="{0CB232A2-0B42-4DBF-AC2D-50B32D7285CF}" dt="2024-09-14T10:46:51.265" v="3" actId="1076"/>
        <pc:sldMkLst>
          <pc:docMk/>
          <pc:sldMk cId="2295129282" sldId="269"/>
        </pc:sldMkLst>
        <pc:spChg chg="mod">
          <ac:chgData name="Ms Alina Arshad" userId="cccdfd85-d35d-4453-9c6f-a463aae40722" providerId="ADAL" clId="{0CB232A2-0B42-4DBF-AC2D-50B32D7285CF}" dt="2024-09-14T10:46:51.265" v="3" actId="1076"/>
          <ac:spMkLst>
            <pc:docMk/>
            <pc:sldMk cId="2295129282"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2295129282"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2090315159" sldId="270"/>
        </pc:sldMkLst>
        <pc:spChg chg="mod">
          <ac:chgData name="Ms Alina Arshad" userId="cccdfd85-d35d-4453-9c6f-a463aae40722" providerId="ADAL" clId="{0CB232A2-0B42-4DBF-AC2D-50B32D7285CF}" dt="2024-09-15T13:45:36.793" v="117" actId="113"/>
          <ac:spMkLst>
            <pc:docMk/>
            <pc:sldMk cId="2090315159"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2090315159"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3034138166" sldId="271"/>
        </pc:sldMkLst>
        <pc:spChg chg="mod">
          <ac:chgData name="Ms Alina Arshad" userId="cccdfd85-d35d-4453-9c6f-a463aae40722" providerId="ADAL" clId="{0CB232A2-0B42-4DBF-AC2D-50B32D7285CF}" dt="2024-09-14T11:11:07.043" v="52" actId="20577"/>
          <ac:spMkLst>
            <pc:docMk/>
            <pc:sldMk cId="3034138166"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3034138166"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del">
        <pc:chgData name="Ms Alina Arshad" userId="cccdfd85-d35d-4453-9c6f-a463aae40722" providerId="ADAL" clId="{0CB232A2-0B42-4DBF-AC2D-50B32D7285CF}" dt="2024-09-17T07:37:56.773" v="139" actId="47"/>
        <pc:sldMkLst>
          <pc:docMk/>
          <pc:sldMk cId="0" sldId="307"/>
        </pc:sldMkLst>
      </pc:sldChg>
      <pc:sldChg chg="del">
        <pc:chgData name="Ms Alina Arshad" userId="cccdfd85-d35d-4453-9c6f-a463aae40722" providerId="ADAL" clId="{0CB232A2-0B42-4DBF-AC2D-50B32D7285CF}" dt="2024-09-17T07:37:58.202" v="140" actId="47"/>
        <pc:sldMkLst>
          <pc:docMk/>
          <pc:sldMk cId="0" sldId="308"/>
        </pc:sldMkLst>
      </pc:sldChg>
      <pc:sldChg chg="del">
        <pc:chgData name="Ms Alina Arshad" userId="cccdfd85-d35d-4453-9c6f-a463aae40722" providerId="ADAL" clId="{0CB232A2-0B42-4DBF-AC2D-50B32D7285CF}" dt="2024-09-17T07:37:59.300" v="141" actId="47"/>
        <pc:sldMkLst>
          <pc:docMk/>
          <pc:sldMk cId="0" sldId="309"/>
        </pc:sldMkLst>
      </pc:sldChg>
      <pc:sldChg chg="del">
        <pc:chgData name="Ms Alina Arshad" userId="cccdfd85-d35d-4453-9c6f-a463aae40722" providerId="ADAL" clId="{0CB232A2-0B42-4DBF-AC2D-50B32D7285CF}" dt="2024-09-17T07:38:00.061" v="142" actId="47"/>
        <pc:sldMkLst>
          <pc:docMk/>
          <pc:sldMk cId="0" sldId="310"/>
        </pc:sldMkLst>
      </pc:sldChg>
      <pc:sldChg chg="del">
        <pc:chgData name="Ms Alina Arshad" userId="cccdfd85-d35d-4453-9c6f-a463aae40722" providerId="ADAL" clId="{0CB232A2-0B42-4DBF-AC2D-50B32D7285CF}" dt="2024-09-17T07:38:00.661" v="143" actId="47"/>
        <pc:sldMkLst>
          <pc:docMk/>
          <pc:sldMk cId="0" sldId="311"/>
        </pc:sldMkLst>
      </pc:sldChg>
      <pc:sldChg chg="del">
        <pc:chgData name="Ms Alina Arshad" userId="cccdfd85-d35d-4453-9c6f-a463aae40722" providerId="ADAL" clId="{0CB232A2-0B42-4DBF-AC2D-50B32D7285CF}" dt="2024-09-17T07:38:01.181" v="144" actId="47"/>
        <pc:sldMkLst>
          <pc:docMk/>
          <pc:sldMk cId="0" sldId="312"/>
        </pc:sldMkLst>
      </pc:sldChg>
      <pc:sldChg chg="del">
        <pc:chgData name="Ms Alina Arshad" userId="cccdfd85-d35d-4453-9c6f-a463aae40722" providerId="ADAL" clId="{0CB232A2-0B42-4DBF-AC2D-50B32D7285CF}" dt="2024-09-17T07:38:01.535" v="145" actId="47"/>
        <pc:sldMkLst>
          <pc:docMk/>
          <pc:sldMk cId="0" sldId="313"/>
        </pc:sldMkLst>
      </pc:sldChg>
      <pc:sldChg chg="del">
        <pc:chgData name="Ms Alina Arshad" userId="cccdfd85-d35d-4453-9c6f-a463aae40722" providerId="ADAL" clId="{0CB232A2-0B42-4DBF-AC2D-50B32D7285CF}" dt="2024-09-17T07:38:01.928" v="146" actId="47"/>
        <pc:sldMkLst>
          <pc:docMk/>
          <pc:sldMk cId="0" sldId="314"/>
        </pc:sldMkLst>
      </pc:sldChg>
      <pc:sldChg chg="del">
        <pc:chgData name="Ms Alina Arshad" userId="cccdfd85-d35d-4453-9c6f-a463aae40722" providerId="ADAL" clId="{0CB232A2-0B42-4DBF-AC2D-50B32D7285CF}" dt="2024-09-17T07:38:02.233" v="147" actId="47"/>
        <pc:sldMkLst>
          <pc:docMk/>
          <pc:sldMk cId="0" sldId="315"/>
        </pc:sldMkLst>
      </pc:sldChg>
      <pc:sldChg chg="del">
        <pc:chgData name="Ms Alina Arshad" userId="cccdfd85-d35d-4453-9c6f-a463aae40722" providerId="ADAL" clId="{0CB232A2-0B42-4DBF-AC2D-50B32D7285CF}" dt="2024-09-17T07:38:02.483" v="148" actId="47"/>
        <pc:sldMkLst>
          <pc:docMk/>
          <pc:sldMk cId="0" sldId="316"/>
        </pc:sldMkLst>
      </pc:sldChg>
      <pc:sldChg chg="del">
        <pc:chgData name="Ms Alina Arshad" userId="cccdfd85-d35d-4453-9c6f-a463aae40722" providerId="ADAL" clId="{0CB232A2-0B42-4DBF-AC2D-50B32D7285CF}" dt="2024-09-17T07:38:02.657" v="149" actId="47"/>
        <pc:sldMkLst>
          <pc:docMk/>
          <pc:sldMk cId="0" sldId="317"/>
        </pc:sldMkLst>
      </pc:sldChg>
      <pc:sldChg chg="del">
        <pc:chgData name="Ms Alina Arshad" userId="cccdfd85-d35d-4453-9c6f-a463aae40722" providerId="ADAL" clId="{0CB232A2-0B42-4DBF-AC2D-50B32D7285CF}" dt="2024-09-17T07:38:03.192" v="150" actId="47"/>
        <pc:sldMkLst>
          <pc:docMk/>
          <pc:sldMk cId="0" sldId="318"/>
        </pc:sldMkLst>
      </pc:sldChg>
      <pc:sldChg chg="del">
        <pc:chgData name="Ms Alina Arshad" userId="cccdfd85-d35d-4453-9c6f-a463aae40722" providerId="ADAL" clId="{0CB232A2-0B42-4DBF-AC2D-50B32D7285CF}" dt="2024-09-17T07:38:03.222" v="151" actId="47"/>
        <pc:sldMkLst>
          <pc:docMk/>
          <pc:sldMk cId="0" sldId="319"/>
        </pc:sldMkLst>
      </pc:sldChg>
      <pc:sldChg chg="del">
        <pc:chgData name="Ms Alina Arshad" userId="cccdfd85-d35d-4453-9c6f-a463aae40722" providerId="ADAL" clId="{0CB232A2-0B42-4DBF-AC2D-50B32D7285CF}" dt="2024-09-17T07:38:03.241" v="152" actId="47"/>
        <pc:sldMkLst>
          <pc:docMk/>
          <pc:sldMk cId="0" sldId="320"/>
        </pc:sldMkLst>
      </pc:sldChg>
      <pc:sldChg chg="del">
        <pc:chgData name="Ms Alina Arshad" userId="cccdfd85-d35d-4453-9c6f-a463aae40722" providerId="ADAL" clId="{0CB232A2-0B42-4DBF-AC2D-50B32D7285CF}" dt="2024-09-17T07:38:03.256" v="153" actId="47"/>
        <pc:sldMkLst>
          <pc:docMk/>
          <pc:sldMk cId="0" sldId="321"/>
        </pc:sldMkLst>
      </pc:sldChg>
      <pc:sldChg chg="del">
        <pc:chgData name="Ms Alina Arshad" userId="cccdfd85-d35d-4453-9c6f-a463aae40722" providerId="ADAL" clId="{0CB232A2-0B42-4DBF-AC2D-50B32D7285CF}" dt="2024-09-17T07:38:03.292" v="154" actId="47"/>
        <pc:sldMkLst>
          <pc:docMk/>
          <pc:sldMk cId="0" sldId="322"/>
        </pc:sldMkLst>
      </pc:sldChg>
      <pc:sldChg chg="del">
        <pc:chgData name="Ms Alina Arshad" userId="cccdfd85-d35d-4453-9c6f-a463aae40722" providerId="ADAL" clId="{0CB232A2-0B42-4DBF-AC2D-50B32D7285CF}" dt="2024-09-17T07:38:03.323" v="155" actId="47"/>
        <pc:sldMkLst>
          <pc:docMk/>
          <pc:sldMk cId="0" sldId="323"/>
        </pc:sldMkLst>
      </pc:sldChg>
      <pc:sldChg chg="del">
        <pc:chgData name="Ms Alina Arshad" userId="cccdfd85-d35d-4453-9c6f-a463aae40722" providerId="ADAL" clId="{0CB232A2-0B42-4DBF-AC2D-50B32D7285CF}" dt="2024-09-17T07:38:03.373" v="156" actId="47"/>
        <pc:sldMkLst>
          <pc:docMk/>
          <pc:sldMk cId="0" sldId="324"/>
        </pc:sldMkLst>
      </pc:sldChg>
      <pc:sldChg chg="del">
        <pc:chgData name="Ms Alina Arshad" userId="cccdfd85-d35d-4453-9c6f-a463aae40722" providerId="ADAL" clId="{0CB232A2-0B42-4DBF-AC2D-50B32D7285CF}" dt="2024-09-17T07:38:03.394" v="157" actId="47"/>
        <pc:sldMkLst>
          <pc:docMk/>
          <pc:sldMk cId="0" sldId="325"/>
        </pc:sldMkLst>
      </pc:sldChg>
      <pc:sldChg chg="del">
        <pc:chgData name="Ms Alina Arshad" userId="cccdfd85-d35d-4453-9c6f-a463aae40722" providerId="ADAL" clId="{0CB232A2-0B42-4DBF-AC2D-50B32D7285CF}" dt="2024-09-17T07:38:03.429" v="158" actId="47"/>
        <pc:sldMkLst>
          <pc:docMk/>
          <pc:sldMk cId="0" sldId="326"/>
        </pc:sldMkLst>
      </pc:sldChg>
      <pc:sldChg chg="del">
        <pc:chgData name="Ms Alina Arshad" userId="cccdfd85-d35d-4453-9c6f-a463aae40722" providerId="ADAL" clId="{0CB232A2-0B42-4DBF-AC2D-50B32D7285CF}" dt="2024-09-17T07:38:03.450" v="159" actId="47"/>
        <pc:sldMkLst>
          <pc:docMk/>
          <pc:sldMk cId="0" sldId="327"/>
        </pc:sldMkLst>
      </pc:sldChg>
      <pc:sldChg chg="del">
        <pc:chgData name="Ms Alina Arshad" userId="cccdfd85-d35d-4453-9c6f-a463aae40722" providerId="ADAL" clId="{0CB232A2-0B42-4DBF-AC2D-50B32D7285CF}" dt="2024-09-17T07:38:03.489" v="160" actId="47"/>
        <pc:sldMkLst>
          <pc:docMk/>
          <pc:sldMk cId="0" sldId="328"/>
        </pc:sldMkLst>
      </pc:sldChg>
      <pc:sldChg chg="del">
        <pc:chgData name="Ms Alina Arshad" userId="cccdfd85-d35d-4453-9c6f-a463aae40722" providerId="ADAL" clId="{0CB232A2-0B42-4DBF-AC2D-50B32D7285CF}" dt="2024-09-17T07:38:03.516" v="161" actId="47"/>
        <pc:sldMkLst>
          <pc:docMk/>
          <pc:sldMk cId="0" sldId="329"/>
        </pc:sldMkLst>
      </pc:sldChg>
      <pc:sldChg chg="del">
        <pc:chgData name="Ms Alina Arshad" userId="cccdfd85-d35d-4453-9c6f-a463aae40722" providerId="ADAL" clId="{0CB232A2-0B42-4DBF-AC2D-50B32D7285CF}" dt="2024-09-17T07:38:03.563" v="162" actId="47"/>
        <pc:sldMkLst>
          <pc:docMk/>
          <pc:sldMk cId="0" sldId="330"/>
        </pc:sldMkLst>
      </pc:sldChg>
      <pc:sldChg chg="del">
        <pc:chgData name="Ms Alina Arshad" userId="cccdfd85-d35d-4453-9c6f-a463aae40722" providerId="ADAL" clId="{0CB232A2-0B42-4DBF-AC2D-50B32D7285CF}" dt="2024-09-17T07:38:03.584" v="163" actId="47"/>
        <pc:sldMkLst>
          <pc:docMk/>
          <pc:sldMk cId="0" sldId="331"/>
        </pc:sldMkLst>
      </pc:sldChg>
      <pc:sldChg chg="del">
        <pc:chgData name="Ms Alina Arshad" userId="cccdfd85-d35d-4453-9c6f-a463aae40722" providerId="ADAL" clId="{0CB232A2-0B42-4DBF-AC2D-50B32D7285CF}" dt="2024-09-17T07:38:03.612" v="164" actId="47"/>
        <pc:sldMkLst>
          <pc:docMk/>
          <pc:sldMk cId="0" sldId="332"/>
        </pc:sldMkLst>
      </pc:sldChg>
      <pc:sldChg chg="del">
        <pc:chgData name="Ms Alina Arshad" userId="cccdfd85-d35d-4453-9c6f-a463aae40722" providerId="ADAL" clId="{0CB232A2-0B42-4DBF-AC2D-50B32D7285CF}" dt="2024-09-17T07:38:03.668" v="165" actId="47"/>
        <pc:sldMkLst>
          <pc:docMk/>
          <pc:sldMk cId="0" sldId="333"/>
        </pc:sldMkLst>
      </pc:sldChg>
      <pc:sldChg chg="del">
        <pc:chgData name="Ms Alina Arshad" userId="cccdfd85-d35d-4453-9c6f-a463aae40722" providerId="ADAL" clId="{0CB232A2-0B42-4DBF-AC2D-50B32D7285CF}" dt="2024-09-17T07:38:03.680" v="166" actId="47"/>
        <pc:sldMkLst>
          <pc:docMk/>
          <pc:sldMk cId="0" sldId="334"/>
        </pc:sldMkLst>
      </pc:sldChg>
      <pc:sldChg chg="del">
        <pc:chgData name="Ms Alina Arshad" userId="cccdfd85-d35d-4453-9c6f-a463aae40722" providerId="ADAL" clId="{0CB232A2-0B42-4DBF-AC2D-50B32D7285CF}" dt="2024-09-17T07:38:04.295" v="167" actId="47"/>
        <pc:sldMkLst>
          <pc:docMk/>
          <pc:sldMk cId="0" sldId="335"/>
        </pc:sldMkLst>
      </pc:sldChg>
      <pc:sldChg chg="del">
        <pc:chgData name="Ms Alina Arshad" userId="cccdfd85-d35d-4453-9c6f-a463aae40722" providerId="ADAL" clId="{0CB232A2-0B42-4DBF-AC2D-50B32D7285CF}" dt="2024-09-17T07:38:04.494" v="168" actId="47"/>
        <pc:sldMkLst>
          <pc:docMk/>
          <pc:sldMk cId="0" sldId="336"/>
        </pc:sldMkLst>
      </pc:sldChg>
      <pc:sldChg chg="del">
        <pc:chgData name="Ms Alina Arshad" userId="cccdfd85-d35d-4453-9c6f-a463aae40722" providerId="ADAL" clId="{0CB232A2-0B42-4DBF-AC2D-50B32D7285CF}" dt="2024-09-17T07:38:04.651" v="169" actId="47"/>
        <pc:sldMkLst>
          <pc:docMk/>
          <pc:sldMk cId="0" sldId="337"/>
        </pc:sldMkLst>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addSp delSp mod">
        <pc:chgData name="Ms Alina Arshad" userId="cccdfd85-d35d-4453-9c6f-a463aae40722" providerId="ADAL" clId="{57485560-A1FA-415A-BF02-476F12996002}" dt="2024-09-01T04:11:14.245" v="2" actId="22"/>
        <pc:sldMkLst>
          <pc:docMk/>
          <pc:sldMk cId="0" sldId="259"/>
        </pc:sldMkLst>
        <pc:picChg chg="add del">
          <ac:chgData name="Ms Alina Arshad" userId="cccdfd85-d35d-4453-9c6f-a463aae40722" providerId="ADAL" clId="{57485560-A1FA-415A-BF02-476F12996002}" dt="2024-09-01T04:11:14.245" v="2" actId="22"/>
          <ac:picMkLst>
            <pc:docMk/>
            <pc:sldMk cId="0" sldId="259"/>
            <ac:picMk id="5" creationId="{057F4995-001D-925F-66AC-88924EEB93E7}"/>
          </ac:picMkLst>
        </pc:picChg>
      </pc:sldChg>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18:18.107" v="52" actId="113"/>
        <pc:sldMkLst>
          <pc:docMk/>
          <pc:sldMk cId="0" sldId="261"/>
        </pc:sldMkLst>
        <pc:spChg chg="mod">
          <ac:chgData name="Ms Alina Arshad" userId="cccdfd85-d35d-4453-9c6f-a463aae40722" providerId="ADAL" clId="{57485560-A1FA-415A-BF02-476F12996002}" dt="2024-09-01T04:18:18.107" v="52" actId="113"/>
          <ac:spMkLst>
            <pc:docMk/>
            <pc:sldMk cId="0" sldId="261"/>
            <ac:spMk id="3" creationId="{00000000-0000-0000-0000-000000000000}"/>
          </ac:spMkLst>
        </pc:spChg>
      </pc:sldChg>
      <pc:sldChg chg="modSp mod">
        <pc:chgData name="Ms Alina Arshad" userId="cccdfd85-d35d-4453-9c6f-a463aae40722" providerId="ADAL" clId="{57485560-A1FA-415A-BF02-476F12996002}" dt="2024-09-01T04:58:20.337" v="187" actId="113"/>
        <pc:sldMkLst>
          <pc:docMk/>
          <pc:sldMk cId="0" sldId="264"/>
        </pc:sldMkLst>
        <pc:spChg chg="mod">
          <ac:chgData name="Ms Alina Arshad" userId="cccdfd85-d35d-4453-9c6f-a463aae40722" providerId="ADAL" clId="{57485560-A1FA-415A-BF02-476F12996002}" dt="2024-09-01T04:58:20.337" v="187" actId="113"/>
          <ac:spMkLst>
            <pc:docMk/>
            <pc:sldMk cId="0" sldId="264"/>
            <ac:spMk id="3" creationId="{00000000-0000-0000-0000-000000000000}"/>
          </ac:spMkLst>
        </pc:spChg>
      </pc:sldChg>
      <pc:sldChg chg="modSp mod">
        <pc:chgData name="Ms Alina Arshad" userId="cccdfd85-d35d-4453-9c6f-a463aae40722" providerId="ADAL" clId="{57485560-A1FA-415A-BF02-476F12996002}" dt="2024-09-01T04:58:29.544" v="188" actId="113"/>
        <pc:sldMkLst>
          <pc:docMk/>
          <pc:sldMk cId="1577505814" sldId="265"/>
        </pc:sldMkLst>
        <pc:spChg chg="mod">
          <ac:chgData name="Ms Alina Arshad" userId="cccdfd85-d35d-4453-9c6f-a463aae40722" providerId="ADAL" clId="{57485560-A1FA-415A-BF02-476F12996002}" dt="2024-09-01T04:58:29.544" v="188" actId="113"/>
          <ac:spMkLst>
            <pc:docMk/>
            <pc:sldMk cId="1577505814"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1582826008" sldId="266"/>
        </pc:sldMkLst>
        <pc:spChg chg="mod">
          <ac:chgData name="Ms Alina Arshad" userId="cccdfd85-d35d-4453-9c6f-a463aae40722" providerId="ADAL" clId="{57485560-A1FA-415A-BF02-476F12996002}" dt="2024-09-01T05:03:09.408" v="210" actId="20577"/>
          <ac:spMkLst>
            <pc:docMk/>
            <pc:sldMk cId="1582826008"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1582826008"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731299161" sldId="267"/>
        </pc:sldMkLst>
        <pc:spChg chg="mod">
          <ac:chgData name="Ms Alina Arshad" userId="cccdfd85-d35d-4453-9c6f-a463aae40722" providerId="ADAL" clId="{57485560-A1FA-415A-BF02-476F12996002}" dt="2024-09-01T05:05:30.761" v="212" actId="20577"/>
          <ac:spMkLst>
            <pc:docMk/>
            <pc:sldMk cId="731299161"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90329638" sldId="268"/>
        </pc:sldMkLst>
        <pc:spChg chg="mod">
          <ac:chgData name="Ms Alina Arshad" userId="cccdfd85-d35d-4453-9c6f-a463aae40722" providerId="ADAL" clId="{57485560-A1FA-415A-BF02-476F12996002}" dt="2024-09-01T05:09:01.570" v="220" actId="255"/>
          <ac:spMkLst>
            <pc:docMk/>
            <pc:sldMk cId="90329638"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2295129282" sldId="269"/>
        </pc:sldMkLst>
        <pc:spChg chg="mod">
          <ac:chgData name="Ms Alina Arshad" userId="cccdfd85-d35d-4453-9c6f-a463aae40722" providerId="ADAL" clId="{57485560-A1FA-415A-BF02-476F12996002}" dt="2024-09-01T05:11:03.383" v="223" actId="20577"/>
          <ac:spMkLst>
            <pc:docMk/>
            <pc:sldMk cId="2295129282"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2090315159" sldId="270"/>
        </pc:sldMkLst>
        <pc:spChg chg="mod">
          <ac:chgData name="Ms Alina Arshad" userId="cccdfd85-d35d-4453-9c6f-a463aae40722" providerId="ADAL" clId="{57485560-A1FA-415A-BF02-476F12996002}" dt="2024-09-01T05:11:09.635" v="224" actId="207"/>
          <ac:spMkLst>
            <pc:docMk/>
            <pc:sldMk cId="2090315159"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2090315159"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3034138166" sldId="271"/>
        </pc:sldMkLst>
        <pc:spChg chg="mod">
          <ac:chgData name="Ms Alina Arshad" userId="cccdfd85-d35d-4453-9c6f-a463aae40722" providerId="ADAL" clId="{57485560-A1FA-415A-BF02-476F12996002}" dt="2024-08-31T05:25:06.082" v="0" actId="207"/>
          <ac:spMkLst>
            <pc:docMk/>
            <pc:sldMk cId="3034138166"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3034138166"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1634129650" sldId="397"/>
        </pc:sldMkLst>
        <pc:spChg chg="add mod">
          <ac:chgData name="Ms Alina Arshad" userId="cccdfd85-d35d-4453-9c6f-a463aae40722" providerId="ADAL" clId="{57485560-A1FA-415A-BF02-476F12996002}" dt="2024-09-01T05:25:12.124" v="266" actId="1076"/>
          <ac:spMkLst>
            <pc:docMk/>
            <pc:sldMk cId="163412965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163412965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163412965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1634129650" sldId="397"/>
            <ac:cxnSpMk id="10" creationId="{8A2E3792-997B-B08B-40C7-96693FDD8B19}"/>
          </ac:cxnSpMkLst>
        </pc:cxnChg>
      </pc:sldChg>
    </pc:docChg>
  </pc:docChgLst>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11:57:54.719" v="25" actId="5793"/>
        <pc:sldMkLst>
          <pc:docMk/>
          <pc:sldMk cId="0" sldId="262"/>
        </pc:sldMkLst>
        <pc:spChg chg="mod">
          <ac:chgData name="Ms Alina Arshad" userId="cccdfd85-d35d-4453-9c6f-a463aae40722" providerId="ADAL" clId="{3DC40453-2615-4ACE-A024-C61DE1A47E6A}" dt="2024-09-08T11:57:54.719" v="25" actId="5793"/>
          <ac:spMkLst>
            <pc:docMk/>
            <pc:sldMk cId="0" sldId="262"/>
            <ac:spMk id="3" creationId="{00000000-0000-0000-0000-000000000000}"/>
          </ac:spMkLst>
        </pc:sp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1577505814" sldId="265"/>
        </pc:sldMkLst>
        <pc:spChg chg="mod">
          <ac:chgData name="Ms Alina Arshad" userId="cccdfd85-d35d-4453-9c6f-a463aae40722" providerId="ADAL" clId="{3DC40453-2615-4ACE-A024-C61DE1A47E6A}" dt="2024-09-08T08:41:22.601" v="5" actId="20577"/>
          <ac:spMkLst>
            <pc:docMk/>
            <pc:sldMk cId="1577505814"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1582826008" sldId="266"/>
        </pc:sldMkLst>
        <pc:spChg chg="mod">
          <ac:chgData name="Ms Alina Arshad" userId="cccdfd85-d35d-4453-9c6f-a463aae40722" providerId="ADAL" clId="{3DC40453-2615-4ACE-A024-C61DE1A47E6A}" dt="2024-09-08T08:42:20.927" v="9" actId="403"/>
          <ac:spMkLst>
            <pc:docMk/>
            <pc:sldMk cId="1582826008"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731299161" sldId="267"/>
        </pc:sldMkLst>
        <pc:spChg chg="mod">
          <ac:chgData name="Ms Alina Arshad" userId="cccdfd85-d35d-4453-9c6f-a463aae40722" providerId="ADAL" clId="{3DC40453-2615-4ACE-A024-C61DE1A47E6A}" dt="2024-09-08T08:50:50.297" v="15" actId="1076"/>
          <ac:spMkLst>
            <pc:docMk/>
            <pc:sldMk cId="731299161"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2090315159" sldId="270"/>
        </pc:sldMkLst>
        <pc:picChg chg="mod">
          <ac:chgData name="Ms Alina Arshad" userId="cccdfd85-d35d-4453-9c6f-a463aae40722" providerId="ADAL" clId="{3DC40453-2615-4ACE-A024-C61DE1A47E6A}" dt="2024-09-08T08:52:25.007" v="17" actId="1035"/>
          <ac:picMkLst>
            <pc:docMk/>
            <pc:sldMk cId="2090315159"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2504047100" sldId="272"/>
        </pc:sldMkLst>
        <pc:spChg chg="mod">
          <ac:chgData name="Ms Alina Arshad" userId="cccdfd85-d35d-4453-9c6f-a463aae40722" providerId="ADAL" clId="{3DC40453-2615-4ACE-A024-C61DE1A47E6A}" dt="2024-09-08T08:53:48.350" v="21" actId="113"/>
          <ac:spMkLst>
            <pc:docMk/>
            <pc:sldMk cId="250404710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1497646456" sldId="275"/>
        </pc:sldMkLst>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1577505814" sldId="265"/>
        </pc:sldMkLst>
        <pc:spChg chg="mod">
          <ac:chgData name="Ms Alina Arshad" userId="cccdfd85-d35d-4453-9c6f-a463aae40722" providerId="ADAL" clId="{CC6B5282-6613-48F0-886F-796865211BB0}" dt="2024-09-11T13:05:48.001" v="98" actId="14100"/>
          <ac:spMkLst>
            <pc:docMk/>
            <pc:sldMk cId="1577505814"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1577505814"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1582826008" sldId="266"/>
        </pc:sldMkLst>
        <pc:spChg chg="mod">
          <ac:chgData name="Ms Alina Arshad" userId="cccdfd85-d35d-4453-9c6f-a463aae40722" providerId="ADAL" clId="{CC6B5282-6613-48F0-886F-796865211BB0}" dt="2024-09-11T13:06:03.598" v="101" actId="1076"/>
          <ac:spMkLst>
            <pc:docMk/>
            <pc:sldMk cId="1582826008"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1582826008"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1582826008"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731299161" sldId="267"/>
        </pc:sldMkLst>
        <pc:spChg chg="mod">
          <ac:chgData name="Ms Alina Arshad" userId="cccdfd85-d35d-4453-9c6f-a463aae40722" providerId="ADAL" clId="{CC6B5282-6613-48F0-886F-796865211BB0}" dt="2024-09-11T13:06:55.957" v="114" actId="1076"/>
          <ac:spMkLst>
            <pc:docMk/>
            <pc:sldMk cId="731299161"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731299161"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731299161"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90329638" sldId="268"/>
        </pc:sldMkLst>
        <pc:spChg chg="mod">
          <ac:chgData name="Ms Alina Arshad" userId="cccdfd85-d35d-4453-9c6f-a463aae40722" providerId="ADAL" clId="{CC6B5282-6613-48F0-886F-796865211BB0}" dt="2024-09-11T13:07:15.560" v="120" actId="1076"/>
          <ac:spMkLst>
            <pc:docMk/>
            <pc:sldMk cId="90329638"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90329638"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90329638"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2295129282" sldId="269"/>
        </pc:sldMkLst>
      </pc:sldChg>
      <pc:sldChg chg="add del">
        <pc:chgData name="Ms Alina Arshad" userId="cccdfd85-d35d-4453-9c6f-a463aae40722" providerId="ADAL" clId="{CC6B5282-6613-48F0-886F-796865211BB0}" dt="2024-09-11T12:42:03.189" v="17"/>
        <pc:sldMkLst>
          <pc:docMk/>
          <pc:sldMk cId="2090315159" sldId="270"/>
        </pc:sldMkLst>
      </pc:sldChg>
      <pc:sldChg chg="add del">
        <pc:chgData name="Ms Alina Arshad" userId="cccdfd85-d35d-4453-9c6f-a463aae40722" providerId="ADAL" clId="{CC6B5282-6613-48F0-886F-796865211BB0}" dt="2024-09-11T12:42:03.189" v="17"/>
        <pc:sldMkLst>
          <pc:docMk/>
          <pc:sldMk cId="3034138166" sldId="271"/>
        </pc:sldMkLst>
      </pc:sldChg>
      <pc:sldChg chg="add del">
        <pc:chgData name="Ms Alina Arshad" userId="cccdfd85-d35d-4453-9c6f-a463aae40722" providerId="ADAL" clId="{CC6B5282-6613-48F0-886F-796865211BB0}" dt="2024-09-11T12:42:03.189" v="17"/>
        <pc:sldMkLst>
          <pc:docMk/>
          <pc:sldMk cId="2504047100" sldId="272"/>
        </pc:sldMkLst>
      </pc:sldChg>
      <pc:sldChg chg="add del">
        <pc:chgData name="Ms Alina Arshad" userId="cccdfd85-d35d-4453-9c6f-a463aae40722" providerId="ADAL" clId="{CC6B5282-6613-48F0-886F-796865211BB0}" dt="2024-09-11T12:42:03.189" v="17"/>
        <pc:sldMkLst>
          <pc:docMk/>
          <pc:sldMk cId="4283755204" sldId="273"/>
        </pc:sldMkLst>
      </pc:sldChg>
      <pc:sldChg chg="add del">
        <pc:chgData name="Ms Alina Arshad" userId="cccdfd85-d35d-4453-9c6f-a463aae40722" providerId="ADAL" clId="{CC6B5282-6613-48F0-886F-796865211BB0}" dt="2024-09-11T12:42:03.189" v="17"/>
        <pc:sldMkLst>
          <pc:docMk/>
          <pc:sldMk cId="2935103945" sldId="274"/>
        </pc:sldMkLst>
      </pc:sldChg>
      <pc:sldChg chg="modSp add mod">
        <pc:chgData name="Ms Alina Arshad" userId="cccdfd85-d35d-4453-9c6f-a463aae40722" providerId="ADAL" clId="{CC6B5282-6613-48F0-886F-796865211BB0}" dt="2024-09-11T12:42:03.381" v="23" actId="27636"/>
        <pc:sldMkLst>
          <pc:docMk/>
          <pc:sldMk cId="1497646456" sldId="275"/>
        </pc:sldMkLst>
        <pc:spChg chg="mod">
          <ac:chgData name="Ms Alina Arshad" userId="cccdfd85-d35d-4453-9c6f-a463aae40722" providerId="ADAL" clId="{CC6B5282-6613-48F0-886F-796865211BB0}" dt="2024-09-11T12:42:03.381" v="23" actId="27636"/>
          <ac:spMkLst>
            <pc:docMk/>
            <pc:sldMk cId="1497646456"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3993717517"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2668593764" sldId="278"/>
        </pc:sldMkLst>
      </pc:sldChg>
      <pc:sldChg chg="modSp add del mod">
        <pc:chgData name="Ms Alina Arshad" userId="cccdfd85-d35d-4453-9c6f-a463aae40722" providerId="ADAL" clId="{CC6B5282-6613-48F0-886F-796865211BB0}" dt="2024-09-11T12:42:44.828" v="35" actId="47"/>
        <pc:sldMkLst>
          <pc:docMk/>
          <pc:sldMk cId="1821615422" sldId="280"/>
        </pc:sldMkLst>
        <pc:spChg chg="mod">
          <ac:chgData name="Ms Alina Arshad" userId="cccdfd85-d35d-4453-9c6f-a463aae40722" providerId="ADAL" clId="{CC6B5282-6613-48F0-886F-796865211BB0}" dt="2024-09-11T12:42:42.317" v="34" actId="6549"/>
          <ac:spMkLst>
            <pc:docMk/>
            <pc:sldMk cId="1821615422"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3605066316" sldId="281"/>
        </pc:sldMkLst>
      </pc:sldChg>
      <pc:sldChg chg="add">
        <pc:chgData name="Ms Alina Arshad" userId="cccdfd85-d35d-4453-9c6f-a463aae40722" providerId="ADAL" clId="{CC6B5282-6613-48F0-886F-796865211BB0}" dt="2024-09-11T12:42:03.189" v="17"/>
        <pc:sldMkLst>
          <pc:docMk/>
          <pc:sldMk cId="24697311" sldId="282"/>
        </pc:sldMkLst>
      </pc:sldChg>
      <pc:sldChg chg="add">
        <pc:chgData name="Ms Alina Arshad" userId="cccdfd85-d35d-4453-9c6f-a463aae40722" providerId="ADAL" clId="{CC6B5282-6613-48F0-886F-796865211BB0}" dt="2024-09-11T12:42:03.189" v="17"/>
        <pc:sldMkLst>
          <pc:docMk/>
          <pc:sldMk cId="3289392637" sldId="283"/>
        </pc:sldMkLst>
      </pc:sldChg>
      <pc:sldChg chg="add">
        <pc:chgData name="Ms Alina Arshad" userId="cccdfd85-d35d-4453-9c6f-a463aae40722" providerId="ADAL" clId="{CC6B5282-6613-48F0-886F-796865211BB0}" dt="2024-09-11T12:42:03.189" v="17"/>
        <pc:sldMkLst>
          <pc:docMk/>
          <pc:sldMk cId="800652809" sldId="284"/>
        </pc:sldMkLst>
      </pc:sldChg>
      <pc:sldChg chg="add">
        <pc:chgData name="Ms Alina Arshad" userId="cccdfd85-d35d-4453-9c6f-a463aae40722" providerId="ADAL" clId="{CC6B5282-6613-48F0-886F-796865211BB0}" dt="2024-09-11T12:42:03.189" v="17"/>
        <pc:sldMkLst>
          <pc:docMk/>
          <pc:sldMk cId="1402144616"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3229345964" sldId="287"/>
        </pc:sldMkLst>
      </pc:sldChg>
      <pc:sldChg chg="add">
        <pc:chgData name="Ms Alina Arshad" userId="cccdfd85-d35d-4453-9c6f-a463aae40722" providerId="ADAL" clId="{CC6B5282-6613-48F0-886F-796865211BB0}" dt="2024-09-11T12:42:03.189" v="17"/>
        <pc:sldMkLst>
          <pc:docMk/>
          <pc:sldMk cId="2002870935"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1577505814" sldId="265"/>
        </pc:sldMkLst>
        <pc:spChg chg="mod">
          <ac:chgData name="Ms Alina Arshad" userId="cccdfd85-d35d-4453-9c6f-a463aae40722" providerId="ADAL" clId="{44991E72-28EC-43D4-9452-2984EF5D346D}" dt="2024-08-29T08:03:46.692" v="333" actId="207"/>
          <ac:spMkLst>
            <pc:docMk/>
            <pc:sldMk cId="1577505814"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1577505814"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1582826008" sldId="266"/>
        </pc:sldMkLst>
        <pc:spChg chg="del">
          <ac:chgData name="Ms Alina Arshad" userId="cccdfd85-d35d-4453-9c6f-a463aae40722" providerId="ADAL" clId="{44991E72-28EC-43D4-9452-2984EF5D346D}" dt="2024-08-29T08:04:22.645" v="339" actId="478"/>
          <ac:spMkLst>
            <pc:docMk/>
            <pc:sldMk cId="1582826008"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1582826008"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1582826008"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1582826008"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1582826008"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1582826008"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1582826008"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1582826008"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1582826008"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1582826008"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1582826008"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731299161" sldId="267"/>
        </pc:sldMkLst>
        <pc:spChg chg="mod">
          <ac:chgData name="Ms Alina Arshad" userId="cccdfd85-d35d-4453-9c6f-a463aae40722" providerId="ADAL" clId="{44991E72-28EC-43D4-9452-2984EF5D346D}" dt="2024-08-29T08:09:51.911" v="415" actId="1076"/>
          <ac:spMkLst>
            <pc:docMk/>
            <pc:sldMk cId="731299161"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731299161"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731299161"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731299161"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90329638" sldId="268"/>
        </pc:sldMkLst>
        <pc:spChg chg="mod">
          <ac:chgData name="Ms Alina Arshad" userId="cccdfd85-d35d-4453-9c6f-a463aae40722" providerId="ADAL" clId="{44991E72-28EC-43D4-9452-2984EF5D346D}" dt="2024-08-29T08:16:47.171" v="469" actId="403"/>
          <ac:spMkLst>
            <pc:docMk/>
            <pc:sldMk cId="90329638"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90329638"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90329638"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2295129282" sldId="269"/>
        </pc:sldMkLst>
        <pc:spChg chg="mod">
          <ac:chgData name="Ms Alina Arshad" userId="cccdfd85-d35d-4453-9c6f-a463aae40722" providerId="ADAL" clId="{44991E72-28EC-43D4-9452-2984EF5D346D}" dt="2024-08-29T08:20:16.085" v="509" actId="113"/>
          <ac:spMkLst>
            <pc:docMk/>
            <pc:sldMk cId="2295129282"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2295129282"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2090315159" sldId="270"/>
        </pc:sldMkLst>
        <pc:spChg chg="mod">
          <ac:chgData name="Ms Alina Arshad" userId="cccdfd85-d35d-4453-9c6f-a463aae40722" providerId="ADAL" clId="{44991E72-28EC-43D4-9452-2984EF5D346D}" dt="2024-08-29T08:21:51.679" v="543" actId="403"/>
          <ac:spMkLst>
            <pc:docMk/>
            <pc:sldMk cId="2090315159"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2090315159"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3034138166" sldId="271"/>
        </pc:sldMkLst>
        <pc:spChg chg="mod">
          <ac:chgData name="Ms Alina Arshad" userId="cccdfd85-d35d-4453-9c6f-a463aae40722" providerId="ADAL" clId="{44991E72-28EC-43D4-9452-2984EF5D346D}" dt="2024-08-29T08:22:11.095" v="548" actId="403"/>
          <ac:spMkLst>
            <pc:docMk/>
            <pc:sldMk cId="3034138166"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3034138166"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2504047100" sldId="272"/>
        </pc:sldMkLst>
        <pc:spChg chg="mod">
          <ac:chgData name="Ms Alina Arshad" userId="cccdfd85-d35d-4453-9c6f-a463aae40722" providerId="ADAL" clId="{44991E72-28EC-43D4-9452-2984EF5D346D}" dt="2024-08-29T08:38:00.463" v="578" actId="1076"/>
          <ac:spMkLst>
            <pc:docMk/>
            <pc:sldMk cId="250404710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250404710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docChgLst>
    <pc:chgData name="Ms Alina Arshad" userId="cccdfd85-d35d-4453-9c6f-a463aae40722" providerId="ADAL" clId="{9854E9E9-FCEA-46BD-B550-110177B9E80F}"/>
    <pc:docChg chg="undo custSel addSld delSld modSld">
      <pc:chgData name="Ms Alina Arshad" userId="cccdfd85-d35d-4453-9c6f-a463aae40722" providerId="ADAL" clId="{9854E9E9-FCEA-46BD-B550-110177B9E80F}" dt="2024-10-20T11:28:12.977" v="1172" actId="20577"/>
      <pc:docMkLst>
        <pc:docMk/>
      </pc:docMkLst>
      <pc:sldChg chg="modSp mod">
        <pc:chgData name="Ms Alina Arshad" userId="cccdfd85-d35d-4453-9c6f-a463aae40722" providerId="ADAL" clId="{9854E9E9-FCEA-46BD-B550-110177B9E80F}" dt="2024-10-19T07:31:56.186" v="30" actId="20577"/>
        <pc:sldMkLst>
          <pc:docMk/>
          <pc:sldMk cId="3322361034" sldId="256"/>
        </pc:sldMkLst>
        <pc:spChg chg="mod">
          <ac:chgData name="Ms Alina Arshad" userId="cccdfd85-d35d-4453-9c6f-a463aae40722" providerId="ADAL" clId="{9854E9E9-FCEA-46BD-B550-110177B9E80F}" dt="2024-10-19T07:31:56.186" v="30" actId="20577"/>
          <ac:spMkLst>
            <pc:docMk/>
            <pc:sldMk cId="3322361034" sldId="256"/>
            <ac:spMk id="3" creationId="{44E9F82C-BBA7-3495-1097-BEDB54FFFDF4}"/>
          </ac:spMkLst>
        </pc:spChg>
      </pc:sldChg>
      <pc:sldChg chg="delSp modSp add del mod">
        <pc:chgData name="Ms Alina Arshad" userId="cccdfd85-d35d-4453-9c6f-a463aae40722" providerId="ADAL" clId="{9854E9E9-FCEA-46BD-B550-110177B9E80F}" dt="2024-10-20T09:28:56.738" v="1087" actId="20577"/>
        <pc:sldMkLst>
          <pc:docMk/>
          <pc:sldMk cId="0" sldId="257"/>
        </pc:sldMkLst>
        <pc:spChg chg="mod">
          <ac:chgData name="Ms Alina Arshad" userId="cccdfd85-d35d-4453-9c6f-a463aae40722" providerId="ADAL" clId="{9854E9E9-FCEA-46BD-B550-110177B9E80F}" dt="2024-10-19T07:38:41.926" v="52" actId="2711"/>
          <ac:spMkLst>
            <pc:docMk/>
            <pc:sldMk cId="0" sldId="257"/>
            <ac:spMk id="2" creationId="{00000000-0000-0000-0000-000000000000}"/>
          </ac:spMkLst>
        </pc:spChg>
        <pc:spChg chg="mod">
          <ac:chgData name="Ms Alina Arshad" userId="cccdfd85-d35d-4453-9c6f-a463aae40722" providerId="ADAL" clId="{9854E9E9-FCEA-46BD-B550-110177B9E80F}" dt="2024-10-20T09:28:56.738" v="1087" actId="20577"/>
          <ac:spMkLst>
            <pc:docMk/>
            <pc:sldMk cId="0" sldId="257"/>
            <ac:spMk id="3" creationId="{00000000-0000-0000-0000-000000000000}"/>
          </ac:spMkLst>
        </pc:spChg>
        <pc:spChg chg="del mod">
          <ac:chgData name="Ms Alina Arshad" userId="cccdfd85-d35d-4453-9c6f-a463aae40722" providerId="ADAL" clId="{9854E9E9-FCEA-46BD-B550-110177B9E80F}" dt="2024-10-19T07:40:11.260" v="73" actId="478"/>
          <ac:spMkLst>
            <pc:docMk/>
            <pc:sldMk cId="0" sldId="257"/>
            <ac:spMk id="4" creationId="{00000000-0000-0000-0000-000000000000}"/>
          </ac:spMkLst>
        </pc:spChg>
      </pc:sldChg>
      <pc:sldChg chg="delSp modSp add del mod">
        <pc:chgData name="Ms Alina Arshad" userId="cccdfd85-d35d-4453-9c6f-a463aae40722" providerId="ADAL" clId="{9854E9E9-FCEA-46BD-B550-110177B9E80F}" dt="2024-10-19T07:41:27.351" v="89" actId="20577"/>
        <pc:sldMkLst>
          <pc:docMk/>
          <pc:sldMk cId="0" sldId="258"/>
        </pc:sldMkLst>
        <pc:spChg chg="mod">
          <ac:chgData name="Ms Alina Arshad" userId="cccdfd85-d35d-4453-9c6f-a463aae40722" providerId="ADAL" clId="{9854E9E9-FCEA-46BD-B550-110177B9E80F}" dt="2024-10-19T07:40:43.094" v="78" actId="207"/>
          <ac:spMkLst>
            <pc:docMk/>
            <pc:sldMk cId="0" sldId="258"/>
            <ac:spMk id="2" creationId="{00000000-0000-0000-0000-000000000000}"/>
          </ac:spMkLst>
        </pc:spChg>
        <pc:spChg chg="mod">
          <ac:chgData name="Ms Alina Arshad" userId="cccdfd85-d35d-4453-9c6f-a463aae40722" providerId="ADAL" clId="{9854E9E9-FCEA-46BD-B550-110177B9E80F}" dt="2024-10-19T07:41:27.351" v="89" actId="20577"/>
          <ac:spMkLst>
            <pc:docMk/>
            <pc:sldMk cId="0" sldId="258"/>
            <ac:spMk id="3" creationId="{00000000-0000-0000-0000-000000000000}"/>
          </ac:spMkLst>
        </pc:spChg>
        <pc:spChg chg="del mod">
          <ac:chgData name="Ms Alina Arshad" userId="cccdfd85-d35d-4453-9c6f-a463aae40722" providerId="ADAL" clId="{9854E9E9-FCEA-46BD-B550-110177B9E80F}" dt="2024-10-19T07:40:54.161" v="82" actId="478"/>
          <ac:spMkLst>
            <pc:docMk/>
            <pc:sldMk cId="0" sldId="258"/>
            <ac:spMk id="4" creationId="{00000000-0000-0000-0000-000000000000}"/>
          </ac:spMkLst>
        </pc:spChg>
      </pc:sldChg>
      <pc:sldChg chg="delSp modSp add del mod">
        <pc:chgData name="Ms Alina Arshad" userId="cccdfd85-d35d-4453-9c6f-a463aae40722" providerId="ADAL" clId="{9854E9E9-FCEA-46BD-B550-110177B9E80F}" dt="2024-10-19T16:01:57.630" v="743" actId="20577"/>
        <pc:sldMkLst>
          <pc:docMk/>
          <pc:sldMk cId="0" sldId="259"/>
        </pc:sldMkLst>
        <pc:spChg chg="mod">
          <ac:chgData name="Ms Alina Arshad" userId="cccdfd85-d35d-4453-9c6f-a463aae40722" providerId="ADAL" clId="{9854E9E9-FCEA-46BD-B550-110177B9E80F}" dt="2024-10-19T07:41:43.883" v="93" actId="207"/>
          <ac:spMkLst>
            <pc:docMk/>
            <pc:sldMk cId="0" sldId="259"/>
            <ac:spMk id="2" creationId="{00000000-0000-0000-0000-000000000000}"/>
          </ac:spMkLst>
        </pc:spChg>
        <pc:spChg chg="mod">
          <ac:chgData name="Ms Alina Arshad" userId="cccdfd85-d35d-4453-9c6f-a463aae40722" providerId="ADAL" clId="{9854E9E9-FCEA-46BD-B550-110177B9E80F}" dt="2024-10-19T16:01:57.630" v="743" actId="20577"/>
          <ac:spMkLst>
            <pc:docMk/>
            <pc:sldMk cId="0" sldId="259"/>
            <ac:spMk id="3" creationId="{00000000-0000-0000-0000-000000000000}"/>
          </ac:spMkLst>
        </pc:spChg>
        <pc:spChg chg="del mod">
          <ac:chgData name="Ms Alina Arshad" userId="cccdfd85-d35d-4453-9c6f-a463aae40722" providerId="ADAL" clId="{9854E9E9-FCEA-46BD-B550-110177B9E80F}" dt="2024-10-19T07:42:42.827" v="104" actId="478"/>
          <ac:spMkLst>
            <pc:docMk/>
            <pc:sldMk cId="0" sldId="259"/>
            <ac:spMk id="4" creationId="{00000000-0000-0000-0000-000000000000}"/>
          </ac:spMkLst>
        </pc:spChg>
      </pc:sldChg>
      <pc:sldChg chg="delSp modSp add del mod">
        <pc:chgData name="Ms Alina Arshad" userId="cccdfd85-d35d-4453-9c6f-a463aae40722" providerId="ADAL" clId="{9854E9E9-FCEA-46BD-B550-110177B9E80F}" dt="2024-10-19T07:44:19.632" v="136" actId="1076"/>
        <pc:sldMkLst>
          <pc:docMk/>
          <pc:sldMk cId="0" sldId="260"/>
        </pc:sldMkLst>
        <pc:spChg chg="mod">
          <ac:chgData name="Ms Alina Arshad" userId="cccdfd85-d35d-4453-9c6f-a463aae40722" providerId="ADAL" clId="{9854E9E9-FCEA-46BD-B550-110177B9E80F}" dt="2024-10-19T07:43:52.889" v="128" actId="207"/>
          <ac:spMkLst>
            <pc:docMk/>
            <pc:sldMk cId="0" sldId="260"/>
            <ac:spMk id="2" creationId="{00000000-0000-0000-0000-000000000000}"/>
          </ac:spMkLst>
        </pc:spChg>
        <pc:spChg chg="mod">
          <ac:chgData name="Ms Alina Arshad" userId="cccdfd85-d35d-4453-9c6f-a463aae40722" providerId="ADAL" clId="{9854E9E9-FCEA-46BD-B550-110177B9E80F}" dt="2024-10-19T07:44:07.759" v="133" actId="14100"/>
          <ac:spMkLst>
            <pc:docMk/>
            <pc:sldMk cId="0" sldId="260"/>
            <ac:spMk id="3" creationId="{00000000-0000-0000-0000-000000000000}"/>
          </ac:spMkLst>
        </pc:spChg>
        <pc:spChg chg="del mod">
          <ac:chgData name="Ms Alina Arshad" userId="cccdfd85-d35d-4453-9c6f-a463aae40722" providerId="ADAL" clId="{9854E9E9-FCEA-46BD-B550-110177B9E80F}" dt="2024-10-19T07:44:17.072" v="135" actId="478"/>
          <ac:spMkLst>
            <pc:docMk/>
            <pc:sldMk cId="0" sldId="260"/>
            <ac:spMk id="5" creationId="{00000000-0000-0000-0000-000000000000}"/>
          </ac:spMkLst>
        </pc:spChg>
        <pc:picChg chg="mod">
          <ac:chgData name="Ms Alina Arshad" userId="cccdfd85-d35d-4453-9c6f-a463aae40722" providerId="ADAL" clId="{9854E9E9-FCEA-46BD-B550-110177B9E80F}" dt="2024-10-19T07:44:19.632" v="136" actId="1076"/>
          <ac:picMkLst>
            <pc:docMk/>
            <pc:sldMk cId="0" sldId="260"/>
            <ac:picMk id="4" creationId="{00000000-0000-0000-0000-000000000000}"/>
          </ac:picMkLst>
        </pc:picChg>
      </pc:sldChg>
      <pc:sldChg chg="delSp modSp add del mod">
        <pc:chgData name="Ms Alina Arshad" userId="cccdfd85-d35d-4453-9c6f-a463aae40722" providerId="ADAL" clId="{9854E9E9-FCEA-46BD-B550-110177B9E80F}" dt="2024-10-20T09:41:52.846" v="1122" actId="403"/>
        <pc:sldMkLst>
          <pc:docMk/>
          <pc:sldMk cId="0" sldId="261"/>
        </pc:sldMkLst>
        <pc:spChg chg="mod">
          <ac:chgData name="Ms Alina Arshad" userId="cccdfd85-d35d-4453-9c6f-a463aae40722" providerId="ADAL" clId="{9854E9E9-FCEA-46BD-B550-110177B9E80F}" dt="2024-10-19T07:44:43.006" v="141" actId="207"/>
          <ac:spMkLst>
            <pc:docMk/>
            <pc:sldMk cId="0" sldId="261"/>
            <ac:spMk id="2" creationId="{00000000-0000-0000-0000-000000000000}"/>
          </ac:spMkLst>
        </pc:spChg>
        <pc:spChg chg="mod">
          <ac:chgData name="Ms Alina Arshad" userId="cccdfd85-d35d-4453-9c6f-a463aae40722" providerId="ADAL" clId="{9854E9E9-FCEA-46BD-B550-110177B9E80F}" dt="2024-10-20T09:41:13.510" v="1120" actId="20577"/>
          <ac:spMkLst>
            <pc:docMk/>
            <pc:sldMk cId="0" sldId="261"/>
            <ac:spMk id="3" creationId="{00000000-0000-0000-0000-000000000000}"/>
          </ac:spMkLst>
        </pc:spChg>
        <pc:spChg chg="mod">
          <ac:chgData name="Ms Alina Arshad" userId="cccdfd85-d35d-4453-9c6f-a463aae40722" providerId="ADAL" clId="{9854E9E9-FCEA-46BD-B550-110177B9E80F}" dt="2024-10-20T09:41:52.846" v="1122" actId="403"/>
          <ac:spMkLst>
            <pc:docMk/>
            <pc:sldMk cId="0" sldId="261"/>
            <ac:spMk id="4" creationId="{00000000-0000-0000-0000-000000000000}"/>
          </ac:spMkLst>
        </pc:spChg>
        <pc:spChg chg="del">
          <ac:chgData name="Ms Alina Arshad" userId="cccdfd85-d35d-4453-9c6f-a463aae40722" providerId="ADAL" clId="{9854E9E9-FCEA-46BD-B550-110177B9E80F}" dt="2024-10-19T07:44:55.931" v="144" actId="478"/>
          <ac:spMkLst>
            <pc:docMk/>
            <pc:sldMk cId="0" sldId="261"/>
            <ac:spMk id="5" creationId="{00000000-0000-0000-0000-000000000000}"/>
          </ac:spMkLst>
        </pc:spChg>
      </pc:sldChg>
      <pc:sldChg chg="delSp modSp add del mod">
        <pc:chgData name="Ms Alina Arshad" userId="cccdfd85-d35d-4453-9c6f-a463aae40722" providerId="ADAL" clId="{9854E9E9-FCEA-46BD-B550-110177B9E80F}" dt="2024-10-19T07:50:24.942" v="217" actId="47"/>
        <pc:sldMkLst>
          <pc:docMk/>
          <pc:sldMk cId="0" sldId="262"/>
        </pc:sldMkLst>
        <pc:spChg chg="del mod">
          <ac:chgData name="Ms Alina Arshad" userId="cccdfd85-d35d-4453-9c6f-a463aae40722" providerId="ADAL" clId="{9854E9E9-FCEA-46BD-B550-110177B9E80F}" dt="2024-10-19T07:50:20.314" v="214"/>
          <ac:spMkLst>
            <pc:docMk/>
            <pc:sldMk cId="0" sldId="262"/>
            <ac:spMk id="2" creationId="{00000000-0000-0000-0000-000000000000}"/>
          </ac:spMkLst>
        </pc:spChg>
        <pc:spChg chg="del mod">
          <ac:chgData name="Ms Alina Arshad" userId="cccdfd85-d35d-4453-9c6f-a463aae40722" providerId="ADAL" clId="{9854E9E9-FCEA-46BD-B550-110177B9E80F}" dt="2024-10-19T07:48:06.231" v="187" actId="478"/>
          <ac:spMkLst>
            <pc:docMk/>
            <pc:sldMk cId="0" sldId="262"/>
            <ac:spMk id="3" creationId="{00000000-0000-0000-0000-000000000000}"/>
          </ac:spMkLst>
        </pc:spChg>
      </pc:sldChg>
      <pc:sldChg chg="delSp modSp add del mod">
        <pc:chgData name="Ms Alina Arshad" userId="cccdfd85-d35d-4453-9c6f-a463aae40722" providerId="ADAL" clId="{9854E9E9-FCEA-46BD-B550-110177B9E80F}" dt="2024-10-20T10:28:01.042" v="1147" actId="403"/>
        <pc:sldMkLst>
          <pc:docMk/>
          <pc:sldMk cId="0" sldId="263"/>
        </pc:sldMkLst>
        <pc:spChg chg="mod">
          <ac:chgData name="Ms Alina Arshad" userId="cccdfd85-d35d-4453-9c6f-a463aae40722" providerId="ADAL" clId="{9854E9E9-FCEA-46BD-B550-110177B9E80F}" dt="2024-10-19T08:06:23.234" v="491" actId="1076"/>
          <ac:spMkLst>
            <pc:docMk/>
            <pc:sldMk cId="0" sldId="263"/>
            <ac:spMk id="2" creationId="{00000000-0000-0000-0000-000000000000}"/>
          </ac:spMkLst>
        </pc:spChg>
        <pc:spChg chg="mod">
          <ac:chgData name="Ms Alina Arshad" userId="cccdfd85-d35d-4453-9c6f-a463aae40722" providerId="ADAL" clId="{9854E9E9-FCEA-46BD-B550-110177B9E80F}" dt="2024-10-20T10:28:01.042" v="1147" actId="403"/>
          <ac:spMkLst>
            <pc:docMk/>
            <pc:sldMk cId="0" sldId="263"/>
            <ac:spMk id="3" creationId="{00000000-0000-0000-0000-000000000000}"/>
          </ac:spMkLst>
        </pc:spChg>
        <pc:spChg chg="del mod">
          <ac:chgData name="Ms Alina Arshad" userId="cccdfd85-d35d-4453-9c6f-a463aae40722" providerId="ADAL" clId="{9854E9E9-FCEA-46BD-B550-110177B9E80F}" dt="2024-10-19T07:57:28.174" v="334" actId="478"/>
          <ac:spMkLst>
            <pc:docMk/>
            <pc:sldMk cId="0" sldId="263"/>
            <ac:spMk id="4" creationId="{00000000-0000-0000-0000-000000000000}"/>
          </ac:spMkLst>
        </pc:spChg>
      </pc:sldChg>
      <pc:sldChg chg="delSp modSp add del mod">
        <pc:chgData name="Ms Alina Arshad" userId="cccdfd85-d35d-4453-9c6f-a463aae40722" providerId="ADAL" clId="{9854E9E9-FCEA-46BD-B550-110177B9E80F}" dt="2024-10-19T07:49:49.451" v="205" actId="478"/>
        <pc:sldMkLst>
          <pc:docMk/>
          <pc:sldMk cId="0" sldId="264"/>
        </pc:sldMkLst>
        <pc:spChg chg="mod">
          <ac:chgData name="Ms Alina Arshad" userId="cccdfd85-d35d-4453-9c6f-a463aae40722" providerId="ADAL" clId="{9854E9E9-FCEA-46BD-B550-110177B9E80F}" dt="2024-10-19T07:49:15.873" v="199" actId="1076"/>
          <ac:spMkLst>
            <pc:docMk/>
            <pc:sldMk cId="0" sldId="264"/>
            <ac:spMk id="2" creationId="{00000000-0000-0000-0000-000000000000}"/>
          </ac:spMkLst>
        </pc:spChg>
        <pc:spChg chg="del mod topLvl">
          <ac:chgData name="Ms Alina Arshad" userId="cccdfd85-d35d-4453-9c6f-a463aae40722" providerId="ADAL" clId="{9854E9E9-FCEA-46BD-B550-110177B9E80F}" dt="2024-10-19T07:49:49.451" v="205" actId="478"/>
          <ac:spMkLst>
            <pc:docMk/>
            <pc:sldMk cId="0" sldId="264"/>
            <ac:spMk id="4" creationId="{00000000-0000-0000-0000-000000000000}"/>
          </ac:spMkLst>
        </pc:spChg>
        <pc:spChg chg="del mod">
          <ac:chgData name="Ms Alina Arshad" userId="cccdfd85-d35d-4453-9c6f-a463aae40722" providerId="ADAL" clId="{9854E9E9-FCEA-46BD-B550-110177B9E80F}" dt="2024-10-19T07:48:46.675" v="191" actId="478"/>
          <ac:spMkLst>
            <pc:docMk/>
            <pc:sldMk cId="0" sldId="264"/>
            <ac:spMk id="6" creationId="{00000000-0000-0000-0000-000000000000}"/>
          </ac:spMkLst>
        </pc:spChg>
        <pc:grpChg chg="del mod">
          <ac:chgData name="Ms Alina Arshad" userId="cccdfd85-d35d-4453-9c6f-a463aae40722" providerId="ADAL" clId="{9854E9E9-FCEA-46BD-B550-110177B9E80F}" dt="2024-10-19T07:49:49.451" v="205" actId="478"/>
          <ac:grpSpMkLst>
            <pc:docMk/>
            <pc:sldMk cId="0" sldId="264"/>
            <ac:grpSpMk id="3" creationId="{00000000-0000-0000-0000-000000000000}"/>
          </ac:grpSpMkLst>
        </pc:grpChg>
        <pc:picChg chg="topLvl">
          <ac:chgData name="Ms Alina Arshad" userId="cccdfd85-d35d-4453-9c6f-a463aae40722" providerId="ADAL" clId="{9854E9E9-FCEA-46BD-B550-110177B9E80F}" dt="2024-10-19T07:49:49.451" v="205" actId="478"/>
          <ac:picMkLst>
            <pc:docMk/>
            <pc:sldMk cId="0" sldId="264"/>
            <ac:picMk id="5" creationId="{00000000-0000-0000-0000-000000000000}"/>
          </ac:picMkLst>
        </pc:picChg>
      </pc:sldChg>
      <pc:sldChg chg="delSp modSp add del mod">
        <pc:chgData name="Ms Alina Arshad" userId="cccdfd85-d35d-4453-9c6f-a463aae40722" providerId="ADAL" clId="{9854E9E9-FCEA-46BD-B550-110177B9E80F}" dt="2024-10-19T16:04:10.359" v="777" actId="478"/>
        <pc:sldMkLst>
          <pc:docMk/>
          <pc:sldMk cId="0" sldId="265"/>
        </pc:sldMkLst>
        <pc:spChg chg="mod">
          <ac:chgData name="Ms Alina Arshad" userId="cccdfd85-d35d-4453-9c6f-a463aae40722" providerId="ADAL" clId="{9854E9E9-FCEA-46BD-B550-110177B9E80F}" dt="2024-10-19T16:03:14.341" v="769" actId="113"/>
          <ac:spMkLst>
            <pc:docMk/>
            <pc:sldMk cId="0" sldId="265"/>
            <ac:spMk id="2" creationId="{00000000-0000-0000-0000-000000000000}"/>
          </ac:spMkLst>
        </pc:spChg>
        <pc:spChg chg="mod">
          <ac:chgData name="Ms Alina Arshad" userId="cccdfd85-d35d-4453-9c6f-a463aae40722" providerId="ADAL" clId="{9854E9E9-FCEA-46BD-B550-110177B9E80F}" dt="2024-10-19T16:04:04.679" v="776" actId="403"/>
          <ac:spMkLst>
            <pc:docMk/>
            <pc:sldMk cId="0" sldId="265"/>
            <ac:spMk id="3" creationId="{00000000-0000-0000-0000-000000000000}"/>
          </ac:spMkLst>
        </pc:spChg>
        <pc:spChg chg="del mod">
          <ac:chgData name="Ms Alina Arshad" userId="cccdfd85-d35d-4453-9c6f-a463aae40722" providerId="ADAL" clId="{9854E9E9-FCEA-46BD-B550-110177B9E80F}" dt="2024-10-19T16:04:10.359" v="777" actId="478"/>
          <ac:spMkLst>
            <pc:docMk/>
            <pc:sldMk cId="0" sldId="265"/>
            <ac:spMk id="4" creationId="{00000000-0000-0000-0000-000000000000}"/>
          </ac:spMkLst>
        </pc:spChg>
      </pc:sldChg>
      <pc:sldChg chg="delSp modSp add del mod">
        <pc:chgData name="Ms Alina Arshad" userId="cccdfd85-d35d-4453-9c6f-a463aae40722" providerId="ADAL" clId="{9854E9E9-FCEA-46BD-B550-110177B9E80F}" dt="2024-10-20T10:08:45.649" v="1138" actId="5793"/>
        <pc:sldMkLst>
          <pc:docMk/>
          <pc:sldMk cId="0" sldId="266"/>
        </pc:sldMkLst>
        <pc:spChg chg="mod">
          <ac:chgData name="Ms Alina Arshad" userId="cccdfd85-d35d-4453-9c6f-a463aae40722" providerId="ADAL" clId="{9854E9E9-FCEA-46BD-B550-110177B9E80F}" dt="2024-10-19T16:04:27.702" v="782" actId="1076"/>
          <ac:spMkLst>
            <pc:docMk/>
            <pc:sldMk cId="0" sldId="266"/>
            <ac:spMk id="2" creationId="{00000000-0000-0000-0000-000000000000}"/>
          </ac:spMkLst>
        </pc:spChg>
        <pc:spChg chg="mod">
          <ac:chgData name="Ms Alina Arshad" userId="cccdfd85-d35d-4453-9c6f-a463aae40722" providerId="ADAL" clId="{9854E9E9-FCEA-46BD-B550-110177B9E80F}" dt="2024-10-20T10:08:45.649" v="1138" actId="5793"/>
          <ac:spMkLst>
            <pc:docMk/>
            <pc:sldMk cId="0" sldId="266"/>
            <ac:spMk id="3" creationId="{00000000-0000-0000-0000-000000000000}"/>
          </ac:spMkLst>
        </pc:spChg>
        <pc:spChg chg="del mod">
          <ac:chgData name="Ms Alina Arshad" userId="cccdfd85-d35d-4453-9c6f-a463aae40722" providerId="ADAL" clId="{9854E9E9-FCEA-46BD-B550-110177B9E80F}" dt="2024-10-19T16:04:39.298" v="785" actId="478"/>
          <ac:spMkLst>
            <pc:docMk/>
            <pc:sldMk cId="0" sldId="266"/>
            <ac:spMk id="4" creationId="{00000000-0000-0000-0000-000000000000}"/>
          </ac:spMkLst>
        </pc:spChg>
      </pc:sldChg>
      <pc:sldChg chg="delSp modSp add del mod">
        <pc:chgData name="Ms Alina Arshad" userId="cccdfd85-d35d-4453-9c6f-a463aae40722" providerId="ADAL" clId="{9854E9E9-FCEA-46BD-B550-110177B9E80F}" dt="2024-10-20T10:10:11.198" v="1143" actId="5793"/>
        <pc:sldMkLst>
          <pc:docMk/>
          <pc:sldMk cId="0" sldId="267"/>
        </pc:sldMkLst>
        <pc:spChg chg="mod">
          <ac:chgData name="Ms Alina Arshad" userId="cccdfd85-d35d-4453-9c6f-a463aae40722" providerId="ADAL" clId="{9854E9E9-FCEA-46BD-B550-110177B9E80F}" dt="2024-10-19T16:06:39.435" v="820" actId="1076"/>
          <ac:spMkLst>
            <pc:docMk/>
            <pc:sldMk cId="0" sldId="267"/>
            <ac:spMk id="2" creationId="{00000000-0000-0000-0000-000000000000}"/>
          </ac:spMkLst>
        </pc:spChg>
        <pc:spChg chg="mod">
          <ac:chgData name="Ms Alina Arshad" userId="cccdfd85-d35d-4453-9c6f-a463aae40722" providerId="ADAL" clId="{9854E9E9-FCEA-46BD-B550-110177B9E80F}" dt="2024-10-20T10:10:11.198" v="1143" actId="5793"/>
          <ac:spMkLst>
            <pc:docMk/>
            <pc:sldMk cId="0" sldId="267"/>
            <ac:spMk id="3" creationId="{00000000-0000-0000-0000-000000000000}"/>
          </ac:spMkLst>
        </pc:spChg>
        <pc:spChg chg="del mod">
          <ac:chgData name="Ms Alina Arshad" userId="cccdfd85-d35d-4453-9c6f-a463aae40722" providerId="ADAL" clId="{9854E9E9-FCEA-46BD-B550-110177B9E80F}" dt="2024-10-19T16:06:56.599" v="824" actId="478"/>
          <ac:spMkLst>
            <pc:docMk/>
            <pc:sldMk cId="0" sldId="267"/>
            <ac:spMk id="4" creationId="{00000000-0000-0000-0000-000000000000}"/>
          </ac:spMkLst>
        </pc:spChg>
      </pc:sldChg>
      <pc:sldChg chg="delSp modSp add del mod">
        <pc:chgData name="Ms Alina Arshad" userId="cccdfd85-d35d-4453-9c6f-a463aae40722" providerId="ADAL" clId="{9854E9E9-FCEA-46BD-B550-110177B9E80F}" dt="2024-10-19T16:07:55.994" v="840" actId="1076"/>
        <pc:sldMkLst>
          <pc:docMk/>
          <pc:sldMk cId="0" sldId="268"/>
        </pc:sldMkLst>
        <pc:spChg chg="mod">
          <ac:chgData name="Ms Alina Arshad" userId="cccdfd85-d35d-4453-9c6f-a463aae40722" providerId="ADAL" clId="{9854E9E9-FCEA-46BD-B550-110177B9E80F}" dt="2024-10-19T16:07:55.994" v="840" actId="1076"/>
          <ac:spMkLst>
            <pc:docMk/>
            <pc:sldMk cId="0" sldId="268"/>
            <ac:spMk id="2" creationId="{00000000-0000-0000-0000-000000000000}"/>
          </ac:spMkLst>
        </pc:spChg>
        <pc:spChg chg="del mod">
          <ac:chgData name="Ms Alina Arshad" userId="cccdfd85-d35d-4453-9c6f-a463aae40722" providerId="ADAL" clId="{9854E9E9-FCEA-46BD-B550-110177B9E80F}" dt="2024-10-19T16:07:47.903" v="838" actId="478"/>
          <ac:spMkLst>
            <pc:docMk/>
            <pc:sldMk cId="0" sldId="268"/>
            <ac:spMk id="4" creationId="{00000000-0000-0000-0000-000000000000}"/>
          </ac:spMkLst>
        </pc:spChg>
        <pc:picChg chg="mod">
          <ac:chgData name="Ms Alina Arshad" userId="cccdfd85-d35d-4453-9c6f-a463aae40722" providerId="ADAL" clId="{9854E9E9-FCEA-46BD-B550-110177B9E80F}" dt="2024-10-19T16:07:45.625" v="837" actId="14100"/>
          <ac:picMkLst>
            <pc:docMk/>
            <pc:sldMk cId="0" sldId="268"/>
            <ac:picMk id="3" creationId="{00000000-0000-0000-0000-000000000000}"/>
          </ac:picMkLst>
        </pc:picChg>
      </pc:sldChg>
      <pc:sldChg chg="delSp modSp add del mod">
        <pc:chgData name="Ms Alina Arshad" userId="cccdfd85-d35d-4453-9c6f-a463aae40722" providerId="ADAL" clId="{9854E9E9-FCEA-46BD-B550-110177B9E80F}" dt="2024-10-20T10:14:57.757" v="1145" actId="20577"/>
        <pc:sldMkLst>
          <pc:docMk/>
          <pc:sldMk cId="0" sldId="269"/>
        </pc:sldMkLst>
        <pc:spChg chg="mod">
          <ac:chgData name="Ms Alina Arshad" userId="cccdfd85-d35d-4453-9c6f-a463aae40722" providerId="ADAL" clId="{9854E9E9-FCEA-46BD-B550-110177B9E80F}" dt="2024-10-19T16:08:09.925" v="845" actId="403"/>
          <ac:spMkLst>
            <pc:docMk/>
            <pc:sldMk cId="0" sldId="269"/>
            <ac:spMk id="2" creationId="{00000000-0000-0000-0000-000000000000}"/>
          </ac:spMkLst>
        </pc:spChg>
        <pc:spChg chg="mod">
          <ac:chgData name="Ms Alina Arshad" userId="cccdfd85-d35d-4453-9c6f-a463aae40722" providerId="ADAL" clId="{9854E9E9-FCEA-46BD-B550-110177B9E80F}" dt="2024-10-20T10:14:57.757" v="1145" actId="20577"/>
          <ac:spMkLst>
            <pc:docMk/>
            <pc:sldMk cId="0" sldId="269"/>
            <ac:spMk id="3" creationId="{00000000-0000-0000-0000-000000000000}"/>
          </ac:spMkLst>
        </pc:spChg>
        <pc:spChg chg="del mod">
          <ac:chgData name="Ms Alina Arshad" userId="cccdfd85-d35d-4453-9c6f-a463aae40722" providerId="ADAL" clId="{9854E9E9-FCEA-46BD-B550-110177B9E80F}" dt="2024-10-19T16:08:19.460" v="848" actId="478"/>
          <ac:spMkLst>
            <pc:docMk/>
            <pc:sldMk cId="0" sldId="269"/>
            <ac:spMk id="4" creationId="{00000000-0000-0000-0000-000000000000}"/>
          </ac:spMkLst>
        </pc:spChg>
      </pc:sldChg>
      <pc:sldChg chg="delSp modSp add del mod">
        <pc:chgData name="Ms Alina Arshad" userId="cccdfd85-d35d-4453-9c6f-a463aae40722" providerId="ADAL" clId="{9854E9E9-FCEA-46BD-B550-110177B9E80F}" dt="2024-10-20T10:43:24.416" v="1153" actId="1036"/>
        <pc:sldMkLst>
          <pc:docMk/>
          <pc:sldMk cId="0" sldId="270"/>
        </pc:sldMkLst>
        <pc:spChg chg="mod">
          <ac:chgData name="Ms Alina Arshad" userId="cccdfd85-d35d-4453-9c6f-a463aae40722" providerId="ADAL" clId="{9854E9E9-FCEA-46BD-B550-110177B9E80F}" dt="2024-10-19T16:09:03.374" v="854" actId="113"/>
          <ac:spMkLst>
            <pc:docMk/>
            <pc:sldMk cId="0" sldId="270"/>
            <ac:spMk id="2" creationId="{00000000-0000-0000-0000-000000000000}"/>
          </ac:spMkLst>
        </pc:spChg>
        <pc:spChg chg="mod">
          <ac:chgData name="Ms Alina Arshad" userId="cccdfd85-d35d-4453-9c6f-a463aae40722" providerId="ADAL" clId="{9854E9E9-FCEA-46BD-B550-110177B9E80F}" dt="2024-10-20T10:34:13.119" v="1150" actId="20577"/>
          <ac:spMkLst>
            <pc:docMk/>
            <pc:sldMk cId="0" sldId="270"/>
            <ac:spMk id="3" creationId="{00000000-0000-0000-0000-000000000000}"/>
          </ac:spMkLst>
        </pc:spChg>
        <pc:spChg chg="mod">
          <ac:chgData name="Ms Alina Arshad" userId="cccdfd85-d35d-4453-9c6f-a463aae40722" providerId="ADAL" clId="{9854E9E9-FCEA-46BD-B550-110177B9E80F}" dt="2024-10-20T10:35:28.260" v="1152" actId="20577"/>
          <ac:spMkLst>
            <pc:docMk/>
            <pc:sldMk cId="0" sldId="270"/>
            <ac:spMk id="4" creationId="{00000000-0000-0000-0000-000000000000}"/>
          </ac:spMkLst>
        </pc:spChg>
        <pc:spChg chg="del">
          <ac:chgData name="Ms Alina Arshad" userId="cccdfd85-d35d-4453-9c6f-a463aae40722" providerId="ADAL" clId="{9854E9E9-FCEA-46BD-B550-110177B9E80F}" dt="2024-10-19T16:10:11.995" v="971" actId="478"/>
          <ac:spMkLst>
            <pc:docMk/>
            <pc:sldMk cId="0" sldId="270"/>
            <ac:spMk id="5" creationId="{00000000-0000-0000-0000-000000000000}"/>
          </ac:spMkLst>
        </pc:spChg>
        <pc:spChg chg="mod">
          <ac:chgData name="Ms Alina Arshad" userId="cccdfd85-d35d-4453-9c6f-a463aae40722" providerId="ADAL" clId="{9854E9E9-FCEA-46BD-B550-110177B9E80F}" dt="2024-10-19T16:10:09.733" v="970" actId="1035"/>
          <ac:spMkLst>
            <pc:docMk/>
            <pc:sldMk cId="0" sldId="270"/>
            <ac:spMk id="6" creationId="{00000000-0000-0000-0000-000000000000}"/>
          </ac:spMkLst>
        </pc:spChg>
        <pc:spChg chg="mod">
          <ac:chgData name="Ms Alina Arshad" userId="cccdfd85-d35d-4453-9c6f-a463aae40722" providerId="ADAL" clId="{9854E9E9-FCEA-46BD-B550-110177B9E80F}" dt="2024-10-20T10:43:24.416" v="1153" actId="1036"/>
          <ac:spMkLst>
            <pc:docMk/>
            <pc:sldMk cId="0" sldId="270"/>
            <ac:spMk id="7" creationId="{00000000-0000-0000-0000-000000000000}"/>
          </ac:spMkLst>
        </pc:spChg>
        <pc:spChg chg="del mod">
          <ac:chgData name="Ms Alina Arshad" userId="cccdfd85-d35d-4453-9c6f-a463aae40722" providerId="ADAL" clId="{9854E9E9-FCEA-46BD-B550-110177B9E80F}" dt="2024-10-19T16:09:27.846" v="860" actId="478"/>
          <ac:spMkLst>
            <pc:docMk/>
            <pc:sldMk cId="0" sldId="270"/>
            <ac:spMk id="8" creationId="{00000000-0000-0000-0000-000000000000}"/>
          </ac:spMkLst>
        </pc:spChg>
      </pc:sldChg>
      <pc:sldChg chg="delSp modSp add del mod">
        <pc:chgData name="Ms Alina Arshad" userId="cccdfd85-d35d-4453-9c6f-a463aae40722" providerId="ADAL" clId="{9854E9E9-FCEA-46BD-B550-110177B9E80F}" dt="2024-10-20T11:24:51.569" v="1156" actId="120"/>
        <pc:sldMkLst>
          <pc:docMk/>
          <pc:sldMk cId="0" sldId="271"/>
        </pc:sldMkLst>
        <pc:spChg chg="mod">
          <ac:chgData name="Ms Alina Arshad" userId="cccdfd85-d35d-4453-9c6f-a463aae40722" providerId="ADAL" clId="{9854E9E9-FCEA-46BD-B550-110177B9E80F}" dt="2024-10-19T16:11:23.897" v="977" actId="1076"/>
          <ac:spMkLst>
            <pc:docMk/>
            <pc:sldMk cId="0" sldId="271"/>
            <ac:spMk id="2" creationId="{00000000-0000-0000-0000-000000000000}"/>
          </ac:spMkLst>
        </pc:spChg>
        <pc:spChg chg="mod">
          <ac:chgData name="Ms Alina Arshad" userId="cccdfd85-d35d-4453-9c6f-a463aae40722" providerId="ADAL" clId="{9854E9E9-FCEA-46BD-B550-110177B9E80F}" dt="2024-10-20T11:24:51.569" v="1156" actId="120"/>
          <ac:spMkLst>
            <pc:docMk/>
            <pc:sldMk cId="0" sldId="271"/>
            <ac:spMk id="3" creationId="{00000000-0000-0000-0000-000000000000}"/>
          </ac:spMkLst>
        </pc:spChg>
        <pc:spChg chg="del mod">
          <ac:chgData name="Ms Alina Arshad" userId="cccdfd85-d35d-4453-9c6f-a463aae40722" providerId="ADAL" clId="{9854E9E9-FCEA-46BD-B550-110177B9E80F}" dt="2024-10-19T16:11:31.293" v="980" actId="478"/>
          <ac:spMkLst>
            <pc:docMk/>
            <pc:sldMk cId="0" sldId="271"/>
            <ac:spMk id="4" creationId="{00000000-0000-0000-0000-000000000000}"/>
          </ac:spMkLst>
        </pc:spChg>
      </pc:sldChg>
      <pc:sldChg chg="delSp modSp add del mod">
        <pc:chgData name="Ms Alina Arshad" userId="cccdfd85-d35d-4453-9c6f-a463aae40722" providerId="ADAL" clId="{9854E9E9-FCEA-46BD-B550-110177B9E80F}" dt="2024-10-20T11:27:24.231" v="1168" actId="33524"/>
        <pc:sldMkLst>
          <pc:docMk/>
          <pc:sldMk cId="0" sldId="272"/>
        </pc:sldMkLst>
        <pc:spChg chg="mod">
          <ac:chgData name="Ms Alina Arshad" userId="cccdfd85-d35d-4453-9c6f-a463aae40722" providerId="ADAL" clId="{9854E9E9-FCEA-46BD-B550-110177B9E80F}" dt="2024-10-19T16:20:10.281" v="987" actId="1076"/>
          <ac:spMkLst>
            <pc:docMk/>
            <pc:sldMk cId="0" sldId="272"/>
            <ac:spMk id="2" creationId="{00000000-0000-0000-0000-000000000000}"/>
          </ac:spMkLst>
        </pc:spChg>
        <pc:spChg chg="mod">
          <ac:chgData name="Ms Alina Arshad" userId="cccdfd85-d35d-4453-9c6f-a463aae40722" providerId="ADAL" clId="{9854E9E9-FCEA-46BD-B550-110177B9E80F}" dt="2024-10-20T11:27:24.231" v="1168" actId="33524"/>
          <ac:spMkLst>
            <pc:docMk/>
            <pc:sldMk cId="0" sldId="272"/>
            <ac:spMk id="3" creationId="{00000000-0000-0000-0000-000000000000}"/>
          </ac:spMkLst>
        </pc:spChg>
        <pc:spChg chg="del mod">
          <ac:chgData name="Ms Alina Arshad" userId="cccdfd85-d35d-4453-9c6f-a463aae40722" providerId="ADAL" clId="{9854E9E9-FCEA-46BD-B550-110177B9E80F}" dt="2024-10-19T16:20:13.740" v="988" actId="478"/>
          <ac:spMkLst>
            <pc:docMk/>
            <pc:sldMk cId="0" sldId="272"/>
            <ac:spMk id="4" creationId="{00000000-0000-0000-0000-000000000000}"/>
          </ac:spMkLst>
        </pc:spChg>
      </pc:sldChg>
      <pc:sldChg chg="delSp modSp add mod">
        <pc:chgData name="Ms Alina Arshad" userId="cccdfd85-d35d-4453-9c6f-a463aae40722" providerId="ADAL" clId="{9854E9E9-FCEA-46BD-B550-110177B9E80F}" dt="2024-10-20T11:28:12.977" v="1172" actId="20577"/>
        <pc:sldMkLst>
          <pc:docMk/>
          <pc:sldMk cId="0" sldId="273"/>
        </pc:sldMkLst>
        <pc:spChg chg="mod">
          <ac:chgData name="Ms Alina Arshad" userId="cccdfd85-d35d-4453-9c6f-a463aae40722" providerId="ADAL" clId="{9854E9E9-FCEA-46BD-B550-110177B9E80F}" dt="2024-10-19T16:20:56.809" v="995" actId="113"/>
          <ac:spMkLst>
            <pc:docMk/>
            <pc:sldMk cId="0" sldId="273"/>
            <ac:spMk id="2" creationId="{00000000-0000-0000-0000-000000000000}"/>
          </ac:spMkLst>
        </pc:spChg>
        <pc:spChg chg="mod">
          <ac:chgData name="Ms Alina Arshad" userId="cccdfd85-d35d-4453-9c6f-a463aae40722" providerId="ADAL" clId="{9854E9E9-FCEA-46BD-B550-110177B9E80F}" dt="2024-10-20T11:28:12.977" v="1172" actId="20577"/>
          <ac:spMkLst>
            <pc:docMk/>
            <pc:sldMk cId="0" sldId="273"/>
            <ac:spMk id="3" creationId="{00000000-0000-0000-0000-000000000000}"/>
          </ac:spMkLst>
        </pc:spChg>
        <pc:spChg chg="mod">
          <ac:chgData name="Ms Alina Arshad" userId="cccdfd85-d35d-4453-9c6f-a463aae40722" providerId="ADAL" clId="{9854E9E9-FCEA-46BD-B550-110177B9E80F}" dt="2024-10-20T11:27:48.100" v="1170" actId="1076"/>
          <ac:spMkLst>
            <pc:docMk/>
            <pc:sldMk cId="0" sldId="273"/>
            <ac:spMk id="4" creationId="{00000000-0000-0000-0000-000000000000}"/>
          </ac:spMkLst>
        </pc:spChg>
        <pc:spChg chg="mod">
          <ac:chgData name="Ms Alina Arshad" userId="cccdfd85-d35d-4453-9c6f-a463aae40722" providerId="ADAL" clId="{9854E9E9-FCEA-46BD-B550-110177B9E80F}" dt="2024-10-20T11:27:53.623" v="1171" actId="1076"/>
          <ac:spMkLst>
            <pc:docMk/>
            <pc:sldMk cId="0" sldId="273"/>
            <ac:spMk id="5" creationId="{00000000-0000-0000-0000-000000000000}"/>
          </ac:spMkLst>
        </pc:spChg>
        <pc:spChg chg="mod">
          <ac:chgData name="Ms Alina Arshad" userId="cccdfd85-d35d-4453-9c6f-a463aae40722" providerId="ADAL" clId="{9854E9E9-FCEA-46BD-B550-110177B9E80F}" dt="2024-10-19T16:22:05.885" v="1004" actId="207"/>
          <ac:spMkLst>
            <pc:docMk/>
            <pc:sldMk cId="0" sldId="273"/>
            <ac:spMk id="6" creationId="{00000000-0000-0000-0000-000000000000}"/>
          </ac:spMkLst>
        </pc:spChg>
        <pc:spChg chg="del mod">
          <ac:chgData name="Ms Alina Arshad" userId="cccdfd85-d35d-4453-9c6f-a463aae40722" providerId="ADAL" clId="{9854E9E9-FCEA-46BD-B550-110177B9E80F}" dt="2024-10-19T16:22:09.502" v="1005" actId="478"/>
          <ac:spMkLst>
            <pc:docMk/>
            <pc:sldMk cId="0" sldId="273"/>
            <ac:spMk id="8" creationId="{00000000-0000-0000-0000-000000000000}"/>
          </ac:spMkLst>
        </pc:spChg>
        <pc:picChg chg="mod">
          <ac:chgData name="Ms Alina Arshad" userId="cccdfd85-d35d-4453-9c6f-a463aae40722" providerId="ADAL" clId="{9854E9E9-FCEA-46BD-B550-110177B9E80F}" dt="2024-10-19T16:21:55.257" v="1002" actId="1076"/>
          <ac:picMkLst>
            <pc:docMk/>
            <pc:sldMk cId="0" sldId="273"/>
            <ac:picMk id="7" creationId="{00000000-0000-0000-0000-000000000000}"/>
          </ac:picMkLst>
        </pc:picChg>
      </pc:sldChg>
      <pc:sldChg chg="delSp modSp add mod">
        <pc:chgData name="Ms Alina Arshad" userId="cccdfd85-d35d-4453-9c6f-a463aae40722" providerId="ADAL" clId="{9854E9E9-FCEA-46BD-B550-110177B9E80F}" dt="2024-10-19T16:23:12.376" v="1021" actId="403"/>
        <pc:sldMkLst>
          <pc:docMk/>
          <pc:sldMk cId="0" sldId="274"/>
        </pc:sldMkLst>
        <pc:spChg chg="mod ord">
          <ac:chgData name="Ms Alina Arshad" userId="cccdfd85-d35d-4453-9c6f-a463aae40722" providerId="ADAL" clId="{9854E9E9-FCEA-46BD-B550-110177B9E80F}" dt="2024-10-19T16:23:12.376" v="1021" actId="403"/>
          <ac:spMkLst>
            <pc:docMk/>
            <pc:sldMk cId="0" sldId="274"/>
            <ac:spMk id="2" creationId="{00000000-0000-0000-0000-000000000000}"/>
          </ac:spMkLst>
        </pc:spChg>
        <pc:spChg chg="del">
          <ac:chgData name="Ms Alina Arshad" userId="cccdfd85-d35d-4453-9c6f-a463aae40722" providerId="ADAL" clId="{9854E9E9-FCEA-46BD-B550-110177B9E80F}" dt="2024-10-19T16:23:06.287" v="1019" actId="478"/>
          <ac:spMkLst>
            <pc:docMk/>
            <pc:sldMk cId="0" sldId="274"/>
            <ac:spMk id="3" creationId="{00000000-0000-0000-0000-000000000000}"/>
          </ac:spMkLst>
        </pc:spChg>
        <pc:grpChg chg="mod">
          <ac:chgData name="Ms Alina Arshad" userId="cccdfd85-d35d-4453-9c6f-a463aae40722" providerId="ADAL" clId="{9854E9E9-FCEA-46BD-B550-110177B9E80F}" dt="2024-10-19T16:22:49.033" v="1012" actId="1076"/>
          <ac:grpSpMkLst>
            <pc:docMk/>
            <pc:sldMk cId="0" sldId="274"/>
            <ac:grpSpMk id="4" creationId="{00000000-0000-0000-0000-000000000000}"/>
          </ac:grpSpMkLst>
        </pc:grpChg>
      </pc:sldChg>
      <pc:sldChg chg="delSp modSp add mod">
        <pc:chgData name="Ms Alina Arshad" userId="cccdfd85-d35d-4453-9c6f-a463aae40722" providerId="ADAL" clId="{9854E9E9-FCEA-46BD-B550-110177B9E80F}" dt="2024-10-19T16:24:26.933" v="1036" actId="20577"/>
        <pc:sldMkLst>
          <pc:docMk/>
          <pc:sldMk cId="0" sldId="275"/>
        </pc:sldMkLst>
        <pc:spChg chg="mod">
          <ac:chgData name="Ms Alina Arshad" userId="cccdfd85-d35d-4453-9c6f-a463aae40722" providerId="ADAL" clId="{9854E9E9-FCEA-46BD-B550-110177B9E80F}" dt="2024-10-19T16:23:40.345" v="1026" actId="113"/>
          <ac:spMkLst>
            <pc:docMk/>
            <pc:sldMk cId="0" sldId="275"/>
            <ac:spMk id="2" creationId="{00000000-0000-0000-0000-000000000000}"/>
          </ac:spMkLst>
        </pc:spChg>
        <pc:spChg chg="mod">
          <ac:chgData name="Ms Alina Arshad" userId="cccdfd85-d35d-4453-9c6f-a463aae40722" providerId="ADAL" clId="{9854E9E9-FCEA-46BD-B550-110177B9E80F}" dt="2024-10-19T16:24:26.933" v="1036" actId="20577"/>
          <ac:spMkLst>
            <pc:docMk/>
            <pc:sldMk cId="0" sldId="275"/>
            <ac:spMk id="3" creationId="{00000000-0000-0000-0000-000000000000}"/>
          </ac:spMkLst>
        </pc:spChg>
        <pc:spChg chg="del">
          <ac:chgData name="Ms Alina Arshad" userId="cccdfd85-d35d-4453-9c6f-a463aae40722" providerId="ADAL" clId="{9854E9E9-FCEA-46BD-B550-110177B9E80F}" dt="2024-10-19T16:23:20.521" v="1022" actId="478"/>
          <ac:spMkLst>
            <pc:docMk/>
            <pc:sldMk cId="0" sldId="275"/>
            <ac:spMk id="4" creationId="{00000000-0000-0000-0000-000000000000}"/>
          </ac:spMkLst>
        </pc:spChg>
      </pc:sldChg>
      <pc:sldChg chg="delSp modSp add mod">
        <pc:chgData name="Ms Alina Arshad" userId="cccdfd85-d35d-4453-9c6f-a463aae40722" providerId="ADAL" clId="{9854E9E9-FCEA-46BD-B550-110177B9E80F}" dt="2024-10-19T16:25:31.479" v="1053" actId="1076"/>
        <pc:sldMkLst>
          <pc:docMk/>
          <pc:sldMk cId="0" sldId="276"/>
        </pc:sldMkLst>
        <pc:spChg chg="mod">
          <ac:chgData name="Ms Alina Arshad" userId="cccdfd85-d35d-4453-9c6f-a463aae40722" providerId="ADAL" clId="{9854E9E9-FCEA-46BD-B550-110177B9E80F}" dt="2024-10-19T16:24:49.562" v="1040" actId="113"/>
          <ac:spMkLst>
            <pc:docMk/>
            <pc:sldMk cId="0" sldId="276"/>
            <ac:spMk id="2" creationId="{00000000-0000-0000-0000-000000000000}"/>
          </ac:spMkLst>
        </pc:spChg>
        <pc:spChg chg="mod">
          <ac:chgData name="Ms Alina Arshad" userId="cccdfd85-d35d-4453-9c6f-a463aae40722" providerId="ADAL" clId="{9854E9E9-FCEA-46BD-B550-110177B9E80F}" dt="2024-10-19T16:25:28.434" v="1052" actId="1076"/>
          <ac:spMkLst>
            <pc:docMk/>
            <pc:sldMk cId="0" sldId="276"/>
            <ac:spMk id="3" creationId="{00000000-0000-0000-0000-000000000000}"/>
          </ac:spMkLst>
        </pc:spChg>
        <pc:spChg chg="del mod">
          <ac:chgData name="Ms Alina Arshad" userId="cccdfd85-d35d-4453-9c6f-a463aae40722" providerId="ADAL" clId="{9854E9E9-FCEA-46BD-B550-110177B9E80F}" dt="2024-10-19T16:25:11.123" v="1048" actId="478"/>
          <ac:spMkLst>
            <pc:docMk/>
            <pc:sldMk cId="0" sldId="276"/>
            <ac:spMk id="5" creationId="{00000000-0000-0000-0000-000000000000}"/>
          </ac:spMkLst>
        </pc:spChg>
        <pc:picChg chg="mod">
          <ac:chgData name="Ms Alina Arshad" userId="cccdfd85-d35d-4453-9c6f-a463aae40722" providerId="ADAL" clId="{9854E9E9-FCEA-46BD-B550-110177B9E80F}" dt="2024-10-19T16:25:31.479" v="1053" actId="1076"/>
          <ac:picMkLst>
            <pc:docMk/>
            <pc:sldMk cId="0" sldId="276"/>
            <ac:picMk id="4" creationId="{00000000-0000-0000-0000-000000000000}"/>
          </ac:picMkLst>
        </pc:picChg>
      </pc:sldChg>
      <pc:sldChg chg="delSp modSp add mod">
        <pc:chgData name="Ms Alina Arshad" userId="cccdfd85-d35d-4453-9c6f-a463aae40722" providerId="ADAL" clId="{9854E9E9-FCEA-46BD-B550-110177B9E80F}" dt="2024-10-19T16:26:11.600" v="1067" actId="20577"/>
        <pc:sldMkLst>
          <pc:docMk/>
          <pc:sldMk cId="0" sldId="277"/>
        </pc:sldMkLst>
        <pc:spChg chg="mod">
          <ac:chgData name="Ms Alina Arshad" userId="cccdfd85-d35d-4453-9c6f-a463aae40722" providerId="ADAL" clId="{9854E9E9-FCEA-46BD-B550-110177B9E80F}" dt="2024-10-19T16:25:49.515" v="1059" actId="20577"/>
          <ac:spMkLst>
            <pc:docMk/>
            <pc:sldMk cId="0" sldId="277"/>
            <ac:spMk id="2" creationId="{00000000-0000-0000-0000-000000000000}"/>
          </ac:spMkLst>
        </pc:spChg>
        <pc:spChg chg="mod">
          <ac:chgData name="Ms Alina Arshad" userId="cccdfd85-d35d-4453-9c6f-a463aae40722" providerId="ADAL" clId="{9854E9E9-FCEA-46BD-B550-110177B9E80F}" dt="2024-10-19T16:26:11.600" v="1067" actId="20577"/>
          <ac:spMkLst>
            <pc:docMk/>
            <pc:sldMk cId="0" sldId="277"/>
            <ac:spMk id="3" creationId="{00000000-0000-0000-0000-000000000000}"/>
          </ac:spMkLst>
        </pc:spChg>
        <pc:spChg chg="del">
          <ac:chgData name="Ms Alina Arshad" userId="cccdfd85-d35d-4453-9c6f-a463aae40722" providerId="ADAL" clId="{9854E9E9-FCEA-46BD-B550-110177B9E80F}" dt="2024-10-19T16:26:04.956" v="1065" actId="478"/>
          <ac:spMkLst>
            <pc:docMk/>
            <pc:sldMk cId="0" sldId="277"/>
            <ac:spMk id="4" creationId="{00000000-0000-0000-0000-000000000000}"/>
          </ac:spMkLst>
        </pc:spChg>
      </pc:sldChg>
      <pc:sldChg chg="delSp modSp add mod">
        <pc:chgData name="Ms Alina Arshad" userId="cccdfd85-d35d-4453-9c6f-a463aae40722" providerId="ADAL" clId="{9854E9E9-FCEA-46BD-B550-110177B9E80F}" dt="2024-10-19T16:27:36.029" v="1086" actId="33524"/>
        <pc:sldMkLst>
          <pc:docMk/>
          <pc:sldMk cId="0" sldId="278"/>
        </pc:sldMkLst>
        <pc:spChg chg="mod">
          <ac:chgData name="Ms Alina Arshad" userId="cccdfd85-d35d-4453-9c6f-a463aae40722" providerId="ADAL" clId="{9854E9E9-FCEA-46BD-B550-110177B9E80F}" dt="2024-10-19T16:26:27.314" v="1069" actId="207"/>
          <ac:spMkLst>
            <pc:docMk/>
            <pc:sldMk cId="0" sldId="278"/>
            <ac:spMk id="2" creationId="{00000000-0000-0000-0000-000000000000}"/>
          </ac:spMkLst>
        </pc:spChg>
        <pc:spChg chg="mod">
          <ac:chgData name="Ms Alina Arshad" userId="cccdfd85-d35d-4453-9c6f-a463aae40722" providerId="ADAL" clId="{9854E9E9-FCEA-46BD-B550-110177B9E80F}" dt="2024-10-19T16:27:36.029" v="1086" actId="33524"/>
          <ac:spMkLst>
            <pc:docMk/>
            <pc:sldMk cId="0" sldId="278"/>
            <ac:spMk id="3" creationId="{00000000-0000-0000-0000-000000000000}"/>
          </ac:spMkLst>
        </pc:spChg>
        <pc:spChg chg="del mod">
          <ac:chgData name="Ms Alina Arshad" userId="cccdfd85-d35d-4453-9c6f-a463aae40722" providerId="ADAL" clId="{9854E9E9-FCEA-46BD-B550-110177B9E80F}" dt="2024-10-19T16:27:01.643" v="1082" actId="478"/>
          <ac:spMkLst>
            <pc:docMk/>
            <pc:sldMk cId="0" sldId="278"/>
            <ac:spMk id="4" creationId="{00000000-0000-0000-0000-000000000000}"/>
          </ac:spMkLst>
        </pc:spChg>
      </pc:sldChg>
      <pc:sldChg chg="modSp new mod">
        <pc:chgData name="Ms Alina Arshad" userId="cccdfd85-d35d-4453-9c6f-a463aae40722" providerId="ADAL" clId="{9854E9E9-FCEA-46BD-B550-110177B9E80F}" dt="2024-10-19T07:56:03.329" v="303" actId="14100"/>
        <pc:sldMkLst>
          <pc:docMk/>
          <pc:sldMk cId="3240370692" sldId="279"/>
        </pc:sldMkLst>
        <pc:spChg chg="mod">
          <ac:chgData name="Ms Alina Arshad" userId="cccdfd85-d35d-4453-9c6f-a463aae40722" providerId="ADAL" clId="{9854E9E9-FCEA-46BD-B550-110177B9E80F}" dt="2024-10-19T07:50:12.705" v="211" actId="113"/>
          <ac:spMkLst>
            <pc:docMk/>
            <pc:sldMk cId="3240370692" sldId="279"/>
            <ac:spMk id="2" creationId="{BA844F90-433D-2057-99FE-62FAF39552C5}"/>
          </ac:spMkLst>
        </pc:spChg>
        <pc:spChg chg="mod">
          <ac:chgData name="Ms Alina Arshad" userId="cccdfd85-d35d-4453-9c6f-a463aae40722" providerId="ADAL" clId="{9854E9E9-FCEA-46BD-B550-110177B9E80F}" dt="2024-10-19T07:56:03.329" v="303" actId="14100"/>
          <ac:spMkLst>
            <pc:docMk/>
            <pc:sldMk cId="3240370692" sldId="279"/>
            <ac:spMk id="3" creationId="{C61C41A0-B3FF-7DEC-396A-1327549017CA}"/>
          </ac:spMkLst>
        </pc:spChg>
      </pc:sldChg>
      <pc:sldMasterChg chg="delSldLayout">
        <pc:chgData name="Ms Alina Arshad" userId="cccdfd85-d35d-4453-9c6f-a463aae40722" providerId="ADAL" clId="{9854E9E9-FCEA-46BD-B550-110177B9E80F}" dt="2024-10-19T07:38:17.304" v="44" actId="47"/>
        <pc:sldMasterMkLst>
          <pc:docMk/>
          <pc:sldMasterMk cId="1090009938" sldId="2147483660"/>
        </pc:sldMasterMkLst>
        <pc:sldLayoutChg chg="del">
          <pc:chgData name="Ms Alina Arshad" userId="cccdfd85-d35d-4453-9c6f-a463aae40722" providerId="ADAL" clId="{9854E9E9-FCEA-46BD-B550-110177B9E80F}" dt="2024-10-19T07:38:17.304" v="44" actId="47"/>
          <pc:sldLayoutMkLst>
            <pc:docMk/>
            <pc:sldMasterMk cId="1090009938" sldId="2147483660"/>
            <pc:sldLayoutMk cId="3151685511" sldId="2147483672"/>
          </pc:sldLayoutMkLst>
        </pc:sldLayoutChg>
      </pc:sldMaster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1577505814" sldId="265"/>
        </pc:sldMkLst>
        <pc:spChg chg="mod">
          <ac:chgData name="Ms Alina Arshad" userId="cccdfd85-d35d-4453-9c6f-a463aae40722" providerId="ADAL" clId="{506AEF98-43AF-47E5-97BE-CEE6E380F332}" dt="2024-09-06T04:48:27.833" v="203" actId="1076"/>
          <ac:spMkLst>
            <pc:docMk/>
            <pc:sldMk cId="1577505814"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1577505814"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1582826008" sldId="266"/>
        </pc:sldMkLst>
        <pc:spChg chg="mod">
          <ac:chgData name="Ms Alina Arshad" userId="cccdfd85-d35d-4453-9c6f-a463aae40722" providerId="ADAL" clId="{506AEF98-43AF-47E5-97BE-CEE6E380F332}" dt="2024-09-06T04:49:30.963" v="213" actId="113"/>
          <ac:spMkLst>
            <pc:docMk/>
            <pc:sldMk cId="1582826008"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1582826008"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731299161" sldId="267"/>
        </pc:sldMkLst>
        <pc:spChg chg="mod">
          <ac:chgData name="Ms Alina Arshad" userId="cccdfd85-d35d-4453-9c6f-a463aae40722" providerId="ADAL" clId="{506AEF98-43AF-47E5-97BE-CEE6E380F332}" dt="2024-09-06T04:50:58.749" v="233" actId="1076"/>
          <ac:spMkLst>
            <pc:docMk/>
            <pc:sldMk cId="731299161"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731299161"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90329638" sldId="268"/>
        </pc:sldMkLst>
        <pc:spChg chg="mod">
          <ac:chgData name="Ms Alina Arshad" userId="cccdfd85-d35d-4453-9c6f-a463aae40722" providerId="ADAL" clId="{506AEF98-43AF-47E5-97BE-CEE6E380F332}" dt="2024-09-06T04:51:55.847" v="246" actId="1076"/>
          <ac:spMkLst>
            <pc:docMk/>
            <pc:sldMk cId="90329638"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90329638"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2295129282" sldId="269"/>
        </pc:sldMkLst>
        <pc:picChg chg="mod">
          <ac:chgData name="Ms Alina Arshad" userId="cccdfd85-d35d-4453-9c6f-a463aae40722" providerId="ADAL" clId="{506AEF98-43AF-47E5-97BE-CEE6E380F332}" dt="2024-09-06T04:52:10.571" v="252" actId="1076"/>
          <ac:picMkLst>
            <pc:docMk/>
            <pc:sldMk cId="2295129282"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2090315159" sldId="270"/>
        </pc:sldMkLst>
        <pc:picChg chg="mod">
          <ac:chgData name="Ms Alina Arshad" userId="cccdfd85-d35d-4453-9c6f-a463aae40722" providerId="ADAL" clId="{506AEF98-43AF-47E5-97BE-CEE6E380F332}" dt="2024-09-06T04:52:20.805" v="255" actId="1076"/>
          <ac:picMkLst>
            <pc:docMk/>
            <pc:sldMk cId="2090315159"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3034138166" sldId="271"/>
        </pc:sldMkLst>
        <pc:spChg chg="mod">
          <ac:chgData name="Ms Alina Arshad" userId="cccdfd85-d35d-4453-9c6f-a463aae40722" providerId="ADAL" clId="{506AEF98-43AF-47E5-97BE-CEE6E380F332}" dt="2024-09-06T04:52:59.227" v="271" actId="1076"/>
          <ac:spMkLst>
            <pc:docMk/>
            <pc:sldMk cId="3034138166"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3034138166"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2504047100" sldId="272"/>
        </pc:sldMkLst>
        <pc:spChg chg="mod">
          <ac:chgData name="Ms Alina Arshad" userId="cccdfd85-d35d-4453-9c6f-a463aae40722" providerId="ADAL" clId="{506AEF98-43AF-47E5-97BE-CEE6E380F332}" dt="2024-09-06T04:53:12.362" v="275" actId="1076"/>
          <ac:spMkLst>
            <pc:docMk/>
            <pc:sldMk cId="250404710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250404710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4283755204" sldId="273"/>
        </pc:sldMkLst>
        <pc:spChg chg="mod">
          <ac:chgData name="Ms Alina Arshad" userId="cccdfd85-d35d-4453-9c6f-a463aae40722" providerId="ADAL" clId="{506AEF98-43AF-47E5-97BE-CEE6E380F332}" dt="2024-09-06T05:00:41.168" v="286" actId="113"/>
          <ac:spMkLst>
            <pc:docMk/>
            <pc:sldMk cId="4283755204"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4283755204"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2935103945" sldId="274"/>
        </pc:sldMkLst>
        <pc:spChg chg="mod">
          <ac:chgData name="Ms Alina Arshad" userId="cccdfd85-d35d-4453-9c6f-a463aae40722" providerId="ADAL" clId="{506AEF98-43AF-47E5-97BE-CEE6E380F332}" dt="2024-09-06T05:01:05.870" v="295" actId="113"/>
          <ac:spMkLst>
            <pc:docMk/>
            <pc:sldMk cId="2935103945"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2935103945"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1497646456" sldId="275"/>
        </pc:sldMkLst>
        <pc:spChg chg="mod">
          <ac:chgData name="Ms Alina Arshad" userId="cccdfd85-d35d-4453-9c6f-a463aae40722" providerId="ADAL" clId="{506AEF98-43AF-47E5-97BE-CEE6E380F332}" dt="2024-09-06T05:01:55.431" v="309" actId="1076"/>
          <ac:spMkLst>
            <pc:docMk/>
            <pc:sldMk cId="1497646456"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1497646456"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163412965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0487470729_2_7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10487470729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0487470729_2_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10487470729_2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87470729_2_8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10487470729_2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0487470729_2_9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10487470729_2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0487470729_2_9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10487470729_2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0487470729_2_10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g10487470729_2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0487470729_2_11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g10487470729_2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0487470729_2_11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g10487470729_2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10487470729_2_12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10487470729_2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487470729_2_13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10487470729_2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0487470729_2_13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g10487470729_2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0487470729_2_14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10487470729_2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0487470729_2_14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10487470729_2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4263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0487470729_2_14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10487470729_2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6966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0487470729_2_15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g10487470729_2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0487470729_2_16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g10487470729_2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0487470729_2_16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10487470729_2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0487470729_2_16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10487470729_2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7695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10487470729_2_16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10487470729_2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3382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0487470729_2_17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10487470729_2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0487470729_2_18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g10487470729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69B51B5-5729-4227-8149-0FFB0D6660E2}"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11/10/2024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11/10/2024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11/10/2024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11/10/2024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11/10/2024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11/10/2024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36709" y="3675889"/>
            <a:ext cx="8493967" cy="1922731"/>
          </a:xfrm>
        </p:spPr>
        <p:txBody>
          <a:bodyPr>
            <a:normAutofit/>
          </a:bodyPr>
          <a:lstStyle/>
          <a:p>
            <a:pPr algn="ctr"/>
            <a:r>
              <a:rPr lang="en-US" sz="4400" b="1" dirty="0">
                <a:solidFill>
                  <a:schemeClr val="tx1"/>
                </a:solidFill>
                <a:cs typeface="Times New Roman" panose="02020603050405020304" pitchFamily="18" charset="0"/>
              </a:rPr>
              <a:t>Lecture 1-</a:t>
            </a:r>
            <a:r>
              <a:rPr lang="en-US" sz="4400" b="1" dirty="0">
                <a:solidFill>
                  <a:schemeClr val="tx1"/>
                </a:solidFill>
              </a:rPr>
              <a:t>Chapter # 20</a:t>
            </a:r>
          </a:p>
          <a:p>
            <a:pPr algn="ctr"/>
            <a:r>
              <a:rPr lang="en-US" sz="3200" b="1" dirty="0">
                <a:solidFill>
                  <a:schemeClr val="tx1"/>
                </a:solidFill>
              </a:rPr>
              <a:t>Introduction to Transaction Processing Concepts and Theory</a:t>
            </a: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title"/>
          </p:nvPr>
        </p:nvSpPr>
        <p:spPr>
          <a:xfrm>
            <a:off x="1123951" y="735442"/>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Introduction</a:t>
            </a:r>
            <a:endParaRPr b="1" dirty="0">
              <a:solidFill>
                <a:schemeClr val="tx1"/>
              </a:solidFill>
            </a:endParaRPr>
          </a:p>
        </p:txBody>
      </p:sp>
      <p:sp>
        <p:nvSpPr>
          <p:cNvPr id="108" name="Google Shape;108;p16"/>
          <p:cNvSpPr txBox="1">
            <a:spLocks noGrp="1"/>
          </p:cNvSpPr>
          <p:nvPr>
            <p:ph idx="1"/>
          </p:nvPr>
        </p:nvSpPr>
        <p:spPr>
          <a:xfrm>
            <a:off x="1123951" y="1864959"/>
            <a:ext cx="10084376"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b="1" dirty="0">
                <a:solidFill>
                  <a:schemeClr val="tx1"/>
                </a:solidFill>
              </a:rPr>
              <a:t>Transaction</a:t>
            </a:r>
            <a:endParaRPr sz="2400" b="1" dirty="0">
              <a:solidFill>
                <a:schemeClr val="tx1"/>
              </a:solidFill>
            </a:endParaRPr>
          </a:p>
          <a:p>
            <a:pPr marL="742932" lvl="1" indent="-285744">
              <a:spcBef>
                <a:spcPts val="520"/>
              </a:spcBef>
              <a:buSzPts val="1430"/>
            </a:pPr>
            <a:r>
              <a:rPr lang="en" sz="2000" dirty="0">
                <a:solidFill>
                  <a:schemeClr val="tx1"/>
                </a:solidFill>
              </a:rPr>
              <a:t>Describes local unit of database processing</a:t>
            </a:r>
            <a:endParaRPr sz="2000" dirty="0">
              <a:solidFill>
                <a:schemeClr val="tx1"/>
              </a:solidFill>
            </a:endParaRPr>
          </a:p>
          <a:p>
            <a:pPr marL="342891">
              <a:spcBef>
                <a:spcPts val="560"/>
              </a:spcBef>
              <a:buSzPts val="1680"/>
            </a:pPr>
            <a:r>
              <a:rPr lang="en" sz="2400" b="1" dirty="0">
                <a:solidFill>
                  <a:schemeClr val="tx1"/>
                </a:solidFill>
              </a:rPr>
              <a:t>Transaction processing systems</a:t>
            </a:r>
            <a:endParaRPr sz="2400" b="1" dirty="0">
              <a:solidFill>
                <a:schemeClr val="tx1"/>
              </a:solidFill>
            </a:endParaRPr>
          </a:p>
          <a:p>
            <a:pPr marL="742932" lvl="1" indent="-285744">
              <a:spcBef>
                <a:spcPts val="520"/>
              </a:spcBef>
              <a:buSzPts val="1430"/>
            </a:pPr>
            <a:r>
              <a:rPr lang="en" sz="2000" dirty="0">
                <a:solidFill>
                  <a:schemeClr val="tx1"/>
                </a:solidFill>
              </a:rPr>
              <a:t>Systems with large databases and hundreds of concurrent users</a:t>
            </a:r>
            <a:endParaRPr sz="2000" dirty="0">
              <a:solidFill>
                <a:schemeClr val="tx1"/>
              </a:solidFill>
            </a:endParaRPr>
          </a:p>
          <a:p>
            <a:pPr marL="742932" lvl="1" indent="-285744">
              <a:spcBef>
                <a:spcPts val="520"/>
              </a:spcBef>
              <a:buSzPts val="1430"/>
            </a:pPr>
            <a:r>
              <a:rPr lang="en" sz="2000" dirty="0">
                <a:solidFill>
                  <a:schemeClr val="tx1"/>
                </a:solidFill>
              </a:rPr>
              <a:t>Require high availability and fast response time</a:t>
            </a:r>
            <a:endParaRPr sz="20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1026502" y="774315"/>
            <a:ext cx="10138995"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Introduction to Transaction Processing</a:t>
            </a:r>
            <a:endParaRPr b="1" dirty="0">
              <a:solidFill>
                <a:schemeClr val="tx1"/>
              </a:solidFill>
            </a:endParaRPr>
          </a:p>
        </p:txBody>
      </p:sp>
      <p:sp>
        <p:nvSpPr>
          <p:cNvPr id="115" name="Google Shape;115;p17"/>
          <p:cNvSpPr txBox="1">
            <a:spLocks noGrp="1"/>
          </p:cNvSpPr>
          <p:nvPr>
            <p:ph idx="1"/>
          </p:nvPr>
        </p:nvSpPr>
        <p:spPr>
          <a:xfrm>
            <a:off x="1203082" y="1826086"/>
            <a:ext cx="9382856"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b="1" dirty="0">
                <a:solidFill>
                  <a:schemeClr val="tx1"/>
                </a:solidFill>
              </a:rPr>
              <a:t>Single-user DBMS</a:t>
            </a:r>
            <a:endParaRPr sz="2400" b="1" dirty="0">
              <a:solidFill>
                <a:schemeClr val="tx1"/>
              </a:solidFill>
            </a:endParaRPr>
          </a:p>
          <a:p>
            <a:pPr marL="742932" lvl="1" indent="-285744">
              <a:spcBef>
                <a:spcPts val="520"/>
              </a:spcBef>
              <a:buSzPts val="1430"/>
            </a:pPr>
            <a:r>
              <a:rPr lang="en" sz="2000" dirty="0">
                <a:solidFill>
                  <a:schemeClr val="tx1"/>
                </a:solidFill>
              </a:rPr>
              <a:t>At most one user at a time can use the system</a:t>
            </a:r>
            <a:endParaRPr sz="2000" dirty="0">
              <a:solidFill>
                <a:schemeClr val="tx1"/>
              </a:solidFill>
            </a:endParaRPr>
          </a:p>
          <a:p>
            <a:pPr marL="742932" lvl="1" indent="-285744">
              <a:spcBef>
                <a:spcPts val="520"/>
              </a:spcBef>
              <a:buSzPts val="1430"/>
            </a:pPr>
            <a:r>
              <a:rPr lang="en" sz="2000" dirty="0">
                <a:solidFill>
                  <a:schemeClr val="tx1"/>
                </a:solidFill>
              </a:rPr>
              <a:t>Example: home computer</a:t>
            </a:r>
            <a:endParaRPr sz="2000" dirty="0">
              <a:solidFill>
                <a:schemeClr val="tx1"/>
              </a:solidFill>
            </a:endParaRPr>
          </a:p>
          <a:p>
            <a:pPr marL="342891">
              <a:spcBef>
                <a:spcPts val="560"/>
              </a:spcBef>
              <a:buSzPts val="1680"/>
            </a:pPr>
            <a:r>
              <a:rPr lang="en" sz="2400" b="1" dirty="0">
                <a:solidFill>
                  <a:schemeClr val="tx1"/>
                </a:solidFill>
              </a:rPr>
              <a:t>Multiuser DBMS</a:t>
            </a:r>
            <a:endParaRPr sz="2400" b="1" dirty="0">
              <a:solidFill>
                <a:schemeClr val="tx1"/>
              </a:solidFill>
            </a:endParaRPr>
          </a:p>
          <a:p>
            <a:pPr marL="742932" lvl="1" indent="-285744">
              <a:spcBef>
                <a:spcPts val="520"/>
              </a:spcBef>
              <a:buSzPts val="1430"/>
            </a:pPr>
            <a:r>
              <a:rPr lang="en" sz="2000" dirty="0">
                <a:solidFill>
                  <a:schemeClr val="tx1"/>
                </a:solidFill>
              </a:rPr>
              <a:t>Many users can access the system (database) concurrently</a:t>
            </a:r>
            <a:endParaRPr sz="2000" dirty="0">
              <a:solidFill>
                <a:schemeClr val="tx1"/>
              </a:solidFill>
            </a:endParaRPr>
          </a:p>
          <a:p>
            <a:pPr marL="742932" lvl="1" indent="-285744">
              <a:spcBef>
                <a:spcPts val="520"/>
              </a:spcBef>
              <a:buSzPts val="1430"/>
            </a:pPr>
            <a:r>
              <a:rPr lang="en" sz="2000" dirty="0">
                <a:solidFill>
                  <a:schemeClr val="tx1"/>
                </a:solidFill>
              </a:rPr>
              <a:t>Example: airline reservations system</a:t>
            </a:r>
            <a:endParaRPr sz="2000" dirty="0">
              <a:solidFill>
                <a:schemeClr val="tx1"/>
              </a:solidFill>
            </a:endParaRPr>
          </a:p>
          <a:p>
            <a:pPr marL="742932" lvl="1" indent="-194939">
              <a:spcBef>
                <a:spcPts val="520"/>
              </a:spcBef>
              <a:buSzPts val="1430"/>
              <a:buNone/>
            </a:pPr>
            <a:endParaRPr sz="20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a:spLocks noGrp="1"/>
          </p:cNvSpPr>
          <p:nvPr>
            <p:ph type="title"/>
          </p:nvPr>
        </p:nvSpPr>
        <p:spPr>
          <a:xfrm>
            <a:off x="235527" y="678873"/>
            <a:ext cx="11956473" cy="1012011"/>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Introduction to Transaction Processing (cont’d.)</a:t>
            </a:r>
            <a:endParaRPr b="1" dirty="0">
              <a:solidFill>
                <a:schemeClr val="tx1"/>
              </a:solidFill>
            </a:endParaRPr>
          </a:p>
        </p:txBody>
      </p:sp>
      <p:sp>
        <p:nvSpPr>
          <p:cNvPr id="122" name="Google Shape;122;p18"/>
          <p:cNvSpPr txBox="1">
            <a:spLocks noGrp="1"/>
          </p:cNvSpPr>
          <p:nvPr>
            <p:ph idx="1"/>
          </p:nvPr>
        </p:nvSpPr>
        <p:spPr>
          <a:xfrm>
            <a:off x="1123951" y="1843284"/>
            <a:ext cx="9643750"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b="1" dirty="0">
                <a:solidFill>
                  <a:schemeClr val="tx1"/>
                </a:solidFill>
              </a:rPr>
              <a:t>Multiprogramming</a:t>
            </a:r>
            <a:endParaRPr sz="2400" b="1" dirty="0">
              <a:solidFill>
                <a:schemeClr val="tx1"/>
              </a:solidFill>
            </a:endParaRPr>
          </a:p>
          <a:p>
            <a:pPr marL="742932" lvl="1" indent="-285744">
              <a:spcBef>
                <a:spcPts val="520"/>
              </a:spcBef>
              <a:buSzPts val="1430"/>
            </a:pPr>
            <a:r>
              <a:rPr lang="en" sz="2000" dirty="0">
                <a:solidFill>
                  <a:schemeClr val="tx1"/>
                </a:solidFill>
              </a:rPr>
              <a:t>Allows operating system to execute multiple processes concurrently</a:t>
            </a:r>
            <a:endParaRPr sz="2000" dirty="0">
              <a:solidFill>
                <a:schemeClr val="tx1"/>
              </a:solidFill>
            </a:endParaRPr>
          </a:p>
          <a:p>
            <a:pPr marL="742932" lvl="1" indent="-285744">
              <a:spcBef>
                <a:spcPts val="520"/>
              </a:spcBef>
              <a:buSzPts val="1430"/>
            </a:pPr>
            <a:r>
              <a:rPr lang="en" sz="2000" dirty="0">
                <a:solidFill>
                  <a:schemeClr val="tx1"/>
                </a:solidFill>
              </a:rPr>
              <a:t>Executes commands from one process, then suspends that process and executes commands from another process, etc.</a:t>
            </a:r>
            <a:endParaRPr sz="2000" dirty="0">
              <a:solidFill>
                <a:schemeClr val="tx1"/>
              </a:solidFill>
            </a:endParaRPr>
          </a:p>
          <a:p>
            <a:pPr marL="342891" indent="-236214">
              <a:spcBef>
                <a:spcPts val="560"/>
              </a:spcBef>
              <a:buSzPts val="1680"/>
              <a:buNone/>
            </a:pPr>
            <a:endParaRPr sz="2400" dirty="0">
              <a:solidFill>
                <a:schemeClr val="tx1"/>
              </a:solidFill>
            </a:endParaRPr>
          </a:p>
          <a:p>
            <a:pPr marL="742932" lvl="1" indent="-194939">
              <a:spcBef>
                <a:spcPts val="520"/>
              </a:spcBef>
              <a:buSzPts val="1430"/>
              <a:buNone/>
            </a:pPr>
            <a:endParaRPr sz="20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935578" y="544601"/>
            <a:ext cx="10712339" cy="1273324"/>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Introduction to Transaction Processing (cont’d.)</a:t>
            </a:r>
            <a:endParaRPr b="1" dirty="0">
              <a:solidFill>
                <a:schemeClr val="tx1"/>
              </a:solidFill>
            </a:endParaRPr>
          </a:p>
        </p:txBody>
      </p:sp>
      <p:sp>
        <p:nvSpPr>
          <p:cNvPr id="129" name="Google Shape;129;p19"/>
          <p:cNvSpPr txBox="1">
            <a:spLocks noGrp="1"/>
          </p:cNvSpPr>
          <p:nvPr>
            <p:ph idx="1"/>
          </p:nvPr>
        </p:nvSpPr>
        <p:spPr>
          <a:xfrm>
            <a:off x="1204067" y="1817925"/>
            <a:ext cx="10198223" cy="3263400"/>
          </a:xfrm>
          <a:prstGeom prst="rect">
            <a:avLst/>
          </a:prstGeom>
          <a:noFill/>
          <a:ln>
            <a:noFill/>
          </a:ln>
        </p:spPr>
        <p:txBody>
          <a:bodyPr spcFirstLastPara="1" vert="horz" wrap="square" lIns="91425" tIns="45700" rIns="0" bIns="45700" rtlCol="0" anchor="t" anchorCtr="0">
            <a:normAutofit/>
          </a:bodyPr>
          <a:lstStyle/>
          <a:p>
            <a:pPr marL="251451" indent="0">
              <a:spcBef>
                <a:spcPts val="0"/>
              </a:spcBef>
              <a:buSzPts val="1680"/>
              <a:buNone/>
            </a:pPr>
            <a:r>
              <a:rPr lang="en" sz="2400" b="1" dirty="0">
                <a:solidFill>
                  <a:schemeClr val="tx1"/>
                </a:solidFill>
              </a:rPr>
              <a:t>Interleaved processing</a:t>
            </a:r>
            <a:endParaRPr sz="2400" b="1" dirty="0">
              <a:solidFill>
                <a:schemeClr val="tx1"/>
              </a:solidFill>
            </a:endParaRPr>
          </a:p>
          <a:p>
            <a:pPr marL="342891">
              <a:spcBef>
                <a:spcPts val="560"/>
              </a:spcBef>
              <a:buSzPts val="1680"/>
            </a:pPr>
            <a:r>
              <a:rPr lang="en" sz="2400" b="1" dirty="0">
                <a:solidFill>
                  <a:schemeClr val="tx1"/>
                </a:solidFill>
              </a:rPr>
              <a:t>Parallel processing</a:t>
            </a:r>
            <a:endParaRPr sz="2400" b="1" dirty="0">
              <a:solidFill>
                <a:schemeClr val="tx1"/>
              </a:solidFill>
            </a:endParaRPr>
          </a:p>
          <a:p>
            <a:pPr marL="742932" lvl="1" indent="-285744">
              <a:spcBef>
                <a:spcPts val="520"/>
              </a:spcBef>
              <a:buSzPts val="1430"/>
            </a:pPr>
            <a:r>
              <a:rPr lang="en" sz="2000" dirty="0">
                <a:solidFill>
                  <a:schemeClr val="tx1"/>
                </a:solidFill>
              </a:rPr>
              <a:t>Processes C and D in figure below</a:t>
            </a:r>
            <a:endParaRPr sz="2000" dirty="0">
              <a:solidFill>
                <a:schemeClr val="tx1"/>
              </a:solidFill>
            </a:endParaRPr>
          </a:p>
        </p:txBody>
      </p:sp>
      <p:pic>
        <p:nvPicPr>
          <p:cNvPr id="131" name="Google Shape;131;p19"/>
          <p:cNvPicPr preferRelativeResize="0"/>
          <p:nvPr/>
        </p:nvPicPr>
        <p:blipFill rotWithShape="1">
          <a:blip r:embed="rId3">
            <a:alphaModFix/>
          </a:blip>
          <a:srcRect/>
          <a:stretch/>
        </p:blipFill>
        <p:spPr>
          <a:xfrm>
            <a:off x="2474742" y="3050979"/>
            <a:ext cx="7242515" cy="2996075"/>
          </a:xfrm>
          <a:prstGeom prst="rect">
            <a:avLst/>
          </a:prstGeom>
          <a:noFill/>
          <a:ln>
            <a:noFill/>
          </a:ln>
        </p:spPr>
      </p:pic>
      <p:sp>
        <p:nvSpPr>
          <p:cNvPr id="132" name="Google Shape;132;p19"/>
          <p:cNvSpPr txBox="1"/>
          <p:nvPr/>
        </p:nvSpPr>
        <p:spPr>
          <a:xfrm>
            <a:off x="2474742" y="5974885"/>
            <a:ext cx="8509730" cy="369291"/>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t>Figure 20.1 Interleaved processing versus parallel processing of concurrent transactions</a:t>
            </a:r>
            <a:endParaRP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1050243" y="755081"/>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Transactions</a:t>
            </a:r>
            <a:endParaRPr b="1" dirty="0">
              <a:solidFill>
                <a:schemeClr val="tx1"/>
              </a:solidFill>
            </a:endParaRPr>
          </a:p>
        </p:txBody>
      </p:sp>
      <p:sp>
        <p:nvSpPr>
          <p:cNvPr id="138" name="Google Shape;138;p20"/>
          <p:cNvSpPr txBox="1">
            <a:spLocks noGrp="1"/>
          </p:cNvSpPr>
          <p:nvPr>
            <p:ph idx="1"/>
          </p:nvPr>
        </p:nvSpPr>
        <p:spPr>
          <a:xfrm>
            <a:off x="1212613" y="1845320"/>
            <a:ext cx="7886700" cy="3263400"/>
          </a:xfrm>
          <a:prstGeom prst="rect">
            <a:avLst/>
          </a:prstGeom>
          <a:noFill/>
          <a:ln>
            <a:noFill/>
          </a:ln>
        </p:spPr>
        <p:txBody>
          <a:bodyPr spcFirstLastPara="1" vert="horz" wrap="square" lIns="91425" tIns="45700" rIns="0" bIns="45700" rtlCol="0" anchor="t" anchorCtr="0">
            <a:normAutofit/>
          </a:bodyPr>
          <a:lstStyle/>
          <a:p>
            <a:pPr marL="594351" indent="-342900">
              <a:spcBef>
                <a:spcPts val="0"/>
              </a:spcBef>
              <a:buSzPts val="1680"/>
              <a:buFont typeface="Arial" panose="020B0604020202020204" pitchFamily="34" charset="0"/>
              <a:buChar char="•"/>
            </a:pPr>
            <a:r>
              <a:rPr lang="en" sz="2400" dirty="0">
                <a:solidFill>
                  <a:schemeClr val="tx1"/>
                </a:solidFill>
              </a:rPr>
              <a:t>Transaction: an executing program</a:t>
            </a:r>
            <a:endParaRPr sz="2400" dirty="0">
              <a:solidFill>
                <a:schemeClr val="tx1"/>
              </a:solidFill>
            </a:endParaRPr>
          </a:p>
          <a:p>
            <a:pPr marL="982968" lvl="2" indent="-342900">
              <a:spcBef>
                <a:spcPts val="520"/>
              </a:spcBef>
              <a:buSzPts val="1430"/>
              <a:buFont typeface="Arial" panose="020B0604020202020204" pitchFamily="34" charset="0"/>
              <a:buChar char="•"/>
            </a:pPr>
            <a:r>
              <a:rPr lang="en" sz="1600" dirty="0">
                <a:solidFill>
                  <a:schemeClr val="tx1"/>
                </a:solidFill>
              </a:rPr>
              <a:t>Forms logical unit of database processing</a:t>
            </a:r>
            <a:endParaRPr sz="16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Begin and end transaction statements</a:t>
            </a:r>
            <a:endParaRPr sz="2400" dirty="0">
              <a:solidFill>
                <a:schemeClr val="tx1"/>
              </a:solidFill>
            </a:endParaRPr>
          </a:p>
          <a:p>
            <a:pPr marL="982968" lvl="2" indent="-342900">
              <a:spcBef>
                <a:spcPts val="520"/>
              </a:spcBef>
              <a:buSzPts val="1430"/>
              <a:buFont typeface="Arial" panose="020B0604020202020204" pitchFamily="34" charset="0"/>
              <a:buChar char="•"/>
            </a:pPr>
            <a:r>
              <a:rPr lang="en" sz="1600" dirty="0">
                <a:solidFill>
                  <a:schemeClr val="tx1"/>
                </a:solidFill>
              </a:rPr>
              <a:t>Specify transaction boundaries</a:t>
            </a:r>
            <a:endParaRPr sz="16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Read-only transaction</a:t>
            </a:r>
            <a:endParaRPr sz="24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Read-write transaction</a:t>
            </a:r>
            <a:endParaRPr sz="24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1123951" y="746535"/>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Database Items</a:t>
            </a:r>
            <a:endParaRPr b="1" dirty="0">
              <a:solidFill>
                <a:schemeClr val="tx1"/>
              </a:solidFill>
            </a:endParaRPr>
          </a:p>
        </p:txBody>
      </p:sp>
      <p:sp>
        <p:nvSpPr>
          <p:cNvPr id="145" name="Google Shape;145;p21"/>
          <p:cNvSpPr txBox="1">
            <a:spLocks noGrp="1"/>
          </p:cNvSpPr>
          <p:nvPr>
            <p:ph idx="1"/>
          </p:nvPr>
        </p:nvSpPr>
        <p:spPr>
          <a:xfrm>
            <a:off x="1123950" y="1953003"/>
            <a:ext cx="10105223" cy="3263400"/>
          </a:xfrm>
          <a:prstGeom prst="rect">
            <a:avLst/>
          </a:prstGeom>
          <a:noFill/>
          <a:ln>
            <a:noFill/>
          </a:ln>
        </p:spPr>
        <p:txBody>
          <a:bodyPr spcFirstLastPara="1" vert="horz" wrap="square" lIns="91425" tIns="45700" rIns="0" bIns="45700" rtlCol="0" anchor="t" anchorCtr="0">
            <a:normAutofit/>
          </a:bodyPr>
          <a:lstStyle/>
          <a:p>
            <a:pPr marL="594351" indent="-342900">
              <a:spcBef>
                <a:spcPts val="0"/>
              </a:spcBef>
              <a:buSzPts val="1680"/>
              <a:buFont typeface="Arial" panose="020B0604020202020204" pitchFamily="34" charset="0"/>
              <a:buChar char="•"/>
            </a:pPr>
            <a:r>
              <a:rPr lang="en" sz="2400" dirty="0">
                <a:solidFill>
                  <a:schemeClr val="tx1"/>
                </a:solidFill>
              </a:rPr>
              <a:t>Database represented as collection of named data items</a:t>
            </a:r>
            <a:endParaRPr sz="24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Size of a data item called its granularity</a:t>
            </a:r>
            <a:endParaRPr sz="24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Data item</a:t>
            </a:r>
            <a:endParaRPr sz="2400" dirty="0">
              <a:solidFill>
                <a:schemeClr val="tx1"/>
              </a:solidFill>
            </a:endParaRPr>
          </a:p>
          <a:p>
            <a:pPr marL="1165848" lvl="3" indent="-342900">
              <a:spcBef>
                <a:spcPts val="520"/>
              </a:spcBef>
              <a:buSzPts val="1430"/>
              <a:buFont typeface="Arial" panose="020B0604020202020204" pitchFamily="34" charset="0"/>
              <a:buChar char="•"/>
            </a:pPr>
            <a:r>
              <a:rPr lang="en" sz="1600" dirty="0">
                <a:solidFill>
                  <a:schemeClr val="tx1"/>
                </a:solidFill>
              </a:rPr>
              <a:t>Record</a:t>
            </a:r>
            <a:endParaRPr sz="1600" dirty="0">
              <a:solidFill>
                <a:schemeClr val="tx1"/>
              </a:solidFill>
            </a:endParaRPr>
          </a:p>
          <a:p>
            <a:pPr marL="1165848" lvl="3" indent="-342900">
              <a:spcBef>
                <a:spcPts val="520"/>
              </a:spcBef>
              <a:buSzPts val="1430"/>
              <a:buFont typeface="Arial" panose="020B0604020202020204" pitchFamily="34" charset="0"/>
              <a:buChar char="•"/>
            </a:pPr>
            <a:r>
              <a:rPr lang="en" sz="1600" dirty="0">
                <a:solidFill>
                  <a:schemeClr val="tx1"/>
                </a:solidFill>
              </a:rPr>
              <a:t>Disk block</a:t>
            </a:r>
            <a:endParaRPr sz="1600" dirty="0">
              <a:solidFill>
                <a:schemeClr val="tx1"/>
              </a:solidFill>
            </a:endParaRPr>
          </a:p>
          <a:p>
            <a:pPr marL="1165848" lvl="3" indent="-342900">
              <a:spcBef>
                <a:spcPts val="520"/>
              </a:spcBef>
              <a:buSzPts val="1430"/>
              <a:buFont typeface="Arial" panose="020B0604020202020204" pitchFamily="34" charset="0"/>
              <a:buChar char="•"/>
            </a:pPr>
            <a:r>
              <a:rPr lang="en" sz="1600" dirty="0">
                <a:solidFill>
                  <a:schemeClr val="tx1"/>
                </a:solidFill>
              </a:rPr>
              <a:t>Attribute value of a record</a:t>
            </a:r>
            <a:endParaRPr sz="16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Transaction processing concepts independent of item granularity</a:t>
            </a:r>
            <a:endParaRPr sz="24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1123951" y="789263"/>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Read and Write Operations</a:t>
            </a:r>
            <a:endParaRPr b="1" dirty="0">
              <a:solidFill>
                <a:schemeClr val="tx1"/>
              </a:solidFill>
            </a:endParaRPr>
          </a:p>
        </p:txBody>
      </p:sp>
      <p:sp>
        <p:nvSpPr>
          <p:cNvPr id="152" name="Google Shape;152;p22"/>
          <p:cNvSpPr txBox="1">
            <a:spLocks noGrp="1"/>
          </p:cNvSpPr>
          <p:nvPr>
            <p:ph idx="1"/>
          </p:nvPr>
        </p:nvSpPr>
        <p:spPr>
          <a:xfrm>
            <a:off x="1255343" y="1811138"/>
            <a:ext cx="10188512" cy="3263400"/>
          </a:xfrm>
          <a:prstGeom prst="rect">
            <a:avLst/>
          </a:prstGeom>
          <a:noFill/>
          <a:ln>
            <a:noFill/>
          </a:ln>
        </p:spPr>
        <p:txBody>
          <a:bodyPr spcFirstLastPara="1" vert="horz" wrap="square" lIns="91425" tIns="45700" rIns="0" bIns="45700" rtlCol="0" anchor="t" anchorCtr="0">
            <a:normAutofit/>
          </a:bodyPr>
          <a:lstStyle/>
          <a:p>
            <a:pPr marL="366902" indent="-342900">
              <a:spcBef>
                <a:spcPts val="0"/>
              </a:spcBef>
              <a:buSzPct val="59999"/>
              <a:buFont typeface="Arial" panose="020B0604020202020204" pitchFamily="34" charset="0"/>
              <a:buChar char="•"/>
            </a:pPr>
            <a:r>
              <a:rPr lang="en" sz="2400" dirty="0">
                <a:solidFill>
                  <a:schemeClr val="tx1"/>
                </a:solidFill>
              </a:rPr>
              <a:t>read_item(X)</a:t>
            </a:r>
            <a:endParaRPr sz="2400" dirty="0">
              <a:solidFill>
                <a:schemeClr val="tx1"/>
              </a:solidFill>
            </a:endParaRPr>
          </a:p>
          <a:p>
            <a:pPr marL="763370" lvl="1" indent="-285750">
              <a:spcBef>
                <a:spcPts val="520"/>
              </a:spcBef>
              <a:buSzPct val="59583"/>
              <a:buFont typeface="Arial" panose="020B0604020202020204" pitchFamily="34" charset="0"/>
              <a:buChar char="•"/>
            </a:pPr>
            <a:r>
              <a:rPr lang="en" sz="2000" dirty="0">
                <a:solidFill>
                  <a:schemeClr val="tx1"/>
                </a:solidFill>
              </a:rPr>
              <a:t>Reads a database item named X into a program variable named X</a:t>
            </a:r>
            <a:endParaRPr sz="2000" dirty="0">
              <a:solidFill>
                <a:schemeClr val="tx1"/>
              </a:solidFill>
            </a:endParaRPr>
          </a:p>
          <a:p>
            <a:pPr marL="763370" lvl="1" indent="-285750">
              <a:spcBef>
                <a:spcPts val="520"/>
              </a:spcBef>
              <a:buSzPct val="59583"/>
              <a:buFont typeface="Arial" panose="020B0604020202020204" pitchFamily="34" charset="0"/>
              <a:buChar char="•"/>
            </a:pPr>
            <a:r>
              <a:rPr lang="en" sz="2000" dirty="0">
                <a:solidFill>
                  <a:schemeClr val="tx1"/>
                </a:solidFill>
              </a:rPr>
              <a:t>Process includes finding the address of the disk block, and copying to and from a memory buffer</a:t>
            </a:r>
            <a:endParaRPr sz="2000" dirty="0">
              <a:solidFill>
                <a:schemeClr val="tx1"/>
              </a:solidFill>
            </a:endParaRPr>
          </a:p>
          <a:p>
            <a:pPr marL="366902" indent="-342900">
              <a:spcBef>
                <a:spcPts val="560"/>
              </a:spcBef>
              <a:buSzPct val="59999"/>
              <a:buFont typeface="Arial" panose="020B0604020202020204" pitchFamily="34" charset="0"/>
              <a:buChar char="•"/>
            </a:pPr>
            <a:r>
              <a:rPr lang="en" sz="2400" dirty="0">
                <a:solidFill>
                  <a:schemeClr val="tx1"/>
                </a:solidFill>
              </a:rPr>
              <a:t>write_item(X)</a:t>
            </a:r>
            <a:endParaRPr sz="2400" dirty="0">
              <a:solidFill>
                <a:schemeClr val="tx1"/>
              </a:solidFill>
            </a:endParaRPr>
          </a:p>
          <a:p>
            <a:pPr marL="763370" lvl="1" indent="-285750">
              <a:spcBef>
                <a:spcPts val="520"/>
              </a:spcBef>
              <a:buSzPct val="59583"/>
              <a:buFont typeface="Arial" panose="020B0604020202020204" pitchFamily="34" charset="0"/>
              <a:buChar char="•"/>
            </a:pPr>
            <a:r>
              <a:rPr lang="en" sz="2000" dirty="0">
                <a:solidFill>
                  <a:schemeClr val="tx1"/>
                </a:solidFill>
              </a:rPr>
              <a:t>Writes the value of program variable X into the database item named X</a:t>
            </a:r>
            <a:endParaRPr sz="2000" dirty="0">
              <a:solidFill>
                <a:schemeClr val="tx1"/>
              </a:solidFill>
            </a:endParaRPr>
          </a:p>
          <a:p>
            <a:pPr marL="763370" lvl="1" indent="-285750">
              <a:spcBef>
                <a:spcPts val="520"/>
              </a:spcBef>
              <a:buSzPct val="59583"/>
              <a:buFont typeface="Arial" panose="020B0604020202020204" pitchFamily="34" charset="0"/>
              <a:buChar char="•"/>
            </a:pPr>
            <a:r>
              <a:rPr lang="en" sz="2000" dirty="0">
                <a:solidFill>
                  <a:schemeClr val="tx1"/>
                </a:solidFill>
              </a:rPr>
              <a:t>Process includes finding the address of the disk block, copying to and from a memory buffer, and storing the updated disk block back to disk</a:t>
            </a:r>
            <a:endParaRPr sz="2000" dirty="0">
              <a:solidFill>
                <a:schemeClr val="tx1"/>
              </a:solidFill>
            </a:endParaRPr>
          </a:p>
          <a:p>
            <a:pPr marL="742932" lvl="1" indent="-194939">
              <a:spcBef>
                <a:spcPts val="520"/>
              </a:spcBef>
              <a:buSzPct val="59583"/>
              <a:buNone/>
            </a:pPr>
            <a:endParaRPr sz="20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1047038" y="799948"/>
            <a:ext cx="10335959"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Read and Write Operations (cont’d.)</a:t>
            </a:r>
            <a:endParaRPr b="1" dirty="0">
              <a:solidFill>
                <a:schemeClr val="tx1"/>
              </a:solidFill>
            </a:endParaRPr>
          </a:p>
        </p:txBody>
      </p:sp>
      <p:sp>
        <p:nvSpPr>
          <p:cNvPr id="159" name="Google Shape;159;p23"/>
          <p:cNvSpPr txBox="1">
            <a:spLocks noGrp="1"/>
          </p:cNvSpPr>
          <p:nvPr>
            <p:ph idx="1"/>
          </p:nvPr>
        </p:nvSpPr>
        <p:spPr>
          <a:xfrm>
            <a:off x="1123950" y="1812560"/>
            <a:ext cx="9353193"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dirty="0">
                <a:solidFill>
                  <a:schemeClr val="tx1"/>
                </a:solidFill>
              </a:rPr>
              <a:t>Read set of a transaction</a:t>
            </a:r>
            <a:endParaRPr sz="2400" dirty="0">
              <a:solidFill>
                <a:schemeClr val="tx1"/>
              </a:solidFill>
            </a:endParaRPr>
          </a:p>
          <a:p>
            <a:pPr marL="742932" lvl="1" indent="-285744">
              <a:spcBef>
                <a:spcPts val="520"/>
              </a:spcBef>
              <a:buSzPts val="1430"/>
            </a:pPr>
            <a:r>
              <a:rPr lang="en" sz="2000" dirty="0">
                <a:solidFill>
                  <a:schemeClr val="tx1"/>
                </a:solidFill>
              </a:rPr>
              <a:t>Set of all items read</a:t>
            </a:r>
            <a:endParaRPr sz="2000" dirty="0">
              <a:solidFill>
                <a:schemeClr val="tx1"/>
              </a:solidFill>
            </a:endParaRPr>
          </a:p>
          <a:p>
            <a:pPr marL="342891">
              <a:spcBef>
                <a:spcPts val="560"/>
              </a:spcBef>
              <a:buSzPts val="1680"/>
            </a:pPr>
            <a:r>
              <a:rPr lang="en" sz="2400" dirty="0">
                <a:solidFill>
                  <a:schemeClr val="tx1"/>
                </a:solidFill>
              </a:rPr>
              <a:t>Write set of a transaction</a:t>
            </a:r>
            <a:endParaRPr sz="2400" dirty="0">
              <a:solidFill>
                <a:schemeClr val="tx1"/>
              </a:solidFill>
            </a:endParaRPr>
          </a:p>
          <a:p>
            <a:pPr marL="742932" lvl="1" indent="-285744">
              <a:spcBef>
                <a:spcPts val="520"/>
              </a:spcBef>
              <a:buSzPts val="1430"/>
            </a:pPr>
            <a:r>
              <a:rPr lang="en" sz="2000" dirty="0">
                <a:solidFill>
                  <a:schemeClr val="tx1"/>
                </a:solidFill>
              </a:rPr>
              <a:t>Set of all items written</a:t>
            </a:r>
            <a:endParaRPr sz="2000" dirty="0">
              <a:solidFill>
                <a:schemeClr val="tx1"/>
              </a:solidFill>
            </a:endParaRPr>
          </a:p>
        </p:txBody>
      </p:sp>
      <p:pic>
        <p:nvPicPr>
          <p:cNvPr id="161" name="Google Shape;161;p23"/>
          <p:cNvPicPr preferRelativeResize="0"/>
          <p:nvPr/>
        </p:nvPicPr>
        <p:blipFill rotWithShape="1">
          <a:blip r:embed="rId3">
            <a:alphaModFix/>
          </a:blip>
          <a:srcRect/>
          <a:stretch/>
        </p:blipFill>
        <p:spPr>
          <a:xfrm>
            <a:off x="3353314" y="3429000"/>
            <a:ext cx="4894463" cy="2582366"/>
          </a:xfrm>
          <a:prstGeom prst="rect">
            <a:avLst/>
          </a:prstGeom>
          <a:noFill/>
          <a:ln>
            <a:noFill/>
          </a:ln>
        </p:spPr>
      </p:pic>
      <p:sp>
        <p:nvSpPr>
          <p:cNvPr id="162" name="Google Shape;162;p23"/>
          <p:cNvSpPr txBox="1"/>
          <p:nvPr/>
        </p:nvSpPr>
        <p:spPr>
          <a:xfrm>
            <a:off x="2540793" y="5873406"/>
            <a:ext cx="7110413" cy="369291"/>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solidFill>
                  <a:schemeClr val="dk1"/>
                </a:solidFill>
              </a:rPr>
              <a:t>Figure 20.2 Two sample transactions (a) Transaction </a:t>
            </a:r>
            <a:r>
              <a:rPr lang="en" b="1" i="1" dirty="0">
                <a:solidFill>
                  <a:schemeClr val="dk1"/>
                </a:solidFill>
              </a:rPr>
              <a:t>T</a:t>
            </a:r>
            <a:r>
              <a:rPr lang="en" b="1" dirty="0">
                <a:solidFill>
                  <a:schemeClr val="dk1"/>
                </a:solidFill>
              </a:rPr>
              <a:t>1 (b) Transaction </a:t>
            </a:r>
            <a:r>
              <a:rPr lang="en" b="1" i="1" dirty="0">
                <a:solidFill>
                  <a:schemeClr val="dk1"/>
                </a:solidFill>
              </a:rPr>
              <a:t>T</a:t>
            </a:r>
            <a:r>
              <a:rPr lang="en" b="1" dirty="0">
                <a:solidFill>
                  <a:schemeClr val="dk1"/>
                </a:solidFill>
              </a:rPr>
              <a:t>2</a:t>
            </a:r>
            <a:endParaRPr b="1"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a:spLocks noGrp="1"/>
          </p:cNvSpPr>
          <p:nvPr>
            <p:ph type="title"/>
          </p:nvPr>
        </p:nvSpPr>
        <p:spPr>
          <a:xfrm>
            <a:off x="1123951" y="667847"/>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DBMS Buffers</a:t>
            </a:r>
            <a:endParaRPr b="1" dirty="0">
              <a:solidFill>
                <a:schemeClr val="tx1"/>
              </a:solidFill>
            </a:endParaRPr>
          </a:p>
        </p:txBody>
      </p:sp>
      <p:sp>
        <p:nvSpPr>
          <p:cNvPr id="168" name="Google Shape;168;p24"/>
          <p:cNvSpPr txBox="1">
            <a:spLocks noGrp="1"/>
          </p:cNvSpPr>
          <p:nvPr>
            <p:ph idx="1"/>
          </p:nvPr>
        </p:nvSpPr>
        <p:spPr>
          <a:xfrm>
            <a:off x="1212614" y="1797300"/>
            <a:ext cx="10093472" cy="3263400"/>
          </a:xfrm>
          <a:prstGeom prst="rect">
            <a:avLst/>
          </a:prstGeom>
          <a:noFill/>
          <a:ln>
            <a:noFill/>
          </a:ln>
        </p:spPr>
        <p:txBody>
          <a:bodyPr spcFirstLastPara="1" vert="horz" wrap="square" lIns="91425" tIns="45700" rIns="0" bIns="45700" rtlCol="0" anchor="t" anchorCtr="0">
            <a:normAutofit/>
          </a:bodyPr>
          <a:lstStyle/>
          <a:p>
            <a:pPr marL="594351" indent="-342900">
              <a:spcBef>
                <a:spcPts val="0"/>
              </a:spcBef>
              <a:buSzPts val="1680"/>
              <a:buFont typeface="Arial" panose="020B0604020202020204" pitchFamily="34" charset="0"/>
              <a:buChar char="•"/>
            </a:pPr>
            <a:r>
              <a:rPr lang="en" sz="2400" dirty="0">
                <a:solidFill>
                  <a:schemeClr val="tx1"/>
                </a:solidFill>
              </a:rPr>
              <a:t>DBMS will maintain several main memory data buffers in the database cache</a:t>
            </a:r>
            <a:endParaRPr sz="2400" dirty="0">
              <a:solidFill>
                <a:schemeClr val="tx1"/>
              </a:solidFill>
            </a:endParaRPr>
          </a:p>
          <a:p>
            <a:pPr marL="594351" indent="-342900">
              <a:spcBef>
                <a:spcPts val="560"/>
              </a:spcBef>
              <a:buSzPts val="1680"/>
              <a:buFont typeface="Arial" panose="020B0604020202020204" pitchFamily="34" charset="0"/>
              <a:buChar char="•"/>
            </a:pPr>
            <a:r>
              <a:rPr lang="en" sz="2400" dirty="0">
                <a:solidFill>
                  <a:schemeClr val="tx1"/>
                </a:solidFill>
              </a:rPr>
              <a:t>When buffers are occupied, a buffer replacement policy is used to choose which buffer will be replaced</a:t>
            </a:r>
            <a:endParaRPr sz="2400" dirty="0">
              <a:solidFill>
                <a:schemeClr val="tx1"/>
              </a:solidFill>
            </a:endParaRPr>
          </a:p>
          <a:p>
            <a:pPr marL="1291578" lvl="4" indent="-285750">
              <a:spcBef>
                <a:spcPts val="520"/>
              </a:spcBef>
              <a:buSzPts val="1430"/>
              <a:buFont typeface="Arial" panose="020B0604020202020204" pitchFamily="34" charset="0"/>
              <a:buChar char="•"/>
            </a:pPr>
            <a:r>
              <a:rPr lang="en" sz="1800" dirty="0">
                <a:solidFill>
                  <a:schemeClr val="tx1"/>
                </a:solidFill>
              </a:rPr>
              <a:t>Example policy: least recently used</a:t>
            </a:r>
            <a:endParaRPr sz="1800" dirty="0">
              <a:solidFill>
                <a:schemeClr val="tx1"/>
              </a:solidFill>
            </a:endParaRPr>
          </a:p>
        </p:txBody>
      </p:sp>
      <p:sp>
        <p:nvSpPr>
          <p:cNvPr id="169" name="Google Shape;169;p24"/>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1195522" y="780718"/>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Concurrency Control</a:t>
            </a:r>
            <a:endParaRPr b="1" dirty="0">
              <a:solidFill>
                <a:schemeClr val="tx1"/>
              </a:solidFill>
            </a:endParaRPr>
          </a:p>
        </p:txBody>
      </p:sp>
      <p:sp>
        <p:nvSpPr>
          <p:cNvPr id="175" name="Google Shape;175;p25"/>
          <p:cNvSpPr txBox="1">
            <a:spLocks noGrp="1"/>
          </p:cNvSpPr>
          <p:nvPr>
            <p:ph idx="1"/>
          </p:nvPr>
        </p:nvSpPr>
        <p:spPr>
          <a:xfrm>
            <a:off x="923342" y="1981619"/>
            <a:ext cx="10345315" cy="3263400"/>
          </a:xfrm>
          <a:prstGeom prst="rect">
            <a:avLst/>
          </a:prstGeom>
          <a:noFill/>
          <a:ln>
            <a:noFill/>
          </a:ln>
        </p:spPr>
        <p:txBody>
          <a:bodyPr spcFirstLastPara="1" vert="horz" wrap="square" lIns="91425" tIns="45700" rIns="0" bIns="45700" rtlCol="0" anchor="t" anchorCtr="0">
            <a:normAutofit/>
          </a:bodyPr>
          <a:lstStyle/>
          <a:p>
            <a:pPr marL="594351" indent="-342900">
              <a:spcBef>
                <a:spcPts val="0"/>
              </a:spcBef>
              <a:buSzPts val="1680"/>
              <a:buFont typeface="Arial" panose="020B0604020202020204" pitchFamily="34" charset="0"/>
              <a:buChar char="•"/>
            </a:pPr>
            <a:r>
              <a:rPr lang="en" sz="2800" dirty="0">
                <a:solidFill>
                  <a:schemeClr val="tx1"/>
                </a:solidFill>
              </a:rPr>
              <a:t>Transactions submitted by various users may execute concurrently</a:t>
            </a:r>
            <a:endParaRPr sz="2800" dirty="0">
              <a:solidFill>
                <a:schemeClr val="tx1"/>
              </a:solidFill>
            </a:endParaRPr>
          </a:p>
          <a:p>
            <a:pPr marL="1108698" lvl="3" indent="-285750">
              <a:spcBef>
                <a:spcPts val="520"/>
              </a:spcBef>
              <a:buSzPts val="1430"/>
              <a:buFont typeface="Arial" panose="020B0604020202020204" pitchFamily="34" charset="0"/>
              <a:buChar char="•"/>
            </a:pPr>
            <a:r>
              <a:rPr lang="en" sz="2400" dirty="0">
                <a:solidFill>
                  <a:schemeClr val="tx1"/>
                </a:solidFill>
              </a:rPr>
              <a:t>Access and update the same database items</a:t>
            </a:r>
            <a:endParaRPr sz="2400" dirty="0">
              <a:solidFill>
                <a:schemeClr val="tx1"/>
              </a:solidFill>
            </a:endParaRPr>
          </a:p>
          <a:p>
            <a:pPr marL="1108698" lvl="3" indent="-285750">
              <a:spcBef>
                <a:spcPts val="520"/>
              </a:spcBef>
              <a:buSzPts val="1430"/>
              <a:buFont typeface="Arial" panose="020B0604020202020204" pitchFamily="34" charset="0"/>
              <a:buChar char="•"/>
            </a:pPr>
            <a:r>
              <a:rPr lang="en" sz="2400" dirty="0">
                <a:solidFill>
                  <a:schemeClr val="tx1"/>
                </a:solidFill>
              </a:rPr>
              <a:t>Some form of concurrency control is needed</a:t>
            </a:r>
            <a:endParaRPr sz="2400" dirty="0">
              <a:solidFill>
                <a:schemeClr val="tx1"/>
              </a:solidFill>
            </a:endParaRPr>
          </a:p>
          <a:p>
            <a:pPr marL="594351" indent="-342900">
              <a:spcBef>
                <a:spcPts val="560"/>
              </a:spcBef>
              <a:buSzPts val="1680"/>
              <a:buFont typeface="Arial" panose="020B0604020202020204" pitchFamily="34" charset="0"/>
              <a:buChar char="•"/>
            </a:pPr>
            <a:r>
              <a:rPr lang="en" sz="2800" dirty="0">
                <a:solidFill>
                  <a:schemeClr val="tx1"/>
                </a:solidFill>
              </a:rPr>
              <a:t>The lost update problem</a:t>
            </a:r>
            <a:endParaRPr sz="2800" dirty="0">
              <a:solidFill>
                <a:schemeClr val="tx1"/>
              </a:solidFill>
            </a:endParaRPr>
          </a:p>
          <a:p>
            <a:pPr marL="1108698" lvl="3" indent="-285750">
              <a:spcBef>
                <a:spcPts val="520"/>
              </a:spcBef>
              <a:buSzPts val="1430"/>
              <a:buFont typeface="Arial" panose="020B0604020202020204" pitchFamily="34" charset="0"/>
              <a:buChar char="•"/>
            </a:pPr>
            <a:r>
              <a:rPr lang="en" sz="2400" dirty="0">
                <a:solidFill>
                  <a:schemeClr val="tx1"/>
                </a:solidFill>
              </a:rPr>
              <a:t>Occurs when two transactions that access the same database items have operations interleaved</a:t>
            </a:r>
            <a:endParaRPr sz="2400" dirty="0">
              <a:solidFill>
                <a:schemeClr val="tx1"/>
              </a:solidFill>
            </a:endParaRPr>
          </a:p>
          <a:p>
            <a:pPr marL="1108698" lvl="3" indent="-285750">
              <a:spcBef>
                <a:spcPts val="520"/>
              </a:spcBef>
              <a:buSzPts val="1430"/>
              <a:buFont typeface="Arial" panose="020B0604020202020204" pitchFamily="34" charset="0"/>
              <a:buChar char="•"/>
            </a:pPr>
            <a:r>
              <a:rPr lang="en" sz="2400" dirty="0">
                <a:solidFill>
                  <a:schemeClr val="tx1"/>
                </a:solidFill>
              </a:rPr>
              <a:t>Results in incorrect value of some database items</a:t>
            </a:r>
            <a:endParaRPr sz="240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6"/>
          <p:cNvSpPr txBox="1">
            <a:spLocks noGrp="1"/>
          </p:cNvSpPr>
          <p:nvPr>
            <p:ph type="title"/>
          </p:nvPr>
        </p:nvSpPr>
        <p:spPr>
          <a:xfrm>
            <a:off x="1104379" y="835382"/>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The Lost Update Problem</a:t>
            </a:r>
            <a:endParaRPr b="1" dirty="0">
              <a:solidFill>
                <a:schemeClr val="tx1"/>
              </a:solidFill>
            </a:endParaRPr>
          </a:p>
        </p:txBody>
      </p:sp>
      <p:pic>
        <p:nvPicPr>
          <p:cNvPr id="183" name="Google Shape;183;p26"/>
          <p:cNvPicPr preferRelativeResize="0"/>
          <p:nvPr/>
        </p:nvPicPr>
        <p:blipFill rotWithShape="1">
          <a:blip r:embed="rId3">
            <a:alphaModFix/>
          </a:blip>
          <a:srcRect/>
          <a:stretch/>
        </p:blipFill>
        <p:spPr>
          <a:xfrm>
            <a:off x="1800335" y="2299855"/>
            <a:ext cx="8980453" cy="3123322"/>
          </a:xfrm>
          <a:prstGeom prst="rect">
            <a:avLst/>
          </a:prstGeom>
          <a:noFill/>
          <a:ln>
            <a:noFill/>
          </a:ln>
        </p:spPr>
      </p:pic>
      <p:sp>
        <p:nvSpPr>
          <p:cNvPr id="184" name="Google Shape;184;p26"/>
          <p:cNvSpPr txBox="1"/>
          <p:nvPr/>
        </p:nvSpPr>
        <p:spPr>
          <a:xfrm>
            <a:off x="997528" y="5837972"/>
            <a:ext cx="10778835" cy="369291"/>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t>Figure 20.3 Some problems that occur when concurrent execution is uncontrolled (a) The lost update problem</a:t>
            </a:r>
            <a:endParaRPr b="1" dirty="0"/>
          </a:p>
        </p:txBody>
      </p:sp>
      <p:sp>
        <p:nvSpPr>
          <p:cNvPr id="2" name="Rectangle 1">
            <a:extLst>
              <a:ext uri="{FF2B5EF4-FFF2-40B4-BE49-F238E27FC236}">
                <a16:creationId xmlns:a16="http://schemas.microsoft.com/office/drawing/2014/main" id="{C4F4ADAC-16D3-7F44-A940-6A828CD1374B}"/>
              </a:ext>
            </a:extLst>
          </p:cNvPr>
          <p:cNvSpPr/>
          <p:nvPr/>
        </p:nvSpPr>
        <p:spPr>
          <a:xfrm>
            <a:off x="3241964" y="3768437"/>
            <a:ext cx="1302327" cy="3463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4514CDFE-1A72-4DC3-8D7F-42CC9D902786}"/>
              </a:ext>
            </a:extLst>
          </p:cNvPr>
          <p:cNvSpPr/>
          <p:nvPr/>
        </p:nvSpPr>
        <p:spPr>
          <a:xfrm>
            <a:off x="4988235" y="4258517"/>
            <a:ext cx="1302326" cy="3463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1221159" y="747747"/>
            <a:ext cx="7886700" cy="994200"/>
          </a:xfrm>
          <a:prstGeom prst="rect">
            <a:avLst/>
          </a:prstGeom>
          <a:noFill/>
          <a:ln>
            <a:noFill/>
          </a:ln>
        </p:spPr>
        <p:txBody>
          <a:bodyPr spcFirstLastPara="1" vert="horz" wrap="square" lIns="91425" tIns="45700" rIns="91425" bIns="45700" rtlCol="0" anchor="b" anchorCtr="0">
            <a:normAutofit/>
          </a:bodyPr>
          <a:lstStyle/>
          <a:p>
            <a:r>
              <a:rPr lang="en" b="1" dirty="0">
                <a:solidFill>
                  <a:schemeClr val="tx1"/>
                </a:solidFill>
              </a:rPr>
              <a:t>The Lost Update Problem</a:t>
            </a:r>
            <a:endParaRPr b="1" dirty="0">
              <a:solidFill>
                <a:schemeClr val="tx1"/>
              </a:solidFill>
            </a:endParaRPr>
          </a:p>
        </p:txBody>
      </p:sp>
      <p:sp>
        <p:nvSpPr>
          <p:cNvPr id="194" name="Google Shape;194;p27"/>
          <p:cNvSpPr txBox="1"/>
          <p:nvPr/>
        </p:nvSpPr>
        <p:spPr>
          <a:xfrm>
            <a:off x="1498764" y="5636354"/>
            <a:ext cx="9726794" cy="338514"/>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sz="1600" b="1" dirty="0"/>
              <a:t>Figure 20.3 Some problems that occur when concurrent execution is uncontrolled (a) The lost update problem</a:t>
            </a:r>
            <a:endParaRPr sz="1600" b="1" dirty="0"/>
          </a:p>
        </p:txBody>
      </p:sp>
      <p:pic>
        <p:nvPicPr>
          <p:cNvPr id="195" name="Google Shape;195;p27"/>
          <p:cNvPicPr preferRelativeResize="0"/>
          <p:nvPr/>
        </p:nvPicPr>
        <p:blipFill rotWithShape="1">
          <a:blip r:embed="rId3">
            <a:alphaModFix/>
          </a:blip>
          <a:srcRect/>
          <a:stretch/>
        </p:blipFill>
        <p:spPr>
          <a:xfrm>
            <a:off x="804018" y="1786839"/>
            <a:ext cx="10583964" cy="3703284"/>
          </a:xfrm>
          <a:prstGeom prst="rect">
            <a:avLst/>
          </a:prstGeom>
          <a:noFill/>
          <a:ln>
            <a:noFill/>
          </a:ln>
        </p:spPr>
      </p:pic>
      <p:sp>
        <p:nvSpPr>
          <p:cNvPr id="2" name="Rectangle 1">
            <a:extLst>
              <a:ext uri="{FF2B5EF4-FFF2-40B4-BE49-F238E27FC236}">
                <a16:creationId xmlns:a16="http://schemas.microsoft.com/office/drawing/2014/main" id="{ACF8643B-97C8-6678-4DC3-88E4EAA1D786}"/>
              </a:ext>
            </a:extLst>
          </p:cNvPr>
          <p:cNvSpPr/>
          <p:nvPr/>
        </p:nvSpPr>
        <p:spPr>
          <a:xfrm>
            <a:off x="3430665" y="4453811"/>
            <a:ext cx="1490700" cy="3791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A06B503B-0411-C1D8-7A75-CC7A1A91C16D}"/>
              </a:ext>
            </a:extLst>
          </p:cNvPr>
          <p:cNvSpPr/>
          <p:nvPr/>
        </p:nvSpPr>
        <p:spPr>
          <a:xfrm>
            <a:off x="7237346" y="4047223"/>
            <a:ext cx="1490700" cy="4044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1123951" y="808189"/>
            <a:ext cx="7886700" cy="994200"/>
          </a:xfrm>
          <a:prstGeom prst="rect">
            <a:avLst/>
          </a:prstGeom>
          <a:noFill/>
          <a:ln>
            <a:noFill/>
          </a:ln>
        </p:spPr>
        <p:txBody>
          <a:bodyPr spcFirstLastPara="1" vert="horz" wrap="square" lIns="91425" tIns="45700" rIns="91425" bIns="45700" rtlCol="0" anchor="b" anchorCtr="0">
            <a:normAutofit/>
          </a:bodyPr>
          <a:lstStyle/>
          <a:p>
            <a:r>
              <a:rPr lang="en" sz="4400" b="1" dirty="0">
                <a:solidFill>
                  <a:schemeClr val="tx1"/>
                </a:solidFill>
              </a:rPr>
              <a:t>The Lost Update Problem</a:t>
            </a:r>
            <a:endParaRPr sz="4400" b="1" dirty="0">
              <a:solidFill>
                <a:schemeClr val="tx1"/>
              </a:solidFill>
            </a:endParaRPr>
          </a:p>
        </p:txBody>
      </p:sp>
      <p:sp>
        <p:nvSpPr>
          <p:cNvPr id="194" name="Google Shape;194;p27"/>
          <p:cNvSpPr txBox="1"/>
          <p:nvPr/>
        </p:nvSpPr>
        <p:spPr>
          <a:xfrm>
            <a:off x="1385782" y="2501107"/>
            <a:ext cx="9420435" cy="2554505"/>
          </a:xfrm>
          <a:prstGeom prst="rect">
            <a:avLst/>
          </a:prstGeom>
          <a:noFill/>
          <a:ln>
            <a:noFill/>
          </a:ln>
        </p:spPr>
        <p:txBody>
          <a:bodyPr spcFirstLastPara="1" wrap="square" lIns="91425" tIns="45700" rIns="91425" bIns="45700" anchor="t" anchorCtr="0">
            <a:spAutoFit/>
          </a:bodyPr>
          <a:lstStyle/>
          <a:p>
            <a:pPr algn="ctr"/>
            <a:r>
              <a:rPr lang="en-US" sz="2800" dirty="0"/>
              <a:t>The problem occurs </a:t>
            </a:r>
            <a:r>
              <a:rPr lang="en-US" sz="2800" i="1" dirty="0"/>
              <a:t>when two different database transactions perform the read/write operations on the same database items in an interleaved manner (i.e., concurrent execution) that makes the values of the items incorrect hence making the database inconsistent</a:t>
            </a:r>
            <a:r>
              <a:rPr lang="en-US" sz="2800" dirty="0"/>
              <a:t>.</a:t>
            </a:r>
          </a:p>
          <a:p>
            <a:pPr algn="ctr">
              <a:buClr>
                <a:srgbClr val="990033"/>
              </a:buClr>
              <a:buSzPts val="960"/>
            </a:pPr>
            <a:endParaRPr lang="en-US" sz="2000" dirty="0"/>
          </a:p>
        </p:txBody>
      </p:sp>
    </p:spTree>
    <p:extLst>
      <p:ext uri="{BB962C8B-B14F-4D97-AF65-F5344CB8AC3E}">
        <p14:creationId xmlns:p14="http://schemas.microsoft.com/office/powerpoint/2010/main" val="1819283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1187141" y="719759"/>
            <a:ext cx="7886700" cy="994200"/>
          </a:xfrm>
          <a:prstGeom prst="rect">
            <a:avLst/>
          </a:prstGeom>
          <a:noFill/>
          <a:ln>
            <a:noFill/>
          </a:ln>
        </p:spPr>
        <p:txBody>
          <a:bodyPr spcFirstLastPara="1" vert="horz" wrap="square" lIns="91425" tIns="45700" rIns="91425" bIns="45700" rtlCol="0" anchor="b" anchorCtr="0">
            <a:normAutofit/>
          </a:bodyPr>
          <a:lstStyle/>
          <a:p>
            <a:r>
              <a:rPr lang="en" sz="4267" b="1" dirty="0">
                <a:solidFill>
                  <a:schemeClr val="tx1"/>
                </a:solidFill>
              </a:rPr>
              <a:t>The Lost Update Problem</a:t>
            </a:r>
            <a:endParaRPr sz="4267" b="1" dirty="0">
              <a:solidFill>
                <a:schemeClr val="tx1"/>
              </a:solidFill>
            </a:endParaRPr>
          </a:p>
        </p:txBody>
      </p:sp>
      <p:sp>
        <p:nvSpPr>
          <p:cNvPr id="3" name="Rectangle 2"/>
          <p:cNvSpPr/>
          <p:nvPr/>
        </p:nvSpPr>
        <p:spPr>
          <a:xfrm>
            <a:off x="1187140" y="1803508"/>
            <a:ext cx="10281315" cy="2308324"/>
          </a:xfrm>
          <a:prstGeom prst="rect">
            <a:avLst/>
          </a:prstGeom>
        </p:spPr>
        <p:txBody>
          <a:bodyPr wrap="square">
            <a:spAutoFit/>
          </a:bodyPr>
          <a:lstStyle/>
          <a:p>
            <a:r>
              <a:rPr lang="en-US" sz="2400" dirty="0"/>
              <a:t>For example:</a:t>
            </a:r>
          </a:p>
          <a:p>
            <a:endParaRPr lang="en-US" sz="2400" dirty="0"/>
          </a:p>
          <a:p>
            <a:r>
              <a:rPr lang="en-US" sz="2400" dirty="0"/>
              <a:t>Consider the below diagram where two transactions TX and TY, are performed on the same account A where the balance of account A is $300.</a:t>
            </a:r>
          </a:p>
          <a:p>
            <a:endParaRPr lang="en-US" sz="2400" dirty="0"/>
          </a:p>
          <a:p>
            <a:endParaRPr lang="en-US" sz="2400" dirty="0"/>
          </a:p>
        </p:txBody>
      </p:sp>
      <p:pic>
        <p:nvPicPr>
          <p:cNvPr id="4" name="Picture 3"/>
          <p:cNvPicPr>
            <a:picLocks noChangeAspect="1"/>
          </p:cNvPicPr>
          <p:nvPr/>
        </p:nvPicPr>
        <p:blipFill>
          <a:blip r:embed="rId3"/>
          <a:stretch>
            <a:fillRect/>
          </a:stretch>
        </p:blipFill>
        <p:spPr>
          <a:xfrm>
            <a:off x="3545883" y="3429000"/>
            <a:ext cx="3915465" cy="2932960"/>
          </a:xfrm>
          <a:prstGeom prst="rect">
            <a:avLst/>
          </a:prstGeom>
        </p:spPr>
      </p:pic>
    </p:spTree>
    <p:extLst>
      <p:ext uri="{BB962C8B-B14F-4D97-AF65-F5344CB8AC3E}">
        <p14:creationId xmlns:p14="http://schemas.microsoft.com/office/powerpoint/2010/main" val="911303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28188" y="1823733"/>
            <a:ext cx="10237719" cy="4524315"/>
          </a:xfrm>
          <a:prstGeom prst="rect">
            <a:avLst/>
          </a:prstGeom>
        </p:spPr>
        <p:txBody>
          <a:bodyPr wrap="square">
            <a:spAutoFit/>
          </a:bodyPr>
          <a:lstStyle/>
          <a:p>
            <a:pPr marL="380990" indent="-380990" algn="just">
              <a:buFont typeface="Arial" panose="020B0604020202020204" pitchFamily="34" charset="0"/>
              <a:buChar char="•"/>
            </a:pPr>
            <a:r>
              <a:rPr lang="en-US" sz="2400" dirty="0"/>
              <a:t>At time t1, transaction T</a:t>
            </a:r>
            <a:r>
              <a:rPr lang="en-US" sz="2400" baseline="-25000" dirty="0"/>
              <a:t>X</a:t>
            </a:r>
            <a:r>
              <a:rPr lang="en-US" sz="2400" dirty="0"/>
              <a:t> reads the value of account A, i.e., $300 (only read).</a:t>
            </a:r>
          </a:p>
          <a:p>
            <a:pPr marL="380990" indent="-380990" algn="just">
              <a:buFont typeface="Arial" panose="020B0604020202020204" pitchFamily="34" charset="0"/>
              <a:buChar char="•"/>
            </a:pPr>
            <a:r>
              <a:rPr lang="en-US" sz="2400" dirty="0"/>
              <a:t>At time t2, transaction T</a:t>
            </a:r>
            <a:r>
              <a:rPr lang="en-US" sz="2400" baseline="-25000" dirty="0"/>
              <a:t>X</a:t>
            </a:r>
            <a:r>
              <a:rPr lang="en-US" sz="2400" dirty="0"/>
              <a:t> deducts $50 from account A that becomes $250 (only deducted and not updated/write).</a:t>
            </a:r>
          </a:p>
          <a:p>
            <a:pPr marL="380990" indent="-380990" algn="just">
              <a:buFont typeface="Arial" panose="020B0604020202020204" pitchFamily="34" charset="0"/>
              <a:buChar char="•"/>
            </a:pPr>
            <a:r>
              <a:rPr lang="en-US" sz="2400" dirty="0"/>
              <a:t>Alternately, at time t3, transaction T</a:t>
            </a:r>
            <a:r>
              <a:rPr lang="en-US" sz="2400" baseline="-25000" dirty="0"/>
              <a:t>Y</a:t>
            </a:r>
            <a:r>
              <a:rPr lang="en-US" sz="2400" dirty="0"/>
              <a:t> reads the value of account A that will be $300 only because T</a:t>
            </a:r>
            <a:r>
              <a:rPr lang="en-US" sz="2400" baseline="-25000" dirty="0"/>
              <a:t>X</a:t>
            </a:r>
            <a:r>
              <a:rPr lang="en-US" sz="2400" dirty="0"/>
              <a:t> didn't update the value yet.</a:t>
            </a:r>
          </a:p>
          <a:p>
            <a:pPr marL="380990" indent="-380990" algn="just">
              <a:buFont typeface="Arial" panose="020B0604020202020204" pitchFamily="34" charset="0"/>
              <a:buChar char="•"/>
            </a:pPr>
            <a:r>
              <a:rPr lang="en-US" sz="2400" dirty="0"/>
              <a:t>At time t4, transaction T</a:t>
            </a:r>
            <a:r>
              <a:rPr lang="en-US" sz="2400" baseline="-25000" dirty="0"/>
              <a:t>Y</a:t>
            </a:r>
            <a:r>
              <a:rPr lang="en-US" sz="2400" dirty="0"/>
              <a:t> adds $100 to account A that becomes $400 (only added but not updated/write).</a:t>
            </a:r>
          </a:p>
          <a:p>
            <a:pPr marL="380990" indent="-380990" algn="just">
              <a:buFont typeface="Arial" panose="020B0604020202020204" pitchFamily="34" charset="0"/>
              <a:buChar char="•"/>
            </a:pPr>
            <a:r>
              <a:rPr lang="en-US" sz="2400" dirty="0"/>
              <a:t>At time t6, transaction T</a:t>
            </a:r>
            <a:r>
              <a:rPr lang="en-US" sz="2400" baseline="-25000" dirty="0"/>
              <a:t>X</a:t>
            </a:r>
            <a:r>
              <a:rPr lang="en-US" sz="2400" dirty="0"/>
              <a:t> writes the value of account A that will be updated as $250 only, as T</a:t>
            </a:r>
            <a:r>
              <a:rPr lang="en-US" sz="2400" baseline="-25000" dirty="0"/>
              <a:t>Y</a:t>
            </a:r>
            <a:r>
              <a:rPr lang="en-US" sz="2400" dirty="0"/>
              <a:t> didn't update the value yet.</a:t>
            </a:r>
          </a:p>
          <a:p>
            <a:pPr marL="380990" indent="-380990" algn="just">
              <a:buFont typeface="Arial" panose="020B0604020202020204" pitchFamily="34" charset="0"/>
              <a:buChar char="•"/>
            </a:pPr>
            <a:r>
              <a:rPr lang="en-US" sz="2400" dirty="0"/>
              <a:t>Similarly, at time t7, transaction T</a:t>
            </a:r>
            <a:r>
              <a:rPr lang="en-US" sz="2400" baseline="-25000" dirty="0"/>
              <a:t>Y</a:t>
            </a:r>
            <a:r>
              <a:rPr lang="en-US" sz="2400" dirty="0"/>
              <a:t> writes the values of account A, so it will write as done at time t4 that will be $400. It means the value written by T</a:t>
            </a:r>
            <a:r>
              <a:rPr lang="en-US" sz="2400" baseline="-25000" dirty="0"/>
              <a:t>X</a:t>
            </a:r>
            <a:r>
              <a:rPr lang="en-US" sz="2400" dirty="0"/>
              <a:t> is lost, i.e., $250 is lost.</a:t>
            </a:r>
          </a:p>
        </p:txBody>
      </p:sp>
      <p:sp>
        <p:nvSpPr>
          <p:cNvPr id="4" name="Google Shape;192;p27"/>
          <p:cNvSpPr txBox="1">
            <a:spLocks noGrp="1"/>
          </p:cNvSpPr>
          <p:nvPr>
            <p:ph type="title"/>
          </p:nvPr>
        </p:nvSpPr>
        <p:spPr>
          <a:xfrm>
            <a:off x="1128188" y="761167"/>
            <a:ext cx="7886700" cy="994200"/>
          </a:xfrm>
          <a:prstGeom prst="rect">
            <a:avLst/>
          </a:prstGeom>
          <a:noFill/>
          <a:ln>
            <a:noFill/>
          </a:ln>
        </p:spPr>
        <p:txBody>
          <a:bodyPr spcFirstLastPara="1" vert="horz" wrap="square" lIns="91425" tIns="45700" rIns="91425" bIns="45700" rtlCol="0" anchor="b" anchorCtr="0">
            <a:normAutofit/>
          </a:bodyPr>
          <a:lstStyle/>
          <a:p>
            <a:r>
              <a:rPr lang="en" sz="4267" b="1" dirty="0">
                <a:solidFill>
                  <a:schemeClr val="tx1"/>
                </a:solidFill>
              </a:rPr>
              <a:t>The Lost Update Problem</a:t>
            </a:r>
            <a:endParaRPr sz="4267" b="1" dirty="0">
              <a:solidFill>
                <a:schemeClr val="tx1"/>
              </a:solidFill>
            </a:endParaRPr>
          </a:p>
        </p:txBody>
      </p:sp>
    </p:spTree>
    <p:extLst>
      <p:ext uri="{BB962C8B-B14F-4D97-AF65-F5344CB8AC3E}">
        <p14:creationId xmlns:p14="http://schemas.microsoft.com/office/powerpoint/2010/main" val="3774863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00;p28"/>
          <p:cNvSpPr txBox="1">
            <a:spLocks noGrp="1"/>
          </p:cNvSpPr>
          <p:nvPr>
            <p:ph type="title"/>
          </p:nvPr>
        </p:nvSpPr>
        <p:spPr>
          <a:xfrm>
            <a:off x="803306" y="341622"/>
            <a:ext cx="10554055" cy="1400531"/>
          </a:xfrm>
          <a:prstGeom prst="rect">
            <a:avLst/>
          </a:prstGeom>
          <a:noFill/>
          <a:ln>
            <a:noFill/>
          </a:ln>
        </p:spPr>
        <p:txBody>
          <a:bodyPr spcFirstLastPara="1" vert="horz" wrap="square" lIns="91425" tIns="45700" rIns="91425" bIns="45700" rtlCol="0" anchor="b" anchorCtr="0">
            <a:normAutofit/>
          </a:bodyPr>
          <a:lstStyle/>
          <a:p>
            <a:r>
              <a:rPr lang="en" sz="3200" b="1" dirty="0">
                <a:solidFill>
                  <a:schemeClr val="tx1"/>
                </a:solidFill>
              </a:rPr>
              <a:t>The Temporary Update Problem OR Dirty Read Problem OR</a:t>
            </a:r>
            <a:br>
              <a:rPr lang="en" sz="3200" b="1" dirty="0">
                <a:solidFill>
                  <a:schemeClr val="tx1"/>
                </a:solidFill>
              </a:rPr>
            </a:br>
            <a:r>
              <a:rPr lang="en" sz="3200" b="1" dirty="0">
                <a:solidFill>
                  <a:schemeClr val="tx1"/>
                </a:solidFill>
              </a:rPr>
              <a:t>Uncommitted Dependency Problem</a:t>
            </a:r>
            <a:endParaRPr b="1" dirty="0">
              <a:solidFill>
                <a:schemeClr val="tx1"/>
              </a:solidFill>
            </a:endParaRPr>
          </a:p>
        </p:txBody>
      </p:sp>
      <p:sp>
        <p:nvSpPr>
          <p:cNvPr id="4" name="Rectangle 3"/>
          <p:cNvSpPr/>
          <p:nvPr/>
        </p:nvSpPr>
        <p:spPr>
          <a:xfrm>
            <a:off x="997442" y="1742153"/>
            <a:ext cx="10659022" cy="1754326"/>
          </a:xfrm>
          <a:prstGeom prst="rect">
            <a:avLst/>
          </a:prstGeom>
        </p:spPr>
        <p:txBody>
          <a:bodyPr wrap="square">
            <a:spAutoFit/>
          </a:bodyPr>
          <a:lstStyle/>
          <a:p>
            <a:pPr marL="285750" indent="-285750" algn="just">
              <a:buFont typeface="Arial" panose="020B0604020202020204" pitchFamily="34" charset="0"/>
              <a:buChar char="•"/>
            </a:pPr>
            <a:r>
              <a:rPr lang="en-US" dirty="0"/>
              <a:t>The dirty read problem occurs </a:t>
            </a:r>
            <a:r>
              <a:rPr lang="en-US" i="1" dirty="0"/>
              <a:t>when one transaction updates an item of the database, and somehow the transaction fails, and before the data gets rollback, the updated database item is accessed by another transaction. There comes the Read-Write Conflict between both transactions.</a:t>
            </a:r>
          </a:p>
          <a:p>
            <a:pPr algn="just"/>
            <a:r>
              <a:rPr lang="en-US" b="1" dirty="0"/>
              <a:t>For example:</a:t>
            </a:r>
            <a:endParaRPr lang="en-US" dirty="0"/>
          </a:p>
          <a:p>
            <a:pPr marL="285750" indent="-285750" algn="just">
              <a:buFont typeface="Arial" panose="020B0604020202020204" pitchFamily="34" charset="0"/>
              <a:buChar char="•"/>
            </a:pPr>
            <a:r>
              <a:rPr lang="en-US" b="1" dirty="0"/>
              <a:t>Consider two transactions T</a:t>
            </a:r>
            <a:r>
              <a:rPr lang="en-US" b="1" baseline="-25000" dirty="0"/>
              <a:t>X</a:t>
            </a:r>
            <a:r>
              <a:rPr lang="en-US" b="1" dirty="0"/>
              <a:t> and T</a:t>
            </a:r>
            <a:r>
              <a:rPr lang="en-US" b="1" baseline="-25000" dirty="0"/>
              <a:t>Y</a:t>
            </a:r>
            <a:r>
              <a:rPr lang="en-US" b="1" dirty="0"/>
              <a:t> in the below diagram performing read/write operations on account A where the available balance in account A is $300:</a:t>
            </a:r>
            <a:endParaRPr lang="en-US" dirty="0"/>
          </a:p>
        </p:txBody>
      </p:sp>
      <p:pic>
        <p:nvPicPr>
          <p:cNvPr id="5" name="Picture 4"/>
          <p:cNvPicPr>
            <a:picLocks noChangeAspect="1"/>
          </p:cNvPicPr>
          <p:nvPr/>
        </p:nvPicPr>
        <p:blipFill>
          <a:blip r:embed="rId2"/>
          <a:stretch>
            <a:fillRect/>
          </a:stretch>
        </p:blipFill>
        <p:spPr>
          <a:xfrm>
            <a:off x="3072355" y="3607223"/>
            <a:ext cx="6047290" cy="3084522"/>
          </a:xfrm>
          <a:prstGeom prst="rect">
            <a:avLst/>
          </a:prstGeom>
        </p:spPr>
      </p:pic>
    </p:spTree>
    <p:extLst>
      <p:ext uri="{BB962C8B-B14F-4D97-AF65-F5344CB8AC3E}">
        <p14:creationId xmlns:p14="http://schemas.microsoft.com/office/powerpoint/2010/main" val="1336404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00;p28"/>
          <p:cNvSpPr txBox="1">
            <a:spLocks noGrp="1"/>
          </p:cNvSpPr>
          <p:nvPr>
            <p:ph type="title"/>
          </p:nvPr>
        </p:nvSpPr>
        <p:spPr>
          <a:xfrm>
            <a:off x="1008404" y="452717"/>
            <a:ext cx="10690789" cy="1400531"/>
          </a:xfrm>
          <a:prstGeom prst="rect">
            <a:avLst/>
          </a:prstGeom>
          <a:noFill/>
          <a:ln>
            <a:noFill/>
          </a:ln>
        </p:spPr>
        <p:txBody>
          <a:bodyPr spcFirstLastPara="1" vert="horz" wrap="square" lIns="91425" tIns="45700" rIns="91425" bIns="45700" rtlCol="0" anchor="b" anchorCtr="0">
            <a:normAutofit/>
          </a:bodyPr>
          <a:lstStyle/>
          <a:p>
            <a:r>
              <a:rPr lang="en" sz="3200" b="1" dirty="0"/>
              <a:t>The Temporary Update Problem OR Dirty Read Problem OR</a:t>
            </a:r>
            <a:br>
              <a:rPr lang="en" sz="3200" b="1" dirty="0"/>
            </a:br>
            <a:r>
              <a:rPr lang="en" sz="3200" b="1" dirty="0"/>
              <a:t>Uncommitted Dependency Problem</a:t>
            </a:r>
            <a:endParaRPr b="1" dirty="0"/>
          </a:p>
        </p:txBody>
      </p:sp>
      <p:sp>
        <p:nvSpPr>
          <p:cNvPr id="2" name="Rectangle 1"/>
          <p:cNvSpPr/>
          <p:nvPr/>
        </p:nvSpPr>
        <p:spPr>
          <a:xfrm>
            <a:off x="1162677" y="1853248"/>
            <a:ext cx="10020919" cy="2718180"/>
          </a:xfrm>
          <a:prstGeom prst="rect">
            <a:avLst/>
          </a:prstGeom>
        </p:spPr>
        <p:txBody>
          <a:bodyPr wrap="square">
            <a:spAutoFit/>
          </a:bodyPr>
          <a:lstStyle/>
          <a:p>
            <a:pPr algn="just">
              <a:buFont typeface="Arial" panose="020B0604020202020204" pitchFamily="34" charset="0"/>
              <a:buChar char="•"/>
            </a:pPr>
            <a:r>
              <a:rPr lang="en-US" sz="2133" dirty="0">
                <a:latin typeface="inter-regular"/>
              </a:rPr>
              <a:t>At time t1, transaction T</a:t>
            </a:r>
            <a:r>
              <a:rPr lang="en-US" sz="2133" baseline="-25000" dirty="0">
                <a:latin typeface="inter-regular"/>
              </a:rPr>
              <a:t>X</a:t>
            </a:r>
            <a:r>
              <a:rPr lang="en-US" sz="2133" dirty="0">
                <a:latin typeface="inter-regular"/>
              </a:rPr>
              <a:t> reads the value of account A, i.e., $300.</a:t>
            </a:r>
          </a:p>
          <a:p>
            <a:pPr algn="just">
              <a:buFont typeface="Arial" panose="020B0604020202020204" pitchFamily="34" charset="0"/>
              <a:buChar char="•"/>
            </a:pPr>
            <a:r>
              <a:rPr lang="en-US" sz="2133" dirty="0">
                <a:latin typeface="inter-regular"/>
              </a:rPr>
              <a:t>At time t2, transaction T</a:t>
            </a:r>
            <a:r>
              <a:rPr lang="en-US" sz="2133" baseline="-25000" dirty="0">
                <a:latin typeface="inter-regular"/>
              </a:rPr>
              <a:t>X</a:t>
            </a:r>
            <a:r>
              <a:rPr lang="en-US" sz="2133" dirty="0">
                <a:latin typeface="inter-regular"/>
              </a:rPr>
              <a:t> adds $50 to account A that becomes $350.</a:t>
            </a:r>
          </a:p>
          <a:p>
            <a:pPr algn="just">
              <a:buFont typeface="Arial" panose="020B0604020202020204" pitchFamily="34" charset="0"/>
              <a:buChar char="•"/>
            </a:pPr>
            <a:r>
              <a:rPr lang="en-US" sz="2133" dirty="0">
                <a:latin typeface="inter-regular"/>
              </a:rPr>
              <a:t>At time t3, transaction T</a:t>
            </a:r>
            <a:r>
              <a:rPr lang="en-US" sz="2133" baseline="-25000" dirty="0">
                <a:latin typeface="inter-regular"/>
              </a:rPr>
              <a:t>X</a:t>
            </a:r>
            <a:r>
              <a:rPr lang="en-US" sz="2133" dirty="0">
                <a:latin typeface="inter-regular"/>
              </a:rPr>
              <a:t> writes the updated value in account A, i.e., $350.</a:t>
            </a:r>
          </a:p>
          <a:p>
            <a:pPr algn="just">
              <a:buFont typeface="Arial" panose="020B0604020202020204" pitchFamily="34" charset="0"/>
              <a:buChar char="•"/>
            </a:pPr>
            <a:r>
              <a:rPr lang="en-US" sz="2133" dirty="0">
                <a:latin typeface="inter-regular"/>
              </a:rPr>
              <a:t>Then at time t4, transaction T</a:t>
            </a:r>
            <a:r>
              <a:rPr lang="en-US" sz="2133" baseline="-25000" dirty="0">
                <a:latin typeface="inter-regular"/>
              </a:rPr>
              <a:t>Y</a:t>
            </a:r>
            <a:r>
              <a:rPr lang="en-US" sz="2133" dirty="0">
                <a:latin typeface="inter-regular"/>
              </a:rPr>
              <a:t> reads account A that will be read as $350.</a:t>
            </a:r>
          </a:p>
          <a:p>
            <a:pPr algn="just">
              <a:buFont typeface="Arial" panose="020B0604020202020204" pitchFamily="34" charset="0"/>
              <a:buChar char="•"/>
            </a:pPr>
            <a:r>
              <a:rPr lang="en-US" sz="2133" dirty="0">
                <a:latin typeface="inter-regular"/>
              </a:rPr>
              <a:t>Then at time t5, transaction T</a:t>
            </a:r>
            <a:r>
              <a:rPr lang="en-US" sz="2133" baseline="-25000" dirty="0">
                <a:latin typeface="inter-regular"/>
              </a:rPr>
              <a:t>X</a:t>
            </a:r>
            <a:r>
              <a:rPr lang="en-US" sz="2133" dirty="0">
                <a:latin typeface="inter-regular"/>
              </a:rPr>
              <a:t> rollbacks due to server problem, and the value changes back to $300 (as initially).</a:t>
            </a:r>
          </a:p>
          <a:p>
            <a:pPr algn="just">
              <a:buFont typeface="Arial" panose="020B0604020202020204" pitchFamily="34" charset="0"/>
              <a:buChar char="•"/>
            </a:pPr>
            <a:r>
              <a:rPr lang="en-US" sz="2133" dirty="0">
                <a:latin typeface="inter-regular"/>
              </a:rPr>
              <a:t>But the value for account A remains $350 for transaction T</a:t>
            </a:r>
            <a:r>
              <a:rPr lang="en-US" sz="2133" baseline="-25000" dirty="0">
                <a:latin typeface="inter-regular"/>
              </a:rPr>
              <a:t>Y</a:t>
            </a:r>
            <a:r>
              <a:rPr lang="en-US" sz="2133" dirty="0">
                <a:latin typeface="inter-regular"/>
              </a:rPr>
              <a:t> as committed, which is the dirty read and therefore known as the Dirty Read Problem.</a:t>
            </a:r>
          </a:p>
        </p:txBody>
      </p:sp>
    </p:spTree>
    <p:extLst>
      <p:ext uri="{BB962C8B-B14F-4D97-AF65-F5344CB8AC3E}">
        <p14:creationId xmlns:p14="http://schemas.microsoft.com/office/powerpoint/2010/main" val="3984117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1016950" y="528797"/>
            <a:ext cx="10511327" cy="1220551"/>
          </a:xfrm>
          <a:prstGeom prst="rect">
            <a:avLst/>
          </a:prstGeom>
          <a:noFill/>
          <a:ln>
            <a:noFill/>
          </a:ln>
        </p:spPr>
        <p:txBody>
          <a:bodyPr spcFirstLastPara="1" vert="horz" wrap="square" lIns="91425" tIns="45700" rIns="91425" bIns="45700" rtlCol="0" anchor="b" anchorCtr="0">
            <a:normAutofit/>
          </a:bodyPr>
          <a:lstStyle/>
          <a:p>
            <a:r>
              <a:rPr lang="en" sz="3200" b="1" dirty="0">
                <a:solidFill>
                  <a:schemeClr val="tx1"/>
                </a:solidFill>
              </a:rPr>
              <a:t>The Temporary Update Problem OR Dirty Read Problem OR</a:t>
            </a:r>
            <a:br>
              <a:rPr lang="en" sz="3200" b="1" dirty="0">
                <a:solidFill>
                  <a:schemeClr val="tx1"/>
                </a:solidFill>
              </a:rPr>
            </a:br>
            <a:r>
              <a:rPr lang="en" sz="3200" b="1" dirty="0">
                <a:solidFill>
                  <a:schemeClr val="tx1"/>
                </a:solidFill>
              </a:rPr>
              <a:t>Uncommitted Dependency Problem</a:t>
            </a:r>
            <a:endParaRPr b="1" dirty="0">
              <a:solidFill>
                <a:schemeClr val="tx1"/>
              </a:solidFill>
            </a:endParaRPr>
          </a:p>
        </p:txBody>
      </p:sp>
      <p:sp>
        <p:nvSpPr>
          <p:cNvPr id="201" name="Google Shape;201;p28"/>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19</a:t>
            </a:fld>
            <a:endParaRPr/>
          </a:p>
        </p:txBody>
      </p:sp>
      <p:sp>
        <p:nvSpPr>
          <p:cNvPr id="202" name="Google Shape;202;p28"/>
          <p:cNvSpPr txBox="1"/>
          <p:nvPr/>
        </p:nvSpPr>
        <p:spPr>
          <a:xfrm>
            <a:off x="0" y="5761464"/>
            <a:ext cx="12533461" cy="369291"/>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solidFill>
                  <a:schemeClr val="dk1"/>
                </a:solidFill>
              </a:rPr>
              <a:t>Figure 20.3 (cont’d.) Some problems that occur when concurrent execution is uncontrolled (b) The temporary update problem</a:t>
            </a:r>
            <a:endParaRPr b="1" dirty="0">
              <a:solidFill>
                <a:schemeClr val="dk1"/>
              </a:solidFill>
            </a:endParaRPr>
          </a:p>
        </p:txBody>
      </p:sp>
      <p:pic>
        <p:nvPicPr>
          <p:cNvPr id="203" name="Google Shape;203;p28"/>
          <p:cNvPicPr preferRelativeResize="0"/>
          <p:nvPr/>
        </p:nvPicPr>
        <p:blipFill rotWithShape="1">
          <a:blip r:embed="rId3">
            <a:alphaModFix/>
          </a:blip>
          <a:srcRect/>
          <a:stretch/>
        </p:blipFill>
        <p:spPr>
          <a:xfrm>
            <a:off x="2183897" y="1791497"/>
            <a:ext cx="7824205" cy="367091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9"/>
          <p:cNvSpPr txBox="1">
            <a:spLocks noGrp="1"/>
          </p:cNvSpPr>
          <p:nvPr>
            <p:ph type="title"/>
          </p:nvPr>
        </p:nvSpPr>
        <p:spPr>
          <a:xfrm>
            <a:off x="1120211" y="356365"/>
            <a:ext cx="9801314" cy="1367443"/>
          </a:xfrm>
          <a:prstGeom prst="rect">
            <a:avLst/>
          </a:prstGeom>
          <a:noFill/>
          <a:ln>
            <a:noFill/>
          </a:ln>
        </p:spPr>
        <p:txBody>
          <a:bodyPr spcFirstLastPara="1" vert="horz" wrap="square" lIns="91425" tIns="45700" rIns="91425" bIns="45700" rtlCol="0" anchor="b" anchorCtr="0">
            <a:normAutofit/>
          </a:bodyPr>
          <a:lstStyle/>
          <a:p>
            <a:r>
              <a:rPr lang="en" sz="3200" b="1" dirty="0">
                <a:solidFill>
                  <a:schemeClr val="tx1"/>
                </a:solidFill>
              </a:rPr>
              <a:t>The Temporary Update Problem OR Dirty Read Problem OR</a:t>
            </a:r>
            <a:br>
              <a:rPr lang="en" sz="3200" b="1" dirty="0">
                <a:solidFill>
                  <a:schemeClr val="tx1"/>
                </a:solidFill>
              </a:rPr>
            </a:br>
            <a:r>
              <a:rPr lang="en" sz="3200" b="1" dirty="0">
                <a:solidFill>
                  <a:schemeClr val="tx1"/>
                </a:solidFill>
              </a:rPr>
              <a:t>Uncommitted Dependency Problem</a:t>
            </a:r>
            <a:endParaRPr b="1" dirty="0">
              <a:solidFill>
                <a:schemeClr val="tx1"/>
              </a:solidFill>
            </a:endParaRPr>
          </a:p>
        </p:txBody>
      </p:sp>
      <p:sp>
        <p:nvSpPr>
          <p:cNvPr id="209" name="Google Shape;209;p29"/>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20</a:t>
            </a:fld>
            <a:endParaRPr/>
          </a:p>
        </p:txBody>
      </p:sp>
      <p:sp>
        <p:nvSpPr>
          <p:cNvPr id="210" name="Google Shape;210;p29"/>
          <p:cNvSpPr txBox="1"/>
          <p:nvPr/>
        </p:nvSpPr>
        <p:spPr>
          <a:xfrm>
            <a:off x="489175" y="5690164"/>
            <a:ext cx="11213649" cy="646290"/>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t>Figure 20.3 (cont’d.) Some problems that occur when concurrent execution is uncontrolled (b) The temporary update problem</a:t>
            </a:r>
            <a:endParaRPr b="1" dirty="0"/>
          </a:p>
        </p:txBody>
      </p:sp>
      <p:pic>
        <p:nvPicPr>
          <p:cNvPr id="211" name="Google Shape;211;p29"/>
          <p:cNvPicPr preferRelativeResize="0"/>
          <p:nvPr/>
        </p:nvPicPr>
        <p:blipFill rotWithShape="1">
          <a:blip r:embed="rId3">
            <a:alphaModFix/>
          </a:blip>
          <a:srcRect/>
          <a:stretch/>
        </p:blipFill>
        <p:spPr>
          <a:xfrm>
            <a:off x="1880092" y="1804148"/>
            <a:ext cx="8159259" cy="3249703"/>
          </a:xfrm>
          <a:prstGeom prst="rect">
            <a:avLst/>
          </a:prstGeom>
          <a:noFill/>
          <a:ln>
            <a:noFill/>
          </a:ln>
        </p:spPr>
      </p:pic>
      <p:sp>
        <p:nvSpPr>
          <p:cNvPr id="2" name="Rectangle 1">
            <a:extLst>
              <a:ext uri="{FF2B5EF4-FFF2-40B4-BE49-F238E27FC236}">
                <a16:creationId xmlns:a16="http://schemas.microsoft.com/office/drawing/2014/main" id="{F834C7B1-D99D-2351-75EE-70B9B1370F51}"/>
              </a:ext>
            </a:extLst>
          </p:cNvPr>
          <p:cNvSpPr/>
          <p:nvPr/>
        </p:nvSpPr>
        <p:spPr>
          <a:xfrm>
            <a:off x="3854954" y="3679706"/>
            <a:ext cx="1149191" cy="2899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BEBFBFD8-14F7-6A6B-AF39-73FA7687BC5F}"/>
              </a:ext>
            </a:extLst>
          </p:cNvPr>
          <p:cNvSpPr/>
          <p:nvPr/>
        </p:nvSpPr>
        <p:spPr>
          <a:xfrm>
            <a:off x="6732415" y="3351429"/>
            <a:ext cx="1149191" cy="2899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0"/>
          <p:cNvSpPr txBox="1">
            <a:spLocks noGrp="1"/>
          </p:cNvSpPr>
          <p:nvPr>
            <p:ph type="title"/>
          </p:nvPr>
        </p:nvSpPr>
        <p:spPr>
          <a:xfrm>
            <a:off x="1191994" y="943341"/>
            <a:ext cx="7886700" cy="755903"/>
          </a:xfrm>
          <a:prstGeom prst="rect">
            <a:avLst/>
          </a:prstGeom>
          <a:noFill/>
          <a:ln>
            <a:noFill/>
          </a:ln>
        </p:spPr>
        <p:txBody>
          <a:bodyPr spcFirstLastPara="1" vert="horz" wrap="square" lIns="91425" tIns="45700" rIns="91425" bIns="45700" rtlCol="0" anchor="b" anchorCtr="0">
            <a:normAutofit/>
          </a:bodyPr>
          <a:lstStyle/>
          <a:p>
            <a:r>
              <a:rPr lang="en" sz="3733" b="1" dirty="0">
                <a:solidFill>
                  <a:schemeClr val="tx1"/>
                </a:solidFill>
              </a:rPr>
              <a:t>The Incorrect Summary Problem</a:t>
            </a:r>
            <a:endParaRPr sz="3733" b="1" dirty="0">
              <a:solidFill>
                <a:schemeClr val="tx1"/>
              </a:solidFill>
            </a:endParaRPr>
          </a:p>
        </p:txBody>
      </p:sp>
      <p:sp>
        <p:nvSpPr>
          <p:cNvPr id="2" name="Rectangle 1"/>
          <p:cNvSpPr/>
          <p:nvPr/>
        </p:nvSpPr>
        <p:spPr>
          <a:xfrm>
            <a:off x="572963" y="1823029"/>
            <a:ext cx="11341945" cy="1938992"/>
          </a:xfrm>
          <a:prstGeom prst="rect">
            <a:avLst/>
          </a:prstGeom>
        </p:spPr>
        <p:txBody>
          <a:bodyPr wrap="square">
            <a:spAutoFit/>
          </a:bodyPr>
          <a:lstStyle/>
          <a:p>
            <a:pPr marL="342900" indent="-342900">
              <a:buFont typeface="Arial" panose="020B0604020202020204" pitchFamily="34" charset="0"/>
              <a:buChar char="•"/>
            </a:pPr>
            <a:r>
              <a:rPr lang="en-US" sz="2000" dirty="0"/>
              <a:t>Also known as Inconsistent Retrievals Problem that occurs when in a transaction, two different values are read for the same database item.</a:t>
            </a:r>
          </a:p>
          <a:p>
            <a:pPr marL="342900" indent="-342900">
              <a:buFont typeface="Arial" panose="020B0604020202020204" pitchFamily="34" charset="0"/>
              <a:buChar char="•"/>
            </a:pPr>
            <a:endParaRPr lang="en-US" sz="2000" dirty="0"/>
          </a:p>
          <a:p>
            <a:r>
              <a:rPr lang="en-US" sz="2000" b="1" dirty="0"/>
              <a:t>For example:</a:t>
            </a:r>
          </a:p>
          <a:p>
            <a:pPr marL="342900" indent="-342900">
              <a:buFont typeface="Arial" panose="020B0604020202020204" pitchFamily="34" charset="0"/>
              <a:buChar char="•"/>
            </a:pPr>
            <a:r>
              <a:rPr lang="en-US" sz="2000" dirty="0"/>
              <a:t>Consider two transactions, TX and TY, performing the read/write operations on account A, having an available balance = $300. The diagram is shown below:</a:t>
            </a:r>
          </a:p>
        </p:txBody>
      </p:sp>
      <p:pic>
        <p:nvPicPr>
          <p:cNvPr id="3" name="Picture 2"/>
          <p:cNvPicPr>
            <a:picLocks noChangeAspect="1"/>
          </p:cNvPicPr>
          <p:nvPr/>
        </p:nvPicPr>
        <p:blipFill>
          <a:blip r:embed="rId3"/>
          <a:stretch>
            <a:fillRect/>
          </a:stretch>
        </p:blipFill>
        <p:spPr>
          <a:xfrm>
            <a:off x="6969342" y="3429000"/>
            <a:ext cx="4821583" cy="320482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0"/>
          <p:cNvSpPr txBox="1">
            <a:spLocks noGrp="1"/>
          </p:cNvSpPr>
          <p:nvPr>
            <p:ph type="title"/>
          </p:nvPr>
        </p:nvSpPr>
        <p:spPr>
          <a:xfrm>
            <a:off x="1046716" y="1019993"/>
            <a:ext cx="7886700" cy="755903"/>
          </a:xfrm>
          <a:prstGeom prst="rect">
            <a:avLst/>
          </a:prstGeom>
          <a:noFill/>
          <a:ln>
            <a:noFill/>
          </a:ln>
        </p:spPr>
        <p:txBody>
          <a:bodyPr spcFirstLastPara="1" vert="horz" wrap="square" lIns="91425" tIns="45700" rIns="91425" bIns="45700" rtlCol="0" anchor="b" anchorCtr="0">
            <a:normAutofit/>
          </a:bodyPr>
          <a:lstStyle/>
          <a:p>
            <a:r>
              <a:rPr lang="en" sz="4000" b="1" dirty="0">
                <a:solidFill>
                  <a:schemeClr val="tx1"/>
                </a:solidFill>
              </a:rPr>
              <a:t>The Incorrect Summary Problem</a:t>
            </a:r>
            <a:endParaRPr sz="4000" b="1" dirty="0">
              <a:solidFill>
                <a:schemeClr val="tx1"/>
              </a:solidFill>
            </a:endParaRPr>
          </a:p>
        </p:txBody>
      </p:sp>
      <p:sp>
        <p:nvSpPr>
          <p:cNvPr id="4" name="Rectangle 3"/>
          <p:cNvSpPr/>
          <p:nvPr/>
        </p:nvSpPr>
        <p:spPr>
          <a:xfrm>
            <a:off x="734296" y="1876816"/>
            <a:ext cx="10768088" cy="4401205"/>
          </a:xfrm>
          <a:prstGeom prst="rect">
            <a:avLst/>
          </a:prstGeom>
        </p:spPr>
        <p:txBody>
          <a:bodyPr wrap="square">
            <a:spAutoFit/>
          </a:bodyPr>
          <a:lstStyle/>
          <a:p>
            <a:pPr marL="380990" indent="-380990">
              <a:buFont typeface="Arial" panose="020B0604020202020204" pitchFamily="34" charset="0"/>
              <a:buChar char="•"/>
            </a:pPr>
            <a:r>
              <a:rPr lang="en-US" sz="2000" dirty="0"/>
              <a:t>At time t1, transaction TX reads the value from account A, i.e., $300.</a:t>
            </a:r>
          </a:p>
          <a:p>
            <a:pPr marL="380990" indent="-380990">
              <a:buFont typeface="Arial" panose="020B0604020202020204" pitchFamily="34" charset="0"/>
              <a:buChar char="•"/>
            </a:pPr>
            <a:r>
              <a:rPr lang="en-US" sz="2000" dirty="0"/>
              <a:t>At time t2, transaction TY reads the value from account A, i.e., $300.</a:t>
            </a:r>
          </a:p>
          <a:p>
            <a:pPr marL="380990" indent="-380990">
              <a:buFont typeface="Arial" panose="020B0604020202020204" pitchFamily="34" charset="0"/>
              <a:buChar char="•"/>
            </a:pPr>
            <a:r>
              <a:rPr lang="en-US" sz="2000" dirty="0"/>
              <a:t>At time t3, transaction TY updates the value of account A by adding $100 to the available balance, and then it becomes $400.</a:t>
            </a:r>
          </a:p>
          <a:p>
            <a:pPr marL="380990" indent="-380990">
              <a:buFont typeface="Arial" panose="020B0604020202020204" pitchFamily="34" charset="0"/>
              <a:buChar char="•"/>
            </a:pPr>
            <a:r>
              <a:rPr lang="en-US" sz="2000" dirty="0"/>
              <a:t>At time t4, transaction TY writes the updated value, i.e., $400.</a:t>
            </a:r>
          </a:p>
          <a:p>
            <a:pPr marL="380990" indent="-380990">
              <a:buFont typeface="Arial" panose="020B0604020202020204" pitchFamily="34" charset="0"/>
              <a:buChar char="•"/>
            </a:pPr>
            <a:r>
              <a:rPr lang="en-US" sz="2000" dirty="0"/>
              <a:t>After that, at time t5, transaction TX reads the available value of account A, and that will be read as $400.</a:t>
            </a:r>
          </a:p>
          <a:p>
            <a:pPr marL="380990" indent="-380990">
              <a:buFont typeface="Arial" panose="020B0604020202020204" pitchFamily="34" charset="0"/>
              <a:buChar char="•"/>
            </a:pPr>
            <a:r>
              <a:rPr lang="en-US" sz="2000" dirty="0"/>
              <a:t>It means that within the same transaction TX, it reads two different values of account A, i.e., $ 300 initially, and after update made by transaction TY, it reads $400. It is an unrepeatable read and is therefore known as the Unrepeatable read problem.</a:t>
            </a:r>
          </a:p>
          <a:p>
            <a:endParaRPr lang="en-US" sz="2000" dirty="0"/>
          </a:p>
          <a:p>
            <a:r>
              <a:rPr lang="en-US" sz="2000" dirty="0"/>
              <a:t>Thus, in order to maintain consistency in the database and avoid such problems that take place in concurrent execution, management is needed, and that is where the concept of Concurrency Control comes into role.</a:t>
            </a:r>
          </a:p>
        </p:txBody>
      </p:sp>
    </p:spTree>
    <p:extLst>
      <p:ext uri="{BB962C8B-B14F-4D97-AF65-F5344CB8AC3E}">
        <p14:creationId xmlns:p14="http://schemas.microsoft.com/office/powerpoint/2010/main" val="2008118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0"/>
          <p:cNvSpPr txBox="1">
            <a:spLocks noGrp="1"/>
          </p:cNvSpPr>
          <p:nvPr>
            <p:ph type="title"/>
          </p:nvPr>
        </p:nvSpPr>
        <p:spPr>
          <a:xfrm>
            <a:off x="1030004" y="366703"/>
            <a:ext cx="9176226" cy="1376148"/>
          </a:xfrm>
          <a:prstGeom prst="rect">
            <a:avLst/>
          </a:prstGeom>
          <a:noFill/>
          <a:ln>
            <a:noFill/>
          </a:ln>
        </p:spPr>
        <p:txBody>
          <a:bodyPr spcFirstLastPara="1" vert="horz" wrap="square" lIns="91425" tIns="45700" rIns="91425" bIns="45700" rtlCol="0" anchor="b" anchorCtr="0">
            <a:normAutofit/>
          </a:bodyPr>
          <a:lstStyle/>
          <a:p>
            <a:r>
              <a:rPr lang="en" b="1" dirty="0"/>
              <a:t>The Incorrect Summary Problem</a:t>
            </a:r>
            <a:endParaRPr b="1" dirty="0"/>
          </a:p>
        </p:txBody>
      </p:sp>
      <p:sp>
        <p:nvSpPr>
          <p:cNvPr id="217" name="Google Shape;217;p30"/>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23</a:t>
            </a:fld>
            <a:endParaRPr/>
          </a:p>
        </p:txBody>
      </p:sp>
      <p:sp>
        <p:nvSpPr>
          <p:cNvPr id="218" name="Google Shape;218;p30"/>
          <p:cNvSpPr txBox="1"/>
          <p:nvPr/>
        </p:nvSpPr>
        <p:spPr>
          <a:xfrm>
            <a:off x="1030004" y="5761464"/>
            <a:ext cx="10898116" cy="646290"/>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t>Figure 20.3 (cont’d.) Some problems that occur when concurrent execution is uncontrolled (c) The incorrect summary problem</a:t>
            </a:r>
            <a:endParaRPr b="1" dirty="0"/>
          </a:p>
        </p:txBody>
      </p:sp>
      <p:pic>
        <p:nvPicPr>
          <p:cNvPr id="219" name="Google Shape;219;p30"/>
          <p:cNvPicPr preferRelativeResize="0"/>
          <p:nvPr/>
        </p:nvPicPr>
        <p:blipFill rotWithShape="1">
          <a:blip r:embed="rId3">
            <a:alphaModFix/>
          </a:blip>
          <a:srcRect/>
          <a:stretch/>
        </p:blipFill>
        <p:spPr>
          <a:xfrm>
            <a:off x="2291819" y="1817316"/>
            <a:ext cx="7359604" cy="3944148"/>
          </a:xfrm>
          <a:prstGeom prst="rect">
            <a:avLst/>
          </a:prstGeom>
          <a:noFill/>
          <a:ln>
            <a:noFill/>
          </a:ln>
        </p:spPr>
      </p:pic>
    </p:spTree>
    <p:extLst>
      <p:ext uri="{BB962C8B-B14F-4D97-AF65-F5344CB8AC3E}">
        <p14:creationId xmlns:p14="http://schemas.microsoft.com/office/powerpoint/2010/main" val="579877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1"/>
          <p:cNvSpPr txBox="1">
            <a:spLocks noGrp="1"/>
          </p:cNvSpPr>
          <p:nvPr>
            <p:ph type="title"/>
          </p:nvPr>
        </p:nvSpPr>
        <p:spPr>
          <a:xfrm>
            <a:off x="1204957" y="626301"/>
            <a:ext cx="9631110" cy="1165708"/>
          </a:xfrm>
          <a:prstGeom prst="rect">
            <a:avLst/>
          </a:prstGeom>
          <a:noFill/>
          <a:ln>
            <a:noFill/>
          </a:ln>
        </p:spPr>
        <p:txBody>
          <a:bodyPr spcFirstLastPara="1" vert="horz" wrap="square" lIns="91425" tIns="45700" rIns="91425" bIns="45700" rtlCol="0" anchor="b" anchorCtr="0">
            <a:normAutofit fontScale="90000"/>
          </a:bodyPr>
          <a:lstStyle/>
          <a:p>
            <a:r>
              <a:rPr lang="en" b="1" dirty="0"/>
              <a:t>The Incorrect Summary Problem OR</a:t>
            </a:r>
            <a:br>
              <a:rPr lang="en" b="1" dirty="0"/>
            </a:br>
            <a:r>
              <a:rPr lang="en" b="1" dirty="0"/>
              <a:t>Inconsistent Analysis Problem</a:t>
            </a:r>
            <a:endParaRPr b="1" dirty="0"/>
          </a:p>
        </p:txBody>
      </p:sp>
      <p:sp>
        <p:nvSpPr>
          <p:cNvPr id="225" name="Google Shape;225;p31"/>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24</a:t>
            </a:fld>
            <a:endParaRPr/>
          </a:p>
        </p:txBody>
      </p:sp>
      <p:sp>
        <p:nvSpPr>
          <p:cNvPr id="226" name="Google Shape;226;p31"/>
          <p:cNvSpPr txBox="1"/>
          <p:nvPr/>
        </p:nvSpPr>
        <p:spPr>
          <a:xfrm>
            <a:off x="880461" y="5826182"/>
            <a:ext cx="10280102" cy="646290"/>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b="1" dirty="0">
                <a:solidFill>
                  <a:schemeClr val="dk1"/>
                </a:solidFill>
              </a:rPr>
              <a:t>Figure 20.3 (cont’d.) Some problems that occur when concurrent execution is uncontrolled (c) The incorrect summary problem</a:t>
            </a:r>
            <a:endParaRPr b="1" dirty="0">
              <a:solidFill>
                <a:schemeClr val="dk1"/>
              </a:solidFill>
            </a:endParaRPr>
          </a:p>
        </p:txBody>
      </p:sp>
      <p:pic>
        <p:nvPicPr>
          <p:cNvPr id="227" name="Google Shape;227;p31"/>
          <p:cNvPicPr preferRelativeResize="0"/>
          <p:nvPr/>
        </p:nvPicPr>
        <p:blipFill rotWithShape="1">
          <a:blip r:embed="rId3">
            <a:alphaModFix/>
          </a:blip>
          <a:srcRect/>
          <a:stretch/>
        </p:blipFill>
        <p:spPr>
          <a:xfrm>
            <a:off x="1572382" y="1767751"/>
            <a:ext cx="8466969" cy="40588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2"/>
          <p:cNvSpPr txBox="1">
            <a:spLocks noGrp="1"/>
          </p:cNvSpPr>
          <p:nvPr>
            <p:ph type="title"/>
          </p:nvPr>
        </p:nvSpPr>
        <p:spPr>
          <a:xfrm>
            <a:off x="1204067" y="667847"/>
            <a:ext cx="10572037" cy="994200"/>
          </a:xfrm>
          <a:prstGeom prst="rect">
            <a:avLst/>
          </a:prstGeom>
          <a:noFill/>
          <a:ln>
            <a:noFill/>
          </a:ln>
        </p:spPr>
        <p:txBody>
          <a:bodyPr spcFirstLastPara="1" vert="horz" wrap="square" lIns="91425" tIns="45700" rIns="91425" bIns="45700" rtlCol="0" anchor="b" anchorCtr="0">
            <a:normAutofit fontScale="90000"/>
          </a:bodyPr>
          <a:lstStyle/>
          <a:p>
            <a:r>
              <a:rPr lang="en" b="1" dirty="0"/>
              <a:t>The Unrepeatable Read Problem (Fuzzy Read)</a:t>
            </a:r>
            <a:endParaRPr b="1" dirty="0"/>
          </a:p>
        </p:txBody>
      </p:sp>
      <p:sp>
        <p:nvSpPr>
          <p:cNvPr id="233" name="Google Shape;233;p32"/>
          <p:cNvSpPr txBox="1">
            <a:spLocks noGrp="1"/>
          </p:cNvSpPr>
          <p:nvPr>
            <p:ph idx="1"/>
          </p:nvPr>
        </p:nvSpPr>
        <p:spPr>
          <a:xfrm>
            <a:off x="1332254" y="1888703"/>
            <a:ext cx="7886700" cy="3263400"/>
          </a:xfrm>
          <a:prstGeom prst="rect">
            <a:avLst/>
          </a:prstGeom>
          <a:blipFill rotWithShape="1">
            <a:blip r:embed="rId3">
              <a:alphaModFix/>
            </a:blip>
            <a:stretch>
              <a:fillRect l="-293" t="-1465"/>
            </a:stretch>
          </a:blipFill>
          <a:ln>
            <a:noFill/>
          </a:ln>
        </p:spPr>
        <p:txBody>
          <a:bodyPr spcFirstLastPara="1" vert="horz" wrap="square" lIns="91425" tIns="45700" rIns="0" bIns="45700" rtlCol="0" anchor="t" anchorCtr="0">
            <a:normAutofit/>
          </a:bodyPr>
          <a:lstStyle/>
          <a:p>
            <a:pPr marL="342891">
              <a:spcBef>
                <a:spcPts val="0"/>
              </a:spcBef>
              <a:buSzPts val="1680"/>
            </a:pPr>
            <a:r>
              <a:rPr lang="en">
                <a:solidFill>
                  <a:schemeClr val="tx1"/>
                </a:solidFill>
              </a:rPr>
              <a:t> </a:t>
            </a:r>
            <a:endParaRPr>
              <a:solidFill>
                <a:schemeClr val="tx1"/>
              </a:solidFill>
            </a:endParaRPr>
          </a:p>
        </p:txBody>
      </p:sp>
      <p:sp>
        <p:nvSpPr>
          <p:cNvPr id="234" name="Google Shape;234;p32"/>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4D524B-E602-6B70-AB27-56A4F91B4A6E}"/>
              </a:ext>
            </a:extLst>
          </p:cNvPr>
          <p:cNvPicPr>
            <a:picLocks noChangeAspect="1"/>
          </p:cNvPicPr>
          <p:nvPr/>
        </p:nvPicPr>
        <p:blipFill>
          <a:blip r:embed="rId2"/>
          <a:stretch>
            <a:fillRect/>
          </a:stretch>
        </p:blipFill>
        <p:spPr>
          <a:xfrm>
            <a:off x="1336684" y="337134"/>
            <a:ext cx="10285471" cy="5865544"/>
          </a:xfrm>
          <a:prstGeom prst="rect">
            <a:avLst/>
          </a:prstGeom>
        </p:spPr>
      </p:pic>
    </p:spTree>
    <p:extLst>
      <p:ext uri="{BB962C8B-B14F-4D97-AF65-F5344CB8AC3E}">
        <p14:creationId xmlns:p14="http://schemas.microsoft.com/office/powerpoint/2010/main" val="702345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82CDBF-31BE-4275-BBFA-F0259CEEDA21}"/>
              </a:ext>
            </a:extLst>
          </p:cNvPr>
          <p:cNvPicPr>
            <a:picLocks noChangeAspect="1"/>
          </p:cNvPicPr>
          <p:nvPr/>
        </p:nvPicPr>
        <p:blipFill>
          <a:blip r:embed="rId2"/>
          <a:stretch>
            <a:fillRect/>
          </a:stretch>
        </p:blipFill>
        <p:spPr>
          <a:xfrm>
            <a:off x="1523624" y="505838"/>
            <a:ext cx="9144752" cy="5330757"/>
          </a:xfrm>
          <a:prstGeom prst="rect">
            <a:avLst/>
          </a:prstGeom>
        </p:spPr>
      </p:pic>
    </p:spTree>
    <p:extLst>
      <p:ext uri="{BB962C8B-B14F-4D97-AF65-F5344CB8AC3E}">
        <p14:creationId xmlns:p14="http://schemas.microsoft.com/office/powerpoint/2010/main" val="339475772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4112</TotalTime>
  <Words>1383</Words>
  <Application>Microsoft Office PowerPoint</Application>
  <PresentationFormat>Widescreen</PresentationFormat>
  <Paragraphs>125</Paragraphs>
  <Slides>27</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Calibri</vt:lpstr>
      <vt:lpstr>inter-regular</vt:lpstr>
      <vt:lpstr>Times New Roman</vt:lpstr>
      <vt:lpstr>Retrospect</vt:lpstr>
      <vt:lpstr> Database Systems</vt:lpstr>
      <vt:lpstr>Introduction</vt:lpstr>
      <vt:lpstr>Introduction to Transaction Processing</vt:lpstr>
      <vt:lpstr>Introduction to Transaction Processing (cont’d.)</vt:lpstr>
      <vt:lpstr>Introduction to Transaction Processing (cont’d.)</vt:lpstr>
      <vt:lpstr>Transactions</vt:lpstr>
      <vt:lpstr>Database Items</vt:lpstr>
      <vt:lpstr>Read and Write Operations</vt:lpstr>
      <vt:lpstr>Read and Write Operations (cont’d.)</vt:lpstr>
      <vt:lpstr>DBMS Buffers</vt:lpstr>
      <vt:lpstr>Concurrency Control</vt:lpstr>
      <vt:lpstr>The Lost Update Problem</vt:lpstr>
      <vt:lpstr>The Lost Update Problem</vt:lpstr>
      <vt:lpstr>The Lost Update Problem</vt:lpstr>
      <vt:lpstr>The Lost Update Problem</vt:lpstr>
      <vt:lpstr>The Lost Update Problem</vt:lpstr>
      <vt:lpstr>The Temporary Update Problem OR Dirty Read Problem OR Uncommitted Dependency Problem</vt:lpstr>
      <vt:lpstr>The Temporary Update Problem OR Dirty Read Problem OR Uncommitted Dependency Problem</vt:lpstr>
      <vt:lpstr>The Temporary Update Problem OR Dirty Read Problem OR Uncommitted Dependency Problem</vt:lpstr>
      <vt:lpstr>The Temporary Update Problem OR Dirty Read Problem OR Uncommitted Dependency Problem</vt:lpstr>
      <vt:lpstr>The Incorrect Summary Problem</vt:lpstr>
      <vt:lpstr>The Incorrect Summary Problem</vt:lpstr>
      <vt:lpstr>The Incorrect Summary Problem</vt:lpstr>
      <vt:lpstr>The Incorrect Summary Problem OR Inconsistent Analysis Problem</vt:lpstr>
      <vt:lpstr>The Unrepeatable Read Problem (Fuzzy Read)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46</cp:revision>
  <dcterms:created xsi:type="dcterms:W3CDTF">2024-08-09T06:58:16Z</dcterms:created>
  <dcterms:modified xsi:type="dcterms:W3CDTF">2024-11-10T12:48:56Z</dcterms:modified>
</cp:coreProperties>
</file>