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93" r:id="rId3"/>
    <p:sldId id="320"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21" r:id="rId19"/>
    <p:sldId id="323" r:id="rId20"/>
    <p:sldId id="322" r:id="rId21"/>
    <p:sldId id="324" r:id="rId22"/>
    <p:sldId id="32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18" autoAdjust="0"/>
    <p:restoredTop sz="94061" autoAdjust="0"/>
  </p:normalViewPr>
  <p:slideViewPr>
    <p:cSldViewPr snapToGrid="0">
      <p:cViewPr varScale="1">
        <p:scale>
          <a:sx n="69" d="100"/>
          <a:sy n="69" d="100"/>
        </p:scale>
        <p:origin x="6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EDDA1BD-D3CC-45E4-ACF9-6AC323ACE8EB}"/>
    <pc:docChg chg="modSld">
      <pc:chgData name="Ms Alina Arshad" userId="cccdfd85-d35d-4453-9c6f-a463aae40722" providerId="ADAL" clId="{6EDDA1BD-D3CC-45E4-ACF9-6AC323ACE8EB}" dt="2024-10-01T05:29:43.597" v="2" actId="478"/>
      <pc:docMkLst>
        <pc:docMk/>
      </pc:docMkLst>
      <pc:sldChg chg="modSp mod">
        <pc:chgData name="Ms Alina Arshad" userId="cccdfd85-d35d-4453-9c6f-a463aae40722" providerId="ADAL" clId="{6EDDA1BD-D3CC-45E4-ACF9-6AC323ACE8EB}" dt="2024-10-01T05:14:42.548" v="1" actId="20577"/>
        <pc:sldMkLst>
          <pc:docMk/>
          <pc:sldMk cId="0" sldId="352"/>
        </pc:sldMkLst>
        <pc:spChg chg="mod">
          <ac:chgData name="Ms Alina Arshad" userId="cccdfd85-d35d-4453-9c6f-a463aae40722" providerId="ADAL" clId="{6EDDA1BD-D3CC-45E4-ACF9-6AC323ACE8EB}" dt="2024-10-01T05:14:42.548" v="1" actId="20577"/>
          <ac:spMkLst>
            <pc:docMk/>
            <pc:sldMk cId="0" sldId="352"/>
            <ac:spMk id="64516" creationId="{D2D679A3-2E8D-4632-948B-DAF7F009B134}"/>
          </ac:spMkLst>
        </pc:spChg>
      </pc:sldChg>
      <pc:sldChg chg="delSp">
        <pc:chgData name="Ms Alina Arshad" userId="cccdfd85-d35d-4453-9c6f-a463aae40722" providerId="ADAL" clId="{6EDDA1BD-D3CC-45E4-ACF9-6AC323ACE8EB}" dt="2024-10-01T05:29:43.597" v="2" actId="478"/>
        <pc:sldMkLst>
          <pc:docMk/>
          <pc:sldMk cId="0" sldId="368"/>
        </pc:sldMkLst>
        <pc:spChg chg="del">
          <ac:chgData name="Ms Alina Arshad" userId="cccdfd85-d35d-4453-9c6f-a463aae40722" providerId="ADAL" clId="{6EDDA1BD-D3CC-45E4-ACF9-6AC323ACE8EB}" dt="2024-10-01T05:29:43.597" v="2" actId="478"/>
          <ac:spMkLst>
            <pc:docMk/>
            <pc:sldMk cId="0" sldId="368"/>
            <ac:spMk id="80898" creationId="{52ED864D-0629-4251-9D8E-CE2EF8458A4D}"/>
          </ac:spMkLst>
        </pc:spChg>
      </pc:sldChg>
    </pc:docChg>
  </pc:docChgLst>
  <pc:docChgLst>
    <pc:chgData name="Ms Alina Arshad" userId="cccdfd85-d35d-4453-9c6f-a463aae40722" providerId="ADAL" clId="{18B0CDA4-F1C6-4A2D-A27C-52286B3C7AD7}"/>
    <pc:docChg chg="custSel addSld delSld modSld sldOrd">
      <pc:chgData name="Ms Alina Arshad" userId="cccdfd85-d35d-4453-9c6f-a463aae40722" providerId="ADAL" clId="{18B0CDA4-F1C6-4A2D-A27C-52286B3C7AD7}" dt="2024-10-21T09:01:48.458" v="105" actId="20577"/>
      <pc:docMkLst>
        <pc:docMk/>
      </pc:docMkLst>
      <pc:sldChg chg="modSp mod">
        <pc:chgData name="Ms Alina Arshad" userId="cccdfd85-d35d-4453-9c6f-a463aae40722" providerId="ADAL" clId="{18B0CDA4-F1C6-4A2D-A27C-52286B3C7AD7}" dt="2024-10-21T09:01:48.458" v="105" actId="20577"/>
        <pc:sldMkLst>
          <pc:docMk/>
          <pc:sldMk cId="3322361034" sldId="256"/>
        </pc:sldMkLst>
        <pc:spChg chg="mod">
          <ac:chgData name="Ms Alina Arshad" userId="cccdfd85-d35d-4453-9c6f-a463aae40722" providerId="ADAL" clId="{18B0CDA4-F1C6-4A2D-A27C-52286B3C7AD7}" dt="2024-10-21T09:01:48.458" v="105" actId="20577"/>
          <ac:spMkLst>
            <pc:docMk/>
            <pc:sldMk cId="3322361034" sldId="256"/>
            <ac:spMk id="3" creationId="{44E9F82C-BBA7-3495-1097-BEDB54FFFDF4}"/>
          </ac:spMkLst>
        </pc:spChg>
      </pc:sldChg>
      <pc:sldChg chg="modSp add mod">
        <pc:chgData name="Ms Alina Arshad" userId="cccdfd85-d35d-4453-9c6f-a463aae40722" providerId="ADAL" clId="{18B0CDA4-F1C6-4A2D-A27C-52286B3C7AD7}" dt="2024-10-21T08:48:03.608" v="102" actId="20577"/>
        <pc:sldMkLst>
          <pc:docMk/>
          <pc:sldMk cId="0" sldId="262"/>
        </pc:sldMkLst>
        <pc:spChg chg="mod">
          <ac:chgData name="Ms Alina Arshad" userId="cccdfd85-d35d-4453-9c6f-a463aae40722" providerId="ADAL" clId="{18B0CDA4-F1C6-4A2D-A27C-52286B3C7AD7}" dt="2024-10-21T08:47:47.282" v="98" actId="1076"/>
          <ac:spMkLst>
            <pc:docMk/>
            <pc:sldMk cId="0" sldId="262"/>
            <ac:spMk id="2" creationId="{00000000-0000-0000-0000-000000000000}"/>
          </ac:spMkLst>
        </pc:spChg>
        <pc:spChg chg="mod">
          <ac:chgData name="Ms Alina Arshad" userId="cccdfd85-d35d-4453-9c6f-a463aae40722" providerId="ADAL" clId="{18B0CDA4-F1C6-4A2D-A27C-52286B3C7AD7}" dt="2024-10-21T08:48:03.608" v="102" actId="20577"/>
          <ac:spMkLst>
            <pc:docMk/>
            <pc:sldMk cId="0" sldId="262"/>
            <ac:spMk id="3" creationId="{00000000-0000-0000-0000-000000000000}"/>
          </ac:spMkLst>
        </pc:spChg>
      </pc:sldChg>
      <pc:sldChg chg="modSp mod">
        <pc:chgData name="Ms Alina Arshad" userId="cccdfd85-d35d-4453-9c6f-a463aae40722" providerId="ADAL" clId="{18B0CDA4-F1C6-4A2D-A27C-52286B3C7AD7}" dt="2024-10-21T03:50:06.316" v="0" actId="1076"/>
        <pc:sldMkLst>
          <pc:docMk/>
          <pc:sldMk cId="0" sldId="273"/>
        </pc:sldMkLst>
        <pc:picChg chg="mod">
          <ac:chgData name="Ms Alina Arshad" userId="cccdfd85-d35d-4453-9c6f-a463aae40722" providerId="ADAL" clId="{18B0CDA4-F1C6-4A2D-A27C-52286B3C7AD7}" dt="2024-10-21T03:50:06.316" v="0" actId="1076"/>
          <ac:picMkLst>
            <pc:docMk/>
            <pc:sldMk cId="0" sldId="273"/>
            <ac:picMk id="7" creationId="{00000000-0000-0000-0000-000000000000}"/>
          </ac:picMkLst>
        </pc:picChg>
      </pc:sldChg>
      <pc:sldChg chg="del">
        <pc:chgData name="Ms Alina Arshad" userId="cccdfd85-d35d-4453-9c6f-a463aae40722" providerId="ADAL" clId="{18B0CDA4-F1C6-4A2D-A27C-52286B3C7AD7}" dt="2024-10-21T08:00:55.288" v="2" actId="47"/>
        <pc:sldMkLst>
          <pc:docMk/>
          <pc:sldMk cId="0" sldId="275"/>
        </pc:sldMkLst>
      </pc:sldChg>
      <pc:sldChg chg="modSp del mod">
        <pc:chgData name="Ms Alina Arshad" userId="cccdfd85-d35d-4453-9c6f-a463aae40722" providerId="ADAL" clId="{18B0CDA4-F1C6-4A2D-A27C-52286B3C7AD7}" dt="2024-10-21T08:00:56.132" v="3" actId="47"/>
        <pc:sldMkLst>
          <pc:docMk/>
          <pc:sldMk cId="0" sldId="276"/>
        </pc:sldMkLst>
        <pc:spChg chg="mod">
          <ac:chgData name="Ms Alina Arshad" userId="cccdfd85-d35d-4453-9c6f-a463aae40722" providerId="ADAL" clId="{18B0CDA4-F1C6-4A2D-A27C-52286B3C7AD7}" dt="2024-10-21T07:58:57.353" v="1" actId="20577"/>
          <ac:spMkLst>
            <pc:docMk/>
            <pc:sldMk cId="0" sldId="276"/>
            <ac:spMk id="3" creationId="{00000000-0000-0000-0000-000000000000}"/>
          </ac:spMkLst>
        </pc:spChg>
      </pc:sldChg>
      <pc:sldChg chg="del">
        <pc:chgData name="Ms Alina Arshad" userId="cccdfd85-d35d-4453-9c6f-a463aae40722" providerId="ADAL" clId="{18B0CDA4-F1C6-4A2D-A27C-52286B3C7AD7}" dt="2024-10-21T08:00:56.819" v="4" actId="47"/>
        <pc:sldMkLst>
          <pc:docMk/>
          <pc:sldMk cId="0" sldId="277"/>
        </pc:sldMkLst>
      </pc:sldChg>
      <pc:sldChg chg="del">
        <pc:chgData name="Ms Alina Arshad" userId="cccdfd85-d35d-4453-9c6f-a463aae40722" providerId="ADAL" clId="{18B0CDA4-F1C6-4A2D-A27C-52286B3C7AD7}" dt="2024-10-21T08:00:58.803" v="5" actId="47"/>
        <pc:sldMkLst>
          <pc:docMk/>
          <pc:sldMk cId="0" sldId="278"/>
        </pc:sldMkLst>
      </pc:sldChg>
      <pc:sldChg chg="modSp add mod ord">
        <pc:chgData name="Ms Alina Arshad" userId="cccdfd85-d35d-4453-9c6f-a463aae40722" providerId="ADAL" clId="{18B0CDA4-F1C6-4A2D-A27C-52286B3C7AD7}" dt="2024-10-21T08:43:13.970" v="35"/>
        <pc:sldMkLst>
          <pc:docMk/>
          <pc:sldMk cId="0" sldId="280"/>
        </pc:sldMkLst>
        <pc:spChg chg="mod">
          <ac:chgData name="Ms Alina Arshad" userId="cccdfd85-d35d-4453-9c6f-a463aae40722" providerId="ADAL" clId="{18B0CDA4-F1C6-4A2D-A27C-52286B3C7AD7}" dt="2024-10-21T08:42:28.934" v="13" actId="113"/>
          <ac:spMkLst>
            <pc:docMk/>
            <pc:sldMk cId="0" sldId="280"/>
            <ac:spMk id="2" creationId="{00000000-0000-0000-0000-000000000000}"/>
          </ac:spMkLst>
        </pc:spChg>
        <pc:spChg chg="mod">
          <ac:chgData name="Ms Alina Arshad" userId="cccdfd85-d35d-4453-9c6f-a463aae40722" providerId="ADAL" clId="{18B0CDA4-F1C6-4A2D-A27C-52286B3C7AD7}" dt="2024-10-21T08:43:02.926" v="26" actId="1076"/>
          <ac:spMkLst>
            <pc:docMk/>
            <pc:sldMk cId="0" sldId="280"/>
            <ac:spMk id="3" creationId="{00000000-0000-0000-0000-000000000000}"/>
          </ac:spMkLst>
        </pc:spChg>
        <pc:picChg chg="mod modCrop">
          <ac:chgData name="Ms Alina Arshad" userId="cccdfd85-d35d-4453-9c6f-a463aae40722" providerId="ADAL" clId="{18B0CDA4-F1C6-4A2D-A27C-52286B3C7AD7}" dt="2024-10-21T08:43:04.613" v="27" actId="1076"/>
          <ac:picMkLst>
            <pc:docMk/>
            <pc:sldMk cId="0" sldId="280"/>
            <ac:picMk id="4" creationId="{00000000-0000-0000-0000-000000000000}"/>
          </ac:picMkLst>
        </pc:picChg>
      </pc:sldChg>
      <pc:sldChg chg="addSp modSp add mod">
        <pc:chgData name="Ms Alina Arshad" userId="cccdfd85-d35d-4453-9c6f-a463aae40722" providerId="ADAL" clId="{18B0CDA4-F1C6-4A2D-A27C-52286B3C7AD7}" dt="2024-10-21T08:45:11.338" v="56" actId="14100"/>
        <pc:sldMkLst>
          <pc:docMk/>
          <pc:sldMk cId="0" sldId="281"/>
        </pc:sldMkLst>
        <pc:spChg chg="mod">
          <ac:chgData name="Ms Alina Arshad" userId="cccdfd85-d35d-4453-9c6f-a463aae40722" providerId="ADAL" clId="{18B0CDA4-F1C6-4A2D-A27C-52286B3C7AD7}" dt="2024-10-21T08:44:33.222" v="44" actId="113"/>
          <ac:spMkLst>
            <pc:docMk/>
            <pc:sldMk cId="0" sldId="281"/>
            <ac:spMk id="2" creationId="{00000000-0000-0000-0000-000000000000}"/>
          </ac:spMkLst>
        </pc:spChg>
        <pc:spChg chg="mod">
          <ac:chgData name="Ms Alina Arshad" userId="cccdfd85-d35d-4453-9c6f-a463aae40722" providerId="ADAL" clId="{18B0CDA4-F1C6-4A2D-A27C-52286B3C7AD7}" dt="2024-10-21T08:45:02.543" v="53" actId="21"/>
          <ac:spMkLst>
            <pc:docMk/>
            <pc:sldMk cId="0" sldId="281"/>
            <ac:spMk id="5" creationId="{00000000-0000-0000-0000-000000000000}"/>
          </ac:spMkLst>
        </pc:spChg>
        <pc:spChg chg="add mod">
          <ac:chgData name="Ms Alina Arshad" userId="cccdfd85-d35d-4453-9c6f-a463aae40722" providerId="ADAL" clId="{18B0CDA4-F1C6-4A2D-A27C-52286B3C7AD7}" dt="2024-10-21T08:45:11.338" v="56" actId="14100"/>
          <ac:spMkLst>
            <pc:docMk/>
            <pc:sldMk cId="0" sldId="281"/>
            <ac:spMk id="7" creationId="{ECECE344-5F93-41C3-0E5E-27047EDD8D5A}"/>
          </ac:spMkLst>
        </pc:spChg>
        <pc:graphicFrameChg chg="mod modGraphic">
          <ac:chgData name="Ms Alina Arshad" userId="cccdfd85-d35d-4453-9c6f-a463aae40722" providerId="ADAL" clId="{18B0CDA4-F1C6-4A2D-A27C-52286B3C7AD7}" dt="2024-10-21T08:44:39.674" v="46" actId="1076"/>
          <ac:graphicFrameMkLst>
            <pc:docMk/>
            <pc:sldMk cId="0" sldId="281"/>
            <ac:graphicFrameMk id="3" creationId="{00000000-0000-0000-0000-000000000000}"/>
          </ac:graphicFrameMkLst>
        </pc:graphicFrameChg>
        <pc:graphicFrameChg chg="mod modGraphic">
          <ac:chgData name="Ms Alina Arshad" userId="cccdfd85-d35d-4453-9c6f-a463aae40722" providerId="ADAL" clId="{18B0CDA4-F1C6-4A2D-A27C-52286B3C7AD7}" dt="2024-10-21T08:44:29.442" v="42" actId="1076"/>
          <ac:graphicFrameMkLst>
            <pc:docMk/>
            <pc:sldMk cId="0" sldId="281"/>
            <ac:graphicFrameMk id="4" creationId="{00000000-0000-0000-0000-000000000000}"/>
          </ac:graphicFrameMkLst>
        </pc:graphicFrameChg>
      </pc:sldChg>
      <pc:sldChg chg="modSp add mod">
        <pc:chgData name="Ms Alina Arshad" userId="cccdfd85-d35d-4453-9c6f-a463aae40722" providerId="ADAL" clId="{18B0CDA4-F1C6-4A2D-A27C-52286B3C7AD7}" dt="2024-10-21T08:46:34.288" v="79" actId="207"/>
        <pc:sldMkLst>
          <pc:docMk/>
          <pc:sldMk cId="0" sldId="282"/>
        </pc:sldMkLst>
        <pc:spChg chg="mod">
          <ac:chgData name="Ms Alina Arshad" userId="cccdfd85-d35d-4453-9c6f-a463aae40722" providerId="ADAL" clId="{18B0CDA4-F1C6-4A2D-A27C-52286B3C7AD7}" dt="2024-10-21T08:46:10.387" v="68" actId="1076"/>
          <ac:spMkLst>
            <pc:docMk/>
            <pc:sldMk cId="0" sldId="282"/>
            <ac:spMk id="2" creationId="{00000000-0000-0000-0000-000000000000}"/>
          </ac:spMkLst>
        </pc:spChg>
        <pc:spChg chg="mod">
          <ac:chgData name="Ms Alina Arshad" userId="cccdfd85-d35d-4453-9c6f-a463aae40722" providerId="ADAL" clId="{18B0CDA4-F1C6-4A2D-A27C-52286B3C7AD7}" dt="2024-10-21T08:46:17.105" v="70" actId="1076"/>
          <ac:spMkLst>
            <pc:docMk/>
            <pc:sldMk cId="0" sldId="282"/>
            <ac:spMk id="5" creationId="{00000000-0000-0000-0000-000000000000}"/>
          </ac:spMkLst>
        </pc:spChg>
        <pc:spChg chg="mod">
          <ac:chgData name="Ms Alina Arshad" userId="cccdfd85-d35d-4453-9c6f-a463aae40722" providerId="ADAL" clId="{18B0CDA4-F1C6-4A2D-A27C-52286B3C7AD7}" dt="2024-10-21T08:46:30.539" v="78" actId="14100"/>
          <ac:spMkLst>
            <pc:docMk/>
            <pc:sldMk cId="0" sldId="282"/>
            <ac:spMk id="6" creationId="{00000000-0000-0000-0000-000000000000}"/>
          </ac:spMkLst>
        </pc:spChg>
        <pc:spChg chg="mod">
          <ac:chgData name="Ms Alina Arshad" userId="cccdfd85-d35d-4453-9c6f-a463aae40722" providerId="ADAL" clId="{18B0CDA4-F1C6-4A2D-A27C-52286B3C7AD7}" dt="2024-10-21T08:46:34.288" v="79" actId="207"/>
          <ac:spMkLst>
            <pc:docMk/>
            <pc:sldMk cId="0" sldId="282"/>
            <ac:spMk id="7" creationId="{00000000-0000-0000-0000-000000000000}"/>
          </ac:spMkLst>
        </pc:spChg>
        <pc:graphicFrameChg chg="mod">
          <ac:chgData name="Ms Alina Arshad" userId="cccdfd85-d35d-4453-9c6f-a463aae40722" providerId="ADAL" clId="{18B0CDA4-F1C6-4A2D-A27C-52286B3C7AD7}" dt="2024-10-21T08:46:12.668" v="69" actId="1076"/>
          <ac:graphicFrameMkLst>
            <pc:docMk/>
            <pc:sldMk cId="0" sldId="282"/>
            <ac:graphicFrameMk id="3" creationId="{00000000-0000-0000-0000-000000000000}"/>
          </ac:graphicFrameMkLst>
        </pc:graphicFrameChg>
        <pc:graphicFrameChg chg="mod">
          <ac:chgData name="Ms Alina Arshad" userId="cccdfd85-d35d-4453-9c6f-a463aae40722" providerId="ADAL" clId="{18B0CDA4-F1C6-4A2D-A27C-52286B3C7AD7}" dt="2024-10-21T08:46:17.558" v="71" actId="1076"/>
          <ac:graphicFrameMkLst>
            <pc:docMk/>
            <pc:sldMk cId="0" sldId="282"/>
            <ac:graphicFrameMk id="4" creationId="{00000000-0000-0000-0000-000000000000}"/>
          </ac:graphicFrameMkLst>
        </pc:graphicFrameChg>
      </pc:sldChg>
    </pc:docChg>
  </pc:docChgLst>
  <pc:docChgLst>
    <pc:chgData name="Ms Alina Arshad" userId="cccdfd85-d35d-4453-9c6f-a463aae40722" providerId="ADAL" clId="{97C00DA4-6F9F-4A83-996B-9231DC603249}"/>
    <pc:docChg chg="undo custSel addSld delSld modSld">
      <pc:chgData name="Ms Alina Arshad" userId="cccdfd85-d35d-4453-9c6f-a463aae40722" providerId="ADAL" clId="{97C00DA4-6F9F-4A83-996B-9231DC603249}" dt="2024-10-27T08:52:01.706" v="1109" actId="1076"/>
      <pc:docMkLst>
        <pc:docMk/>
      </pc:docMkLst>
      <pc:sldChg chg="modSp add mod">
        <pc:chgData name="Ms Alina Arshad" userId="cccdfd85-d35d-4453-9c6f-a463aae40722" providerId="ADAL" clId="{97C00DA4-6F9F-4A83-996B-9231DC603249}" dt="2024-10-27T07:53:42.852" v="464" actId="1076"/>
        <pc:sldMkLst>
          <pc:docMk/>
          <pc:sldMk cId="0" sldId="270"/>
        </pc:sldMkLst>
        <pc:spChg chg="mod">
          <ac:chgData name="Ms Alina Arshad" userId="cccdfd85-d35d-4453-9c6f-a463aae40722" providerId="ADAL" clId="{97C00DA4-6F9F-4A83-996B-9231DC603249}" dt="2024-10-27T07:53:39.288" v="463" actId="1076"/>
          <ac:spMkLst>
            <pc:docMk/>
            <pc:sldMk cId="0" sldId="270"/>
            <ac:spMk id="2" creationId="{00000000-0000-0000-0000-000000000000}"/>
          </ac:spMkLst>
        </pc:spChg>
        <pc:picChg chg="mod">
          <ac:chgData name="Ms Alina Arshad" userId="cccdfd85-d35d-4453-9c6f-a463aae40722" providerId="ADAL" clId="{97C00DA4-6F9F-4A83-996B-9231DC603249}" dt="2024-10-27T07:53:42.852" v="464" actId="1076"/>
          <ac:picMkLst>
            <pc:docMk/>
            <pc:sldMk cId="0" sldId="270"/>
            <ac:picMk id="3" creationId="{00000000-0000-0000-0000-000000000000}"/>
          </ac:picMkLst>
        </pc:picChg>
      </pc:sldChg>
      <pc:sldChg chg="modSp add del mod">
        <pc:chgData name="Ms Alina Arshad" userId="cccdfd85-d35d-4453-9c6f-a463aae40722" providerId="ADAL" clId="{97C00DA4-6F9F-4A83-996B-9231DC603249}" dt="2024-10-27T08:10:46.991" v="840" actId="47"/>
        <pc:sldMkLst>
          <pc:docMk/>
          <pc:sldMk cId="0" sldId="271"/>
        </pc:sldMkLst>
        <pc:spChg chg="mod">
          <ac:chgData name="Ms Alina Arshad" userId="cccdfd85-d35d-4453-9c6f-a463aae40722" providerId="ADAL" clId="{97C00DA4-6F9F-4A83-996B-9231DC603249}" dt="2024-10-27T07:54:14.983" v="474" actId="1076"/>
          <ac:spMkLst>
            <pc:docMk/>
            <pc:sldMk cId="0" sldId="271"/>
            <ac:spMk id="2" creationId="{00000000-0000-0000-0000-000000000000}"/>
          </ac:spMkLst>
        </pc:spChg>
        <pc:spChg chg="mod">
          <ac:chgData name="Ms Alina Arshad" userId="cccdfd85-d35d-4453-9c6f-a463aae40722" providerId="ADAL" clId="{97C00DA4-6F9F-4A83-996B-9231DC603249}" dt="2024-10-27T07:55:05.642" v="498" actId="20577"/>
          <ac:spMkLst>
            <pc:docMk/>
            <pc:sldMk cId="0" sldId="271"/>
            <ac:spMk id="3" creationId="{00000000-0000-0000-0000-000000000000}"/>
          </ac:spMkLst>
        </pc:spChg>
        <pc:graphicFrameChg chg="mod">
          <ac:chgData name="Ms Alina Arshad" userId="cccdfd85-d35d-4453-9c6f-a463aae40722" providerId="ADAL" clId="{97C00DA4-6F9F-4A83-996B-9231DC603249}" dt="2024-10-27T07:55:12.562" v="499" actId="1076"/>
          <ac:graphicFrameMkLst>
            <pc:docMk/>
            <pc:sldMk cId="0" sldId="271"/>
            <ac:graphicFrameMk id="4" creationId="{00000000-0000-0000-0000-000000000000}"/>
          </ac:graphicFrameMkLst>
        </pc:graphicFrameChg>
      </pc:sldChg>
      <pc:sldChg chg="addSp delSp modSp add del mod">
        <pc:chgData name="Ms Alina Arshad" userId="cccdfd85-d35d-4453-9c6f-a463aae40722" providerId="ADAL" clId="{97C00DA4-6F9F-4A83-996B-9231DC603249}" dt="2024-10-27T08:11:11.584" v="842" actId="47"/>
        <pc:sldMkLst>
          <pc:docMk/>
          <pc:sldMk cId="0" sldId="272"/>
        </pc:sldMkLst>
        <pc:spChg chg="mod">
          <ac:chgData name="Ms Alina Arshad" userId="cccdfd85-d35d-4453-9c6f-a463aae40722" providerId="ADAL" clId="{97C00DA4-6F9F-4A83-996B-9231DC603249}" dt="2024-10-27T08:10:54.206" v="841" actId="1076"/>
          <ac:spMkLst>
            <pc:docMk/>
            <pc:sldMk cId="0" sldId="272"/>
            <ac:spMk id="2" creationId="{00000000-0000-0000-0000-000000000000}"/>
          </ac:spMkLst>
        </pc:spChg>
        <pc:spChg chg="mod">
          <ac:chgData name="Ms Alina Arshad" userId="cccdfd85-d35d-4453-9c6f-a463aae40722" providerId="ADAL" clId="{97C00DA4-6F9F-4A83-996B-9231DC603249}" dt="2024-10-27T08:09:51.033" v="831" actId="1076"/>
          <ac:spMkLst>
            <pc:docMk/>
            <pc:sldMk cId="0" sldId="272"/>
            <ac:spMk id="3" creationId="{00000000-0000-0000-0000-000000000000}"/>
          </ac:spMkLst>
        </pc:spChg>
        <pc:spChg chg="del mod">
          <ac:chgData name="Ms Alina Arshad" userId="cccdfd85-d35d-4453-9c6f-a463aae40722" providerId="ADAL" clId="{97C00DA4-6F9F-4A83-996B-9231DC603249}" dt="2024-10-27T07:58:55.462" v="604" actId="478"/>
          <ac:spMkLst>
            <pc:docMk/>
            <pc:sldMk cId="0" sldId="272"/>
            <ac:spMk id="4" creationId="{00000000-0000-0000-0000-000000000000}"/>
          </ac:spMkLst>
        </pc:spChg>
        <pc:spChg chg="mod">
          <ac:chgData name="Ms Alina Arshad" userId="cccdfd85-d35d-4453-9c6f-a463aae40722" providerId="ADAL" clId="{97C00DA4-6F9F-4A83-996B-9231DC603249}" dt="2024-10-27T08:10:15.368" v="839" actId="1076"/>
          <ac:spMkLst>
            <pc:docMk/>
            <pc:sldMk cId="0" sldId="272"/>
            <ac:spMk id="5" creationId="{00000000-0000-0000-0000-000000000000}"/>
          </ac:spMkLst>
        </pc:spChg>
        <pc:spChg chg="mod">
          <ac:chgData name="Ms Alina Arshad" userId="cccdfd85-d35d-4453-9c6f-a463aae40722" providerId="ADAL" clId="{97C00DA4-6F9F-4A83-996B-9231DC603249}" dt="2024-10-27T07:57:52.123" v="532" actId="1076"/>
          <ac:spMkLst>
            <pc:docMk/>
            <pc:sldMk cId="0" sldId="272"/>
            <ac:spMk id="6" creationId="{00000000-0000-0000-0000-000000000000}"/>
          </ac:spMkLst>
        </pc:spChg>
        <pc:spChg chg="add del mod">
          <ac:chgData name="Ms Alina Arshad" userId="cccdfd85-d35d-4453-9c6f-a463aae40722" providerId="ADAL" clId="{97C00DA4-6F9F-4A83-996B-9231DC603249}" dt="2024-10-27T07:58:52.166" v="602" actId="478"/>
          <ac:spMkLst>
            <pc:docMk/>
            <pc:sldMk cId="0" sldId="272"/>
            <ac:spMk id="10" creationId="{74B6F859-132A-3ED2-38D6-4D95067E86CB}"/>
          </ac:spMkLst>
        </pc:spChg>
        <pc:graphicFrameChg chg="mod modGraphic">
          <ac:chgData name="Ms Alina Arshad" userId="cccdfd85-d35d-4453-9c6f-a463aae40722" providerId="ADAL" clId="{97C00DA4-6F9F-4A83-996B-9231DC603249}" dt="2024-10-27T07:59:03.100" v="608" actId="20577"/>
          <ac:graphicFrameMkLst>
            <pc:docMk/>
            <pc:sldMk cId="0" sldId="272"/>
            <ac:graphicFrameMk id="7" creationId="{00000000-0000-0000-0000-000000000000}"/>
          </ac:graphicFrameMkLst>
        </pc:graphicFrameChg>
        <pc:graphicFrameChg chg="mod">
          <ac:chgData name="Ms Alina Arshad" userId="cccdfd85-d35d-4453-9c6f-a463aae40722" providerId="ADAL" clId="{97C00DA4-6F9F-4A83-996B-9231DC603249}" dt="2024-10-27T07:57:14.728" v="524" actId="1035"/>
          <ac:graphicFrameMkLst>
            <pc:docMk/>
            <pc:sldMk cId="0" sldId="272"/>
            <ac:graphicFrameMk id="8" creationId="{00000000-0000-0000-0000-000000000000}"/>
          </ac:graphicFrameMkLst>
        </pc:graphicFrameChg>
        <pc:graphicFrameChg chg="mod modGraphic">
          <ac:chgData name="Ms Alina Arshad" userId="cccdfd85-d35d-4453-9c6f-a463aae40722" providerId="ADAL" clId="{97C00DA4-6F9F-4A83-996B-9231DC603249}" dt="2024-10-27T07:59:09.142" v="612" actId="20577"/>
          <ac:graphicFrameMkLst>
            <pc:docMk/>
            <pc:sldMk cId="0" sldId="272"/>
            <ac:graphicFrameMk id="9" creationId="{00000000-0000-0000-0000-000000000000}"/>
          </ac:graphicFrameMkLst>
        </pc:graphicFrameChg>
      </pc:sldChg>
      <pc:sldChg chg="addSp delSp modSp add mod">
        <pc:chgData name="Ms Alina Arshad" userId="cccdfd85-d35d-4453-9c6f-a463aae40722" providerId="ADAL" clId="{97C00DA4-6F9F-4A83-996B-9231DC603249}" dt="2024-10-27T08:25:22.131" v="1072" actId="14734"/>
        <pc:sldMkLst>
          <pc:docMk/>
          <pc:sldMk cId="0" sldId="273"/>
        </pc:sldMkLst>
        <pc:spChg chg="mod">
          <ac:chgData name="Ms Alina Arshad" userId="cccdfd85-d35d-4453-9c6f-a463aae40722" providerId="ADAL" clId="{97C00DA4-6F9F-4A83-996B-9231DC603249}" dt="2024-10-27T07:59:23.410" v="616" actId="1076"/>
          <ac:spMkLst>
            <pc:docMk/>
            <pc:sldMk cId="0" sldId="273"/>
            <ac:spMk id="2" creationId="{00000000-0000-0000-0000-000000000000}"/>
          </ac:spMkLst>
        </pc:spChg>
        <pc:spChg chg="mod">
          <ac:chgData name="Ms Alina Arshad" userId="cccdfd85-d35d-4453-9c6f-a463aae40722" providerId="ADAL" clId="{97C00DA4-6F9F-4A83-996B-9231DC603249}" dt="2024-10-27T08:17:55.112" v="903" actId="20577"/>
          <ac:spMkLst>
            <pc:docMk/>
            <pc:sldMk cId="0" sldId="273"/>
            <ac:spMk id="3" creationId="{00000000-0000-0000-0000-000000000000}"/>
          </ac:spMkLst>
        </pc:spChg>
        <pc:graphicFrameChg chg="del mod">
          <ac:chgData name="Ms Alina Arshad" userId="cccdfd85-d35d-4453-9c6f-a463aae40722" providerId="ADAL" clId="{97C00DA4-6F9F-4A83-996B-9231DC603249}" dt="2024-10-27T08:16:27.016" v="846" actId="478"/>
          <ac:graphicFrameMkLst>
            <pc:docMk/>
            <pc:sldMk cId="0" sldId="273"/>
            <ac:graphicFrameMk id="4" creationId="{00000000-0000-0000-0000-000000000000}"/>
          </ac:graphicFrameMkLst>
        </pc:graphicFrameChg>
        <pc:graphicFrameChg chg="del mod">
          <ac:chgData name="Ms Alina Arshad" userId="cccdfd85-d35d-4453-9c6f-a463aae40722" providerId="ADAL" clId="{97C00DA4-6F9F-4A83-996B-9231DC603249}" dt="2024-10-27T08:17:02.963" v="855" actId="478"/>
          <ac:graphicFrameMkLst>
            <pc:docMk/>
            <pc:sldMk cId="0" sldId="273"/>
            <ac:graphicFrameMk id="5" creationId="{00000000-0000-0000-0000-000000000000}"/>
          </ac:graphicFrameMkLst>
        </pc:graphicFrameChg>
        <pc:graphicFrameChg chg="add mod modGraphic">
          <ac:chgData name="Ms Alina Arshad" userId="cccdfd85-d35d-4453-9c6f-a463aae40722" providerId="ADAL" clId="{97C00DA4-6F9F-4A83-996B-9231DC603249}" dt="2024-10-27T08:25:22.131" v="1072" actId="14734"/>
          <ac:graphicFrameMkLst>
            <pc:docMk/>
            <pc:sldMk cId="0" sldId="273"/>
            <ac:graphicFrameMk id="6" creationId="{3F94A247-9881-D3B6-1F83-7ED762E874E4}"/>
          </ac:graphicFrameMkLst>
        </pc:graphicFrameChg>
        <pc:graphicFrameChg chg="add mod modGraphic">
          <ac:chgData name="Ms Alina Arshad" userId="cccdfd85-d35d-4453-9c6f-a463aae40722" providerId="ADAL" clId="{97C00DA4-6F9F-4A83-996B-9231DC603249}" dt="2024-10-27T08:25:16.689" v="1070" actId="1035"/>
          <ac:graphicFrameMkLst>
            <pc:docMk/>
            <pc:sldMk cId="0" sldId="273"/>
            <ac:graphicFrameMk id="7" creationId="{D1BFF31B-AD25-4E4A-3907-D8D14C30C27F}"/>
          </ac:graphicFrameMkLst>
        </pc:graphicFrameChg>
      </pc:sldChg>
      <pc:sldChg chg="addSp delSp modSp add mod">
        <pc:chgData name="Ms Alina Arshad" userId="cccdfd85-d35d-4453-9c6f-a463aae40722" providerId="ADAL" clId="{97C00DA4-6F9F-4A83-996B-9231DC603249}" dt="2024-10-27T08:19:20.685" v="949" actId="403"/>
        <pc:sldMkLst>
          <pc:docMk/>
          <pc:sldMk cId="0" sldId="274"/>
        </pc:sldMkLst>
        <pc:spChg chg="mod">
          <ac:chgData name="Ms Alina Arshad" userId="cccdfd85-d35d-4453-9c6f-a463aae40722" providerId="ADAL" clId="{97C00DA4-6F9F-4A83-996B-9231DC603249}" dt="2024-10-27T08:03:33.580" v="724" actId="1076"/>
          <ac:spMkLst>
            <pc:docMk/>
            <pc:sldMk cId="0" sldId="274"/>
            <ac:spMk id="2" creationId="{00000000-0000-0000-0000-000000000000}"/>
          </ac:spMkLst>
        </pc:spChg>
        <pc:spChg chg="mod">
          <ac:chgData name="Ms Alina Arshad" userId="cccdfd85-d35d-4453-9c6f-a463aae40722" providerId="ADAL" clId="{97C00DA4-6F9F-4A83-996B-9231DC603249}" dt="2024-10-27T08:18:52.654" v="942" actId="404"/>
          <ac:spMkLst>
            <pc:docMk/>
            <pc:sldMk cId="0" sldId="274"/>
            <ac:spMk id="3" creationId="{00000000-0000-0000-0000-000000000000}"/>
          </ac:spMkLst>
        </pc:spChg>
        <pc:graphicFrameChg chg="del mod">
          <ac:chgData name="Ms Alina Arshad" userId="cccdfd85-d35d-4453-9c6f-a463aae40722" providerId="ADAL" clId="{97C00DA4-6F9F-4A83-996B-9231DC603249}" dt="2024-10-27T08:18:56.192" v="943" actId="478"/>
          <ac:graphicFrameMkLst>
            <pc:docMk/>
            <pc:sldMk cId="0" sldId="274"/>
            <ac:graphicFrameMk id="4" creationId="{00000000-0000-0000-0000-000000000000}"/>
          </ac:graphicFrameMkLst>
        </pc:graphicFrameChg>
        <pc:graphicFrameChg chg="add mod modGraphic">
          <ac:chgData name="Ms Alina Arshad" userId="cccdfd85-d35d-4453-9c6f-a463aae40722" providerId="ADAL" clId="{97C00DA4-6F9F-4A83-996B-9231DC603249}" dt="2024-10-27T08:19:20.685" v="949" actId="403"/>
          <ac:graphicFrameMkLst>
            <pc:docMk/>
            <pc:sldMk cId="0" sldId="274"/>
            <ac:graphicFrameMk id="5" creationId="{8E060F4D-C4DA-6DEE-7C30-B0D6DC946F42}"/>
          </ac:graphicFrameMkLst>
        </pc:graphicFrameChg>
      </pc:sldChg>
      <pc:sldChg chg="addSp delSp modSp add mod">
        <pc:chgData name="Ms Alina Arshad" userId="cccdfd85-d35d-4453-9c6f-a463aae40722" providerId="ADAL" clId="{97C00DA4-6F9F-4A83-996B-9231DC603249}" dt="2024-10-27T08:21:49.303" v="1023" actId="404"/>
        <pc:sldMkLst>
          <pc:docMk/>
          <pc:sldMk cId="0" sldId="275"/>
        </pc:sldMkLst>
        <pc:spChg chg="mod">
          <ac:chgData name="Ms Alina Arshad" userId="cccdfd85-d35d-4453-9c6f-a463aae40722" providerId="ADAL" clId="{97C00DA4-6F9F-4A83-996B-9231DC603249}" dt="2024-10-27T08:03:47.874" v="728" actId="1076"/>
          <ac:spMkLst>
            <pc:docMk/>
            <pc:sldMk cId="0" sldId="275"/>
            <ac:spMk id="2" creationId="{00000000-0000-0000-0000-000000000000}"/>
          </ac:spMkLst>
        </pc:spChg>
        <pc:spChg chg="mod">
          <ac:chgData name="Ms Alina Arshad" userId="cccdfd85-d35d-4453-9c6f-a463aae40722" providerId="ADAL" clId="{97C00DA4-6F9F-4A83-996B-9231DC603249}" dt="2024-10-27T08:21:49.303" v="1023" actId="404"/>
          <ac:spMkLst>
            <pc:docMk/>
            <pc:sldMk cId="0" sldId="275"/>
            <ac:spMk id="3" creationId="{00000000-0000-0000-0000-000000000000}"/>
          </ac:spMkLst>
        </pc:spChg>
        <pc:spChg chg="add mod">
          <ac:chgData name="Ms Alina Arshad" userId="cccdfd85-d35d-4453-9c6f-a463aae40722" providerId="ADAL" clId="{97C00DA4-6F9F-4A83-996B-9231DC603249}" dt="2024-10-27T08:21:02.773" v="1006" actId="1076"/>
          <ac:spMkLst>
            <pc:docMk/>
            <pc:sldMk cId="0" sldId="275"/>
            <ac:spMk id="6" creationId="{713C8B94-B5C0-7BEA-3685-693A306D370B}"/>
          </ac:spMkLst>
        </pc:spChg>
        <pc:graphicFrameChg chg="del mod">
          <ac:chgData name="Ms Alina Arshad" userId="cccdfd85-d35d-4453-9c6f-a463aae40722" providerId="ADAL" clId="{97C00DA4-6F9F-4A83-996B-9231DC603249}" dt="2024-10-27T08:19:58.051" v="996" actId="478"/>
          <ac:graphicFrameMkLst>
            <pc:docMk/>
            <pc:sldMk cId="0" sldId="275"/>
            <ac:graphicFrameMk id="4" creationId="{00000000-0000-0000-0000-000000000000}"/>
          </ac:graphicFrameMkLst>
        </pc:graphicFrameChg>
        <pc:graphicFrameChg chg="add mod modGraphic">
          <ac:chgData name="Ms Alina Arshad" userId="cccdfd85-d35d-4453-9c6f-a463aae40722" providerId="ADAL" clId="{97C00DA4-6F9F-4A83-996B-9231DC603249}" dt="2024-10-27T08:21:32.407" v="1015" actId="1076"/>
          <ac:graphicFrameMkLst>
            <pc:docMk/>
            <pc:sldMk cId="0" sldId="275"/>
            <ac:graphicFrameMk id="9" creationId="{B1588C83-E0E2-C22B-35B1-DBC5084FCD84}"/>
          </ac:graphicFrameMkLst>
        </pc:graphicFrameChg>
        <pc:picChg chg="add del">
          <ac:chgData name="Ms Alina Arshad" userId="cccdfd85-d35d-4453-9c6f-a463aae40722" providerId="ADAL" clId="{97C00DA4-6F9F-4A83-996B-9231DC603249}" dt="2024-10-27T08:20:27.935" v="998" actId="478"/>
          <ac:picMkLst>
            <pc:docMk/>
            <pc:sldMk cId="0" sldId="275"/>
            <ac:picMk id="8" creationId="{E67861F9-A20F-B866-9C85-F3E868AE3E5D}"/>
          </ac:picMkLst>
        </pc:picChg>
      </pc:sldChg>
      <pc:sldChg chg="addSp delSp modSp add mod">
        <pc:chgData name="Ms Alina Arshad" userId="cccdfd85-d35d-4453-9c6f-a463aae40722" providerId="ADAL" clId="{97C00DA4-6F9F-4A83-996B-9231DC603249}" dt="2024-10-27T08:52:01.706" v="1109" actId="1076"/>
        <pc:sldMkLst>
          <pc:docMk/>
          <pc:sldMk cId="0" sldId="276"/>
        </pc:sldMkLst>
        <pc:spChg chg="mod">
          <ac:chgData name="Ms Alina Arshad" userId="cccdfd85-d35d-4453-9c6f-a463aae40722" providerId="ADAL" clId="{97C00DA4-6F9F-4A83-996B-9231DC603249}" dt="2024-10-27T08:06:50.487" v="774" actId="207"/>
          <ac:spMkLst>
            <pc:docMk/>
            <pc:sldMk cId="0" sldId="276"/>
            <ac:spMk id="2" creationId="{00000000-0000-0000-0000-000000000000}"/>
          </ac:spMkLst>
        </pc:spChg>
        <pc:spChg chg="mod">
          <ac:chgData name="Ms Alina Arshad" userId="cccdfd85-d35d-4453-9c6f-a463aae40722" providerId="ADAL" clId="{97C00DA4-6F9F-4A83-996B-9231DC603249}" dt="2024-10-27T08:22:22.890" v="1068" actId="20577"/>
          <ac:spMkLst>
            <pc:docMk/>
            <pc:sldMk cId="0" sldId="276"/>
            <ac:spMk id="3" creationId="{00000000-0000-0000-0000-000000000000}"/>
          </ac:spMkLst>
        </pc:spChg>
        <pc:graphicFrameChg chg="del mod">
          <ac:chgData name="Ms Alina Arshad" userId="cccdfd85-d35d-4453-9c6f-a463aae40722" providerId="ADAL" clId="{97C00DA4-6F9F-4A83-996B-9231DC603249}" dt="2024-10-27T08:22:03.502" v="1024" actId="478"/>
          <ac:graphicFrameMkLst>
            <pc:docMk/>
            <pc:sldMk cId="0" sldId="276"/>
            <ac:graphicFrameMk id="4" creationId="{00000000-0000-0000-0000-000000000000}"/>
          </ac:graphicFrameMkLst>
        </pc:graphicFrameChg>
        <pc:graphicFrameChg chg="add mod modGraphic">
          <ac:chgData name="Ms Alina Arshad" userId="cccdfd85-d35d-4453-9c6f-a463aae40722" providerId="ADAL" clId="{97C00DA4-6F9F-4A83-996B-9231DC603249}" dt="2024-10-27T08:52:01.706" v="1109" actId="1076"/>
          <ac:graphicFrameMkLst>
            <pc:docMk/>
            <pc:sldMk cId="0" sldId="276"/>
            <ac:graphicFrameMk id="5" creationId="{6075FC9C-793E-D69E-F7A7-0BE4DED28A8B}"/>
          </ac:graphicFrameMkLst>
        </pc:graphicFrameChg>
      </pc:sldChg>
      <pc:sldChg chg="modSp mod">
        <pc:chgData name="Ms Alina Arshad" userId="cccdfd85-d35d-4453-9c6f-a463aae40722" providerId="ADAL" clId="{97C00DA4-6F9F-4A83-996B-9231DC603249}" dt="2024-10-26T15:12:09.890" v="17" actId="20577"/>
        <pc:sldMkLst>
          <pc:docMk/>
          <pc:sldMk cId="0" sldId="296"/>
        </pc:sldMkLst>
        <pc:spChg chg="mod">
          <ac:chgData name="Ms Alina Arshad" userId="cccdfd85-d35d-4453-9c6f-a463aae40722" providerId="ADAL" clId="{97C00DA4-6F9F-4A83-996B-9231DC603249}" dt="2024-10-26T15:12:09.890" v="17" actId="20577"/>
          <ac:spMkLst>
            <pc:docMk/>
            <pc:sldMk cId="0" sldId="296"/>
            <ac:spMk id="2" creationId="{00000000-0000-0000-0000-000000000000}"/>
          </ac:spMkLst>
        </pc:spChg>
      </pc:sldChg>
      <pc:sldChg chg="modSp mod">
        <pc:chgData name="Ms Alina Arshad" userId="cccdfd85-d35d-4453-9c6f-a463aae40722" providerId="ADAL" clId="{97C00DA4-6F9F-4A83-996B-9231DC603249}" dt="2024-10-26T15:26:02.084" v="24" actId="1076"/>
        <pc:sldMkLst>
          <pc:docMk/>
          <pc:sldMk cId="0" sldId="298"/>
        </pc:sldMkLst>
        <pc:picChg chg="mod">
          <ac:chgData name="Ms Alina Arshad" userId="cccdfd85-d35d-4453-9c6f-a463aae40722" providerId="ADAL" clId="{97C00DA4-6F9F-4A83-996B-9231DC603249}" dt="2024-10-26T15:26:02.084" v="24" actId="1076"/>
          <ac:picMkLst>
            <pc:docMk/>
            <pc:sldMk cId="0" sldId="298"/>
            <ac:picMk id="4" creationId="{00000000-0000-0000-0000-000000000000}"/>
          </ac:picMkLst>
        </pc:picChg>
      </pc:sldChg>
      <pc:sldChg chg="modSp mod">
        <pc:chgData name="Ms Alina Arshad" userId="cccdfd85-d35d-4453-9c6f-a463aae40722" providerId="ADAL" clId="{97C00DA4-6F9F-4A83-996B-9231DC603249}" dt="2024-10-26T15:27:29.296" v="26" actId="1076"/>
        <pc:sldMkLst>
          <pc:docMk/>
          <pc:sldMk cId="0" sldId="299"/>
        </pc:sldMkLst>
        <pc:picChg chg="mod">
          <ac:chgData name="Ms Alina Arshad" userId="cccdfd85-d35d-4453-9c6f-a463aae40722" providerId="ADAL" clId="{97C00DA4-6F9F-4A83-996B-9231DC603249}" dt="2024-10-26T15:27:29.296" v="26" actId="1076"/>
          <ac:picMkLst>
            <pc:docMk/>
            <pc:sldMk cId="0" sldId="299"/>
            <ac:picMk id="4" creationId="{00000000-0000-0000-0000-000000000000}"/>
          </ac:picMkLst>
        </pc:picChg>
      </pc:sldChg>
      <pc:sldChg chg="modSp mod">
        <pc:chgData name="Ms Alina Arshad" userId="cccdfd85-d35d-4453-9c6f-a463aae40722" providerId="ADAL" clId="{97C00DA4-6F9F-4A83-996B-9231DC603249}" dt="2024-10-26T15:28:01.864" v="30" actId="20577"/>
        <pc:sldMkLst>
          <pc:docMk/>
          <pc:sldMk cId="0" sldId="300"/>
        </pc:sldMkLst>
        <pc:spChg chg="mod">
          <ac:chgData name="Ms Alina Arshad" userId="cccdfd85-d35d-4453-9c6f-a463aae40722" providerId="ADAL" clId="{97C00DA4-6F9F-4A83-996B-9231DC603249}" dt="2024-10-26T15:28:01.864" v="30" actId="20577"/>
          <ac:spMkLst>
            <pc:docMk/>
            <pc:sldMk cId="0" sldId="300"/>
            <ac:spMk id="3" creationId="{00000000-0000-0000-0000-000000000000}"/>
          </ac:spMkLst>
        </pc:spChg>
      </pc:sldChg>
      <pc:sldChg chg="modSp mod">
        <pc:chgData name="Ms Alina Arshad" userId="cccdfd85-d35d-4453-9c6f-a463aae40722" providerId="ADAL" clId="{97C00DA4-6F9F-4A83-996B-9231DC603249}" dt="2024-10-27T06:15:14.898" v="47" actId="20577"/>
        <pc:sldMkLst>
          <pc:docMk/>
          <pc:sldMk cId="0" sldId="301"/>
        </pc:sldMkLst>
        <pc:spChg chg="mod">
          <ac:chgData name="Ms Alina Arshad" userId="cccdfd85-d35d-4453-9c6f-a463aae40722" providerId="ADAL" clId="{97C00DA4-6F9F-4A83-996B-9231DC603249}" dt="2024-10-27T06:14:16.589" v="41" actId="15"/>
          <ac:spMkLst>
            <pc:docMk/>
            <pc:sldMk cId="0" sldId="301"/>
            <ac:spMk id="3" creationId="{00000000-0000-0000-0000-000000000000}"/>
          </ac:spMkLst>
        </pc:spChg>
        <pc:spChg chg="mod">
          <ac:chgData name="Ms Alina Arshad" userId="cccdfd85-d35d-4453-9c6f-a463aae40722" providerId="ADAL" clId="{97C00DA4-6F9F-4A83-996B-9231DC603249}" dt="2024-10-27T06:15:05.031" v="45" actId="1076"/>
          <ac:spMkLst>
            <pc:docMk/>
            <pc:sldMk cId="0" sldId="301"/>
            <ac:spMk id="5" creationId="{00000000-0000-0000-0000-000000000000}"/>
          </ac:spMkLst>
        </pc:spChg>
        <pc:spChg chg="mod">
          <ac:chgData name="Ms Alina Arshad" userId="cccdfd85-d35d-4453-9c6f-a463aae40722" providerId="ADAL" clId="{97C00DA4-6F9F-4A83-996B-9231DC603249}" dt="2024-10-27T06:15:14.898" v="47" actId="20577"/>
          <ac:spMkLst>
            <pc:docMk/>
            <pc:sldMk cId="0" sldId="301"/>
            <ac:spMk id="6" creationId="{00000000-0000-0000-0000-000000000000}"/>
          </ac:spMkLst>
        </pc:spChg>
      </pc:sldChg>
      <pc:sldChg chg="modSp mod">
        <pc:chgData name="Ms Alina Arshad" userId="cccdfd85-d35d-4453-9c6f-a463aae40722" providerId="ADAL" clId="{97C00DA4-6F9F-4A83-996B-9231DC603249}" dt="2024-10-27T06:21:20.833" v="93" actId="1076"/>
        <pc:sldMkLst>
          <pc:docMk/>
          <pc:sldMk cId="0" sldId="302"/>
        </pc:sldMkLst>
        <pc:spChg chg="mod">
          <ac:chgData name="Ms Alina Arshad" userId="cccdfd85-d35d-4453-9c6f-a463aae40722" providerId="ADAL" clId="{97C00DA4-6F9F-4A83-996B-9231DC603249}" dt="2024-10-26T15:06:17.962" v="0" actId="207"/>
          <ac:spMkLst>
            <pc:docMk/>
            <pc:sldMk cId="0" sldId="302"/>
            <ac:spMk id="2" creationId="{00000000-0000-0000-0000-000000000000}"/>
          </ac:spMkLst>
        </pc:spChg>
        <pc:spChg chg="mod">
          <ac:chgData name="Ms Alina Arshad" userId="cccdfd85-d35d-4453-9c6f-a463aae40722" providerId="ADAL" clId="{97C00DA4-6F9F-4A83-996B-9231DC603249}" dt="2024-10-27T06:21:18.516" v="92" actId="1076"/>
          <ac:spMkLst>
            <pc:docMk/>
            <pc:sldMk cId="0" sldId="302"/>
            <ac:spMk id="4" creationId="{00000000-0000-0000-0000-000000000000}"/>
          </ac:spMkLst>
        </pc:spChg>
        <pc:picChg chg="mod">
          <ac:chgData name="Ms Alina Arshad" userId="cccdfd85-d35d-4453-9c6f-a463aae40722" providerId="ADAL" clId="{97C00DA4-6F9F-4A83-996B-9231DC603249}" dt="2024-10-27T06:21:20.833" v="93" actId="1076"/>
          <ac:picMkLst>
            <pc:docMk/>
            <pc:sldMk cId="0" sldId="302"/>
            <ac:picMk id="5" creationId="{00000000-0000-0000-0000-000000000000}"/>
          </ac:picMkLst>
        </pc:picChg>
      </pc:sldChg>
      <pc:sldChg chg="addSp delSp modSp mod">
        <pc:chgData name="Ms Alina Arshad" userId="cccdfd85-d35d-4453-9c6f-a463aae40722" providerId="ADAL" clId="{97C00DA4-6F9F-4A83-996B-9231DC603249}" dt="2024-10-27T06:30:36.762" v="226" actId="1076"/>
        <pc:sldMkLst>
          <pc:docMk/>
          <pc:sldMk cId="0" sldId="303"/>
        </pc:sldMkLst>
        <pc:spChg chg="mod">
          <ac:chgData name="Ms Alina Arshad" userId="cccdfd85-d35d-4453-9c6f-a463aae40722" providerId="ADAL" clId="{97C00DA4-6F9F-4A83-996B-9231DC603249}" dt="2024-10-27T06:23:22.027" v="111" actId="1076"/>
          <ac:spMkLst>
            <pc:docMk/>
            <pc:sldMk cId="0" sldId="303"/>
            <ac:spMk id="2" creationId="{00000000-0000-0000-0000-000000000000}"/>
          </ac:spMkLst>
        </pc:spChg>
        <pc:spChg chg="add mod">
          <ac:chgData name="Ms Alina Arshad" userId="cccdfd85-d35d-4453-9c6f-a463aae40722" providerId="ADAL" clId="{97C00DA4-6F9F-4A83-996B-9231DC603249}" dt="2024-10-27T06:30:32.260" v="225" actId="20577"/>
          <ac:spMkLst>
            <pc:docMk/>
            <pc:sldMk cId="0" sldId="303"/>
            <ac:spMk id="5" creationId="{9EAA6047-566F-F0C4-6E24-9D8365AB072D}"/>
          </ac:spMkLst>
        </pc:spChg>
        <pc:spChg chg="mod">
          <ac:chgData name="Ms Alina Arshad" userId="cccdfd85-d35d-4453-9c6f-a463aae40722" providerId="ADAL" clId="{97C00DA4-6F9F-4A83-996B-9231DC603249}" dt="2024-10-27T06:25:36.583" v="139" actId="403"/>
          <ac:spMkLst>
            <pc:docMk/>
            <pc:sldMk cId="0" sldId="303"/>
            <ac:spMk id="7" creationId="{926D0ABD-DBD8-C385-0738-2D1D2A504C5F}"/>
          </ac:spMkLst>
        </pc:spChg>
        <pc:spChg chg="mod">
          <ac:chgData name="Ms Alina Arshad" userId="cccdfd85-d35d-4453-9c6f-a463aae40722" providerId="ADAL" clId="{97C00DA4-6F9F-4A83-996B-9231DC603249}" dt="2024-10-27T06:25:36.583" v="139" actId="403"/>
          <ac:spMkLst>
            <pc:docMk/>
            <pc:sldMk cId="0" sldId="303"/>
            <ac:spMk id="8" creationId="{3DF0535D-6101-3C22-1CB4-54A8F493378D}"/>
          </ac:spMkLst>
        </pc:spChg>
        <pc:spChg chg="mod">
          <ac:chgData name="Ms Alina Arshad" userId="cccdfd85-d35d-4453-9c6f-a463aae40722" providerId="ADAL" clId="{97C00DA4-6F9F-4A83-996B-9231DC603249}" dt="2024-10-27T06:25:36.583" v="139" actId="403"/>
          <ac:spMkLst>
            <pc:docMk/>
            <pc:sldMk cId="0" sldId="303"/>
            <ac:spMk id="9" creationId="{270A7995-B682-1031-3FA4-8993901D3F19}"/>
          </ac:spMkLst>
        </pc:spChg>
        <pc:spChg chg="mod">
          <ac:chgData name="Ms Alina Arshad" userId="cccdfd85-d35d-4453-9c6f-a463aae40722" providerId="ADAL" clId="{97C00DA4-6F9F-4A83-996B-9231DC603249}" dt="2024-10-27T06:25:36.583" v="139" actId="403"/>
          <ac:spMkLst>
            <pc:docMk/>
            <pc:sldMk cId="0" sldId="303"/>
            <ac:spMk id="10" creationId="{05DA20AF-A5A1-9A38-A654-C56CC5BB5D2D}"/>
          </ac:spMkLst>
        </pc:spChg>
        <pc:spChg chg="mod">
          <ac:chgData name="Ms Alina Arshad" userId="cccdfd85-d35d-4453-9c6f-a463aae40722" providerId="ADAL" clId="{97C00DA4-6F9F-4A83-996B-9231DC603249}" dt="2024-10-27T06:29:57.190" v="161"/>
          <ac:spMkLst>
            <pc:docMk/>
            <pc:sldMk cId="0" sldId="303"/>
            <ac:spMk id="12" creationId="{B4DB3521-FA6A-AEE0-287E-0F1236B2FB16}"/>
          </ac:spMkLst>
        </pc:spChg>
        <pc:spChg chg="mod">
          <ac:chgData name="Ms Alina Arshad" userId="cccdfd85-d35d-4453-9c6f-a463aae40722" providerId="ADAL" clId="{97C00DA4-6F9F-4A83-996B-9231DC603249}" dt="2024-10-27T06:29:57.190" v="161"/>
          <ac:spMkLst>
            <pc:docMk/>
            <pc:sldMk cId="0" sldId="303"/>
            <ac:spMk id="13" creationId="{416696B5-61DD-A7C1-B234-80C2B2A3C710}"/>
          </ac:spMkLst>
        </pc:spChg>
        <pc:spChg chg="mod">
          <ac:chgData name="Ms Alina Arshad" userId="cccdfd85-d35d-4453-9c6f-a463aae40722" providerId="ADAL" clId="{97C00DA4-6F9F-4A83-996B-9231DC603249}" dt="2024-10-27T06:29:57.190" v="161"/>
          <ac:spMkLst>
            <pc:docMk/>
            <pc:sldMk cId="0" sldId="303"/>
            <ac:spMk id="14" creationId="{850CB375-F02B-DA3A-CEB8-4255E5E6BBEB}"/>
          </ac:spMkLst>
        </pc:spChg>
        <pc:spChg chg="mod">
          <ac:chgData name="Ms Alina Arshad" userId="cccdfd85-d35d-4453-9c6f-a463aae40722" providerId="ADAL" clId="{97C00DA4-6F9F-4A83-996B-9231DC603249}" dt="2024-10-27T06:29:57.190" v="161"/>
          <ac:spMkLst>
            <pc:docMk/>
            <pc:sldMk cId="0" sldId="303"/>
            <ac:spMk id="15" creationId="{A427F5B0-0D94-41F9-2A3A-22C62CCECA3C}"/>
          </ac:spMkLst>
        </pc:spChg>
        <pc:grpChg chg="add mod">
          <ac:chgData name="Ms Alina Arshad" userId="cccdfd85-d35d-4453-9c6f-a463aae40722" providerId="ADAL" clId="{97C00DA4-6F9F-4A83-996B-9231DC603249}" dt="2024-10-27T06:25:44.053" v="143" actId="1035"/>
          <ac:grpSpMkLst>
            <pc:docMk/>
            <pc:sldMk cId="0" sldId="303"/>
            <ac:grpSpMk id="6" creationId="{C2272210-1D68-775F-E339-FBEB84798FD1}"/>
          </ac:grpSpMkLst>
        </pc:grpChg>
        <pc:grpChg chg="add mod">
          <ac:chgData name="Ms Alina Arshad" userId="cccdfd85-d35d-4453-9c6f-a463aae40722" providerId="ADAL" clId="{97C00DA4-6F9F-4A83-996B-9231DC603249}" dt="2024-10-27T06:30:36.762" v="226" actId="1076"/>
          <ac:grpSpMkLst>
            <pc:docMk/>
            <pc:sldMk cId="0" sldId="303"/>
            <ac:grpSpMk id="11" creationId="{213D3766-05C3-27C3-B840-125397C364CA}"/>
          </ac:grpSpMkLst>
        </pc:grpChg>
        <pc:picChg chg="del mod">
          <ac:chgData name="Ms Alina Arshad" userId="cccdfd85-d35d-4453-9c6f-a463aae40722" providerId="ADAL" clId="{97C00DA4-6F9F-4A83-996B-9231DC603249}" dt="2024-10-27T06:22:29.764" v="99" actId="478"/>
          <ac:picMkLst>
            <pc:docMk/>
            <pc:sldMk cId="0" sldId="303"/>
            <ac:picMk id="3" creationId="{00000000-0000-0000-0000-000000000000}"/>
          </ac:picMkLst>
        </pc:picChg>
        <pc:picChg chg="del mod">
          <ac:chgData name="Ms Alina Arshad" userId="cccdfd85-d35d-4453-9c6f-a463aae40722" providerId="ADAL" clId="{97C00DA4-6F9F-4A83-996B-9231DC603249}" dt="2024-10-27T06:23:01.338" v="106" actId="21"/>
          <ac:picMkLst>
            <pc:docMk/>
            <pc:sldMk cId="0" sldId="303"/>
            <ac:picMk id="4" creationId="{00000000-0000-0000-0000-000000000000}"/>
          </ac:picMkLst>
        </pc:picChg>
      </pc:sldChg>
      <pc:sldChg chg="addSp delSp modSp mod">
        <pc:chgData name="Ms Alina Arshad" userId="cccdfd85-d35d-4453-9c6f-a463aae40722" providerId="ADAL" clId="{97C00DA4-6F9F-4A83-996B-9231DC603249}" dt="2024-10-27T06:42:37.429" v="437" actId="1076"/>
        <pc:sldMkLst>
          <pc:docMk/>
          <pc:sldMk cId="0" sldId="304"/>
        </pc:sldMkLst>
        <pc:spChg chg="add del mod">
          <ac:chgData name="Ms Alina Arshad" userId="cccdfd85-d35d-4453-9c6f-a463aae40722" providerId="ADAL" clId="{97C00DA4-6F9F-4A83-996B-9231DC603249}" dt="2024-10-27T06:42:27.765" v="434" actId="478"/>
          <ac:spMkLst>
            <pc:docMk/>
            <pc:sldMk cId="0" sldId="304"/>
            <ac:spMk id="6" creationId="{5A22581C-8E95-EB68-E8DB-562757DF2CF5}"/>
          </ac:spMkLst>
        </pc:spChg>
        <pc:picChg chg="del mod">
          <ac:chgData name="Ms Alina Arshad" userId="cccdfd85-d35d-4453-9c6f-a463aae40722" providerId="ADAL" clId="{97C00DA4-6F9F-4A83-996B-9231DC603249}" dt="2024-10-27T06:41:46.745" v="430" actId="478"/>
          <ac:picMkLst>
            <pc:docMk/>
            <pc:sldMk cId="0" sldId="304"/>
            <ac:picMk id="2" creationId="{00000000-0000-0000-0000-000000000000}"/>
          </ac:picMkLst>
        </pc:picChg>
        <pc:picChg chg="mod">
          <ac:chgData name="Ms Alina Arshad" userId="cccdfd85-d35d-4453-9c6f-a463aae40722" providerId="ADAL" clId="{97C00DA4-6F9F-4A83-996B-9231DC603249}" dt="2024-10-27T06:42:37.429" v="437" actId="1076"/>
          <ac:picMkLst>
            <pc:docMk/>
            <pc:sldMk cId="0" sldId="304"/>
            <ac:picMk id="3" creationId="{00000000-0000-0000-0000-000000000000}"/>
          </ac:picMkLst>
        </pc:picChg>
      </pc:sldChg>
      <pc:sldChg chg="addSp delSp modSp mod">
        <pc:chgData name="Ms Alina Arshad" userId="cccdfd85-d35d-4453-9c6f-a463aae40722" providerId="ADAL" clId="{97C00DA4-6F9F-4A83-996B-9231DC603249}" dt="2024-10-27T06:43:24.281" v="443" actId="1076"/>
        <pc:sldMkLst>
          <pc:docMk/>
          <pc:sldMk cId="0" sldId="305"/>
        </pc:sldMkLst>
        <pc:picChg chg="del mod">
          <ac:chgData name="Ms Alina Arshad" userId="cccdfd85-d35d-4453-9c6f-a463aae40722" providerId="ADAL" clId="{97C00DA4-6F9F-4A83-996B-9231DC603249}" dt="2024-10-27T06:42:45.346" v="438" actId="478"/>
          <ac:picMkLst>
            <pc:docMk/>
            <pc:sldMk cId="0" sldId="305"/>
            <ac:picMk id="2" creationId="{00000000-0000-0000-0000-000000000000}"/>
          </ac:picMkLst>
        </pc:picChg>
        <pc:picChg chg="add mod">
          <ac:chgData name="Ms Alina Arshad" userId="cccdfd85-d35d-4453-9c6f-a463aae40722" providerId="ADAL" clId="{97C00DA4-6F9F-4A83-996B-9231DC603249}" dt="2024-10-27T06:43:24.281" v="443" actId="1076"/>
          <ac:picMkLst>
            <pc:docMk/>
            <pc:sldMk cId="0" sldId="305"/>
            <ac:picMk id="5" creationId="{2EFB6592-6AB2-4FD2-31F1-B8C52261B3E4}"/>
          </ac:picMkLst>
        </pc:picChg>
      </pc:sldChg>
      <pc:sldChg chg="addSp delSp modSp mod">
        <pc:chgData name="Ms Alina Arshad" userId="cccdfd85-d35d-4453-9c6f-a463aae40722" providerId="ADAL" clId="{97C00DA4-6F9F-4A83-996B-9231DC603249}" dt="2024-10-27T08:51:54.411" v="1107" actId="22"/>
        <pc:sldMkLst>
          <pc:docMk/>
          <pc:sldMk cId="0" sldId="306"/>
        </pc:sldMkLst>
        <pc:spChg chg="add del mod">
          <ac:chgData name="Ms Alina Arshad" userId="cccdfd85-d35d-4453-9c6f-a463aae40722" providerId="ADAL" clId="{97C00DA4-6F9F-4A83-996B-9231DC603249}" dt="2024-10-27T08:51:54.411" v="1107" actId="22"/>
          <ac:spMkLst>
            <pc:docMk/>
            <pc:sldMk cId="0" sldId="306"/>
            <ac:spMk id="5" creationId="{7518D3C0-14BC-18BD-0014-B0B12CC414C3}"/>
          </ac:spMkLst>
        </pc:spChg>
        <pc:picChg chg="add del mod">
          <ac:chgData name="Ms Alina Arshad" userId="cccdfd85-d35d-4453-9c6f-a463aae40722" providerId="ADAL" clId="{97C00DA4-6F9F-4A83-996B-9231DC603249}" dt="2024-10-27T08:51:54.085" v="1106" actId="478"/>
          <ac:picMkLst>
            <pc:docMk/>
            <pc:sldMk cId="0" sldId="306"/>
            <ac:picMk id="2" creationId="{00000000-0000-0000-0000-000000000000}"/>
          </ac:picMkLst>
        </pc:picChg>
      </pc:sldChg>
      <pc:sldChg chg="addSp modSp new del mod">
        <pc:chgData name="Ms Alina Arshad" userId="cccdfd85-d35d-4453-9c6f-a463aae40722" providerId="ADAL" clId="{97C00DA4-6F9F-4A83-996B-9231DC603249}" dt="2024-10-26T15:24:18.366" v="22" actId="47"/>
        <pc:sldMkLst>
          <pc:docMk/>
          <pc:sldMk cId="1966936070" sldId="308"/>
        </pc:sldMkLst>
        <pc:picChg chg="add mod">
          <ac:chgData name="Ms Alina Arshad" userId="cccdfd85-d35d-4453-9c6f-a463aae40722" providerId="ADAL" clId="{97C00DA4-6F9F-4A83-996B-9231DC603249}" dt="2024-10-26T15:24:03.427" v="21" actId="1076"/>
          <ac:picMkLst>
            <pc:docMk/>
            <pc:sldMk cId="1966936070" sldId="308"/>
            <ac:picMk id="3" creationId="{D7C8895E-FDC5-0B9D-DC7D-F27ECC390578}"/>
          </ac:picMkLst>
        </pc:picChg>
      </pc:sldChg>
      <pc:sldChg chg="addSp delSp modSp new mod">
        <pc:chgData name="Ms Alina Arshad" userId="cccdfd85-d35d-4453-9c6f-a463aae40722" providerId="ADAL" clId="{97C00DA4-6F9F-4A83-996B-9231DC603249}" dt="2024-10-27T06:46:36.311" v="456" actId="20577"/>
        <pc:sldMkLst>
          <pc:docMk/>
          <pc:sldMk cId="2062406901" sldId="308"/>
        </pc:sldMkLst>
        <pc:spChg chg="del">
          <ac:chgData name="Ms Alina Arshad" userId="cccdfd85-d35d-4453-9c6f-a463aae40722" providerId="ADAL" clId="{97C00DA4-6F9F-4A83-996B-9231DC603249}" dt="2024-10-27T06:31:42.586" v="227"/>
          <ac:spMkLst>
            <pc:docMk/>
            <pc:sldMk cId="2062406901" sldId="308"/>
            <ac:spMk id="2" creationId="{64261432-9DDF-B333-EAC9-1EBB965E0C5E}"/>
          </ac:spMkLst>
        </pc:spChg>
        <pc:spChg chg="del">
          <ac:chgData name="Ms Alina Arshad" userId="cccdfd85-d35d-4453-9c6f-a463aae40722" providerId="ADAL" clId="{97C00DA4-6F9F-4A83-996B-9231DC603249}" dt="2024-10-27T06:23:03.466" v="107"/>
          <ac:spMkLst>
            <pc:docMk/>
            <pc:sldMk cId="2062406901" sldId="308"/>
            <ac:spMk id="3" creationId="{4EF1AC37-7D33-E4D6-CE9A-5A3DFA3EB437}"/>
          </ac:spMkLst>
        </pc:spChg>
        <pc:spChg chg="add mod">
          <ac:chgData name="Ms Alina Arshad" userId="cccdfd85-d35d-4453-9c6f-a463aae40722" providerId="ADAL" clId="{97C00DA4-6F9F-4A83-996B-9231DC603249}" dt="2024-10-27T06:35:47.371" v="383" actId="1076"/>
          <ac:spMkLst>
            <pc:docMk/>
            <pc:sldMk cId="2062406901" sldId="308"/>
            <ac:spMk id="5" creationId="{2D74D770-D1C9-A90F-10FC-069A347C9C02}"/>
          </ac:spMkLst>
        </pc:spChg>
        <pc:spChg chg="add del mod">
          <ac:chgData name="Ms Alina Arshad" userId="cccdfd85-d35d-4453-9c6f-a463aae40722" providerId="ADAL" clId="{97C00DA4-6F9F-4A83-996B-9231DC603249}" dt="2024-10-27T06:31:47.838" v="229" actId="478"/>
          <ac:spMkLst>
            <pc:docMk/>
            <pc:sldMk cId="2062406901" sldId="308"/>
            <ac:spMk id="7" creationId="{E6D6E38C-7E2F-C9A3-A489-CB9F5D795CE3}"/>
          </ac:spMkLst>
        </pc:spChg>
        <pc:spChg chg="add mod">
          <ac:chgData name="Ms Alina Arshad" userId="cccdfd85-d35d-4453-9c6f-a463aae40722" providerId="ADAL" clId="{97C00DA4-6F9F-4A83-996B-9231DC603249}" dt="2024-10-27T06:46:36.311" v="456" actId="20577"/>
          <ac:spMkLst>
            <pc:docMk/>
            <pc:sldMk cId="2062406901" sldId="308"/>
            <ac:spMk id="9" creationId="{ACF867DE-72BC-3B3C-2C82-ABDB8AF65617}"/>
          </ac:spMkLst>
        </pc:spChg>
        <pc:spChg chg="mod">
          <ac:chgData name="Ms Alina Arshad" userId="cccdfd85-d35d-4453-9c6f-a463aae40722" providerId="ADAL" clId="{97C00DA4-6F9F-4A83-996B-9231DC603249}" dt="2024-10-27T06:33:44.033" v="248"/>
          <ac:spMkLst>
            <pc:docMk/>
            <pc:sldMk cId="2062406901" sldId="308"/>
            <ac:spMk id="11" creationId="{CAAC6009-69FE-FFF3-B136-DFC201A94163}"/>
          </ac:spMkLst>
        </pc:spChg>
        <pc:spChg chg="mod">
          <ac:chgData name="Ms Alina Arshad" userId="cccdfd85-d35d-4453-9c6f-a463aae40722" providerId="ADAL" clId="{97C00DA4-6F9F-4A83-996B-9231DC603249}" dt="2024-10-27T06:33:44.033" v="248"/>
          <ac:spMkLst>
            <pc:docMk/>
            <pc:sldMk cId="2062406901" sldId="308"/>
            <ac:spMk id="12" creationId="{7776D532-35BE-7B63-BDAA-D00854698763}"/>
          </ac:spMkLst>
        </pc:spChg>
        <pc:spChg chg="mod">
          <ac:chgData name="Ms Alina Arshad" userId="cccdfd85-d35d-4453-9c6f-a463aae40722" providerId="ADAL" clId="{97C00DA4-6F9F-4A83-996B-9231DC603249}" dt="2024-10-27T06:33:44.033" v="248"/>
          <ac:spMkLst>
            <pc:docMk/>
            <pc:sldMk cId="2062406901" sldId="308"/>
            <ac:spMk id="13" creationId="{CCBEF00D-49AD-4ABD-B146-B09A82260318}"/>
          </ac:spMkLst>
        </pc:spChg>
        <pc:spChg chg="mod">
          <ac:chgData name="Ms Alina Arshad" userId="cccdfd85-d35d-4453-9c6f-a463aae40722" providerId="ADAL" clId="{97C00DA4-6F9F-4A83-996B-9231DC603249}" dt="2024-10-27T06:33:44.033" v="248"/>
          <ac:spMkLst>
            <pc:docMk/>
            <pc:sldMk cId="2062406901" sldId="308"/>
            <ac:spMk id="14" creationId="{1E96A49B-E40B-F56B-9B1D-A0CF113BA87C}"/>
          </ac:spMkLst>
        </pc:spChg>
        <pc:spChg chg="mod">
          <ac:chgData name="Ms Alina Arshad" userId="cccdfd85-d35d-4453-9c6f-a463aae40722" providerId="ADAL" clId="{97C00DA4-6F9F-4A83-996B-9231DC603249}" dt="2024-10-27T06:34:43.642" v="312"/>
          <ac:spMkLst>
            <pc:docMk/>
            <pc:sldMk cId="2062406901" sldId="308"/>
            <ac:spMk id="16" creationId="{5D715366-160E-50E5-E061-AB4F25C2BC01}"/>
          </ac:spMkLst>
        </pc:spChg>
        <pc:spChg chg="mod">
          <ac:chgData name="Ms Alina Arshad" userId="cccdfd85-d35d-4453-9c6f-a463aae40722" providerId="ADAL" clId="{97C00DA4-6F9F-4A83-996B-9231DC603249}" dt="2024-10-27T06:34:43.642" v="312"/>
          <ac:spMkLst>
            <pc:docMk/>
            <pc:sldMk cId="2062406901" sldId="308"/>
            <ac:spMk id="17" creationId="{DFC167DE-43F4-DF75-FED7-0A97828003A6}"/>
          </ac:spMkLst>
        </pc:spChg>
        <pc:spChg chg="mod">
          <ac:chgData name="Ms Alina Arshad" userId="cccdfd85-d35d-4453-9c6f-a463aae40722" providerId="ADAL" clId="{97C00DA4-6F9F-4A83-996B-9231DC603249}" dt="2024-10-27T06:34:43.642" v="312"/>
          <ac:spMkLst>
            <pc:docMk/>
            <pc:sldMk cId="2062406901" sldId="308"/>
            <ac:spMk id="18" creationId="{04E662E4-64AD-00C8-A2EC-1D2F1D99A0E1}"/>
          </ac:spMkLst>
        </pc:spChg>
        <pc:spChg chg="mod">
          <ac:chgData name="Ms Alina Arshad" userId="cccdfd85-d35d-4453-9c6f-a463aae40722" providerId="ADAL" clId="{97C00DA4-6F9F-4A83-996B-9231DC603249}" dt="2024-10-27T06:34:43.642" v="312"/>
          <ac:spMkLst>
            <pc:docMk/>
            <pc:sldMk cId="2062406901" sldId="308"/>
            <ac:spMk id="19" creationId="{C6FE551A-5D6A-5C9A-0488-036CA7C15C57}"/>
          </ac:spMkLst>
        </pc:spChg>
        <pc:grpChg chg="add mod">
          <ac:chgData name="Ms Alina Arshad" userId="cccdfd85-d35d-4453-9c6f-a463aae40722" providerId="ADAL" clId="{97C00DA4-6F9F-4A83-996B-9231DC603249}" dt="2024-10-27T06:35:52.005" v="384" actId="1076"/>
          <ac:grpSpMkLst>
            <pc:docMk/>
            <pc:sldMk cId="2062406901" sldId="308"/>
            <ac:grpSpMk id="10" creationId="{3B14EE75-0987-4199-2E7A-F7F7A89A7E02}"/>
          </ac:grpSpMkLst>
        </pc:grpChg>
        <pc:grpChg chg="add mod">
          <ac:chgData name="Ms Alina Arshad" userId="cccdfd85-d35d-4453-9c6f-a463aae40722" providerId="ADAL" clId="{97C00DA4-6F9F-4A83-996B-9231DC603249}" dt="2024-10-27T06:35:59.342" v="385" actId="1076"/>
          <ac:grpSpMkLst>
            <pc:docMk/>
            <pc:sldMk cId="2062406901" sldId="308"/>
            <ac:grpSpMk id="15" creationId="{BBDF864B-10DF-5B89-986D-063B7F488405}"/>
          </ac:grpSpMkLst>
        </pc:grpChg>
        <pc:picChg chg="add del mod">
          <ac:chgData name="Ms Alina Arshad" userId="cccdfd85-d35d-4453-9c6f-a463aae40722" providerId="ADAL" clId="{97C00DA4-6F9F-4A83-996B-9231DC603249}" dt="2024-10-27T06:31:45.289" v="228" actId="478"/>
          <ac:picMkLst>
            <pc:docMk/>
            <pc:sldMk cId="2062406901" sldId="308"/>
            <ac:picMk id="4" creationId="{00000000-0000-0000-0000-000000000000}"/>
          </ac:picMkLst>
        </pc:picChg>
      </pc:sldChg>
      <pc:sldChg chg="addSp delSp modSp new del">
        <pc:chgData name="Ms Alina Arshad" userId="cccdfd85-d35d-4453-9c6f-a463aae40722" providerId="ADAL" clId="{97C00DA4-6F9F-4A83-996B-9231DC603249}" dt="2024-10-26T15:11:49.513" v="3" actId="47"/>
        <pc:sldMkLst>
          <pc:docMk/>
          <pc:sldMk cId="3656474684" sldId="308"/>
        </pc:sldMkLst>
        <pc:spChg chg="del">
          <ac:chgData name="Ms Alina Arshad" userId="cccdfd85-d35d-4453-9c6f-a463aae40722" providerId="ADAL" clId="{97C00DA4-6F9F-4A83-996B-9231DC603249}" dt="2024-10-26T15:11:31.727" v="2"/>
          <ac:spMkLst>
            <pc:docMk/>
            <pc:sldMk cId="3656474684" sldId="308"/>
            <ac:spMk id="2" creationId="{2C5E8CC2-0FBF-7C39-A2BC-AB1D96E84DEC}"/>
          </ac:spMkLst>
        </pc:spChg>
        <pc:spChg chg="add mod">
          <ac:chgData name="Ms Alina Arshad" userId="cccdfd85-d35d-4453-9c6f-a463aae40722" providerId="ADAL" clId="{97C00DA4-6F9F-4A83-996B-9231DC603249}" dt="2024-10-26T15:11:31.727" v="2"/>
          <ac:spMkLst>
            <pc:docMk/>
            <pc:sldMk cId="3656474684" sldId="308"/>
            <ac:spMk id="4" creationId="{A23F0AC3-E057-9A4F-0ADB-3013DD885288}"/>
          </ac:spMkLst>
        </pc:spChg>
      </pc:sldChg>
      <pc:sldChg chg="addSp delSp modSp new mod">
        <pc:chgData name="Ms Alina Arshad" userId="cccdfd85-d35d-4453-9c6f-a463aae40722" providerId="ADAL" clId="{97C00DA4-6F9F-4A83-996B-9231DC603249}" dt="2024-10-27T06:48:47.340" v="459" actId="404"/>
        <pc:sldMkLst>
          <pc:docMk/>
          <pc:sldMk cId="313500440" sldId="309"/>
        </pc:sldMkLst>
        <pc:spChg chg="del">
          <ac:chgData name="Ms Alina Arshad" userId="cccdfd85-d35d-4453-9c6f-a463aae40722" providerId="ADAL" clId="{97C00DA4-6F9F-4A83-996B-9231DC603249}" dt="2024-10-27T06:38:10.392" v="392"/>
          <ac:spMkLst>
            <pc:docMk/>
            <pc:sldMk cId="313500440" sldId="309"/>
            <ac:spMk id="2" creationId="{61E9FFFC-3F8B-3F62-B889-48AD72549895}"/>
          </ac:spMkLst>
        </pc:spChg>
        <pc:spChg chg="mod">
          <ac:chgData name="Ms Alina Arshad" userId="cccdfd85-d35d-4453-9c6f-a463aae40722" providerId="ADAL" clId="{97C00DA4-6F9F-4A83-996B-9231DC603249}" dt="2024-10-27T06:48:47.340" v="459" actId="404"/>
          <ac:spMkLst>
            <pc:docMk/>
            <pc:sldMk cId="313500440" sldId="309"/>
            <ac:spMk id="3" creationId="{700B462B-E498-E899-02D8-A897DAF63B9C}"/>
          </ac:spMkLst>
        </pc:spChg>
        <pc:spChg chg="add mod">
          <ac:chgData name="Ms Alina Arshad" userId="cccdfd85-d35d-4453-9c6f-a463aae40722" providerId="ADAL" clId="{97C00DA4-6F9F-4A83-996B-9231DC603249}" dt="2024-10-27T06:38:12.789" v="393" actId="14100"/>
          <ac:spMkLst>
            <pc:docMk/>
            <pc:sldMk cId="313500440" sldId="309"/>
            <ac:spMk id="4" creationId="{C1EE5095-857E-B43F-28C8-BF0409F2554F}"/>
          </ac:spMkLst>
        </pc:spChg>
      </pc:sldChg>
      <pc:sldChg chg="addSp delSp modSp new mod">
        <pc:chgData name="Ms Alina Arshad" userId="cccdfd85-d35d-4453-9c6f-a463aae40722" providerId="ADAL" clId="{97C00DA4-6F9F-4A83-996B-9231DC603249}" dt="2024-10-27T06:44:14.404" v="451" actId="14100"/>
        <pc:sldMkLst>
          <pc:docMk/>
          <pc:sldMk cId="491917458" sldId="310"/>
        </pc:sldMkLst>
        <pc:spChg chg="del">
          <ac:chgData name="Ms Alina Arshad" userId="cccdfd85-d35d-4453-9c6f-a463aae40722" providerId="ADAL" clId="{97C00DA4-6F9F-4A83-996B-9231DC603249}" dt="2024-10-27T06:44:12.212" v="450"/>
          <ac:spMkLst>
            <pc:docMk/>
            <pc:sldMk cId="491917458" sldId="310"/>
            <ac:spMk id="2" creationId="{83024A08-D99F-69A4-E31F-C34714C711D3}"/>
          </ac:spMkLst>
        </pc:spChg>
        <pc:spChg chg="del">
          <ac:chgData name="Ms Alina Arshad" userId="cccdfd85-d35d-4453-9c6f-a463aae40722" providerId="ADAL" clId="{97C00DA4-6F9F-4A83-996B-9231DC603249}" dt="2024-10-27T06:43:56.775" v="445" actId="22"/>
          <ac:spMkLst>
            <pc:docMk/>
            <pc:sldMk cId="491917458" sldId="310"/>
            <ac:spMk id="3" creationId="{8C4D7949-83D8-0789-C041-187BEC92E655}"/>
          </ac:spMkLst>
        </pc:spChg>
        <pc:spChg chg="add mod">
          <ac:chgData name="Ms Alina Arshad" userId="cccdfd85-d35d-4453-9c6f-a463aae40722" providerId="ADAL" clId="{97C00DA4-6F9F-4A83-996B-9231DC603249}" dt="2024-10-27T06:44:14.404" v="451" actId="14100"/>
          <ac:spMkLst>
            <pc:docMk/>
            <pc:sldMk cId="491917458" sldId="310"/>
            <ac:spMk id="6" creationId="{5C792AA2-A0EE-F77D-8AEA-1B73F92C971E}"/>
          </ac:spMkLst>
        </pc:spChg>
        <pc:picChg chg="add mod ord">
          <ac:chgData name="Ms Alina Arshad" userId="cccdfd85-d35d-4453-9c6f-a463aae40722" providerId="ADAL" clId="{97C00DA4-6F9F-4A83-996B-9231DC603249}" dt="2024-10-27T06:44:06.016" v="449" actId="1076"/>
          <ac:picMkLst>
            <pc:docMk/>
            <pc:sldMk cId="491917458" sldId="310"/>
            <ac:picMk id="5" creationId="{637A1014-93E2-A6F7-78A7-558951DA6976}"/>
          </ac:picMkLst>
        </pc:picChg>
      </pc:sldChg>
    </pc:docChg>
  </pc:docChgLst>
  <pc:docChgLst>
    <pc:chgData name="Ms Alina Arshad" userId="cccdfd85-d35d-4453-9c6f-a463aae40722" providerId="ADAL" clId="{AD184B4B-0CF3-4D88-AFEA-77665C37DC41}"/>
    <pc:docChg chg="undo custSel addSld delSld modSld sldOrd">
      <pc:chgData name="Ms Alina Arshad" userId="cccdfd85-d35d-4453-9c6f-a463aae40722" providerId="ADAL" clId="{AD184B4B-0CF3-4D88-AFEA-77665C37DC41}" dt="2024-10-07T14:53:18.370" v="664" actId="20577"/>
      <pc:docMkLst>
        <pc:docMk/>
      </pc:docMkLst>
      <pc:sldChg chg="modSp mod">
        <pc:chgData name="Ms Alina Arshad" userId="cccdfd85-d35d-4453-9c6f-a463aae40722" providerId="ADAL" clId="{AD184B4B-0CF3-4D88-AFEA-77665C37DC41}" dt="2024-10-01T14:08:05.980" v="476" actId="404"/>
        <pc:sldMkLst>
          <pc:docMk/>
          <pc:sldMk cId="3322361034" sldId="256"/>
        </pc:sldMkLst>
        <pc:spChg chg="mod">
          <ac:chgData name="Ms Alina Arshad" userId="cccdfd85-d35d-4453-9c6f-a463aae40722" providerId="ADAL" clId="{AD184B4B-0CF3-4D88-AFEA-77665C37DC41}" dt="2024-10-01T14:08:05.980" v="476" actId="404"/>
          <ac:spMkLst>
            <pc:docMk/>
            <pc:sldMk cId="3322361034" sldId="256"/>
            <ac:spMk id="3" creationId="{44E9F82C-BBA7-3495-1097-BEDB54FFFDF4}"/>
          </ac:spMkLst>
        </pc:spChg>
      </pc:sldChg>
      <pc:sldChg chg="addSp delSp modSp add mod">
        <pc:chgData name="Ms Alina Arshad" userId="cccdfd85-d35d-4453-9c6f-a463aae40722" providerId="ADAL" clId="{AD184B4B-0CF3-4D88-AFEA-77665C37DC41}" dt="2024-10-06T13:07:38.994" v="580" actId="1038"/>
        <pc:sldMkLst>
          <pc:docMk/>
          <pc:sldMk cId="0" sldId="257"/>
        </pc:sldMkLst>
        <pc:spChg chg="mod">
          <ac:chgData name="Ms Alina Arshad" userId="cccdfd85-d35d-4453-9c6f-a463aae40722" providerId="ADAL" clId="{AD184B4B-0CF3-4D88-AFEA-77665C37DC41}" dt="2024-10-06T13:07:38.994" v="580" actId="1038"/>
          <ac:spMkLst>
            <pc:docMk/>
            <pc:sldMk cId="0" sldId="257"/>
            <ac:spMk id="2" creationId="{00000000-0000-0000-0000-000000000000}"/>
          </ac:spMkLst>
        </pc:spChg>
        <pc:spChg chg="add del mod">
          <ac:chgData name="Ms Alina Arshad" userId="cccdfd85-d35d-4453-9c6f-a463aae40722" providerId="ADAL" clId="{AD184B4B-0CF3-4D88-AFEA-77665C37DC41}" dt="2024-10-06T13:07:28.261" v="566" actId="1035"/>
          <ac:spMkLst>
            <pc:docMk/>
            <pc:sldMk cId="0" sldId="257"/>
            <ac:spMk id="3" creationId="{00000000-0000-0000-0000-000000000000}"/>
          </ac:spMkLst>
        </pc:spChg>
      </pc:sldChg>
      <pc:sldChg chg="modSp add mod">
        <pc:chgData name="Ms Alina Arshad" userId="cccdfd85-d35d-4453-9c6f-a463aae40722" providerId="ADAL" clId="{AD184B4B-0CF3-4D88-AFEA-77665C37DC41}" dt="2024-10-01T15:26:47.165" v="477" actId="20577"/>
        <pc:sldMkLst>
          <pc:docMk/>
          <pc:sldMk cId="0" sldId="258"/>
        </pc:sldMkLst>
        <pc:spChg chg="mod">
          <ac:chgData name="Ms Alina Arshad" userId="cccdfd85-d35d-4453-9c6f-a463aae40722" providerId="ADAL" clId="{AD184B4B-0CF3-4D88-AFEA-77665C37DC41}" dt="2024-10-01T12:55:10.748" v="37" actId="1076"/>
          <ac:spMkLst>
            <pc:docMk/>
            <pc:sldMk cId="0" sldId="258"/>
            <ac:spMk id="2" creationId="{00000000-0000-0000-0000-000000000000}"/>
          </ac:spMkLst>
        </pc:spChg>
        <pc:spChg chg="mod">
          <ac:chgData name="Ms Alina Arshad" userId="cccdfd85-d35d-4453-9c6f-a463aae40722" providerId="ADAL" clId="{AD184B4B-0CF3-4D88-AFEA-77665C37DC41}" dt="2024-10-01T15:26:47.165" v="477" actId="20577"/>
          <ac:spMkLst>
            <pc:docMk/>
            <pc:sldMk cId="0" sldId="258"/>
            <ac:spMk id="3" creationId="{00000000-0000-0000-0000-000000000000}"/>
          </ac:spMkLst>
        </pc:spChg>
      </pc:sldChg>
      <pc:sldChg chg="modSp add mod">
        <pc:chgData name="Ms Alina Arshad" userId="cccdfd85-d35d-4453-9c6f-a463aae40722" providerId="ADAL" clId="{AD184B4B-0CF3-4D88-AFEA-77665C37DC41}" dt="2024-10-01T15:27:06.873" v="479" actId="1076"/>
        <pc:sldMkLst>
          <pc:docMk/>
          <pc:sldMk cId="0" sldId="259"/>
        </pc:sldMkLst>
        <pc:picChg chg="mod">
          <ac:chgData name="Ms Alina Arshad" userId="cccdfd85-d35d-4453-9c6f-a463aae40722" providerId="ADAL" clId="{AD184B4B-0CF3-4D88-AFEA-77665C37DC41}" dt="2024-10-01T15:27:06.873" v="479" actId="1076"/>
          <ac:picMkLst>
            <pc:docMk/>
            <pc:sldMk cId="0" sldId="259"/>
            <ac:picMk id="2" creationId="{00000000-0000-0000-0000-000000000000}"/>
          </ac:picMkLst>
        </pc:picChg>
      </pc:sldChg>
      <pc:sldChg chg="modSp add mod">
        <pc:chgData name="Ms Alina Arshad" userId="cccdfd85-d35d-4453-9c6f-a463aae40722" providerId="ADAL" clId="{AD184B4B-0CF3-4D88-AFEA-77665C37DC41}" dt="2024-10-01T15:34:39.687" v="484" actId="20577"/>
        <pc:sldMkLst>
          <pc:docMk/>
          <pc:sldMk cId="0" sldId="260"/>
        </pc:sldMkLst>
        <pc:spChg chg="mod">
          <ac:chgData name="Ms Alina Arshad" userId="cccdfd85-d35d-4453-9c6f-a463aae40722" providerId="ADAL" clId="{AD184B4B-0CF3-4D88-AFEA-77665C37DC41}" dt="2024-10-01T12:56:27.166" v="65" actId="1076"/>
          <ac:spMkLst>
            <pc:docMk/>
            <pc:sldMk cId="0" sldId="260"/>
            <ac:spMk id="2" creationId="{00000000-0000-0000-0000-000000000000}"/>
          </ac:spMkLst>
        </pc:spChg>
        <pc:spChg chg="mod">
          <ac:chgData name="Ms Alina Arshad" userId="cccdfd85-d35d-4453-9c6f-a463aae40722" providerId="ADAL" clId="{AD184B4B-0CF3-4D88-AFEA-77665C37DC41}" dt="2024-10-01T15:34:39.687" v="484" actId="20577"/>
          <ac:spMkLst>
            <pc:docMk/>
            <pc:sldMk cId="0" sldId="260"/>
            <ac:spMk id="3" creationId="{00000000-0000-0000-0000-000000000000}"/>
          </ac:spMkLst>
        </pc:spChg>
      </pc:sldChg>
      <pc:sldChg chg="modSp add mod">
        <pc:chgData name="Ms Alina Arshad" userId="cccdfd85-d35d-4453-9c6f-a463aae40722" providerId="ADAL" clId="{AD184B4B-0CF3-4D88-AFEA-77665C37DC41}" dt="2024-10-01T13:00:54.474" v="144" actId="1076"/>
        <pc:sldMkLst>
          <pc:docMk/>
          <pc:sldMk cId="0" sldId="261"/>
        </pc:sldMkLst>
        <pc:spChg chg="mod">
          <ac:chgData name="Ms Alina Arshad" userId="cccdfd85-d35d-4453-9c6f-a463aae40722" providerId="ADAL" clId="{AD184B4B-0CF3-4D88-AFEA-77665C37DC41}" dt="2024-10-01T13:00:34.969" v="137" actId="1076"/>
          <ac:spMkLst>
            <pc:docMk/>
            <pc:sldMk cId="0" sldId="261"/>
            <ac:spMk id="2" creationId="{00000000-0000-0000-0000-000000000000}"/>
          </ac:spMkLst>
        </pc:spChg>
        <pc:spChg chg="mod">
          <ac:chgData name="Ms Alina Arshad" userId="cccdfd85-d35d-4453-9c6f-a463aae40722" providerId="ADAL" clId="{AD184B4B-0CF3-4D88-AFEA-77665C37DC41}" dt="2024-10-01T13:00:54.474" v="144" actId="1076"/>
          <ac:spMkLst>
            <pc:docMk/>
            <pc:sldMk cId="0" sldId="261"/>
            <ac:spMk id="4" creationId="{00000000-0000-0000-0000-000000000000}"/>
          </ac:spMkLst>
        </pc:spChg>
        <pc:picChg chg="mod">
          <ac:chgData name="Ms Alina Arshad" userId="cccdfd85-d35d-4453-9c6f-a463aae40722" providerId="ADAL" clId="{AD184B4B-0CF3-4D88-AFEA-77665C37DC41}" dt="2024-10-01T13:00:51.183" v="143" actId="14100"/>
          <ac:picMkLst>
            <pc:docMk/>
            <pc:sldMk cId="0" sldId="261"/>
            <ac:picMk id="3" creationId="{00000000-0000-0000-0000-000000000000}"/>
          </ac:picMkLst>
        </pc:picChg>
      </pc:sldChg>
      <pc:sldChg chg="addSp delSp modSp add mod">
        <pc:chgData name="Ms Alina Arshad" userId="cccdfd85-d35d-4453-9c6f-a463aae40722" providerId="ADAL" clId="{AD184B4B-0CF3-4D88-AFEA-77665C37DC41}" dt="2024-10-06T15:28:43.114" v="596" actId="1076"/>
        <pc:sldMkLst>
          <pc:docMk/>
          <pc:sldMk cId="0" sldId="262"/>
        </pc:sldMkLst>
        <pc:spChg chg="mod">
          <ac:chgData name="Ms Alina Arshad" userId="cccdfd85-d35d-4453-9c6f-a463aae40722" providerId="ADAL" clId="{AD184B4B-0CF3-4D88-AFEA-77665C37DC41}" dt="2024-10-01T13:01:13.641" v="150" actId="14100"/>
          <ac:spMkLst>
            <pc:docMk/>
            <pc:sldMk cId="0" sldId="262"/>
            <ac:spMk id="2" creationId="{00000000-0000-0000-0000-000000000000}"/>
          </ac:spMkLst>
        </pc:spChg>
        <pc:spChg chg="del mod">
          <ac:chgData name="Ms Alina Arshad" userId="cccdfd85-d35d-4453-9c6f-a463aae40722" providerId="ADAL" clId="{AD184B4B-0CF3-4D88-AFEA-77665C37DC41}" dt="2024-10-01T13:02:37.800" v="180" actId="478"/>
          <ac:spMkLst>
            <pc:docMk/>
            <pc:sldMk cId="0" sldId="262"/>
            <ac:spMk id="7" creationId="{00000000-0000-0000-0000-000000000000}"/>
          </ac:spMkLst>
        </pc:spChg>
        <pc:spChg chg="mod">
          <ac:chgData name="Ms Alina Arshad" userId="cccdfd85-d35d-4453-9c6f-a463aae40722" providerId="ADAL" clId="{AD184B4B-0CF3-4D88-AFEA-77665C37DC41}" dt="2024-10-06T15:28:37.471" v="595" actId="1076"/>
          <ac:spMkLst>
            <pc:docMk/>
            <pc:sldMk cId="0" sldId="262"/>
            <ac:spMk id="8" creationId="{00000000-0000-0000-0000-000000000000}"/>
          </ac:spMkLst>
        </pc:spChg>
        <pc:spChg chg="add mod">
          <ac:chgData name="Ms Alina Arshad" userId="cccdfd85-d35d-4453-9c6f-a463aae40722" providerId="ADAL" clId="{AD184B4B-0CF3-4D88-AFEA-77665C37DC41}" dt="2024-10-06T15:28:43.114" v="596" actId="1076"/>
          <ac:spMkLst>
            <pc:docMk/>
            <pc:sldMk cId="0" sldId="262"/>
            <ac:spMk id="11" creationId="{2509622A-3BA6-6953-439A-8A41E00ECEA6}"/>
          </ac:spMkLst>
        </pc:spChg>
        <pc:grpChg chg="add del mod">
          <ac:chgData name="Ms Alina Arshad" userId="cccdfd85-d35d-4453-9c6f-a463aae40722" providerId="ADAL" clId="{AD184B4B-0CF3-4D88-AFEA-77665C37DC41}" dt="2024-10-06T15:28:23.862" v="592" actId="1076"/>
          <ac:grpSpMkLst>
            <pc:docMk/>
            <pc:sldMk cId="0" sldId="262"/>
            <ac:grpSpMk id="3" creationId="{00000000-0000-0000-0000-000000000000}"/>
          </ac:grpSpMkLst>
        </pc:grpChg>
        <pc:picChg chg="mod">
          <ac:chgData name="Ms Alina Arshad" userId="cccdfd85-d35d-4453-9c6f-a463aae40722" providerId="ADAL" clId="{AD184B4B-0CF3-4D88-AFEA-77665C37DC41}" dt="2024-10-06T15:28:27.139" v="593" actId="1076"/>
          <ac:picMkLst>
            <pc:docMk/>
            <pc:sldMk cId="0" sldId="262"/>
            <ac:picMk id="9" creationId="{00000000-0000-0000-0000-000000000000}"/>
          </ac:picMkLst>
        </pc:picChg>
      </pc:sldChg>
      <pc:sldChg chg="delSp modSp add mod">
        <pc:chgData name="Ms Alina Arshad" userId="cccdfd85-d35d-4453-9c6f-a463aae40722" providerId="ADAL" clId="{AD184B4B-0CF3-4D88-AFEA-77665C37DC41}" dt="2024-10-06T15:32:58.563" v="607" actId="15"/>
        <pc:sldMkLst>
          <pc:docMk/>
          <pc:sldMk cId="0" sldId="263"/>
        </pc:sldMkLst>
        <pc:spChg chg="mod">
          <ac:chgData name="Ms Alina Arshad" userId="cccdfd85-d35d-4453-9c6f-a463aae40722" providerId="ADAL" clId="{AD184B4B-0CF3-4D88-AFEA-77665C37DC41}" dt="2024-10-01T13:23:42.894" v="183" actId="1076"/>
          <ac:spMkLst>
            <pc:docMk/>
            <pc:sldMk cId="0" sldId="263"/>
            <ac:spMk id="2" creationId="{00000000-0000-0000-0000-000000000000}"/>
          </ac:spMkLst>
        </pc:spChg>
        <pc:spChg chg="mod">
          <ac:chgData name="Ms Alina Arshad" userId="cccdfd85-d35d-4453-9c6f-a463aae40722" providerId="ADAL" clId="{AD184B4B-0CF3-4D88-AFEA-77665C37DC41}" dt="2024-10-06T15:32:58.563" v="607" actId="15"/>
          <ac:spMkLst>
            <pc:docMk/>
            <pc:sldMk cId="0" sldId="263"/>
            <ac:spMk id="7" creationId="{00000000-0000-0000-0000-000000000000}"/>
          </ac:spMkLst>
        </pc:spChg>
        <pc:grpChg chg="del">
          <ac:chgData name="Ms Alina Arshad" userId="cccdfd85-d35d-4453-9c6f-a463aae40722" providerId="ADAL" clId="{AD184B4B-0CF3-4D88-AFEA-77665C37DC41}" dt="2024-10-01T13:23:57.524" v="187" actId="478"/>
          <ac:grpSpMkLst>
            <pc:docMk/>
            <pc:sldMk cId="0" sldId="263"/>
            <ac:grpSpMk id="3" creationId="{00000000-0000-0000-0000-000000000000}"/>
          </ac:grpSpMkLst>
        </pc:grpChg>
      </pc:sldChg>
      <pc:sldChg chg="modSp add mod">
        <pc:chgData name="Ms Alina Arshad" userId="cccdfd85-d35d-4453-9c6f-a463aae40722" providerId="ADAL" clId="{AD184B4B-0CF3-4D88-AFEA-77665C37DC41}" dt="2024-10-06T15:34:44.095" v="614" actId="20577"/>
        <pc:sldMkLst>
          <pc:docMk/>
          <pc:sldMk cId="0" sldId="264"/>
        </pc:sldMkLst>
        <pc:spChg chg="mod">
          <ac:chgData name="Ms Alina Arshad" userId="cccdfd85-d35d-4453-9c6f-a463aae40722" providerId="ADAL" clId="{AD184B4B-0CF3-4D88-AFEA-77665C37DC41}" dt="2024-10-01T13:25:17.907" v="212" actId="1076"/>
          <ac:spMkLst>
            <pc:docMk/>
            <pc:sldMk cId="0" sldId="264"/>
            <ac:spMk id="2" creationId="{00000000-0000-0000-0000-000000000000}"/>
          </ac:spMkLst>
        </pc:spChg>
        <pc:spChg chg="mod">
          <ac:chgData name="Ms Alina Arshad" userId="cccdfd85-d35d-4453-9c6f-a463aae40722" providerId="ADAL" clId="{AD184B4B-0CF3-4D88-AFEA-77665C37DC41}" dt="2024-10-06T15:34:44.095" v="614" actId="20577"/>
          <ac:spMkLst>
            <pc:docMk/>
            <pc:sldMk cId="0" sldId="264"/>
            <ac:spMk id="3" creationId="{00000000-0000-0000-0000-000000000000}"/>
          </ac:spMkLst>
        </pc:spChg>
      </pc:sldChg>
      <pc:sldChg chg="modSp add mod">
        <pc:chgData name="Ms Alina Arshad" userId="cccdfd85-d35d-4453-9c6f-a463aae40722" providerId="ADAL" clId="{AD184B4B-0CF3-4D88-AFEA-77665C37DC41}" dt="2024-10-01T13:31:39.089" v="316" actId="1076"/>
        <pc:sldMkLst>
          <pc:docMk/>
          <pc:sldMk cId="0" sldId="265"/>
        </pc:sldMkLst>
        <pc:spChg chg="mod">
          <ac:chgData name="Ms Alina Arshad" userId="cccdfd85-d35d-4453-9c6f-a463aae40722" providerId="ADAL" clId="{AD184B4B-0CF3-4D88-AFEA-77665C37DC41}" dt="2024-10-01T13:27:17.158" v="246" actId="1076"/>
          <ac:spMkLst>
            <pc:docMk/>
            <pc:sldMk cId="0" sldId="265"/>
            <ac:spMk id="2" creationId="{00000000-0000-0000-0000-000000000000}"/>
          </ac:spMkLst>
        </pc:spChg>
        <pc:spChg chg="mod">
          <ac:chgData name="Ms Alina Arshad" userId="cccdfd85-d35d-4453-9c6f-a463aae40722" providerId="ADAL" clId="{AD184B4B-0CF3-4D88-AFEA-77665C37DC41}" dt="2024-10-01T13:31:39.089" v="316" actId="1076"/>
          <ac:spMkLst>
            <pc:docMk/>
            <pc:sldMk cId="0" sldId="265"/>
            <ac:spMk id="6" creationId="{00000000-0000-0000-0000-000000000000}"/>
          </ac:spMkLst>
        </pc:spChg>
        <pc:spChg chg="mod">
          <ac:chgData name="Ms Alina Arshad" userId="cccdfd85-d35d-4453-9c6f-a463aae40722" providerId="ADAL" clId="{AD184B4B-0CF3-4D88-AFEA-77665C37DC41}" dt="2024-10-01T13:31:21.750" v="313" actId="1076"/>
          <ac:spMkLst>
            <pc:docMk/>
            <pc:sldMk cId="0" sldId="265"/>
            <ac:spMk id="7" creationId="{00000000-0000-0000-0000-000000000000}"/>
          </ac:spMkLst>
        </pc:spChg>
        <pc:grpChg chg="mod">
          <ac:chgData name="Ms Alina Arshad" userId="cccdfd85-d35d-4453-9c6f-a463aae40722" providerId="ADAL" clId="{AD184B4B-0CF3-4D88-AFEA-77665C37DC41}" dt="2024-10-01T13:27:32.316" v="275" actId="1076"/>
          <ac:grpSpMkLst>
            <pc:docMk/>
            <pc:sldMk cId="0" sldId="265"/>
            <ac:grpSpMk id="3" creationId="{00000000-0000-0000-0000-000000000000}"/>
          </ac:grpSpMkLst>
        </pc:grpChg>
        <pc:grpChg chg="mod">
          <ac:chgData name="Ms Alina Arshad" userId="cccdfd85-d35d-4453-9c6f-a463aae40722" providerId="ADAL" clId="{AD184B4B-0CF3-4D88-AFEA-77665C37DC41}" dt="2024-10-01T13:27:26.833" v="273" actId="1036"/>
          <ac:grpSpMkLst>
            <pc:docMk/>
            <pc:sldMk cId="0" sldId="265"/>
            <ac:grpSpMk id="8" creationId="{00000000-0000-0000-0000-000000000000}"/>
          </ac:grpSpMkLst>
        </pc:grpChg>
      </pc:sldChg>
      <pc:sldChg chg="delSp modSp add mod">
        <pc:chgData name="Ms Alina Arshad" userId="cccdfd85-d35d-4453-9c6f-a463aae40722" providerId="ADAL" clId="{AD184B4B-0CF3-4D88-AFEA-77665C37DC41}" dt="2024-10-01T13:57:24.117" v="329" actId="1076"/>
        <pc:sldMkLst>
          <pc:docMk/>
          <pc:sldMk cId="0" sldId="266"/>
        </pc:sldMkLst>
        <pc:spChg chg="mod">
          <ac:chgData name="Ms Alina Arshad" userId="cccdfd85-d35d-4453-9c6f-a463aae40722" providerId="ADAL" clId="{AD184B4B-0CF3-4D88-AFEA-77665C37DC41}" dt="2024-10-01T13:28:09.910" v="285" actId="1076"/>
          <ac:spMkLst>
            <pc:docMk/>
            <pc:sldMk cId="0" sldId="266"/>
            <ac:spMk id="2" creationId="{00000000-0000-0000-0000-000000000000}"/>
          </ac:spMkLst>
        </pc:spChg>
        <pc:spChg chg="mod">
          <ac:chgData name="Ms Alina Arshad" userId="cccdfd85-d35d-4453-9c6f-a463aae40722" providerId="ADAL" clId="{AD184B4B-0CF3-4D88-AFEA-77665C37DC41}" dt="2024-10-01T13:56:42.043" v="317" actId="207"/>
          <ac:spMkLst>
            <pc:docMk/>
            <pc:sldMk cId="0" sldId="266"/>
            <ac:spMk id="3" creationId="{00000000-0000-0000-0000-000000000000}"/>
          </ac:spMkLst>
        </pc:spChg>
        <pc:spChg chg="del topLvl">
          <ac:chgData name="Ms Alina Arshad" userId="cccdfd85-d35d-4453-9c6f-a463aae40722" providerId="ADAL" clId="{AD184B4B-0CF3-4D88-AFEA-77665C37DC41}" dt="2024-10-01T13:57:01.043" v="321" actId="478"/>
          <ac:spMkLst>
            <pc:docMk/>
            <pc:sldMk cId="0" sldId="266"/>
            <ac:spMk id="5" creationId="{00000000-0000-0000-0000-000000000000}"/>
          </ac:spMkLst>
        </pc:spChg>
        <pc:spChg chg="mod">
          <ac:chgData name="Ms Alina Arshad" userId="cccdfd85-d35d-4453-9c6f-a463aae40722" providerId="ADAL" clId="{AD184B4B-0CF3-4D88-AFEA-77665C37DC41}" dt="2024-10-01T13:57:24.117" v="329" actId="1076"/>
          <ac:spMkLst>
            <pc:docMk/>
            <pc:sldMk cId="0" sldId="266"/>
            <ac:spMk id="7" creationId="{00000000-0000-0000-0000-000000000000}"/>
          </ac:spMkLst>
        </pc:spChg>
        <pc:grpChg chg="del mod">
          <ac:chgData name="Ms Alina Arshad" userId="cccdfd85-d35d-4453-9c6f-a463aae40722" providerId="ADAL" clId="{AD184B4B-0CF3-4D88-AFEA-77665C37DC41}" dt="2024-10-01T13:57:01.043" v="321" actId="478"/>
          <ac:grpSpMkLst>
            <pc:docMk/>
            <pc:sldMk cId="0" sldId="266"/>
            <ac:grpSpMk id="4" creationId="{00000000-0000-0000-0000-000000000000}"/>
          </ac:grpSpMkLst>
        </pc:grpChg>
        <pc:picChg chg="mod topLvl">
          <ac:chgData name="Ms Alina Arshad" userId="cccdfd85-d35d-4453-9c6f-a463aae40722" providerId="ADAL" clId="{AD184B4B-0CF3-4D88-AFEA-77665C37DC41}" dt="2024-10-01T13:57:20.612" v="328" actId="1076"/>
          <ac:picMkLst>
            <pc:docMk/>
            <pc:sldMk cId="0" sldId="266"/>
            <ac:picMk id="6" creationId="{00000000-0000-0000-0000-000000000000}"/>
          </ac:picMkLst>
        </pc:picChg>
      </pc:sldChg>
      <pc:sldChg chg="addSp delSp modSp add mod">
        <pc:chgData name="Ms Alina Arshad" userId="cccdfd85-d35d-4453-9c6f-a463aae40722" providerId="ADAL" clId="{AD184B4B-0CF3-4D88-AFEA-77665C37DC41}" dt="2024-10-07T14:47:03.560" v="618" actId="20577"/>
        <pc:sldMkLst>
          <pc:docMk/>
          <pc:sldMk cId="0" sldId="267"/>
        </pc:sldMkLst>
        <pc:spChg chg="mod">
          <ac:chgData name="Ms Alina Arshad" userId="cccdfd85-d35d-4453-9c6f-a463aae40722" providerId="ADAL" clId="{AD184B4B-0CF3-4D88-AFEA-77665C37DC41}" dt="2024-10-01T13:59:26.397" v="368" actId="20577"/>
          <ac:spMkLst>
            <pc:docMk/>
            <pc:sldMk cId="0" sldId="267"/>
            <ac:spMk id="2" creationId="{00000000-0000-0000-0000-000000000000}"/>
          </ac:spMkLst>
        </pc:spChg>
        <pc:spChg chg="mod">
          <ac:chgData name="Ms Alina Arshad" userId="cccdfd85-d35d-4453-9c6f-a463aae40722" providerId="ADAL" clId="{AD184B4B-0CF3-4D88-AFEA-77665C37DC41}" dt="2024-10-07T14:47:03.560" v="618" actId="20577"/>
          <ac:spMkLst>
            <pc:docMk/>
            <pc:sldMk cId="0" sldId="267"/>
            <ac:spMk id="3" creationId="{00000000-0000-0000-0000-000000000000}"/>
          </ac:spMkLst>
        </pc:spChg>
        <pc:spChg chg="del mod topLvl">
          <ac:chgData name="Ms Alina Arshad" userId="cccdfd85-d35d-4453-9c6f-a463aae40722" providerId="ADAL" clId="{AD184B4B-0CF3-4D88-AFEA-77665C37DC41}" dt="2024-10-01T13:58:20.058" v="344" actId="478"/>
          <ac:spMkLst>
            <pc:docMk/>
            <pc:sldMk cId="0" sldId="267"/>
            <ac:spMk id="7" creationId="{00000000-0000-0000-0000-000000000000}"/>
          </ac:spMkLst>
        </pc:spChg>
        <pc:grpChg chg="add del mod">
          <ac:chgData name="Ms Alina Arshad" userId="cccdfd85-d35d-4453-9c6f-a463aae40722" providerId="ADAL" clId="{AD184B4B-0CF3-4D88-AFEA-77665C37DC41}" dt="2024-10-01T13:58:20.058" v="344" actId="478"/>
          <ac:grpSpMkLst>
            <pc:docMk/>
            <pc:sldMk cId="0" sldId="267"/>
            <ac:grpSpMk id="4" creationId="{00000000-0000-0000-0000-000000000000}"/>
          </ac:grpSpMkLst>
        </pc:grpChg>
        <pc:picChg chg="del">
          <ac:chgData name="Ms Alina Arshad" userId="cccdfd85-d35d-4453-9c6f-a463aae40722" providerId="ADAL" clId="{AD184B4B-0CF3-4D88-AFEA-77665C37DC41}" dt="2024-10-01T13:57:58.291" v="338" actId="478"/>
          <ac:picMkLst>
            <pc:docMk/>
            <pc:sldMk cId="0" sldId="267"/>
            <ac:picMk id="5" creationId="{00000000-0000-0000-0000-000000000000}"/>
          </ac:picMkLst>
        </pc:picChg>
        <pc:picChg chg="mod topLvl">
          <ac:chgData name="Ms Alina Arshad" userId="cccdfd85-d35d-4453-9c6f-a463aae40722" providerId="ADAL" clId="{AD184B4B-0CF3-4D88-AFEA-77665C37DC41}" dt="2024-10-01T13:58:26.739" v="348" actId="1076"/>
          <ac:picMkLst>
            <pc:docMk/>
            <pc:sldMk cId="0" sldId="267"/>
            <ac:picMk id="6" creationId="{00000000-0000-0000-0000-000000000000}"/>
          </ac:picMkLst>
        </pc:picChg>
      </pc:sldChg>
      <pc:sldChg chg="addSp delSp modSp add mod">
        <pc:chgData name="Ms Alina Arshad" userId="cccdfd85-d35d-4453-9c6f-a463aae40722" providerId="ADAL" clId="{AD184B4B-0CF3-4D88-AFEA-77665C37DC41}" dt="2024-10-07T14:49:12.046" v="634" actId="20577"/>
        <pc:sldMkLst>
          <pc:docMk/>
          <pc:sldMk cId="0" sldId="268"/>
        </pc:sldMkLst>
        <pc:spChg chg="mod">
          <ac:chgData name="Ms Alina Arshad" userId="cccdfd85-d35d-4453-9c6f-a463aae40722" providerId="ADAL" clId="{AD184B4B-0CF3-4D88-AFEA-77665C37DC41}" dt="2024-10-01T13:59:56.983" v="376" actId="113"/>
          <ac:spMkLst>
            <pc:docMk/>
            <pc:sldMk cId="0" sldId="268"/>
            <ac:spMk id="2" creationId="{00000000-0000-0000-0000-000000000000}"/>
          </ac:spMkLst>
        </pc:spChg>
        <pc:spChg chg="mod">
          <ac:chgData name="Ms Alina Arshad" userId="cccdfd85-d35d-4453-9c6f-a463aae40722" providerId="ADAL" clId="{AD184B4B-0CF3-4D88-AFEA-77665C37DC41}" dt="2024-10-07T14:49:12.046" v="634" actId="20577"/>
          <ac:spMkLst>
            <pc:docMk/>
            <pc:sldMk cId="0" sldId="268"/>
            <ac:spMk id="3" creationId="{00000000-0000-0000-0000-000000000000}"/>
          </ac:spMkLst>
        </pc:spChg>
        <pc:spChg chg="del topLvl">
          <ac:chgData name="Ms Alina Arshad" userId="cccdfd85-d35d-4453-9c6f-a463aae40722" providerId="ADAL" clId="{AD184B4B-0CF3-4D88-AFEA-77665C37DC41}" dt="2024-10-01T14:01:04.580" v="411" actId="478"/>
          <ac:spMkLst>
            <pc:docMk/>
            <pc:sldMk cId="0" sldId="268"/>
            <ac:spMk id="7" creationId="{00000000-0000-0000-0000-000000000000}"/>
          </ac:spMkLst>
        </pc:spChg>
        <pc:grpChg chg="add del">
          <ac:chgData name="Ms Alina Arshad" userId="cccdfd85-d35d-4453-9c6f-a463aae40722" providerId="ADAL" clId="{AD184B4B-0CF3-4D88-AFEA-77665C37DC41}" dt="2024-10-01T14:01:04.580" v="411" actId="478"/>
          <ac:grpSpMkLst>
            <pc:docMk/>
            <pc:sldMk cId="0" sldId="268"/>
            <ac:grpSpMk id="4" creationId="{00000000-0000-0000-0000-000000000000}"/>
          </ac:grpSpMkLst>
        </pc:grpChg>
        <pc:picChg chg="del">
          <ac:chgData name="Ms Alina Arshad" userId="cccdfd85-d35d-4453-9c6f-a463aae40722" providerId="ADAL" clId="{AD184B4B-0CF3-4D88-AFEA-77665C37DC41}" dt="2024-10-01T14:00:56.714" v="408" actId="478"/>
          <ac:picMkLst>
            <pc:docMk/>
            <pc:sldMk cId="0" sldId="268"/>
            <ac:picMk id="5" creationId="{00000000-0000-0000-0000-000000000000}"/>
          </ac:picMkLst>
        </pc:picChg>
        <pc:picChg chg="mod topLvl">
          <ac:chgData name="Ms Alina Arshad" userId="cccdfd85-d35d-4453-9c6f-a463aae40722" providerId="ADAL" clId="{AD184B4B-0CF3-4D88-AFEA-77665C37DC41}" dt="2024-10-01T14:01:14.991" v="415" actId="1076"/>
          <ac:picMkLst>
            <pc:docMk/>
            <pc:sldMk cId="0" sldId="268"/>
            <ac:picMk id="6" creationId="{00000000-0000-0000-0000-000000000000}"/>
          </ac:picMkLst>
        </pc:picChg>
      </pc:sldChg>
      <pc:sldChg chg="delSp modSp add mod">
        <pc:chgData name="Ms Alina Arshad" userId="cccdfd85-d35d-4453-9c6f-a463aae40722" providerId="ADAL" clId="{AD184B4B-0CF3-4D88-AFEA-77665C37DC41}" dt="2024-10-07T14:50:11.823" v="641" actId="20577"/>
        <pc:sldMkLst>
          <pc:docMk/>
          <pc:sldMk cId="0" sldId="269"/>
        </pc:sldMkLst>
        <pc:spChg chg="mod">
          <ac:chgData name="Ms Alina Arshad" userId="cccdfd85-d35d-4453-9c6f-a463aae40722" providerId="ADAL" clId="{AD184B4B-0CF3-4D88-AFEA-77665C37DC41}" dt="2024-10-01T14:01:30.015" v="421" actId="20577"/>
          <ac:spMkLst>
            <pc:docMk/>
            <pc:sldMk cId="0" sldId="269"/>
            <ac:spMk id="2" creationId="{00000000-0000-0000-0000-000000000000}"/>
          </ac:spMkLst>
        </pc:spChg>
        <pc:spChg chg="mod">
          <ac:chgData name="Ms Alina Arshad" userId="cccdfd85-d35d-4453-9c6f-a463aae40722" providerId="ADAL" clId="{AD184B4B-0CF3-4D88-AFEA-77665C37DC41}" dt="2024-10-07T14:50:11.823" v="641" actId="20577"/>
          <ac:spMkLst>
            <pc:docMk/>
            <pc:sldMk cId="0" sldId="269"/>
            <ac:spMk id="3" creationId="{00000000-0000-0000-0000-000000000000}"/>
          </ac:spMkLst>
        </pc:spChg>
        <pc:spChg chg="del topLvl">
          <ac:chgData name="Ms Alina Arshad" userId="cccdfd85-d35d-4453-9c6f-a463aae40722" providerId="ADAL" clId="{AD184B4B-0CF3-4D88-AFEA-77665C37DC41}" dt="2024-10-01T14:02:25.429" v="451" actId="478"/>
          <ac:spMkLst>
            <pc:docMk/>
            <pc:sldMk cId="0" sldId="269"/>
            <ac:spMk id="7" creationId="{00000000-0000-0000-0000-000000000000}"/>
          </ac:spMkLst>
        </pc:spChg>
        <pc:grpChg chg="del mod">
          <ac:chgData name="Ms Alina Arshad" userId="cccdfd85-d35d-4453-9c6f-a463aae40722" providerId="ADAL" clId="{AD184B4B-0CF3-4D88-AFEA-77665C37DC41}" dt="2024-10-01T14:02:25.429" v="451" actId="478"/>
          <ac:grpSpMkLst>
            <pc:docMk/>
            <pc:sldMk cId="0" sldId="269"/>
            <ac:grpSpMk id="4" creationId="{00000000-0000-0000-0000-000000000000}"/>
          </ac:grpSpMkLst>
        </pc:grpChg>
        <pc:picChg chg="del mod">
          <ac:chgData name="Ms Alina Arshad" userId="cccdfd85-d35d-4453-9c6f-a463aae40722" providerId="ADAL" clId="{AD184B4B-0CF3-4D88-AFEA-77665C37DC41}" dt="2024-10-01T14:02:21.558" v="450" actId="478"/>
          <ac:picMkLst>
            <pc:docMk/>
            <pc:sldMk cId="0" sldId="269"/>
            <ac:picMk id="5" creationId="{00000000-0000-0000-0000-000000000000}"/>
          </ac:picMkLst>
        </pc:picChg>
        <pc:picChg chg="mod topLvl">
          <ac:chgData name="Ms Alina Arshad" userId="cccdfd85-d35d-4453-9c6f-a463aae40722" providerId="ADAL" clId="{AD184B4B-0CF3-4D88-AFEA-77665C37DC41}" dt="2024-10-01T14:02:32.106" v="454" actId="1076"/>
          <ac:picMkLst>
            <pc:docMk/>
            <pc:sldMk cId="0" sldId="269"/>
            <ac:picMk id="6" creationId="{00000000-0000-0000-0000-000000000000}"/>
          </ac:picMkLst>
        </pc:picChg>
      </pc:sldChg>
      <pc:sldChg chg="modSp add mod">
        <pc:chgData name="Ms Alina Arshad" userId="cccdfd85-d35d-4453-9c6f-a463aae40722" providerId="ADAL" clId="{AD184B4B-0CF3-4D88-AFEA-77665C37DC41}" dt="2024-10-07T14:50:44.500" v="647" actId="20577"/>
        <pc:sldMkLst>
          <pc:docMk/>
          <pc:sldMk cId="0" sldId="270"/>
        </pc:sldMkLst>
        <pc:spChg chg="mod">
          <ac:chgData name="Ms Alina Arshad" userId="cccdfd85-d35d-4453-9c6f-a463aae40722" providerId="ADAL" clId="{AD184B4B-0CF3-4D88-AFEA-77665C37DC41}" dt="2024-10-05T06:10:19.654" v="489" actId="1076"/>
          <ac:spMkLst>
            <pc:docMk/>
            <pc:sldMk cId="0" sldId="270"/>
            <ac:spMk id="2" creationId="{00000000-0000-0000-0000-000000000000}"/>
          </ac:spMkLst>
        </pc:spChg>
        <pc:spChg chg="mod">
          <ac:chgData name="Ms Alina Arshad" userId="cccdfd85-d35d-4453-9c6f-a463aae40722" providerId="ADAL" clId="{AD184B4B-0CF3-4D88-AFEA-77665C37DC41}" dt="2024-10-07T14:50:44.500" v="647" actId="20577"/>
          <ac:spMkLst>
            <pc:docMk/>
            <pc:sldMk cId="0" sldId="270"/>
            <ac:spMk id="3" creationId="{00000000-0000-0000-0000-000000000000}"/>
          </ac:spMkLst>
        </pc:spChg>
      </pc:sldChg>
      <pc:sldChg chg="modSp add mod">
        <pc:chgData name="Ms Alina Arshad" userId="cccdfd85-d35d-4453-9c6f-a463aae40722" providerId="ADAL" clId="{AD184B4B-0CF3-4D88-AFEA-77665C37DC41}" dt="2024-10-07T14:51:38.980" v="655" actId="113"/>
        <pc:sldMkLst>
          <pc:docMk/>
          <pc:sldMk cId="0" sldId="271"/>
        </pc:sldMkLst>
        <pc:spChg chg="mod">
          <ac:chgData name="Ms Alina Arshad" userId="cccdfd85-d35d-4453-9c6f-a463aae40722" providerId="ADAL" clId="{AD184B4B-0CF3-4D88-AFEA-77665C37DC41}" dt="2024-10-07T14:51:38.980" v="655" actId="113"/>
          <ac:spMkLst>
            <pc:docMk/>
            <pc:sldMk cId="0" sldId="271"/>
            <ac:spMk id="2" creationId="{00000000-0000-0000-0000-000000000000}"/>
          </ac:spMkLst>
        </pc:spChg>
        <pc:spChg chg="mod">
          <ac:chgData name="Ms Alina Arshad" userId="cccdfd85-d35d-4453-9c6f-a463aae40722" providerId="ADAL" clId="{AD184B4B-0CF3-4D88-AFEA-77665C37DC41}" dt="2024-10-07T14:51:30.715" v="654" actId="20577"/>
          <ac:spMkLst>
            <pc:docMk/>
            <pc:sldMk cId="0" sldId="271"/>
            <ac:spMk id="3" creationId="{00000000-0000-0000-0000-000000000000}"/>
          </ac:spMkLst>
        </pc:spChg>
      </pc:sldChg>
      <pc:sldChg chg="modSp add mod">
        <pc:chgData name="Ms Alina Arshad" userId="cccdfd85-d35d-4453-9c6f-a463aae40722" providerId="ADAL" clId="{AD184B4B-0CF3-4D88-AFEA-77665C37DC41}" dt="2024-10-07T14:53:18.370" v="664" actId="20577"/>
        <pc:sldMkLst>
          <pc:docMk/>
          <pc:sldMk cId="0" sldId="272"/>
        </pc:sldMkLst>
        <pc:spChg chg="mod">
          <ac:chgData name="Ms Alina Arshad" userId="cccdfd85-d35d-4453-9c6f-a463aae40722" providerId="ADAL" clId="{AD184B4B-0CF3-4D88-AFEA-77665C37DC41}" dt="2024-10-05T06:18:28.445" v="523" actId="113"/>
          <ac:spMkLst>
            <pc:docMk/>
            <pc:sldMk cId="0" sldId="272"/>
            <ac:spMk id="2" creationId="{00000000-0000-0000-0000-000000000000}"/>
          </ac:spMkLst>
        </pc:spChg>
        <pc:spChg chg="mod">
          <ac:chgData name="Ms Alina Arshad" userId="cccdfd85-d35d-4453-9c6f-a463aae40722" providerId="ADAL" clId="{AD184B4B-0CF3-4D88-AFEA-77665C37DC41}" dt="2024-10-07T14:53:18.370" v="664" actId="20577"/>
          <ac:spMkLst>
            <pc:docMk/>
            <pc:sldMk cId="0" sldId="272"/>
            <ac:spMk id="3" creationId="{00000000-0000-0000-0000-000000000000}"/>
          </ac:spMkLst>
        </pc:spChg>
      </pc:sldChg>
      <pc:sldChg chg="del">
        <pc:chgData name="Ms Alina Arshad" userId="cccdfd85-d35d-4453-9c6f-a463aae40722" providerId="ADAL" clId="{AD184B4B-0CF3-4D88-AFEA-77665C37DC41}" dt="2024-10-01T12:57:25.028" v="94" actId="47"/>
        <pc:sldMkLst>
          <pc:docMk/>
          <pc:sldMk cId="3703048629" sldId="279"/>
        </pc:sldMkLst>
      </pc:sldChg>
      <pc:sldChg chg="del">
        <pc:chgData name="Ms Alina Arshad" userId="cccdfd85-d35d-4453-9c6f-a463aae40722" providerId="ADAL" clId="{AD184B4B-0CF3-4D88-AFEA-77665C37DC41}" dt="2024-10-01T12:57:25.764" v="95" actId="47"/>
        <pc:sldMkLst>
          <pc:docMk/>
          <pc:sldMk cId="1821615422" sldId="280"/>
        </pc:sldMkLst>
      </pc:sldChg>
      <pc:sldChg chg="del">
        <pc:chgData name="Ms Alina Arshad" userId="cccdfd85-d35d-4453-9c6f-a463aae40722" providerId="ADAL" clId="{AD184B4B-0CF3-4D88-AFEA-77665C37DC41}" dt="2024-10-01T12:57:26.817" v="97" actId="47"/>
        <pc:sldMkLst>
          <pc:docMk/>
          <pc:sldMk cId="3605066316" sldId="281"/>
        </pc:sldMkLst>
      </pc:sldChg>
      <pc:sldChg chg="del">
        <pc:chgData name="Ms Alina Arshad" userId="cccdfd85-d35d-4453-9c6f-a463aae40722" providerId="ADAL" clId="{AD184B4B-0CF3-4D88-AFEA-77665C37DC41}" dt="2024-10-01T12:57:27.073" v="98" actId="47"/>
        <pc:sldMkLst>
          <pc:docMk/>
          <pc:sldMk cId="24697311" sldId="282"/>
        </pc:sldMkLst>
      </pc:sldChg>
      <pc:sldChg chg="del">
        <pc:chgData name="Ms Alina Arshad" userId="cccdfd85-d35d-4453-9c6f-a463aae40722" providerId="ADAL" clId="{AD184B4B-0CF3-4D88-AFEA-77665C37DC41}" dt="2024-10-01T12:57:28.572" v="103" actId="47"/>
        <pc:sldMkLst>
          <pc:docMk/>
          <pc:sldMk cId="800652809" sldId="284"/>
        </pc:sldMkLst>
      </pc:sldChg>
      <pc:sldChg chg="del">
        <pc:chgData name="Ms Alina Arshad" userId="cccdfd85-d35d-4453-9c6f-a463aae40722" providerId="ADAL" clId="{AD184B4B-0CF3-4D88-AFEA-77665C37DC41}" dt="2024-10-01T12:57:26.310" v="96" actId="47"/>
        <pc:sldMkLst>
          <pc:docMk/>
          <pc:sldMk cId="2002870935" sldId="288"/>
        </pc:sldMkLst>
      </pc:sldChg>
      <pc:sldChg chg="del">
        <pc:chgData name="Ms Alina Arshad" userId="cccdfd85-d35d-4453-9c6f-a463aae40722" providerId="ADAL" clId="{AD184B4B-0CF3-4D88-AFEA-77665C37DC41}" dt="2024-10-01T12:57:24.591" v="93" actId="47"/>
        <pc:sldMkLst>
          <pc:docMk/>
          <pc:sldMk cId="0" sldId="347"/>
        </pc:sldMkLst>
      </pc:sldChg>
      <pc:sldChg chg="del">
        <pc:chgData name="Ms Alina Arshad" userId="cccdfd85-d35d-4453-9c6f-a463aae40722" providerId="ADAL" clId="{AD184B4B-0CF3-4D88-AFEA-77665C37DC41}" dt="2024-10-01T12:57:27.720" v="99" actId="47"/>
        <pc:sldMkLst>
          <pc:docMk/>
          <pc:sldMk cId="2036508356" sldId="348"/>
        </pc:sldMkLst>
      </pc:sldChg>
      <pc:sldChg chg="del">
        <pc:chgData name="Ms Alina Arshad" userId="cccdfd85-d35d-4453-9c6f-a463aae40722" providerId="ADAL" clId="{AD184B4B-0CF3-4D88-AFEA-77665C37DC41}" dt="2024-10-01T12:57:27.938" v="100" actId="47"/>
        <pc:sldMkLst>
          <pc:docMk/>
          <pc:sldMk cId="132290220" sldId="349"/>
        </pc:sldMkLst>
      </pc:sldChg>
      <pc:sldChg chg="del">
        <pc:chgData name="Ms Alina Arshad" userId="cccdfd85-d35d-4453-9c6f-a463aae40722" providerId="ADAL" clId="{AD184B4B-0CF3-4D88-AFEA-77665C37DC41}" dt="2024-10-01T12:57:28.358" v="102" actId="47"/>
        <pc:sldMkLst>
          <pc:docMk/>
          <pc:sldMk cId="448686030" sldId="350"/>
        </pc:sldMkLst>
      </pc:sldChg>
      <pc:sldChg chg="del">
        <pc:chgData name="Ms Alina Arshad" userId="cccdfd85-d35d-4453-9c6f-a463aae40722" providerId="ADAL" clId="{AD184B4B-0CF3-4D88-AFEA-77665C37DC41}" dt="2024-10-01T12:57:28.175" v="101" actId="47"/>
        <pc:sldMkLst>
          <pc:docMk/>
          <pc:sldMk cId="3109540881" sldId="351"/>
        </pc:sldMkLst>
      </pc:sldChg>
      <pc:sldChg chg="del">
        <pc:chgData name="Ms Alina Arshad" userId="cccdfd85-d35d-4453-9c6f-a463aae40722" providerId="ADAL" clId="{AD184B4B-0CF3-4D88-AFEA-77665C37DC41}" dt="2024-10-01T12:57:29.086" v="104" actId="47"/>
        <pc:sldMkLst>
          <pc:docMk/>
          <pc:sldMk cId="0" sldId="352"/>
        </pc:sldMkLst>
      </pc:sldChg>
      <pc:sldChg chg="del">
        <pc:chgData name="Ms Alina Arshad" userId="cccdfd85-d35d-4453-9c6f-a463aae40722" providerId="ADAL" clId="{AD184B4B-0CF3-4D88-AFEA-77665C37DC41}" dt="2024-10-01T12:57:29.443" v="106" actId="47"/>
        <pc:sldMkLst>
          <pc:docMk/>
          <pc:sldMk cId="0" sldId="353"/>
        </pc:sldMkLst>
      </pc:sldChg>
      <pc:sldChg chg="del">
        <pc:chgData name="Ms Alina Arshad" userId="cccdfd85-d35d-4453-9c6f-a463aae40722" providerId="ADAL" clId="{AD184B4B-0CF3-4D88-AFEA-77665C37DC41}" dt="2024-10-01T12:57:29.610" v="107" actId="47"/>
        <pc:sldMkLst>
          <pc:docMk/>
          <pc:sldMk cId="0" sldId="354"/>
        </pc:sldMkLst>
      </pc:sldChg>
      <pc:sldChg chg="del">
        <pc:chgData name="Ms Alina Arshad" userId="cccdfd85-d35d-4453-9c6f-a463aae40722" providerId="ADAL" clId="{AD184B4B-0CF3-4D88-AFEA-77665C37DC41}" dt="2024-10-01T12:57:30.402" v="109" actId="47"/>
        <pc:sldMkLst>
          <pc:docMk/>
          <pc:sldMk cId="0" sldId="355"/>
        </pc:sldMkLst>
      </pc:sldChg>
      <pc:sldChg chg="del">
        <pc:chgData name="Ms Alina Arshad" userId="cccdfd85-d35d-4453-9c6f-a463aae40722" providerId="ADAL" clId="{AD184B4B-0CF3-4D88-AFEA-77665C37DC41}" dt="2024-10-01T12:57:33.574" v="116" actId="47"/>
        <pc:sldMkLst>
          <pc:docMk/>
          <pc:sldMk cId="0" sldId="357"/>
        </pc:sldMkLst>
      </pc:sldChg>
      <pc:sldChg chg="del">
        <pc:chgData name="Ms Alina Arshad" userId="cccdfd85-d35d-4453-9c6f-a463aae40722" providerId="ADAL" clId="{AD184B4B-0CF3-4D88-AFEA-77665C37DC41}" dt="2024-10-01T12:57:31.496" v="112" actId="47"/>
        <pc:sldMkLst>
          <pc:docMk/>
          <pc:sldMk cId="0" sldId="368"/>
        </pc:sldMkLst>
      </pc:sldChg>
      <pc:sldChg chg="del">
        <pc:chgData name="Ms Alina Arshad" userId="cccdfd85-d35d-4453-9c6f-a463aae40722" providerId="ADAL" clId="{AD184B4B-0CF3-4D88-AFEA-77665C37DC41}" dt="2024-10-01T12:57:31.858" v="113" actId="47"/>
        <pc:sldMkLst>
          <pc:docMk/>
          <pc:sldMk cId="0" sldId="369"/>
        </pc:sldMkLst>
      </pc:sldChg>
      <pc:sldChg chg="del">
        <pc:chgData name="Ms Alina Arshad" userId="cccdfd85-d35d-4453-9c6f-a463aae40722" providerId="ADAL" clId="{AD184B4B-0CF3-4D88-AFEA-77665C37DC41}" dt="2024-10-01T12:57:30.575" v="110" actId="47"/>
        <pc:sldMkLst>
          <pc:docMk/>
          <pc:sldMk cId="0" sldId="370"/>
        </pc:sldMkLst>
      </pc:sldChg>
      <pc:sldChg chg="del">
        <pc:chgData name="Ms Alina Arshad" userId="cccdfd85-d35d-4453-9c6f-a463aae40722" providerId="ADAL" clId="{AD184B4B-0CF3-4D88-AFEA-77665C37DC41}" dt="2024-10-01T12:57:31.210" v="111" actId="47"/>
        <pc:sldMkLst>
          <pc:docMk/>
          <pc:sldMk cId="0" sldId="371"/>
        </pc:sldMkLst>
      </pc:sldChg>
      <pc:sldChg chg="del ord">
        <pc:chgData name="Ms Alina Arshad" userId="cccdfd85-d35d-4453-9c6f-a463aae40722" providerId="ADAL" clId="{AD184B4B-0CF3-4D88-AFEA-77665C37DC41}" dt="2024-10-01T12:57:30.161" v="108" actId="47"/>
        <pc:sldMkLst>
          <pc:docMk/>
          <pc:sldMk cId="0" sldId="372"/>
        </pc:sldMkLst>
      </pc:sldChg>
      <pc:sldChg chg="del">
        <pc:chgData name="Ms Alina Arshad" userId="cccdfd85-d35d-4453-9c6f-a463aae40722" providerId="ADAL" clId="{AD184B4B-0CF3-4D88-AFEA-77665C37DC41}" dt="2024-10-01T12:57:24.110" v="92" actId="47"/>
        <pc:sldMkLst>
          <pc:docMk/>
          <pc:sldMk cId="0" sldId="384"/>
        </pc:sldMkLst>
      </pc:sldChg>
      <pc:sldChg chg="del">
        <pc:chgData name="Ms Alina Arshad" userId="cccdfd85-d35d-4453-9c6f-a463aae40722" providerId="ADAL" clId="{AD184B4B-0CF3-4D88-AFEA-77665C37DC41}" dt="2024-10-01T12:57:32.374" v="114" actId="47"/>
        <pc:sldMkLst>
          <pc:docMk/>
          <pc:sldMk cId="0" sldId="392"/>
        </pc:sldMkLst>
      </pc:sldChg>
      <pc:sldChg chg="del">
        <pc:chgData name="Ms Alina Arshad" userId="cccdfd85-d35d-4453-9c6f-a463aae40722" providerId="ADAL" clId="{AD184B4B-0CF3-4D88-AFEA-77665C37DC41}" dt="2024-10-01T12:57:32.626" v="115" actId="47"/>
        <pc:sldMkLst>
          <pc:docMk/>
          <pc:sldMk cId="0" sldId="396"/>
        </pc:sldMkLst>
      </pc:sldChg>
      <pc:sldChg chg="del">
        <pc:chgData name="Ms Alina Arshad" userId="cccdfd85-d35d-4453-9c6f-a463aae40722" providerId="ADAL" clId="{AD184B4B-0CF3-4D88-AFEA-77665C37DC41}" dt="2024-10-01T12:57:29.281" v="105" actId="47"/>
        <pc:sldMkLst>
          <pc:docMk/>
          <pc:sldMk cId="1634129650" sldId="397"/>
        </pc:sldMkLst>
      </pc:sldChg>
    </pc:docChg>
  </pc:docChgLst>
  <pc:docChgLst>
    <pc:chgData name="Ms Alina Arshad" userId="cccdfd85-d35d-4453-9c6f-a463aae40722" providerId="ADAL" clId="{2B67EF24-6E86-458B-9C0D-B5BC36012E7D}"/>
    <pc:docChg chg="custSel addSld delSld modSld">
      <pc:chgData name="Ms Alina Arshad" userId="cccdfd85-d35d-4453-9c6f-a463aae40722" providerId="ADAL" clId="{2B67EF24-6E86-458B-9C0D-B5BC36012E7D}" dt="2024-10-25T06:56:40.219" v="139" actId="1076"/>
      <pc:docMkLst>
        <pc:docMk/>
      </pc:docMkLst>
      <pc:sldChg chg="add del">
        <pc:chgData name="Ms Alina Arshad" userId="cccdfd85-d35d-4453-9c6f-a463aae40722" providerId="ADAL" clId="{2B67EF24-6E86-458B-9C0D-B5BC36012E7D}" dt="2024-10-25T06:48:40.070" v="23" actId="47"/>
        <pc:sldMkLst>
          <pc:docMk/>
          <pc:sldMk cId="0" sldId="257"/>
        </pc:sldMkLst>
      </pc:sldChg>
      <pc:sldChg chg="del">
        <pc:chgData name="Ms Alina Arshad" userId="cccdfd85-d35d-4453-9c6f-a463aae40722" providerId="ADAL" clId="{2B67EF24-6E86-458B-9C0D-B5BC36012E7D}" dt="2024-10-25T06:48:30.554" v="1" actId="47"/>
        <pc:sldMkLst>
          <pc:docMk/>
          <pc:sldMk cId="0" sldId="258"/>
        </pc:sldMkLst>
      </pc:sldChg>
      <pc:sldChg chg="del">
        <pc:chgData name="Ms Alina Arshad" userId="cccdfd85-d35d-4453-9c6f-a463aae40722" providerId="ADAL" clId="{2B67EF24-6E86-458B-9C0D-B5BC36012E7D}" dt="2024-10-25T06:48:30.617" v="3" actId="47"/>
        <pc:sldMkLst>
          <pc:docMk/>
          <pc:sldMk cId="0" sldId="259"/>
        </pc:sldMkLst>
      </pc:sldChg>
      <pc:sldChg chg="del">
        <pc:chgData name="Ms Alina Arshad" userId="cccdfd85-d35d-4453-9c6f-a463aae40722" providerId="ADAL" clId="{2B67EF24-6E86-458B-9C0D-B5BC36012E7D}" dt="2024-10-25T06:48:30.648" v="4" actId="47"/>
        <pc:sldMkLst>
          <pc:docMk/>
          <pc:sldMk cId="0" sldId="260"/>
        </pc:sldMkLst>
      </pc:sldChg>
      <pc:sldChg chg="del">
        <pc:chgData name="Ms Alina Arshad" userId="cccdfd85-d35d-4453-9c6f-a463aae40722" providerId="ADAL" clId="{2B67EF24-6E86-458B-9C0D-B5BC36012E7D}" dt="2024-10-25T06:48:30.679" v="5" actId="47"/>
        <pc:sldMkLst>
          <pc:docMk/>
          <pc:sldMk cId="0" sldId="261"/>
        </pc:sldMkLst>
      </pc:sldChg>
      <pc:sldChg chg="del">
        <pc:chgData name="Ms Alina Arshad" userId="cccdfd85-d35d-4453-9c6f-a463aae40722" providerId="ADAL" clId="{2B67EF24-6E86-458B-9C0D-B5BC36012E7D}" dt="2024-10-25T06:48:32.910" v="20" actId="47"/>
        <pc:sldMkLst>
          <pc:docMk/>
          <pc:sldMk cId="0" sldId="262"/>
        </pc:sldMkLst>
      </pc:sldChg>
      <pc:sldChg chg="del">
        <pc:chgData name="Ms Alina Arshad" userId="cccdfd85-d35d-4453-9c6f-a463aae40722" providerId="ADAL" clId="{2B67EF24-6E86-458B-9C0D-B5BC36012E7D}" dt="2024-10-25T06:48:30.773" v="8" actId="47"/>
        <pc:sldMkLst>
          <pc:docMk/>
          <pc:sldMk cId="0" sldId="263"/>
        </pc:sldMkLst>
      </pc:sldChg>
      <pc:sldChg chg="del">
        <pc:chgData name="Ms Alina Arshad" userId="cccdfd85-d35d-4453-9c6f-a463aae40722" providerId="ADAL" clId="{2B67EF24-6E86-458B-9C0D-B5BC36012E7D}" dt="2024-10-25T06:48:30.804" v="9" actId="47"/>
        <pc:sldMkLst>
          <pc:docMk/>
          <pc:sldMk cId="0" sldId="264"/>
        </pc:sldMkLst>
      </pc:sldChg>
      <pc:sldChg chg="del">
        <pc:chgData name="Ms Alina Arshad" userId="cccdfd85-d35d-4453-9c6f-a463aae40722" providerId="ADAL" clId="{2B67EF24-6E86-458B-9C0D-B5BC36012E7D}" dt="2024-10-25T06:48:30.835" v="10" actId="47"/>
        <pc:sldMkLst>
          <pc:docMk/>
          <pc:sldMk cId="0" sldId="265"/>
        </pc:sldMkLst>
      </pc:sldChg>
      <pc:sldChg chg="del">
        <pc:chgData name="Ms Alina Arshad" userId="cccdfd85-d35d-4453-9c6f-a463aae40722" providerId="ADAL" clId="{2B67EF24-6E86-458B-9C0D-B5BC36012E7D}" dt="2024-10-25T06:48:30.882" v="11" actId="47"/>
        <pc:sldMkLst>
          <pc:docMk/>
          <pc:sldMk cId="0" sldId="266"/>
        </pc:sldMkLst>
      </pc:sldChg>
      <pc:sldChg chg="del">
        <pc:chgData name="Ms Alina Arshad" userId="cccdfd85-d35d-4453-9c6f-a463aae40722" providerId="ADAL" clId="{2B67EF24-6E86-458B-9C0D-B5BC36012E7D}" dt="2024-10-25T06:48:31.441" v="13" actId="47"/>
        <pc:sldMkLst>
          <pc:docMk/>
          <pc:sldMk cId="0" sldId="267"/>
        </pc:sldMkLst>
      </pc:sldChg>
      <pc:sldChg chg="del">
        <pc:chgData name="Ms Alina Arshad" userId="cccdfd85-d35d-4453-9c6f-a463aae40722" providerId="ADAL" clId="{2B67EF24-6E86-458B-9C0D-B5BC36012E7D}" dt="2024-10-25T06:48:31.660" v="14" actId="47"/>
        <pc:sldMkLst>
          <pc:docMk/>
          <pc:sldMk cId="0" sldId="268"/>
        </pc:sldMkLst>
      </pc:sldChg>
      <pc:sldChg chg="del">
        <pc:chgData name="Ms Alina Arshad" userId="cccdfd85-d35d-4453-9c6f-a463aae40722" providerId="ADAL" clId="{2B67EF24-6E86-458B-9C0D-B5BC36012E7D}" dt="2024-10-25T06:48:31.848" v="15" actId="47"/>
        <pc:sldMkLst>
          <pc:docMk/>
          <pc:sldMk cId="0" sldId="269"/>
        </pc:sldMkLst>
      </pc:sldChg>
      <pc:sldChg chg="del">
        <pc:chgData name="Ms Alina Arshad" userId="cccdfd85-d35d-4453-9c6f-a463aae40722" providerId="ADAL" clId="{2B67EF24-6E86-458B-9C0D-B5BC36012E7D}" dt="2024-10-25T06:48:32.035" v="16" actId="47"/>
        <pc:sldMkLst>
          <pc:docMk/>
          <pc:sldMk cId="0" sldId="270"/>
        </pc:sldMkLst>
      </pc:sldChg>
      <pc:sldChg chg="del">
        <pc:chgData name="Ms Alina Arshad" userId="cccdfd85-d35d-4453-9c6f-a463aae40722" providerId="ADAL" clId="{2B67EF24-6E86-458B-9C0D-B5BC36012E7D}" dt="2024-10-25T06:48:32.160" v="17" actId="47"/>
        <pc:sldMkLst>
          <pc:docMk/>
          <pc:sldMk cId="0" sldId="271"/>
        </pc:sldMkLst>
      </pc:sldChg>
      <pc:sldChg chg="del">
        <pc:chgData name="Ms Alina Arshad" userId="cccdfd85-d35d-4453-9c6f-a463aae40722" providerId="ADAL" clId="{2B67EF24-6E86-458B-9C0D-B5BC36012E7D}" dt="2024-10-25T06:48:32.348" v="18" actId="47"/>
        <pc:sldMkLst>
          <pc:docMk/>
          <pc:sldMk cId="0" sldId="272"/>
        </pc:sldMkLst>
      </pc:sldChg>
      <pc:sldChg chg="del">
        <pc:chgData name="Ms Alina Arshad" userId="cccdfd85-d35d-4453-9c6f-a463aae40722" providerId="ADAL" clId="{2B67EF24-6E86-458B-9C0D-B5BC36012E7D}" dt="2024-10-25T06:48:32.769" v="19" actId="47"/>
        <pc:sldMkLst>
          <pc:docMk/>
          <pc:sldMk cId="0" sldId="273"/>
        </pc:sldMkLst>
      </pc:sldChg>
      <pc:sldChg chg="del">
        <pc:chgData name="Ms Alina Arshad" userId="cccdfd85-d35d-4453-9c6f-a463aae40722" providerId="ADAL" clId="{2B67EF24-6E86-458B-9C0D-B5BC36012E7D}" dt="2024-10-25T06:48:33.082" v="21" actId="47"/>
        <pc:sldMkLst>
          <pc:docMk/>
          <pc:sldMk cId="0" sldId="274"/>
        </pc:sldMkLst>
      </pc:sldChg>
      <pc:sldChg chg="del">
        <pc:chgData name="Ms Alina Arshad" userId="cccdfd85-d35d-4453-9c6f-a463aae40722" providerId="ADAL" clId="{2B67EF24-6E86-458B-9C0D-B5BC36012E7D}" dt="2024-10-25T06:48:30.710" v="6" actId="47"/>
        <pc:sldMkLst>
          <pc:docMk/>
          <pc:sldMk cId="3240370692" sldId="279"/>
        </pc:sldMkLst>
      </pc:sldChg>
      <pc:sldChg chg="del">
        <pc:chgData name="Ms Alina Arshad" userId="cccdfd85-d35d-4453-9c6f-a463aae40722" providerId="ADAL" clId="{2B67EF24-6E86-458B-9C0D-B5BC36012E7D}" dt="2024-10-25T06:48:30.601" v="2" actId="47"/>
        <pc:sldMkLst>
          <pc:docMk/>
          <pc:sldMk cId="0" sldId="280"/>
        </pc:sldMkLst>
      </pc:sldChg>
      <pc:sldChg chg="del">
        <pc:chgData name="Ms Alina Arshad" userId="cccdfd85-d35d-4453-9c6f-a463aae40722" providerId="ADAL" clId="{2B67EF24-6E86-458B-9C0D-B5BC36012E7D}" dt="2024-10-25T06:48:30.757" v="7" actId="47"/>
        <pc:sldMkLst>
          <pc:docMk/>
          <pc:sldMk cId="0" sldId="281"/>
        </pc:sldMkLst>
      </pc:sldChg>
      <pc:sldChg chg="del">
        <pc:chgData name="Ms Alina Arshad" userId="cccdfd85-d35d-4453-9c6f-a463aae40722" providerId="ADAL" clId="{2B67EF24-6E86-458B-9C0D-B5BC36012E7D}" dt="2024-10-25T06:48:30.913" v="12" actId="47"/>
        <pc:sldMkLst>
          <pc:docMk/>
          <pc:sldMk cId="0" sldId="282"/>
        </pc:sldMkLst>
      </pc:sldChg>
      <pc:sldChg chg="delSp modSp add mod">
        <pc:chgData name="Ms Alina Arshad" userId="cccdfd85-d35d-4453-9c6f-a463aae40722" providerId="ADAL" clId="{2B67EF24-6E86-458B-9C0D-B5BC36012E7D}" dt="2024-10-25T06:49:38.253" v="41" actId="14100"/>
        <pc:sldMkLst>
          <pc:docMk/>
          <pc:sldMk cId="0" sldId="296"/>
        </pc:sldMkLst>
        <pc:spChg chg="mod">
          <ac:chgData name="Ms Alina Arshad" userId="cccdfd85-d35d-4453-9c6f-a463aae40722" providerId="ADAL" clId="{2B67EF24-6E86-458B-9C0D-B5BC36012E7D}" dt="2024-10-25T06:49:38.253" v="41" actId="14100"/>
          <ac:spMkLst>
            <pc:docMk/>
            <pc:sldMk cId="0" sldId="296"/>
            <ac:spMk id="2" creationId="{00000000-0000-0000-0000-000000000000}"/>
          </ac:spMkLst>
        </pc:spChg>
        <pc:spChg chg="mod">
          <ac:chgData name="Ms Alina Arshad" userId="cccdfd85-d35d-4453-9c6f-a463aae40722" providerId="ADAL" clId="{2B67EF24-6E86-458B-9C0D-B5BC36012E7D}" dt="2024-10-25T06:49:21.674" v="33" actId="1076"/>
          <ac:spMkLst>
            <pc:docMk/>
            <pc:sldMk cId="0" sldId="296"/>
            <ac:spMk id="3" creationId="{00000000-0000-0000-0000-000000000000}"/>
          </ac:spMkLst>
        </pc:spChg>
        <pc:picChg chg="mod">
          <ac:chgData name="Ms Alina Arshad" userId="cccdfd85-d35d-4453-9c6f-a463aae40722" providerId="ADAL" clId="{2B67EF24-6E86-458B-9C0D-B5BC36012E7D}" dt="2024-10-25T06:49:24.330" v="34" actId="1076"/>
          <ac:picMkLst>
            <pc:docMk/>
            <pc:sldMk cId="0" sldId="296"/>
            <ac:picMk id="4" creationId="{00000000-0000-0000-0000-000000000000}"/>
          </ac:picMkLst>
        </pc:picChg>
        <pc:picChg chg="mod">
          <ac:chgData name="Ms Alina Arshad" userId="cccdfd85-d35d-4453-9c6f-a463aae40722" providerId="ADAL" clId="{2B67EF24-6E86-458B-9C0D-B5BC36012E7D}" dt="2024-10-25T06:49:28.141" v="35" actId="1076"/>
          <ac:picMkLst>
            <pc:docMk/>
            <pc:sldMk cId="0" sldId="296"/>
            <ac:picMk id="5" creationId="{00000000-0000-0000-0000-000000000000}"/>
          </ac:picMkLst>
        </pc:picChg>
        <pc:picChg chg="del">
          <ac:chgData name="Ms Alina Arshad" userId="cccdfd85-d35d-4453-9c6f-a463aae40722" providerId="ADAL" clId="{2B67EF24-6E86-458B-9C0D-B5BC36012E7D}" dt="2024-10-25T06:49:04.272" v="27" actId="478"/>
          <ac:picMkLst>
            <pc:docMk/>
            <pc:sldMk cId="0" sldId="296"/>
            <ac:picMk id="6" creationId="{00000000-0000-0000-0000-000000000000}"/>
          </ac:picMkLst>
        </pc:picChg>
      </pc:sldChg>
      <pc:sldChg chg="delSp modSp add mod">
        <pc:chgData name="Ms Alina Arshad" userId="cccdfd85-d35d-4453-9c6f-a463aae40722" providerId="ADAL" clId="{2B67EF24-6E86-458B-9C0D-B5BC36012E7D}" dt="2024-10-25T06:50:12.570" v="56" actId="478"/>
        <pc:sldMkLst>
          <pc:docMk/>
          <pc:sldMk cId="0" sldId="297"/>
        </pc:sldMkLst>
        <pc:spChg chg="del">
          <ac:chgData name="Ms Alina Arshad" userId="cccdfd85-d35d-4453-9c6f-a463aae40722" providerId="ADAL" clId="{2B67EF24-6E86-458B-9C0D-B5BC36012E7D}" dt="2024-10-25T06:50:12.570" v="56" actId="478"/>
          <ac:spMkLst>
            <pc:docMk/>
            <pc:sldMk cId="0" sldId="297"/>
            <ac:spMk id="2" creationId="{00000000-0000-0000-0000-000000000000}"/>
          </ac:spMkLst>
        </pc:spChg>
        <pc:picChg chg="mod">
          <ac:chgData name="Ms Alina Arshad" userId="cccdfd85-d35d-4453-9c6f-a463aae40722" providerId="ADAL" clId="{2B67EF24-6E86-458B-9C0D-B5BC36012E7D}" dt="2024-10-25T06:50:11.139" v="55" actId="1076"/>
          <ac:picMkLst>
            <pc:docMk/>
            <pc:sldMk cId="0" sldId="297"/>
            <ac:picMk id="3" creationId="{00000000-0000-0000-0000-000000000000}"/>
          </ac:picMkLst>
        </pc:picChg>
      </pc:sldChg>
      <pc:sldChg chg="delSp modSp add mod">
        <pc:chgData name="Ms Alina Arshad" userId="cccdfd85-d35d-4453-9c6f-a463aae40722" providerId="ADAL" clId="{2B67EF24-6E86-458B-9C0D-B5BC36012E7D}" dt="2024-10-25T06:50:35.096" v="63" actId="1076"/>
        <pc:sldMkLst>
          <pc:docMk/>
          <pc:sldMk cId="0" sldId="298"/>
        </pc:sldMkLst>
        <pc:spChg chg="mod">
          <ac:chgData name="Ms Alina Arshad" userId="cccdfd85-d35d-4453-9c6f-a463aae40722" providerId="ADAL" clId="{2B67EF24-6E86-458B-9C0D-B5BC36012E7D}" dt="2024-10-25T06:50:31.336" v="62" actId="207"/>
          <ac:spMkLst>
            <pc:docMk/>
            <pc:sldMk cId="0" sldId="298"/>
            <ac:spMk id="2" creationId="{00000000-0000-0000-0000-000000000000}"/>
          </ac:spMkLst>
        </pc:spChg>
        <pc:spChg chg="del mod">
          <ac:chgData name="Ms Alina Arshad" userId="cccdfd85-d35d-4453-9c6f-a463aae40722" providerId="ADAL" clId="{2B67EF24-6E86-458B-9C0D-B5BC36012E7D}" dt="2024-10-25T06:50:22.700" v="59" actId="478"/>
          <ac:spMkLst>
            <pc:docMk/>
            <pc:sldMk cId="0" sldId="298"/>
            <ac:spMk id="3" creationId="{00000000-0000-0000-0000-000000000000}"/>
          </ac:spMkLst>
        </pc:spChg>
        <pc:picChg chg="mod">
          <ac:chgData name="Ms Alina Arshad" userId="cccdfd85-d35d-4453-9c6f-a463aae40722" providerId="ADAL" clId="{2B67EF24-6E86-458B-9C0D-B5BC36012E7D}" dt="2024-10-25T06:50:35.096" v="63" actId="1076"/>
          <ac:picMkLst>
            <pc:docMk/>
            <pc:sldMk cId="0" sldId="298"/>
            <ac:picMk id="4" creationId="{00000000-0000-0000-0000-000000000000}"/>
          </ac:picMkLst>
        </pc:picChg>
      </pc:sldChg>
      <pc:sldChg chg="delSp modSp add mod">
        <pc:chgData name="Ms Alina Arshad" userId="cccdfd85-d35d-4453-9c6f-a463aae40722" providerId="ADAL" clId="{2B67EF24-6E86-458B-9C0D-B5BC36012E7D}" dt="2024-10-25T06:51:01.636" v="76" actId="1076"/>
        <pc:sldMkLst>
          <pc:docMk/>
          <pc:sldMk cId="0" sldId="299"/>
        </pc:sldMkLst>
        <pc:spChg chg="mod">
          <ac:chgData name="Ms Alina Arshad" userId="cccdfd85-d35d-4453-9c6f-a463aae40722" providerId="ADAL" clId="{2B67EF24-6E86-458B-9C0D-B5BC36012E7D}" dt="2024-10-25T06:50:57.827" v="75" actId="14100"/>
          <ac:spMkLst>
            <pc:docMk/>
            <pc:sldMk cId="0" sldId="299"/>
            <ac:spMk id="2" creationId="{00000000-0000-0000-0000-000000000000}"/>
          </ac:spMkLst>
        </pc:spChg>
        <pc:spChg chg="del">
          <ac:chgData name="Ms Alina Arshad" userId="cccdfd85-d35d-4453-9c6f-a463aae40722" providerId="ADAL" clId="{2B67EF24-6E86-458B-9C0D-B5BC36012E7D}" dt="2024-10-25T06:50:38.134" v="64" actId="478"/>
          <ac:spMkLst>
            <pc:docMk/>
            <pc:sldMk cId="0" sldId="299"/>
            <ac:spMk id="3" creationId="{00000000-0000-0000-0000-000000000000}"/>
          </ac:spMkLst>
        </pc:spChg>
        <pc:picChg chg="mod">
          <ac:chgData name="Ms Alina Arshad" userId="cccdfd85-d35d-4453-9c6f-a463aae40722" providerId="ADAL" clId="{2B67EF24-6E86-458B-9C0D-B5BC36012E7D}" dt="2024-10-25T06:51:01.636" v="76" actId="1076"/>
          <ac:picMkLst>
            <pc:docMk/>
            <pc:sldMk cId="0" sldId="299"/>
            <ac:picMk id="4" creationId="{00000000-0000-0000-0000-000000000000}"/>
          </ac:picMkLst>
        </pc:picChg>
      </pc:sldChg>
      <pc:sldChg chg="modSp add mod">
        <pc:chgData name="Ms Alina Arshad" userId="cccdfd85-d35d-4453-9c6f-a463aae40722" providerId="ADAL" clId="{2B67EF24-6E86-458B-9C0D-B5BC36012E7D}" dt="2024-10-25T06:52:18.704" v="84" actId="2711"/>
        <pc:sldMkLst>
          <pc:docMk/>
          <pc:sldMk cId="0" sldId="300"/>
        </pc:sldMkLst>
        <pc:spChg chg="mod">
          <ac:chgData name="Ms Alina Arshad" userId="cccdfd85-d35d-4453-9c6f-a463aae40722" providerId="ADAL" clId="{2B67EF24-6E86-458B-9C0D-B5BC36012E7D}" dt="2024-10-25T06:51:59.264" v="80" actId="113"/>
          <ac:spMkLst>
            <pc:docMk/>
            <pc:sldMk cId="0" sldId="300"/>
            <ac:spMk id="2" creationId="{00000000-0000-0000-0000-000000000000}"/>
          </ac:spMkLst>
        </pc:spChg>
        <pc:spChg chg="mod">
          <ac:chgData name="Ms Alina Arshad" userId="cccdfd85-d35d-4453-9c6f-a463aae40722" providerId="ADAL" clId="{2B67EF24-6E86-458B-9C0D-B5BC36012E7D}" dt="2024-10-25T06:52:18.704" v="84" actId="2711"/>
          <ac:spMkLst>
            <pc:docMk/>
            <pc:sldMk cId="0" sldId="300"/>
            <ac:spMk id="3" creationId="{00000000-0000-0000-0000-000000000000}"/>
          </ac:spMkLst>
        </pc:spChg>
      </pc:sldChg>
      <pc:sldChg chg="delSp modSp add mod">
        <pc:chgData name="Ms Alina Arshad" userId="cccdfd85-d35d-4453-9c6f-a463aae40722" providerId="ADAL" clId="{2B67EF24-6E86-458B-9C0D-B5BC36012E7D}" dt="2024-10-25T06:53:20.228" v="100" actId="255"/>
        <pc:sldMkLst>
          <pc:docMk/>
          <pc:sldMk cId="0" sldId="301"/>
        </pc:sldMkLst>
        <pc:spChg chg="mod">
          <ac:chgData name="Ms Alina Arshad" userId="cccdfd85-d35d-4453-9c6f-a463aae40722" providerId="ADAL" clId="{2B67EF24-6E86-458B-9C0D-B5BC36012E7D}" dt="2024-10-25T06:52:30.442" v="88" actId="404"/>
          <ac:spMkLst>
            <pc:docMk/>
            <pc:sldMk cId="0" sldId="301"/>
            <ac:spMk id="2" creationId="{00000000-0000-0000-0000-000000000000}"/>
          </ac:spMkLst>
        </pc:spChg>
        <pc:spChg chg="mod">
          <ac:chgData name="Ms Alina Arshad" userId="cccdfd85-d35d-4453-9c6f-a463aae40722" providerId="ADAL" clId="{2B67EF24-6E86-458B-9C0D-B5BC36012E7D}" dt="2024-10-25T06:53:09.013" v="97" actId="255"/>
          <ac:spMkLst>
            <pc:docMk/>
            <pc:sldMk cId="0" sldId="301"/>
            <ac:spMk id="3" creationId="{00000000-0000-0000-0000-000000000000}"/>
          </ac:spMkLst>
        </pc:spChg>
        <pc:spChg chg="del">
          <ac:chgData name="Ms Alina Arshad" userId="cccdfd85-d35d-4453-9c6f-a463aae40722" providerId="ADAL" clId="{2B67EF24-6E86-458B-9C0D-B5BC36012E7D}" dt="2024-10-25T06:52:46.152" v="92" actId="478"/>
          <ac:spMkLst>
            <pc:docMk/>
            <pc:sldMk cId="0" sldId="301"/>
            <ac:spMk id="4" creationId="{00000000-0000-0000-0000-000000000000}"/>
          </ac:spMkLst>
        </pc:spChg>
        <pc:spChg chg="mod">
          <ac:chgData name="Ms Alina Arshad" userId="cccdfd85-d35d-4453-9c6f-a463aae40722" providerId="ADAL" clId="{2B67EF24-6E86-458B-9C0D-B5BC36012E7D}" dt="2024-10-25T06:53:13.437" v="98" actId="1076"/>
          <ac:spMkLst>
            <pc:docMk/>
            <pc:sldMk cId="0" sldId="301"/>
            <ac:spMk id="5" creationId="{00000000-0000-0000-0000-000000000000}"/>
          </ac:spMkLst>
        </pc:spChg>
        <pc:spChg chg="mod">
          <ac:chgData name="Ms Alina Arshad" userId="cccdfd85-d35d-4453-9c6f-a463aae40722" providerId="ADAL" clId="{2B67EF24-6E86-458B-9C0D-B5BC36012E7D}" dt="2024-10-25T06:53:20.228" v="100" actId="255"/>
          <ac:spMkLst>
            <pc:docMk/>
            <pc:sldMk cId="0" sldId="301"/>
            <ac:spMk id="6" creationId="{00000000-0000-0000-0000-000000000000}"/>
          </ac:spMkLst>
        </pc:spChg>
      </pc:sldChg>
      <pc:sldChg chg="delSp modSp add mod">
        <pc:chgData name="Ms Alina Arshad" userId="cccdfd85-d35d-4453-9c6f-a463aae40722" providerId="ADAL" clId="{2B67EF24-6E86-458B-9C0D-B5BC36012E7D}" dt="2024-10-25T06:54:51.579" v="112" actId="1076"/>
        <pc:sldMkLst>
          <pc:docMk/>
          <pc:sldMk cId="0" sldId="302"/>
        </pc:sldMkLst>
        <pc:spChg chg="mod">
          <ac:chgData name="Ms Alina Arshad" userId="cccdfd85-d35d-4453-9c6f-a463aae40722" providerId="ADAL" clId="{2B67EF24-6E86-458B-9C0D-B5BC36012E7D}" dt="2024-10-25T06:54:08.700" v="105" actId="14100"/>
          <ac:spMkLst>
            <pc:docMk/>
            <pc:sldMk cId="0" sldId="302"/>
            <ac:spMk id="2" creationId="{00000000-0000-0000-0000-000000000000}"/>
          </ac:spMkLst>
        </pc:spChg>
        <pc:spChg chg="del">
          <ac:chgData name="Ms Alina Arshad" userId="cccdfd85-d35d-4453-9c6f-a463aae40722" providerId="ADAL" clId="{2B67EF24-6E86-458B-9C0D-B5BC36012E7D}" dt="2024-10-25T06:53:48.546" v="101" actId="478"/>
          <ac:spMkLst>
            <pc:docMk/>
            <pc:sldMk cId="0" sldId="302"/>
            <ac:spMk id="3" creationId="{00000000-0000-0000-0000-000000000000}"/>
          </ac:spMkLst>
        </pc:spChg>
        <pc:spChg chg="mod">
          <ac:chgData name="Ms Alina Arshad" userId="cccdfd85-d35d-4453-9c6f-a463aae40722" providerId="ADAL" clId="{2B67EF24-6E86-458B-9C0D-B5BC36012E7D}" dt="2024-10-25T06:54:28.294" v="109" actId="404"/>
          <ac:spMkLst>
            <pc:docMk/>
            <pc:sldMk cId="0" sldId="302"/>
            <ac:spMk id="4" creationId="{00000000-0000-0000-0000-000000000000}"/>
          </ac:spMkLst>
        </pc:spChg>
        <pc:picChg chg="mod">
          <ac:chgData name="Ms Alina Arshad" userId="cccdfd85-d35d-4453-9c6f-a463aae40722" providerId="ADAL" clId="{2B67EF24-6E86-458B-9C0D-B5BC36012E7D}" dt="2024-10-25T06:54:51.579" v="112" actId="1076"/>
          <ac:picMkLst>
            <pc:docMk/>
            <pc:sldMk cId="0" sldId="302"/>
            <ac:picMk id="5" creationId="{00000000-0000-0000-0000-000000000000}"/>
          </ac:picMkLst>
        </pc:picChg>
      </pc:sldChg>
      <pc:sldChg chg="modSp add mod">
        <pc:chgData name="Ms Alina Arshad" userId="cccdfd85-d35d-4453-9c6f-a463aae40722" providerId="ADAL" clId="{2B67EF24-6E86-458B-9C0D-B5BC36012E7D}" dt="2024-10-25T06:55:49.265" v="121" actId="14100"/>
        <pc:sldMkLst>
          <pc:docMk/>
          <pc:sldMk cId="0" sldId="303"/>
        </pc:sldMkLst>
        <pc:spChg chg="mod">
          <ac:chgData name="Ms Alina Arshad" userId="cccdfd85-d35d-4453-9c6f-a463aae40722" providerId="ADAL" clId="{2B67EF24-6E86-458B-9C0D-B5BC36012E7D}" dt="2024-10-25T06:55:42.627" v="119" actId="1076"/>
          <ac:spMkLst>
            <pc:docMk/>
            <pc:sldMk cId="0" sldId="303"/>
            <ac:spMk id="2" creationId="{00000000-0000-0000-0000-000000000000}"/>
          </ac:spMkLst>
        </pc:spChg>
        <pc:picChg chg="mod">
          <ac:chgData name="Ms Alina Arshad" userId="cccdfd85-d35d-4453-9c6f-a463aae40722" providerId="ADAL" clId="{2B67EF24-6E86-458B-9C0D-B5BC36012E7D}" dt="2024-10-25T06:55:40.247" v="118" actId="14100"/>
          <ac:picMkLst>
            <pc:docMk/>
            <pc:sldMk cId="0" sldId="303"/>
            <ac:picMk id="3" creationId="{00000000-0000-0000-0000-000000000000}"/>
          </ac:picMkLst>
        </pc:picChg>
        <pc:picChg chg="mod">
          <ac:chgData name="Ms Alina Arshad" userId="cccdfd85-d35d-4453-9c6f-a463aae40722" providerId="ADAL" clId="{2B67EF24-6E86-458B-9C0D-B5BC36012E7D}" dt="2024-10-25T06:55:49.265" v="121" actId="14100"/>
          <ac:picMkLst>
            <pc:docMk/>
            <pc:sldMk cId="0" sldId="303"/>
            <ac:picMk id="4" creationId="{00000000-0000-0000-0000-000000000000}"/>
          </ac:picMkLst>
        </pc:picChg>
      </pc:sldChg>
      <pc:sldChg chg="modSp add mod">
        <pc:chgData name="Ms Alina Arshad" userId="cccdfd85-d35d-4453-9c6f-a463aae40722" providerId="ADAL" clId="{2B67EF24-6E86-458B-9C0D-B5BC36012E7D}" dt="2024-10-25T06:56:14.702" v="129" actId="1076"/>
        <pc:sldMkLst>
          <pc:docMk/>
          <pc:sldMk cId="0" sldId="304"/>
        </pc:sldMkLst>
        <pc:spChg chg="mod">
          <ac:chgData name="Ms Alina Arshad" userId="cccdfd85-d35d-4453-9c6f-a463aae40722" providerId="ADAL" clId="{2B67EF24-6E86-458B-9C0D-B5BC36012E7D}" dt="2024-10-25T06:56:05.481" v="126" actId="1076"/>
          <ac:spMkLst>
            <pc:docMk/>
            <pc:sldMk cId="0" sldId="304"/>
            <ac:spMk id="4" creationId="{00000000-0000-0000-0000-000000000000}"/>
          </ac:spMkLst>
        </pc:spChg>
        <pc:picChg chg="mod">
          <ac:chgData name="Ms Alina Arshad" userId="cccdfd85-d35d-4453-9c6f-a463aae40722" providerId="ADAL" clId="{2B67EF24-6E86-458B-9C0D-B5BC36012E7D}" dt="2024-10-25T06:56:11.943" v="128" actId="1076"/>
          <ac:picMkLst>
            <pc:docMk/>
            <pc:sldMk cId="0" sldId="304"/>
            <ac:picMk id="2" creationId="{00000000-0000-0000-0000-000000000000}"/>
          </ac:picMkLst>
        </pc:picChg>
        <pc:picChg chg="mod">
          <ac:chgData name="Ms Alina Arshad" userId="cccdfd85-d35d-4453-9c6f-a463aae40722" providerId="ADAL" clId="{2B67EF24-6E86-458B-9C0D-B5BC36012E7D}" dt="2024-10-25T06:56:14.702" v="129" actId="1076"/>
          <ac:picMkLst>
            <pc:docMk/>
            <pc:sldMk cId="0" sldId="304"/>
            <ac:picMk id="3" creationId="{00000000-0000-0000-0000-000000000000}"/>
          </ac:picMkLst>
        </pc:picChg>
      </pc:sldChg>
      <pc:sldChg chg="modSp add mod">
        <pc:chgData name="Ms Alina Arshad" userId="cccdfd85-d35d-4453-9c6f-a463aae40722" providerId="ADAL" clId="{2B67EF24-6E86-458B-9C0D-B5BC36012E7D}" dt="2024-10-25T06:56:26.693" v="134" actId="1076"/>
        <pc:sldMkLst>
          <pc:docMk/>
          <pc:sldMk cId="0" sldId="305"/>
        </pc:sldMkLst>
        <pc:spChg chg="mod">
          <ac:chgData name="Ms Alina Arshad" userId="cccdfd85-d35d-4453-9c6f-a463aae40722" providerId="ADAL" clId="{2B67EF24-6E86-458B-9C0D-B5BC36012E7D}" dt="2024-10-25T06:56:24.952" v="133" actId="14100"/>
          <ac:spMkLst>
            <pc:docMk/>
            <pc:sldMk cId="0" sldId="305"/>
            <ac:spMk id="3" creationId="{00000000-0000-0000-0000-000000000000}"/>
          </ac:spMkLst>
        </pc:spChg>
        <pc:picChg chg="mod">
          <ac:chgData name="Ms Alina Arshad" userId="cccdfd85-d35d-4453-9c6f-a463aae40722" providerId="ADAL" clId="{2B67EF24-6E86-458B-9C0D-B5BC36012E7D}" dt="2024-10-25T06:56:26.693" v="134" actId="1076"/>
          <ac:picMkLst>
            <pc:docMk/>
            <pc:sldMk cId="0" sldId="305"/>
            <ac:picMk id="2" creationId="{00000000-0000-0000-0000-000000000000}"/>
          </ac:picMkLst>
        </pc:picChg>
      </pc:sldChg>
      <pc:sldChg chg="modSp add mod">
        <pc:chgData name="Ms Alina Arshad" userId="cccdfd85-d35d-4453-9c6f-a463aae40722" providerId="ADAL" clId="{2B67EF24-6E86-458B-9C0D-B5BC36012E7D}" dt="2024-10-25T06:56:40.219" v="139" actId="1076"/>
        <pc:sldMkLst>
          <pc:docMk/>
          <pc:sldMk cId="0" sldId="306"/>
        </pc:sldMkLst>
        <pc:spChg chg="mod">
          <ac:chgData name="Ms Alina Arshad" userId="cccdfd85-d35d-4453-9c6f-a463aae40722" providerId="ADAL" clId="{2B67EF24-6E86-458B-9C0D-B5BC36012E7D}" dt="2024-10-25T06:56:36.713" v="138" actId="14100"/>
          <ac:spMkLst>
            <pc:docMk/>
            <pc:sldMk cId="0" sldId="306"/>
            <ac:spMk id="3" creationId="{00000000-0000-0000-0000-000000000000}"/>
          </ac:spMkLst>
        </pc:spChg>
        <pc:picChg chg="mod">
          <ac:chgData name="Ms Alina Arshad" userId="cccdfd85-d35d-4453-9c6f-a463aae40722" providerId="ADAL" clId="{2B67EF24-6E86-458B-9C0D-B5BC36012E7D}" dt="2024-10-25T06:56:40.219" v="139" actId="1076"/>
          <ac:picMkLst>
            <pc:docMk/>
            <pc:sldMk cId="0" sldId="306"/>
            <ac:picMk id="2" creationId="{00000000-0000-0000-0000-000000000000}"/>
          </ac:picMkLst>
        </pc:picChg>
      </pc:sldChg>
      <pc:sldChg chg="add del">
        <pc:chgData name="Ms Alina Arshad" userId="cccdfd85-d35d-4453-9c6f-a463aae40722" providerId="ADAL" clId="{2B67EF24-6E86-458B-9C0D-B5BC36012E7D}" dt="2024-10-25T06:48:55.504" v="25"/>
        <pc:sldMkLst>
          <pc:docMk/>
          <pc:sldMk cId="0" sldId="307"/>
        </pc:sldMkLst>
      </pc:sldChg>
      <pc:sldChg chg="delSp modSp add mod">
        <pc:chgData name="Ms Alina Arshad" userId="cccdfd85-d35d-4453-9c6f-a463aae40722" providerId="ADAL" clId="{2B67EF24-6E86-458B-9C0D-B5BC36012E7D}" dt="2024-10-25T06:50:04.964" v="54" actId="14100"/>
        <pc:sldMkLst>
          <pc:docMk/>
          <pc:sldMk cId="3192711744" sldId="307"/>
        </pc:sldMkLst>
        <pc:spChg chg="mod">
          <ac:chgData name="Ms Alina Arshad" userId="cccdfd85-d35d-4453-9c6f-a463aae40722" providerId="ADAL" clId="{2B67EF24-6E86-458B-9C0D-B5BC36012E7D}" dt="2024-10-25T06:50:04.964" v="54" actId="14100"/>
          <ac:spMkLst>
            <pc:docMk/>
            <pc:sldMk cId="3192711744" sldId="307"/>
            <ac:spMk id="2" creationId="{00000000-0000-0000-0000-000000000000}"/>
          </ac:spMkLst>
        </pc:spChg>
        <pc:spChg chg="mod">
          <ac:chgData name="Ms Alina Arshad" userId="cccdfd85-d35d-4453-9c6f-a463aae40722" providerId="ADAL" clId="{2B67EF24-6E86-458B-9C0D-B5BC36012E7D}" dt="2024-10-25T06:49:54.319" v="46" actId="14100"/>
          <ac:spMkLst>
            <pc:docMk/>
            <pc:sldMk cId="3192711744" sldId="307"/>
            <ac:spMk id="3" creationId="{00000000-0000-0000-0000-000000000000}"/>
          </ac:spMkLst>
        </pc:spChg>
        <pc:picChg chg="del">
          <ac:chgData name="Ms Alina Arshad" userId="cccdfd85-d35d-4453-9c6f-a463aae40722" providerId="ADAL" clId="{2B67EF24-6E86-458B-9C0D-B5BC36012E7D}" dt="2024-10-25T06:49:48.469" v="44" actId="478"/>
          <ac:picMkLst>
            <pc:docMk/>
            <pc:sldMk cId="3192711744" sldId="307"/>
            <ac:picMk id="4" creationId="{00000000-0000-0000-0000-000000000000}"/>
          </ac:picMkLst>
        </pc:picChg>
        <pc:picChg chg="del">
          <ac:chgData name="Ms Alina Arshad" userId="cccdfd85-d35d-4453-9c6f-a463aae40722" providerId="ADAL" clId="{2B67EF24-6E86-458B-9C0D-B5BC36012E7D}" dt="2024-10-25T06:49:45.376" v="42" actId="478"/>
          <ac:picMkLst>
            <pc:docMk/>
            <pc:sldMk cId="3192711744" sldId="307"/>
            <ac:picMk id="5" creationId="{00000000-0000-0000-0000-000000000000}"/>
          </ac:picMkLst>
        </pc:picChg>
        <pc:picChg chg="mod">
          <ac:chgData name="Ms Alina Arshad" userId="cccdfd85-d35d-4453-9c6f-a463aae40722" providerId="ADAL" clId="{2B67EF24-6E86-458B-9C0D-B5BC36012E7D}" dt="2024-10-25T06:49:56.421" v="47" actId="1076"/>
          <ac:picMkLst>
            <pc:docMk/>
            <pc:sldMk cId="3192711744" sldId="307"/>
            <ac:picMk id="6" creationId="{00000000-0000-0000-0000-000000000000}"/>
          </ac:picMkLst>
        </pc:picChg>
      </pc:sldChg>
      <pc:sldChg chg="add del">
        <pc:chgData name="Ms Alina Arshad" userId="cccdfd85-d35d-4453-9c6f-a463aae40722" providerId="ADAL" clId="{2B67EF24-6E86-458B-9C0D-B5BC36012E7D}" dt="2024-10-25T06:48:55.504" v="25"/>
        <pc:sldMkLst>
          <pc:docMk/>
          <pc:sldMk cId="0" sldId="308"/>
        </pc:sldMkLst>
      </pc:sldChg>
      <pc:sldChg chg="add del">
        <pc:chgData name="Ms Alina Arshad" userId="cccdfd85-d35d-4453-9c6f-a463aae40722" providerId="ADAL" clId="{2B67EF24-6E86-458B-9C0D-B5BC36012E7D}" dt="2024-10-25T06:48:55.504" v="25"/>
        <pc:sldMkLst>
          <pc:docMk/>
          <pc:sldMk cId="0" sldId="309"/>
        </pc:sldMkLst>
      </pc:sldChg>
      <pc:sldChg chg="add del">
        <pc:chgData name="Ms Alina Arshad" userId="cccdfd85-d35d-4453-9c6f-a463aae40722" providerId="ADAL" clId="{2B67EF24-6E86-458B-9C0D-B5BC36012E7D}" dt="2024-10-25T06:48:55.504" v="25"/>
        <pc:sldMkLst>
          <pc:docMk/>
          <pc:sldMk cId="0" sldId="310"/>
        </pc:sldMkLst>
      </pc:sldChg>
      <pc:sldChg chg="add del">
        <pc:chgData name="Ms Alina Arshad" userId="cccdfd85-d35d-4453-9c6f-a463aae40722" providerId="ADAL" clId="{2B67EF24-6E86-458B-9C0D-B5BC36012E7D}" dt="2024-10-25T06:48:55.504" v="25"/>
        <pc:sldMkLst>
          <pc:docMk/>
          <pc:sldMk cId="0" sldId="311"/>
        </pc:sldMkLst>
      </pc:sldChg>
      <pc:sldChg chg="add del">
        <pc:chgData name="Ms Alina Arshad" userId="cccdfd85-d35d-4453-9c6f-a463aae40722" providerId="ADAL" clId="{2B67EF24-6E86-458B-9C0D-B5BC36012E7D}" dt="2024-10-25T06:48:55.504" v="25"/>
        <pc:sldMkLst>
          <pc:docMk/>
          <pc:sldMk cId="0" sldId="312"/>
        </pc:sldMkLst>
      </pc:sldChg>
      <pc:sldChg chg="add del">
        <pc:chgData name="Ms Alina Arshad" userId="cccdfd85-d35d-4453-9c6f-a463aae40722" providerId="ADAL" clId="{2B67EF24-6E86-458B-9C0D-B5BC36012E7D}" dt="2024-10-25T06:48:55.504" v="25"/>
        <pc:sldMkLst>
          <pc:docMk/>
          <pc:sldMk cId="0" sldId="313"/>
        </pc:sldMkLst>
      </pc:sldChg>
      <pc:sldChg chg="add del">
        <pc:chgData name="Ms Alina Arshad" userId="cccdfd85-d35d-4453-9c6f-a463aae40722" providerId="ADAL" clId="{2B67EF24-6E86-458B-9C0D-B5BC36012E7D}" dt="2024-10-25T06:48:55.504" v="25"/>
        <pc:sldMkLst>
          <pc:docMk/>
          <pc:sldMk cId="0" sldId="314"/>
        </pc:sldMkLst>
      </pc:sldChg>
      <pc:sldChg chg="add del">
        <pc:chgData name="Ms Alina Arshad" userId="cccdfd85-d35d-4453-9c6f-a463aae40722" providerId="ADAL" clId="{2B67EF24-6E86-458B-9C0D-B5BC36012E7D}" dt="2024-10-25T06:48:55.504" v="25"/>
        <pc:sldMkLst>
          <pc:docMk/>
          <pc:sldMk cId="0" sldId="315"/>
        </pc:sldMkLst>
      </pc:sldChg>
      <pc:sldChg chg="add del">
        <pc:chgData name="Ms Alina Arshad" userId="cccdfd85-d35d-4453-9c6f-a463aae40722" providerId="ADAL" clId="{2B67EF24-6E86-458B-9C0D-B5BC36012E7D}" dt="2024-10-25T06:48:55.504" v="25"/>
        <pc:sldMkLst>
          <pc:docMk/>
          <pc:sldMk cId="0" sldId="316"/>
        </pc:sldMkLst>
      </pc:sldChg>
      <pc:sldChg chg="add del">
        <pc:chgData name="Ms Alina Arshad" userId="cccdfd85-d35d-4453-9c6f-a463aae40722" providerId="ADAL" clId="{2B67EF24-6E86-458B-9C0D-B5BC36012E7D}" dt="2024-10-25T06:48:55.504" v="25"/>
        <pc:sldMkLst>
          <pc:docMk/>
          <pc:sldMk cId="0" sldId="317"/>
        </pc:sldMkLst>
      </pc:sldChg>
      <pc:sldChg chg="add del">
        <pc:chgData name="Ms Alina Arshad" userId="cccdfd85-d35d-4453-9c6f-a463aae40722" providerId="ADAL" clId="{2B67EF24-6E86-458B-9C0D-B5BC36012E7D}" dt="2024-10-25T06:48:55.504" v="25"/>
        <pc:sldMkLst>
          <pc:docMk/>
          <pc:sldMk cId="0" sldId="318"/>
        </pc:sldMkLst>
      </pc:sldChg>
      <pc:sldMasterChg chg="delSldLayout">
        <pc:chgData name="Ms Alina Arshad" userId="cccdfd85-d35d-4453-9c6f-a463aae40722" providerId="ADAL" clId="{2B67EF24-6E86-458B-9C0D-B5BC36012E7D}" dt="2024-10-25T06:48:30.913" v="12" actId="47"/>
        <pc:sldMasterMkLst>
          <pc:docMk/>
          <pc:sldMasterMk cId="1090009938" sldId="2147483660"/>
        </pc:sldMasterMkLst>
        <pc:sldLayoutChg chg="del">
          <pc:chgData name="Ms Alina Arshad" userId="cccdfd85-d35d-4453-9c6f-a463aae40722" providerId="ADAL" clId="{2B67EF24-6E86-458B-9C0D-B5BC36012E7D}" dt="2024-10-25T06:48:30.913" v="12" actId="47"/>
          <pc:sldLayoutMkLst>
            <pc:docMk/>
            <pc:sldMasterMk cId="1090009938" sldId="2147483660"/>
            <pc:sldLayoutMk cId="938321551" sldId="2147483672"/>
          </pc:sldLayoutMkLst>
        </pc:sldLayoutChg>
      </pc:sldMasterChg>
    </pc:docChg>
  </pc:docChgLst>
  <pc:docChgLst>
    <pc:chgData name="Ms Alina Arshad" userId="cccdfd85-d35d-4453-9c6f-a463aae40722" providerId="ADAL" clId="{D4C91E6F-B9DD-440D-9732-C61CDFB6C2C8}"/>
    <pc:docChg chg="undo custSel addSld delSld modSld">
      <pc:chgData name="Ms Alina Arshad" userId="cccdfd85-d35d-4453-9c6f-a463aae40722" providerId="ADAL" clId="{D4C91E6F-B9DD-440D-9732-C61CDFB6C2C8}" dt="2024-09-22T13:28:42.450" v="404" actId="1076"/>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2T13:07:42.671" v="219" actId="47"/>
        <pc:sldMkLst>
          <pc:docMk/>
          <pc:sldMk cId="3322361034" sldId="256"/>
        </pc:sldMkLst>
        <pc:spChg chg="mod">
          <ac:chgData name="Ms Alina Arshad" userId="cccdfd85-d35d-4453-9c6f-a463aae40722" providerId="ADAL" clId="{D4C91E6F-B9DD-440D-9732-C61CDFB6C2C8}" dt="2024-09-22T13:02:12.272" v="129" actId="122"/>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2T13:07:43.147" v="220" actId="47"/>
        <pc:sldMkLst>
          <pc:docMk/>
          <pc:sldMk cId="0" sldId="258"/>
        </pc:sldMkLst>
        <pc:spChg chg="mod">
          <ac:chgData name="Ms Alina Arshad" userId="cccdfd85-d35d-4453-9c6f-a463aae40722" providerId="ADAL" clId="{D4C91E6F-B9DD-440D-9732-C61CDFB6C2C8}" dt="2024-09-22T13:02:43.692" v="134" actId="113"/>
          <ac:spMkLst>
            <pc:docMk/>
            <pc:sldMk cId="0" sldId="258"/>
            <ac:spMk id="2" creationId="{00000000-0000-0000-0000-000000000000}"/>
          </ac:spMkLst>
        </pc:spChg>
        <pc:spChg chg="mod">
          <ac:chgData name="Ms Alina Arshad" userId="cccdfd85-d35d-4453-9c6f-a463aae40722" providerId="ADAL" clId="{D4C91E6F-B9DD-440D-9732-C61CDFB6C2C8}" dt="2024-09-22T13:03:02.394" v="138" actId="2711"/>
          <ac:spMkLst>
            <pc:docMk/>
            <pc:sldMk cId="0" sldId="258"/>
            <ac:spMk id="3" creationId="{00000000-0000-0000-0000-000000000000}"/>
          </ac:spMkLst>
        </pc:spChg>
      </pc:sldChg>
      <pc:sldChg chg="modSp add del mod modNotesTx">
        <pc:chgData name="Ms Alina Arshad" userId="cccdfd85-d35d-4453-9c6f-a463aae40722" providerId="ADAL" clId="{D4C91E6F-B9DD-440D-9732-C61CDFB6C2C8}" dt="2024-09-22T13:08:24.737" v="236"/>
        <pc:sldMkLst>
          <pc:docMk/>
          <pc:sldMk cId="0" sldId="259"/>
        </pc:sldMkLst>
        <pc:grpChg chg="mod">
          <ac:chgData name="Ms Alina Arshad" userId="cccdfd85-d35d-4453-9c6f-a463aae40722" providerId="ADAL" clId="{D4C91E6F-B9DD-440D-9732-C61CDFB6C2C8}" dt="2024-09-22T13:03:09.171" v="139"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2T13:08:41.224" v="238"/>
        <pc:sldMkLst>
          <pc:docMk/>
          <pc:sldMk cId="0" sldId="260"/>
        </pc:sldMkLst>
        <pc:spChg chg="mod">
          <ac:chgData name="Ms Alina Arshad" userId="cccdfd85-d35d-4453-9c6f-a463aae40722" providerId="ADAL" clId="{D4C91E6F-B9DD-440D-9732-C61CDFB6C2C8}" dt="2024-09-22T13:03:43.152" v="146" actId="207"/>
          <ac:spMkLst>
            <pc:docMk/>
            <pc:sldMk cId="0" sldId="260"/>
            <ac:spMk id="2" creationId="{00000000-0000-0000-0000-000000000000}"/>
          </ac:spMkLst>
        </pc:spChg>
        <pc:spChg chg="mod">
          <ac:chgData name="Ms Alina Arshad" userId="cccdfd85-d35d-4453-9c6f-a463aae40722" providerId="ADAL" clId="{D4C91E6F-B9DD-440D-9732-C61CDFB6C2C8}" dt="2024-09-22T13:04:20.885" v="161" actId="20577"/>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add del">
        <pc:chgData name="Ms Alina Arshad" userId="cccdfd85-d35d-4453-9c6f-a463aae40722" providerId="ADAL" clId="{D4C91E6F-B9DD-440D-9732-C61CDFB6C2C8}" dt="2024-09-22T13:07:35.725" v="170" actId="47"/>
        <pc:sldMkLst>
          <pc:docMk/>
          <pc:sldMk cId="1577505814" sldId="265"/>
        </pc:sldMkLst>
        <pc:spChg chg="mod">
          <ac:chgData name="Ms Alina Arshad" userId="cccdfd85-d35d-4453-9c6f-a463aae40722" providerId="ADAL" clId="{D4C91E6F-B9DD-440D-9732-C61CDFB6C2C8}" dt="2024-09-22T13:08:55.410" v="241" actId="14100"/>
          <ac:spMkLst>
            <pc:docMk/>
            <pc:sldMk cId="1577505814" sldId="265"/>
            <ac:spMk id="2" creationId="{41435336-0E45-46A6-ADEF-9EF46BC634DD}"/>
          </ac:spMkLst>
        </pc:spChg>
        <pc:spChg chg="mod">
          <ac:chgData name="Ms Alina Arshad" userId="cccdfd85-d35d-4453-9c6f-a463aae40722" providerId="ADAL" clId="{D4C91E6F-B9DD-440D-9732-C61CDFB6C2C8}" dt="2024-09-22T13:09:39.028" v="256" actId="20577"/>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2T13:14:56.785" v="264" actId="1076"/>
          <ac:picMkLst>
            <pc:docMk/>
            <pc:sldMk cId="1577505814" sldId="265"/>
            <ac:picMk id="5" creationId="{28B6A947-1E80-48EF-9AA4-2B6CCB11361F}"/>
          </ac:picMkLst>
        </pc:picChg>
      </pc:sldChg>
      <pc:sldChg chg="add del">
        <pc:chgData name="Ms Alina Arshad" userId="cccdfd85-d35d-4453-9c6f-a463aae40722" providerId="ADAL" clId="{D4C91E6F-B9DD-440D-9732-C61CDFB6C2C8}" dt="2024-09-22T13:07:35.770" v="171" actId="47"/>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2T13:20:12.385" v="318" actId="12"/>
          <ac:spMkLst>
            <pc:docMk/>
            <pc:sldMk cId="1582826008" sldId="266"/>
            <ac:spMk id="3" creationId="{4196CBF0-4754-427D-8A38-7DDD2A8EC7AF}"/>
          </ac:spMkLst>
        </pc:spChg>
      </pc:sldChg>
      <pc:sldChg chg="modSp add mod">
        <pc:chgData name="Ms Alina Arshad" userId="cccdfd85-d35d-4453-9c6f-a463aae40722" providerId="ADAL" clId="{D4C91E6F-B9DD-440D-9732-C61CDFB6C2C8}" dt="2024-09-22T13:23:30.753" v="355" actId="1076"/>
        <pc:sldMkLst>
          <pc:docMk/>
          <pc:sldMk cId="731299161" sldId="267"/>
        </pc:sldMkLst>
        <pc:spChg chg="mod">
          <ac:chgData name="Ms Alina Arshad" userId="cccdfd85-d35d-4453-9c6f-a463aae40722" providerId="ADAL" clId="{D4C91E6F-B9DD-440D-9732-C61CDFB6C2C8}" dt="2024-09-22T13:22:57.244" v="346" actId="207"/>
          <ac:spMkLst>
            <pc:docMk/>
            <pc:sldMk cId="731299161" sldId="267"/>
            <ac:spMk id="2" creationId="{9201C7C5-381E-4176-A65A-204F25AA8BDC}"/>
          </ac:spMkLst>
        </pc:spChg>
        <pc:spChg chg="mod">
          <ac:chgData name="Ms Alina Arshad" userId="cccdfd85-d35d-4453-9c6f-a463aae40722" providerId="ADAL" clId="{D4C91E6F-B9DD-440D-9732-C61CDFB6C2C8}" dt="2024-09-22T13:23:15.910" v="351" actId="27636"/>
          <ac:spMkLst>
            <pc:docMk/>
            <pc:sldMk cId="731299161" sldId="267"/>
            <ac:spMk id="3" creationId="{FCCFEEAF-64FB-4C56-B9BC-E9CF77168172}"/>
          </ac:spMkLst>
        </pc:spChg>
        <pc:picChg chg="mod">
          <ac:chgData name="Ms Alina Arshad" userId="cccdfd85-d35d-4453-9c6f-a463aae40722" providerId="ADAL" clId="{D4C91E6F-B9DD-440D-9732-C61CDFB6C2C8}" dt="2024-09-22T13:23:19.471" v="352" actId="1076"/>
          <ac:picMkLst>
            <pc:docMk/>
            <pc:sldMk cId="731299161" sldId="267"/>
            <ac:picMk id="5" creationId="{8353E4DA-5B96-4841-87DE-4D047CCEE14B}"/>
          </ac:picMkLst>
        </pc:picChg>
        <pc:picChg chg="mod">
          <ac:chgData name="Ms Alina Arshad" userId="cccdfd85-d35d-4453-9c6f-a463aae40722" providerId="ADAL" clId="{D4C91E6F-B9DD-440D-9732-C61CDFB6C2C8}" dt="2024-09-22T13:23:30.753" v="355" actId="1076"/>
          <ac:picMkLst>
            <pc:docMk/>
            <pc:sldMk cId="731299161" sldId="267"/>
            <ac:picMk id="7" creationId="{8F9DBF2E-B7FC-4CA0-B16C-95411F8BFBDA}"/>
          </ac:picMkLst>
        </pc:picChg>
      </pc:sldChg>
      <pc:sldChg chg="add del">
        <pc:chgData name="Ms Alina Arshad" userId="cccdfd85-d35d-4453-9c6f-a463aae40722" providerId="ADAL" clId="{D4C91E6F-B9DD-440D-9732-C61CDFB6C2C8}" dt="2024-09-22T13:07:35.851" v="173" actId="4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add del">
        <pc:chgData name="Ms Alina Arshad" userId="cccdfd85-d35d-4453-9c6f-a463aae40722" providerId="ADAL" clId="{D4C91E6F-B9DD-440D-9732-C61CDFB6C2C8}" dt="2024-09-22T13:07:35.883" v="174" actId="47"/>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2T13:20:54.354" v="32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add del">
        <pc:chgData name="Ms Alina Arshad" userId="cccdfd85-d35d-4453-9c6f-a463aae40722" providerId="ADAL" clId="{D4C91E6F-B9DD-440D-9732-C61CDFB6C2C8}" dt="2024-09-22T13:07:35.946" v="176" actId="47"/>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2T13:21:35.824" v="337" actId="12"/>
          <ac:spMkLst>
            <pc:docMk/>
            <pc:sldMk cId="3034138166" sldId="271"/>
            <ac:spMk id="3" creationId="{F4DD344C-E183-4834-ADD9-55E7821B0508}"/>
          </ac:spMkLst>
        </pc:spChg>
      </pc:sldChg>
      <pc:sldChg chg="add del">
        <pc:chgData name="Ms Alina Arshad" userId="cccdfd85-d35d-4453-9c6f-a463aae40722" providerId="ADAL" clId="{D4C91E6F-B9DD-440D-9732-C61CDFB6C2C8}" dt="2024-09-22T13:07:35.960" v="177" actId="47"/>
        <pc:sldMkLst>
          <pc:docMk/>
          <pc:sldMk cId="2504047100" sldId="272"/>
        </pc:sldMkLst>
        <pc:spChg chg="mod">
          <ac:chgData name="Ms Alina Arshad" userId="cccdfd85-d35d-4453-9c6f-a463aae40722" providerId="ADAL" clId="{D4C91E6F-B9DD-440D-9732-C61CDFB6C2C8}" dt="2024-09-22T13:25:13.354" v="360" actId="403"/>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mod">
          <ac:chgData name="Ms Alina Arshad" userId="cccdfd85-d35d-4453-9c6f-a463aae40722" providerId="ADAL" clId="{D4C91E6F-B9DD-440D-9732-C61CDFB6C2C8}" dt="2024-09-22T13:25:26.652" v="363" actId="1076"/>
          <ac:picMkLst>
            <pc:docMk/>
            <pc:sldMk cId="2504047100" sldId="272"/>
            <ac:picMk id="5" creationId="{875B59C6-BD88-403C-A5A5-3503BF501A70}"/>
          </ac:picMkLst>
        </pc:picChg>
      </pc:sldChg>
      <pc:sldChg chg="modSp add mod">
        <pc:chgData name="Ms Alina Arshad" userId="cccdfd85-d35d-4453-9c6f-a463aae40722" providerId="ADAL" clId="{D4C91E6F-B9DD-440D-9732-C61CDFB6C2C8}" dt="2024-09-22T13:26:22.252" v="379" actId="1076"/>
        <pc:sldMkLst>
          <pc:docMk/>
          <pc:sldMk cId="4283755204" sldId="273"/>
        </pc:sldMkLst>
        <pc:spChg chg="mod">
          <ac:chgData name="Ms Alina Arshad" userId="cccdfd85-d35d-4453-9c6f-a463aae40722" providerId="ADAL" clId="{D4C91E6F-B9DD-440D-9732-C61CDFB6C2C8}" dt="2024-09-22T13:25:53.216" v="370" actId="2711"/>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mod">
          <ac:chgData name="Ms Alina Arshad" userId="cccdfd85-d35d-4453-9c6f-a463aae40722" providerId="ADAL" clId="{D4C91E6F-B9DD-440D-9732-C61CDFB6C2C8}" dt="2024-09-22T13:25:42.787" v="366" actId="1076"/>
          <ac:picMkLst>
            <pc:docMk/>
            <pc:sldMk cId="4283755204" sldId="273"/>
            <ac:picMk id="5" creationId="{D8DA8D51-5D53-44D8-AD01-9D3D3C4B8574}"/>
          </ac:picMkLst>
        </pc:picChg>
      </pc:sldChg>
      <pc:sldChg chg="add del">
        <pc:chgData name="Ms Alina Arshad" userId="cccdfd85-d35d-4453-9c6f-a463aae40722" providerId="ADAL" clId="{D4C91E6F-B9DD-440D-9732-C61CDFB6C2C8}" dt="2024-09-22T13:07:36.042" v="179" actId="47"/>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2T13:26:45.100" v="386" actId="20577"/>
          <ac:spMkLst>
            <pc:docMk/>
            <pc:sldMk cId="2935103945" sldId="274"/>
            <ac:spMk id="3" creationId="{58F9CE5B-D0D8-4F74-8E4E-CFF85A1C2C17}"/>
          </ac:spMkLst>
        </pc:spChg>
      </pc:sldChg>
      <pc:sldChg chg="modSp add mod">
        <pc:chgData name="Ms Alina Arshad" userId="cccdfd85-d35d-4453-9c6f-a463aae40722" providerId="ADAL" clId="{D4C91E6F-B9DD-440D-9732-C61CDFB6C2C8}" dt="2024-09-22T13:27:16.223" v="393" actId="1076"/>
        <pc:sldMkLst>
          <pc:docMk/>
          <pc:sldMk cId="1497646456" sldId="275"/>
        </pc:sldMkLst>
        <pc:picChg chg="mod">
          <ac:chgData name="Ms Alina Arshad" userId="cccdfd85-d35d-4453-9c6f-a463aae40722" providerId="ADAL" clId="{D4C91E6F-B9DD-440D-9732-C61CDFB6C2C8}" dt="2024-09-22T13:27:12.158" v="392" actId="1076"/>
          <ac:picMkLst>
            <pc:docMk/>
            <pc:sldMk cId="1497646456" sldId="275"/>
            <ac:picMk id="5" creationId="{0DBB2777-7016-4A01-8AF0-F96056B9FC8F}"/>
          </ac:picMkLst>
        </pc:picChg>
        <pc:picChg chg="mod">
          <ac:chgData name="Ms Alina Arshad" userId="cccdfd85-d35d-4453-9c6f-a463aae40722" providerId="ADAL" clId="{D4C91E6F-B9DD-440D-9732-C61CDFB6C2C8}" dt="2024-09-22T13:27:16.223" v="393" actId="1076"/>
          <ac:picMkLst>
            <pc:docMk/>
            <pc:sldMk cId="1497646456" sldId="275"/>
            <ac:picMk id="6" creationId="{FA9585FB-CBE2-4A52-9153-F383B3C1533C}"/>
          </ac:picMkLst>
        </pc:picChg>
      </pc:sldChg>
      <pc:sldChg chg="add del">
        <pc:chgData name="Ms Alina Arshad" userId="cccdfd85-d35d-4453-9c6f-a463aae40722" providerId="ADAL" clId="{D4C91E6F-B9DD-440D-9732-C61CDFB6C2C8}" dt="2024-09-22T13:07:36.089" v="181" actId="47"/>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2T13:27:50.921" v="399" actId="40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add del">
        <pc:chgData name="Ms Alina Arshad" userId="cccdfd85-d35d-4453-9c6f-a463aae40722" providerId="ADAL" clId="{D4C91E6F-B9DD-440D-9732-C61CDFB6C2C8}" dt="2024-09-22T13:07:36.158" v="183" actId="4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2T13:27:35.494" v="396" actId="2711"/>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mod">
        <pc:chgData name="Ms Alina Arshad" userId="cccdfd85-d35d-4453-9c6f-a463aae40722" providerId="ADAL" clId="{D4C91E6F-B9DD-440D-9732-C61CDFB6C2C8}" dt="2024-09-22T13:07:58.843" v="228" actId="27636"/>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02:21.183" v="130"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07:36.223" v="185" actId="47"/>
        <pc:sldMkLst>
          <pc:docMk/>
          <pc:sldMk cId="24697311" sldId="282"/>
        </pc:sldMkLst>
      </pc:sldChg>
      <pc:sldChg chg="modSp add mod">
        <pc:chgData name="Ms Alina Arshad" userId="cccdfd85-d35d-4453-9c6f-a463aae40722" providerId="ADAL" clId="{D4C91E6F-B9DD-440D-9732-C61CDFB6C2C8}" dt="2024-09-22T13:26:58.544" v="388" actId="14100"/>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07:36.291" v="187" actId="47"/>
        <pc:sldMkLst>
          <pc:docMk/>
          <pc:sldMk cId="800652809" sldId="284"/>
        </pc:sldMkLst>
      </pc:sldChg>
      <pc:sldChg chg="add del">
        <pc:chgData name="Ms Alina Arshad" userId="cccdfd85-d35d-4453-9c6f-a463aae40722" providerId="ADAL" clId="{D4C91E6F-B9DD-440D-9732-C61CDFB6C2C8}" dt="2024-09-22T13:07:36.322" v="188" actId="47"/>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2T13:16:44.250" v="292" actId="1076"/>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pc:chgData name="Ms Alina Arshad" userId="cccdfd85-d35d-4453-9c6f-a463aae40722" providerId="ADAL" clId="{D4C91E6F-B9DD-440D-9732-C61CDFB6C2C8}" dt="2024-09-22T13:28:42.450" v="404" actId="1076"/>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pc:chgData name="Ms Alina Arshad" userId="cccdfd85-d35d-4453-9c6f-a463aae40722" providerId="ADAL" clId="{D4C91E6F-B9DD-440D-9732-C61CDFB6C2C8}" dt="2024-09-22T13:07:58.693" v="223"/>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pc:chgData name="Ms Alina Arshad" userId="cccdfd85-d35d-4453-9c6f-a463aae40722" providerId="ADAL" clId="{D4C91E6F-B9DD-440D-9732-C61CDFB6C2C8}" dt="2024-09-22T13:07:58.693" v="223"/>
        <pc:sldMkLst>
          <pc:docMk/>
          <pc:sldMk cId="0" sldId="347"/>
        </pc:sldMkLst>
      </pc:sldChg>
      <pc:sldChg chg="add">
        <pc:chgData name="Ms Alina Arshad" userId="cccdfd85-d35d-4453-9c6f-a463aae40722" providerId="ADAL" clId="{D4C91E6F-B9DD-440D-9732-C61CDFB6C2C8}" dt="2024-09-22T13:07:58.693" v="223"/>
        <pc:sldMkLst>
          <pc:docMk/>
          <pc:sldMk cId="2036508356" sldId="348"/>
        </pc:sldMkLst>
      </pc:sldChg>
      <pc:sldChg chg="add">
        <pc:chgData name="Ms Alina Arshad" userId="cccdfd85-d35d-4453-9c6f-a463aae40722" providerId="ADAL" clId="{D4C91E6F-B9DD-440D-9732-C61CDFB6C2C8}" dt="2024-09-22T13:07:58.693" v="223"/>
        <pc:sldMkLst>
          <pc:docMk/>
          <pc:sldMk cId="132290220" sldId="349"/>
        </pc:sldMkLst>
      </pc:sldChg>
      <pc:sldChg chg="add">
        <pc:chgData name="Ms Alina Arshad" userId="cccdfd85-d35d-4453-9c6f-a463aae40722" providerId="ADAL" clId="{D4C91E6F-B9DD-440D-9732-C61CDFB6C2C8}" dt="2024-09-22T13:07:58.693" v="223"/>
        <pc:sldMkLst>
          <pc:docMk/>
          <pc:sldMk cId="448686030" sldId="350"/>
        </pc:sldMkLst>
      </pc:sldChg>
      <pc:sldChg chg="add">
        <pc:chgData name="Ms Alina Arshad" userId="cccdfd85-d35d-4453-9c6f-a463aae40722" providerId="ADAL" clId="{D4C91E6F-B9DD-440D-9732-C61CDFB6C2C8}" dt="2024-09-22T13:07:58.693" v="223"/>
        <pc:sldMkLst>
          <pc:docMk/>
          <pc:sldMk cId="3109540881" sldId="351"/>
        </pc:sldMkLst>
      </pc:sldChg>
      <pc:sldChg chg="modSp add mod">
        <pc:chgData name="Ms Alina Arshad" userId="cccdfd85-d35d-4453-9c6f-a463aae40722" providerId="ADAL" clId="{D4C91E6F-B9DD-440D-9732-C61CDFB6C2C8}" dt="2024-09-22T13:07:58.869" v="229" actId="27636"/>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pc:chgData name="Ms Alina Arshad" userId="cccdfd85-d35d-4453-9c6f-a463aae40722" providerId="ADAL" clId="{D4C91E6F-B9DD-440D-9732-C61CDFB6C2C8}" dt="2024-09-22T13:07:58.693" v="223"/>
        <pc:sldMkLst>
          <pc:docMk/>
          <pc:sldMk cId="0" sldId="353"/>
        </pc:sldMkLst>
      </pc:sldChg>
      <pc:sldChg chg="add">
        <pc:chgData name="Ms Alina Arshad" userId="cccdfd85-d35d-4453-9c6f-a463aae40722" providerId="ADAL" clId="{D4C91E6F-B9DD-440D-9732-C61CDFB6C2C8}" dt="2024-09-22T13:07:58.693" v="223"/>
        <pc:sldMkLst>
          <pc:docMk/>
          <pc:sldMk cId="0" sldId="354"/>
        </pc:sldMkLst>
      </pc:sldChg>
      <pc:sldChg chg="add">
        <pc:chgData name="Ms Alina Arshad" userId="cccdfd85-d35d-4453-9c6f-a463aae40722" providerId="ADAL" clId="{D4C91E6F-B9DD-440D-9732-C61CDFB6C2C8}" dt="2024-09-22T13:07:58.693" v="223"/>
        <pc:sldMkLst>
          <pc:docMk/>
          <pc:sldMk cId="0" sldId="355"/>
        </pc:sldMkLst>
      </pc:sldChg>
      <pc:sldChg chg="add">
        <pc:chgData name="Ms Alina Arshad" userId="cccdfd85-d35d-4453-9c6f-a463aae40722" providerId="ADAL" clId="{D4C91E6F-B9DD-440D-9732-C61CDFB6C2C8}" dt="2024-09-22T13:07:58.693" v="223"/>
        <pc:sldMkLst>
          <pc:docMk/>
          <pc:sldMk cId="0" sldId="357"/>
        </pc:sldMkLst>
      </pc:sldChg>
      <pc:sldChg chg="add">
        <pc:chgData name="Ms Alina Arshad" userId="cccdfd85-d35d-4453-9c6f-a463aae40722" providerId="ADAL" clId="{D4C91E6F-B9DD-440D-9732-C61CDFB6C2C8}" dt="2024-09-22T13:07:58.693" v="223"/>
        <pc:sldMkLst>
          <pc:docMk/>
          <pc:sldMk cId="0" sldId="368"/>
        </pc:sldMkLst>
      </pc:sldChg>
      <pc:sldChg chg="modSp add mod">
        <pc:chgData name="Ms Alina Arshad" userId="cccdfd85-d35d-4453-9c6f-a463aae40722" providerId="ADAL" clId="{D4C91E6F-B9DD-440D-9732-C61CDFB6C2C8}" dt="2024-09-22T13:07:58.878" v="231" actId="27636"/>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mod">
        <pc:chgData name="Ms Alina Arshad" userId="cccdfd85-d35d-4453-9c6f-a463aae40722" providerId="ADAL" clId="{D4C91E6F-B9DD-440D-9732-C61CDFB6C2C8}" dt="2024-09-22T13:07:58.875" v="230" actId="27636"/>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pc:chgData name="Ms Alina Arshad" userId="cccdfd85-d35d-4453-9c6f-a463aae40722" providerId="ADAL" clId="{D4C91E6F-B9DD-440D-9732-C61CDFB6C2C8}" dt="2024-09-22T13:07:58.693" v="223"/>
        <pc:sldMkLst>
          <pc:docMk/>
          <pc:sldMk cId="0" sldId="371"/>
        </pc:sldMkLst>
      </pc:sldChg>
      <pc:sldChg chg="add">
        <pc:chgData name="Ms Alina Arshad" userId="cccdfd85-d35d-4453-9c6f-a463aae40722" providerId="ADAL" clId="{D4C91E6F-B9DD-440D-9732-C61CDFB6C2C8}" dt="2024-09-22T13:07:58.693" v="223"/>
        <pc:sldMkLst>
          <pc:docMk/>
          <pc:sldMk cId="0" sldId="372"/>
        </pc:sldMkLst>
      </pc:sldChg>
      <pc:sldChg chg="add">
        <pc:chgData name="Ms Alina Arshad" userId="cccdfd85-d35d-4453-9c6f-a463aae40722" providerId="ADAL" clId="{D4C91E6F-B9DD-440D-9732-C61CDFB6C2C8}" dt="2024-09-22T13:07:58.693" v="223"/>
        <pc:sldMkLst>
          <pc:docMk/>
          <pc:sldMk cId="0" sldId="392"/>
        </pc:sldMkLst>
      </pc:sldChg>
      <pc:sldChg chg="add">
        <pc:chgData name="Ms Alina Arshad" userId="cccdfd85-d35d-4453-9c6f-a463aae40722" providerId="ADAL" clId="{D4C91E6F-B9DD-440D-9732-C61CDFB6C2C8}" dt="2024-09-22T13:07:58.693" v="223"/>
        <pc:sldMkLst>
          <pc:docMk/>
          <pc:sldMk cId="0" sldId="396"/>
        </pc:sldMkLst>
      </pc:sldChg>
      <pc:sldChg chg="add">
        <pc:chgData name="Ms Alina Arshad" userId="cccdfd85-d35d-4453-9c6f-a463aae40722" providerId="ADAL" clId="{D4C91E6F-B9DD-440D-9732-C61CDFB6C2C8}" dt="2024-09-22T13:07:58.693" v="223"/>
        <pc:sldMkLst>
          <pc:docMk/>
          <pc:sldMk cId="1634129650" sldId="397"/>
        </pc:sldMkLst>
      </pc:sldChg>
      <pc:sldChg chg="modSp add mod">
        <pc:chgData name="Ms Alina Arshad" userId="cccdfd85-d35d-4453-9c6f-a463aae40722" providerId="ADAL" clId="{D4C91E6F-B9DD-440D-9732-C61CDFB6C2C8}" dt="2024-09-22T13:15:46.580" v="277" actId="14100"/>
        <pc:sldMkLst>
          <pc:docMk/>
          <pc:sldMk cId="818196387" sldId="398"/>
        </pc:sldMkLst>
        <pc:spChg chg="mod">
          <ac:chgData name="Ms Alina Arshad" userId="cccdfd85-d35d-4453-9c6f-a463aae40722" providerId="ADAL" clId="{D4C91E6F-B9DD-440D-9732-C61CDFB6C2C8}" dt="2024-09-22T13:15:12.286" v="267" actId="207"/>
          <ac:spMkLst>
            <pc:docMk/>
            <pc:sldMk cId="818196387" sldId="398"/>
            <ac:spMk id="2" creationId="{41435336-0E45-46A6-ADEF-9EF46BC634DD}"/>
          </ac:spMkLst>
        </pc:spChg>
        <pc:spChg chg="mod">
          <ac:chgData name="Ms Alina Arshad" userId="cccdfd85-d35d-4453-9c6f-a463aae40722" providerId="ADAL" clId="{D4C91E6F-B9DD-440D-9732-C61CDFB6C2C8}" dt="2024-09-22T13:15:46.580" v="277" actId="14100"/>
          <ac:spMkLst>
            <pc:docMk/>
            <pc:sldMk cId="818196387" sldId="398"/>
            <ac:spMk id="4" creationId="{00000000-0000-0000-0000-000000000000}"/>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modSp add mod">
        <pc:chgData name="Ms Alina Arshad" userId="cccdfd85-d35d-4453-9c6f-a463aae40722" providerId="ADAL" clId="{D4C91E6F-B9DD-440D-9732-C61CDFB6C2C8}" dt="2024-09-22T13:16:05.241" v="284" actId="403"/>
        <pc:sldMkLst>
          <pc:docMk/>
          <pc:sldMk cId="3016557581" sldId="399"/>
        </pc:sldMkLst>
        <pc:spChg chg="mod">
          <ac:chgData name="Ms Alina Arshad" userId="cccdfd85-d35d-4453-9c6f-a463aae40722" providerId="ADAL" clId="{D4C91E6F-B9DD-440D-9732-C61CDFB6C2C8}" dt="2024-09-22T13:15:51.562" v="278" actId="207"/>
          <ac:spMkLst>
            <pc:docMk/>
            <pc:sldMk cId="3016557581" sldId="399"/>
            <ac:spMk id="2" creationId="{E2B52054-9130-4CB7-BA10-54AC86DB3C4E}"/>
          </ac:spMkLst>
        </pc:spChg>
        <pc:spChg chg="mod">
          <ac:chgData name="Ms Alina Arshad" userId="cccdfd85-d35d-4453-9c6f-a463aae40722" providerId="ADAL" clId="{D4C91E6F-B9DD-440D-9732-C61CDFB6C2C8}" dt="2024-09-22T13:16:05.241" v="284" actId="403"/>
          <ac:spMkLst>
            <pc:docMk/>
            <pc:sldMk cId="3016557581" sldId="399"/>
            <ac:spMk id="3" creationId="{0EA14083-9FE5-4604-AE9D-7238164721FE}"/>
          </ac:spMkLst>
        </pc:spChg>
      </pc:sldChg>
      <pc:sldChg chg="modSp add mod">
        <pc:chgData name="Ms Alina Arshad" userId="cccdfd85-d35d-4453-9c6f-a463aae40722" providerId="ADAL" clId="{D4C91E6F-B9DD-440D-9732-C61CDFB6C2C8}" dt="2024-09-22T13:17:35.564" v="306" actId="33524"/>
        <pc:sldMkLst>
          <pc:docMk/>
          <pc:sldMk cId="778265951" sldId="400"/>
        </pc:sldMkLst>
        <pc:spChg chg="mod">
          <ac:chgData name="Ms Alina Arshad" userId="cccdfd85-d35d-4453-9c6f-a463aae40722" providerId="ADAL" clId="{D4C91E6F-B9DD-440D-9732-C61CDFB6C2C8}" dt="2024-09-22T13:17:02.083" v="296" actId="207"/>
          <ac:spMkLst>
            <pc:docMk/>
            <pc:sldMk cId="778265951" sldId="400"/>
            <ac:spMk id="2" creationId="{81D18A18-D626-433C-BD10-286086DF62BE}"/>
          </ac:spMkLst>
        </pc:spChg>
        <pc:spChg chg="mod">
          <ac:chgData name="Ms Alina Arshad" userId="cccdfd85-d35d-4453-9c6f-a463aae40722" providerId="ADAL" clId="{D4C91E6F-B9DD-440D-9732-C61CDFB6C2C8}" dt="2024-09-22T13:17:35.564" v="306" actId="33524"/>
          <ac:spMkLst>
            <pc:docMk/>
            <pc:sldMk cId="778265951" sldId="400"/>
            <ac:spMk id="3" creationId="{F5F3CEE5-C73D-4116-87E2-1842D15B8EF7}"/>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2T13:21:58.553" v="341" actId="14100"/>
        <pc:sldMkLst>
          <pc:docMk/>
          <pc:sldMk cId="978211767" sldId="401"/>
        </pc:sldMkLst>
        <pc:spChg chg="mod">
          <ac:chgData name="Ms Alina Arshad" userId="cccdfd85-d35d-4453-9c6f-a463aae40722" providerId="ADAL" clId="{D4C91E6F-B9DD-440D-9732-C61CDFB6C2C8}" dt="2024-09-22T13:21:46.534" v="339" actId="207"/>
          <ac:spMkLst>
            <pc:docMk/>
            <pc:sldMk cId="978211767" sldId="401"/>
            <ac:spMk id="2" creationId="{144233A4-E56A-464D-B33A-A1504BF17870}"/>
          </ac:spMkLst>
        </pc:spChg>
        <pc:spChg chg="mod">
          <ac:chgData name="Ms Alina Arshad" userId="cccdfd85-d35d-4453-9c6f-a463aae40722" providerId="ADAL" clId="{D4C91E6F-B9DD-440D-9732-C61CDFB6C2C8}" dt="2024-09-22T13:21:58.553" v="341" actId="14100"/>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2T13:22:20.742" v="345" actId="207"/>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2T13:22:16.676" v="344" actId="2711"/>
          <ac:spMkLst>
            <pc:docMk/>
            <pc:sldMk cId="20141498" sldId="402"/>
            <ac:spMk id="3" creationId="{2EA2AE38-5155-482E-84CB-CC5042136080}"/>
          </ac:spMkLst>
        </pc:spChg>
      </pc:sldChg>
    </pc:docChg>
  </pc:docChgLst>
  <pc:docChgLst>
    <pc:chgData name="Ms Alina Arshad" userId="cccdfd85-d35d-4453-9c6f-a463aae40722" providerId="ADAL" clId="{9C5463F7-2E4D-44A3-B83D-E1A8A04E58D3}"/>
    <pc:docChg chg="undo custSel addSld delSld modSld">
      <pc:chgData name="Ms Alina Arshad" userId="cccdfd85-d35d-4453-9c6f-a463aae40722" providerId="ADAL" clId="{9C5463F7-2E4D-44A3-B83D-E1A8A04E58D3}" dt="2024-11-08T04:15:45.099" v="768" actId="207"/>
      <pc:docMkLst>
        <pc:docMk/>
      </pc:docMkLst>
      <pc:sldChg chg="delSp modSp add mod">
        <pc:chgData name="Ms Alina Arshad" userId="cccdfd85-d35d-4453-9c6f-a463aae40722" providerId="ADAL" clId="{9C5463F7-2E4D-44A3-B83D-E1A8A04E58D3}" dt="2024-11-08T04:05:30.432" v="582" actId="478"/>
        <pc:sldMkLst>
          <pc:docMk/>
          <pc:sldMk cId="0" sldId="265"/>
        </pc:sldMkLst>
        <pc:spChg chg="mod">
          <ac:chgData name="Ms Alina Arshad" userId="cccdfd85-d35d-4453-9c6f-a463aae40722" providerId="ADAL" clId="{9C5463F7-2E4D-44A3-B83D-E1A8A04E58D3}" dt="2024-11-06T07:59:24.493" v="118" actId="1076"/>
          <ac:spMkLst>
            <pc:docMk/>
            <pc:sldMk cId="0" sldId="265"/>
            <ac:spMk id="151" creationId="{00000000-0000-0000-0000-000000000000}"/>
          </ac:spMkLst>
        </pc:spChg>
        <pc:spChg chg="mod">
          <ac:chgData name="Ms Alina Arshad" userId="cccdfd85-d35d-4453-9c6f-a463aae40722" providerId="ADAL" clId="{9C5463F7-2E4D-44A3-B83D-E1A8A04E58D3}" dt="2024-11-06T07:59:40.352" v="121" actId="12"/>
          <ac:spMkLst>
            <pc:docMk/>
            <pc:sldMk cId="0" sldId="265"/>
            <ac:spMk id="152" creationId="{00000000-0000-0000-0000-000000000000}"/>
          </ac:spMkLst>
        </pc:spChg>
        <pc:spChg chg="del">
          <ac:chgData name="Ms Alina Arshad" userId="cccdfd85-d35d-4453-9c6f-a463aae40722" providerId="ADAL" clId="{9C5463F7-2E4D-44A3-B83D-E1A8A04E58D3}" dt="2024-11-08T04:05:30.432" v="582" actId="478"/>
          <ac:spMkLst>
            <pc:docMk/>
            <pc:sldMk cId="0" sldId="265"/>
            <ac:spMk id="153" creationId="{00000000-0000-0000-0000-000000000000}"/>
          </ac:spMkLst>
        </pc:spChg>
      </pc:sldChg>
      <pc:sldChg chg="delSp modSp add mod">
        <pc:chgData name="Ms Alina Arshad" userId="cccdfd85-d35d-4453-9c6f-a463aae40722" providerId="ADAL" clId="{9C5463F7-2E4D-44A3-B83D-E1A8A04E58D3}" dt="2024-11-08T04:05:28.472" v="581" actId="478"/>
        <pc:sldMkLst>
          <pc:docMk/>
          <pc:sldMk cId="0" sldId="266"/>
        </pc:sldMkLst>
        <pc:spChg chg="mod">
          <ac:chgData name="Ms Alina Arshad" userId="cccdfd85-d35d-4453-9c6f-a463aae40722" providerId="ADAL" clId="{9C5463F7-2E4D-44A3-B83D-E1A8A04E58D3}" dt="2024-11-06T07:59:53.589" v="126" actId="207"/>
          <ac:spMkLst>
            <pc:docMk/>
            <pc:sldMk cId="0" sldId="266"/>
            <ac:spMk id="158" creationId="{00000000-0000-0000-0000-000000000000}"/>
          </ac:spMkLst>
        </pc:spChg>
        <pc:spChg chg="mod">
          <ac:chgData name="Ms Alina Arshad" userId="cccdfd85-d35d-4453-9c6f-a463aae40722" providerId="ADAL" clId="{9C5463F7-2E4D-44A3-B83D-E1A8A04E58D3}" dt="2024-11-06T08:00:06.435" v="130" actId="207"/>
          <ac:spMkLst>
            <pc:docMk/>
            <pc:sldMk cId="0" sldId="266"/>
            <ac:spMk id="159" creationId="{00000000-0000-0000-0000-000000000000}"/>
          </ac:spMkLst>
        </pc:spChg>
        <pc:spChg chg="del">
          <ac:chgData name="Ms Alina Arshad" userId="cccdfd85-d35d-4453-9c6f-a463aae40722" providerId="ADAL" clId="{9C5463F7-2E4D-44A3-B83D-E1A8A04E58D3}" dt="2024-11-08T04:05:28.472" v="581" actId="478"/>
          <ac:spMkLst>
            <pc:docMk/>
            <pc:sldMk cId="0" sldId="266"/>
            <ac:spMk id="160" creationId="{00000000-0000-0000-0000-000000000000}"/>
          </ac:spMkLst>
        </pc:spChg>
        <pc:picChg chg="mod">
          <ac:chgData name="Ms Alina Arshad" userId="cccdfd85-d35d-4453-9c6f-a463aae40722" providerId="ADAL" clId="{9C5463F7-2E4D-44A3-B83D-E1A8A04E58D3}" dt="2024-11-06T08:00:03.461" v="129" actId="1076"/>
          <ac:picMkLst>
            <pc:docMk/>
            <pc:sldMk cId="0" sldId="266"/>
            <ac:picMk id="161" creationId="{00000000-0000-0000-0000-000000000000}"/>
          </ac:picMkLst>
        </pc:picChg>
      </pc:sldChg>
      <pc:sldChg chg="modSp add mod">
        <pc:chgData name="Ms Alina Arshad" userId="cccdfd85-d35d-4453-9c6f-a463aae40722" providerId="ADAL" clId="{9C5463F7-2E4D-44A3-B83D-E1A8A04E58D3}" dt="2024-11-06T08:15:05.338" v="137" actId="15"/>
        <pc:sldMkLst>
          <pc:docMk/>
          <pc:sldMk cId="0" sldId="267"/>
        </pc:sldMkLst>
        <pc:spChg chg="mod">
          <ac:chgData name="Ms Alina Arshad" userId="cccdfd85-d35d-4453-9c6f-a463aae40722" providerId="ADAL" clId="{9C5463F7-2E4D-44A3-B83D-E1A8A04E58D3}" dt="2024-11-06T08:14:50.002" v="132" actId="207"/>
          <ac:spMkLst>
            <pc:docMk/>
            <pc:sldMk cId="0" sldId="267"/>
            <ac:spMk id="167" creationId="{00000000-0000-0000-0000-000000000000}"/>
          </ac:spMkLst>
        </pc:spChg>
        <pc:spChg chg="mod">
          <ac:chgData name="Ms Alina Arshad" userId="cccdfd85-d35d-4453-9c6f-a463aae40722" providerId="ADAL" clId="{9C5463F7-2E4D-44A3-B83D-E1A8A04E58D3}" dt="2024-11-06T08:15:05.338" v="137" actId="15"/>
          <ac:spMkLst>
            <pc:docMk/>
            <pc:sldMk cId="0" sldId="267"/>
            <ac:spMk id="168" creationId="{00000000-0000-0000-0000-000000000000}"/>
          </ac:spMkLst>
        </pc:spChg>
      </pc:sldChg>
      <pc:sldChg chg="delSp modSp add mod">
        <pc:chgData name="Ms Alina Arshad" userId="cccdfd85-d35d-4453-9c6f-a463aae40722" providerId="ADAL" clId="{9C5463F7-2E4D-44A3-B83D-E1A8A04E58D3}" dt="2024-11-08T04:05:24.890" v="580" actId="478"/>
        <pc:sldMkLst>
          <pc:docMk/>
          <pc:sldMk cId="0" sldId="268"/>
        </pc:sldMkLst>
        <pc:spChg chg="mod">
          <ac:chgData name="Ms Alina Arshad" userId="cccdfd85-d35d-4453-9c6f-a463aae40722" providerId="ADAL" clId="{9C5463F7-2E4D-44A3-B83D-E1A8A04E58D3}" dt="2024-11-06T08:15:14.162" v="139" actId="207"/>
          <ac:spMkLst>
            <pc:docMk/>
            <pc:sldMk cId="0" sldId="268"/>
            <ac:spMk id="174" creationId="{00000000-0000-0000-0000-000000000000}"/>
          </ac:spMkLst>
        </pc:spChg>
        <pc:spChg chg="mod">
          <ac:chgData name="Ms Alina Arshad" userId="cccdfd85-d35d-4453-9c6f-a463aae40722" providerId="ADAL" clId="{9C5463F7-2E4D-44A3-B83D-E1A8A04E58D3}" dt="2024-11-06T08:15:37.185" v="148" actId="403"/>
          <ac:spMkLst>
            <pc:docMk/>
            <pc:sldMk cId="0" sldId="268"/>
            <ac:spMk id="175" creationId="{00000000-0000-0000-0000-000000000000}"/>
          </ac:spMkLst>
        </pc:spChg>
        <pc:spChg chg="del">
          <ac:chgData name="Ms Alina Arshad" userId="cccdfd85-d35d-4453-9c6f-a463aae40722" providerId="ADAL" clId="{9C5463F7-2E4D-44A3-B83D-E1A8A04E58D3}" dt="2024-11-08T04:05:24.890" v="580" actId="478"/>
          <ac:spMkLst>
            <pc:docMk/>
            <pc:sldMk cId="0" sldId="268"/>
            <ac:spMk id="176" creationId="{00000000-0000-0000-0000-000000000000}"/>
          </ac:spMkLst>
        </pc:spChg>
      </pc:sldChg>
      <pc:sldChg chg="addSp delSp modSp add mod">
        <pc:chgData name="Ms Alina Arshad" userId="cccdfd85-d35d-4453-9c6f-a463aae40722" providerId="ADAL" clId="{9C5463F7-2E4D-44A3-B83D-E1A8A04E58D3}" dt="2024-11-08T04:05:21.263" v="579" actId="478"/>
        <pc:sldMkLst>
          <pc:docMk/>
          <pc:sldMk cId="0" sldId="269"/>
        </pc:sldMkLst>
        <pc:spChg chg="add mod">
          <ac:chgData name="Ms Alina Arshad" userId="cccdfd85-d35d-4453-9c6f-a463aae40722" providerId="ADAL" clId="{9C5463F7-2E4D-44A3-B83D-E1A8A04E58D3}" dt="2024-11-08T04:03:45.214" v="495" actId="208"/>
          <ac:spMkLst>
            <pc:docMk/>
            <pc:sldMk cId="0" sldId="269"/>
            <ac:spMk id="2" creationId="{C4F4ADAC-16D3-7F44-A940-6A828CD1374B}"/>
          </ac:spMkLst>
        </pc:spChg>
        <pc:spChg chg="add mod">
          <ac:chgData name="Ms Alina Arshad" userId="cccdfd85-d35d-4453-9c6f-a463aae40722" providerId="ADAL" clId="{9C5463F7-2E4D-44A3-B83D-E1A8A04E58D3}" dt="2024-11-08T04:04:02.690" v="498" actId="1076"/>
          <ac:spMkLst>
            <pc:docMk/>
            <pc:sldMk cId="0" sldId="269"/>
            <ac:spMk id="3" creationId="{4514CDFE-1A72-4DC3-8D7F-42CC9D902786}"/>
          </ac:spMkLst>
        </pc:spChg>
        <pc:spChg chg="mod">
          <ac:chgData name="Ms Alina Arshad" userId="cccdfd85-d35d-4453-9c6f-a463aae40722" providerId="ADAL" clId="{9C5463F7-2E4D-44A3-B83D-E1A8A04E58D3}" dt="2024-11-06T08:15:45.715" v="150" actId="207"/>
          <ac:spMkLst>
            <pc:docMk/>
            <pc:sldMk cId="0" sldId="269"/>
            <ac:spMk id="181" creationId="{00000000-0000-0000-0000-000000000000}"/>
          </ac:spMkLst>
        </pc:spChg>
        <pc:spChg chg="del">
          <ac:chgData name="Ms Alina Arshad" userId="cccdfd85-d35d-4453-9c6f-a463aae40722" providerId="ADAL" clId="{9C5463F7-2E4D-44A3-B83D-E1A8A04E58D3}" dt="2024-11-08T04:05:21.263" v="579" actId="478"/>
          <ac:spMkLst>
            <pc:docMk/>
            <pc:sldMk cId="0" sldId="269"/>
            <ac:spMk id="182" creationId="{00000000-0000-0000-0000-000000000000}"/>
          </ac:spMkLst>
        </pc:spChg>
        <pc:spChg chg="mod">
          <ac:chgData name="Ms Alina Arshad" userId="cccdfd85-d35d-4453-9c6f-a463aae40722" providerId="ADAL" clId="{9C5463F7-2E4D-44A3-B83D-E1A8A04E58D3}" dt="2024-11-06T08:15:53.706" v="154" actId="113"/>
          <ac:spMkLst>
            <pc:docMk/>
            <pc:sldMk cId="0" sldId="269"/>
            <ac:spMk id="184" creationId="{00000000-0000-0000-0000-000000000000}"/>
          </ac:spMkLst>
        </pc:spChg>
        <pc:picChg chg="mod">
          <ac:chgData name="Ms Alina Arshad" userId="cccdfd85-d35d-4453-9c6f-a463aae40722" providerId="ADAL" clId="{9C5463F7-2E4D-44A3-B83D-E1A8A04E58D3}" dt="2024-11-08T04:04:07.453" v="504" actId="1038"/>
          <ac:picMkLst>
            <pc:docMk/>
            <pc:sldMk cId="0" sldId="269"/>
            <ac:picMk id="183" creationId="{00000000-0000-0000-0000-000000000000}"/>
          </ac:picMkLst>
        </pc:picChg>
      </pc:sldChg>
      <pc:sldChg chg="addSp delSp modSp add del mod">
        <pc:chgData name="Ms Alina Arshad" userId="cccdfd85-d35d-4453-9c6f-a463aae40722" providerId="ADAL" clId="{9C5463F7-2E4D-44A3-B83D-E1A8A04E58D3}" dt="2024-11-08T04:05:18.270" v="578" actId="478"/>
        <pc:sldMkLst>
          <pc:docMk/>
          <pc:sldMk cId="0" sldId="270"/>
        </pc:sldMkLst>
        <pc:spChg chg="add mod">
          <ac:chgData name="Ms Alina Arshad" userId="cccdfd85-d35d-4453-9c6f-a463aae40722" providerId="ADAL" clId="{9C5463F7-2E4D-44A3-B83D-E1A8A04E58D3}" dt="2024-11-08T04:04:49.607" v="512" actId="1038"/>
          <ac:spMkLst>
            <pc:docMk/>
            <pc:sldMk cId="0" sldId="270"/>
            <ac:spMk id="2" creationId="{ACF8643B-97C8-6678-4DC3-88E4EAA1D786}"/>
          </ac:spMkLst>
        </pc:spChg>
        <pc:spChg chg="add del">
          <ac:chgData name="Ms Alina Arshad" userId="cccdfd85-d35d-4453-9c6f-a463aae40722" providerId="ADAL" clId="{9C5463F7-2E4D-44A3-B83D-E1A8A04E58D3}" dt="2024-11-08T04:04:37.508" v="507" actId="478"/>
          <ac:spMkLst>
            <pc:docMk/>
            <pc:sldMk cId="0" sldId="270"/>
            <ac:spMk id="3" creationId="{4AFF343B-BF34-A67C-398B-BAA10C5B39B5}"/>
          </ac:spMkLst>
        </pc:spChg>
        <pc:spChg chg="add mod">
          <ac:chgData name="Ms Alina Arshad" userId="cccdfd85-d35d-4453-9c6f-a463aae40722" providerId="ADAL" clId="{9C5463F7-2E4D-44A3-B83D-E1A8A04E58D3}" dt="2024-11-08T04:05:14.721" v="577" actId="1035"/>
          <ac:spMkLst>
            <pc:docMk/>
            <pc:sldMk cId="0" sldId="270"/>
            <ac:spMk id="4" creationId="{A06B503B-0411-C1D8-7A75-CC7A1A91C16D}"/>
          </ac:spMkLst>
        </pc:spChg>
        <pc:spChg chg="mod">
          <ac:chgData name="Ms Alina Arshad" userId="cccdfd85-d35d-4453-9c6f-a463aae40722" providerId="ADAL" clId="{9C5463F7-2E4D-44A3-B83D-E1A8A04E58D3}" dt="2024-11-06T08:15:59.800" v="156" actId="207"/>
          <ac:spMkLst>
            <pc:docMk/>
            <pc:sldMk cId="0" sldId="270"/>
            <ac:spMk id="192" creationId="{00000000-0000-0000-0000-000000000000}"/>
          </ac:spMkLst>
        </pc:spChg>
        <pc:spChg chg="del">
          <ac:chgData name="Ms Alina Arshad" userId="cccdfd85-d35d-4453-9c6f-a463aae40722" providerId="ADAL" clId="{9C5463F7-2E4D-44A3-B83D-E1A8A04E58D3}" dt="2024-11-08T04:05:18.270" v="578" actId="478"/>
          <ac:spMkLst>
            <pc:docMk/>
            <pc:sldMk cId="0" sldId="270"/>
            <ac:spMk id="193" creationId="{00000000-0000-0000-0000-000000000000}"/>
          </ac:spMkLst>
        </pc:spChg>
        <pc:spChg chg="mod">
          <ac:chgData name="Ms Alina Arshad" userId="cccdfd85-d35d-4453-9c6f-a463aae40722" providerId="ADAL" clId="{9C5463F7-2E4D-44A3-B83D-E1A8A04E58D3}" dt="2024-11-06T08:16:10.626" v="160" actId="113"/>
          <ac:spMkLst>
            <pc:docMk/>
            <pc:sldMk cId="0" sldId="270"/>
            <ac:spMk id="194" creationId="{00000000-0000-0000-0000-000000000000}"/>
          </ac:spMkLst>
        </pc:spChg>
        <pc:picChg chg="mod">
          <ac:chgData name="Ms Alina Arshad" userId="cccdfd85-d35d-4453-9c6f-a463aae40722" providerId="ADAL" clId="{9C5463F7-2E4D-44A3-B83D-E1A8A04E58D3}" dt="2024-11-08T04:04:41.400" v="508" actId="1076"/>
          <ac:picMkLst>
            <pc:docMk/>
            <pc:sldMk cId="0" sldId="270"/>
            <ac:picMk id="195" creationId="{00000000-0000-0000-0000-000000000000}"/>
          </ac:picMkLst>
        </pc:picChg>
      </pc:sldChg>
      <pc:sldChg chg="modSp add mod">
        <pc:chgData name="Ms Alina Arshad" userId="cccdfd85-d35d-4453-9c6f-a463aae40722" providerId="ADAL" clId="{9C5463F7-2E4D-44A3-B83D-E1A8A04E58D3}" dt="2024-11-07T08:06:28.609" v="213" actId="113"/>
        <pc:sldMkLst>
          <pc:docMk/>
          <pc:sldMk cId="0" sldId="271"/>
        </pc:sldMkLst>
        <pc:spChg chg="mod">
          <ac:chgData name="Ms Alina Arshad" userId="cccdfd85-d35d-4453-9c6f-a463aae40722" providerId="ADAL" clId="{9C5463F7-2E4D-44A3-B83D-E1A8A04E58D3}" dt="2024-11-07T08:06:19.616" v="210" actId="1076"/>
          <ac:spMkLst>
            <pc:docMk/>
            <pc:sldMk cId="0" sldId="271"/>
            <ac:spMk id="200" creationId="{00000000-0000-0000-0000-000000000000}"/>
          </ac:spMkLst>
        </pc:spChg>
        <pc:spChg chg="mod">
          <ac:chgData name="Ms Alina Arshad" userId="cccdfd85-d35d-4453-9c6f-a463aae40722" providerId="ADAL" clId="{9C5463F7-2E4D-44A3-B83D-E1A8A04E58D3}" dt="2024-11-07T08:06:28.609" v="213" actId="113"/>
          <ac:spMkLst>
            <pc:docMk/>
            <pc:sldMk cId="0" sldId="271"/>
            <ac:spMk id="202" creationId="{00000000-0000-0000-0000-000000000000}"/>
          </ac:spMkLst>
        </pc:spChg>
        <pc:picChg chg="mod">
          <ac:chgData name="Ms Alina Arshad" userId="cccdfd85-d35d-4453-9c6f-a463aae40722" providerId="ADAL" clId="{9C5463F7-2E4D-44A3-B83D-E1A8A04E58D3}" dt="2024-11-07T08:06:23.751" v="211" actId="1076"/>
          <ac:picMkLst>
            <pc:docMk/>
            <pc:sldMk cId="0" sldId="271"/>
            <ac:picMk id="203" creationId="{00000000-0000-0000-0000-000000000000}"/>
          </ac:picMkLst>
        </pc:picChg>
      </pc:sldChg>
      <pc:sldChg chg="addSp modSp add mod">
        <pc:chgData name="Ms Alina Arshad" userId="cccdfd85-d35d-4453-9c6f-a463aae40722" providerId="ADAL" clId="{9C5463F7-2E4D-44A3-B83D-E1A8A04E58D3}" dt="2024-11-08T04:07:41.908" v="697" actId="1038"/>
        <pc:sldMkLst>
          <pc:docMk/>
          <pc:sldMk cId="0" sldId="272"/>
        </pc:sldMkLst>
        <pc:spChg chg="add mod">
          <ac:chgData name="Ms Alina Arshad" userId="cccdfd85-d35d-4453-9c6f-a463aae40722" providerId="ADAL" clId="{9C5463F7-2E4D-44A3-B83D-E1A8A04E58D3}" dt="2024-11-08T04:07:30.830" v="625" actId="1038"/>
          <ac:spMkLst>
            <pc:docMk/>
            <pc:sldMk cId="0" sldId="272"/>
            <ac:spMk id="2" creationId="{F834C7B1-D99D-2351-75EE-70B9B1370F51}"/>
          </ac:spMkLst>
        </pc:spChg>
        <pc:spChg chg="add mod">
          <ac:chgData name="Ms Alina Arshad" userId="cccdfd85-d35d-4453-9c6f-a463aae40722" providerId="ADAL" clId="{9C5463F7-2E4D-44A3-B83D-E1A8A04E58D3}" dt="2024-11-08T04:07:41.908" v="697" actId="1038"/>
          <ac:spMkLst>
            <pc:docMk/>
            <pc:sldMk cId="0" sldId="272"/>
            <ac:spMk id="3" creationId="{BEBFBFD8-14F7-6A6B-AF39-73FA7687BC5F}"/>
          </ac:spMkLst>
        </pc:spChg>
        <pc:spChg chg="mod">
          <ac:chgData name="Ms Alina Arshad" userId="cccdfd85-d35d-4453-9c6f-a463aae40722" providerId="ADAL" clId="{9C5463F7-2E4D-44A3-B83D-E1A8A04E58D3}" dt="2024-11-07T08:06:41.340" v="218" actId="207"/>
          <ac:spMkLst>
            <pc:docMk/>
            <pc:sldMk cId="0" sldId="272"/>
            <ac:spMk id="208" creationId="{00000000-0000-0000-0000-000000000000}"/>
          </ac:spMkLst>
        </pc:spChg>
        <pc:spChg chg="mod">
          <ac:chgData name="Ms Alina Arshad" userId="cccdfd85-d35d-4453-9c6f-a463aae40722" providerId="ADAL" clId="{9C5463F7-2E4D-44A3-B83D-E1A8A04E58D3}" dt="2024-11-07T08:06:48.041" v="222" actId="113"/>
          <ac:spMkLst>
            <pc:docMk/>
            <pc:sldMk cId="0" sldId="272"/>
            <ac:spMk id="210" creationId="{00000000-0000-0000-0000-000000000000}"/>
          </ac:spMkLst>
        </pc:spChg>
        <pc:picChg chg="mod">
          <ac:chgData name="Ms Alina Arshad" userId="cccdfd85-d35d-4453-9c6f-a463aae40722" providerId="ADAL" clId="{9C5463F7-2E4D-44A3-B83D-E1A8A04E58D3}" dt="2024-11-07T08:06:43.031" v="219" actId="1076"/>
          <ac:picMkLst>
            <pc:docMk/>
            <pc:sldMk cId="0" sldId="272"/>
            <ac:picMk id="211" creationId="{00000000-0000-0000-0000-000000000000}"/>
          </ac:picMkLst>
        </pc:picChg>
      </pc:sldChg>
      <pc:sldChg chg="modSp add del mod">
        <pc:chgData name="Ms Alina Arshad" userId="cccdfd85-d35d-4453-9c6f-a463aae40722" providerId="ADAL" clId="{9C5463F7-2E4D-44A3-B83D-E1A8A04E58D3}" dt="2024-11-07T08:07:14.295" v="231" actId="1076"/>
        <pc:sldMkLst>
          <pc:docMk/>
          <pc:sldMk cId="0" sldId="273"/>
        </pc:sldMkLst>
        <pc:spChg chg="mod">
          <ac:chgData name="Ms Alina Arshad" userId="cccdfd85-d35d-4453-9c6f-a463aae40722" providerId="ADAL" clId="{9C5463F7-2E4D-44A3-B83D-E1A8A04E58D3}" dt="2024-11-07T08:07:10.476" v="230" actId="5793"/>
          <ac:spMkLst>
            <pc:docMk/>
            <pc:sldMk cId="0" sldId="273"/>
            <ac:spMk id="2" creationId="{00000000-0000-0000-0000-000000000000}"/>
          </ac:spMkLst>
        </pc:spChg>
        <pc:spChg chg="mod">
          <ac:chgData name="Ms Alina Arshad" userId="cccdfd85-d35d-4453-9c6f-a463aae40722" providerId="ADAL" clId="{9C5463F7-2E4D-44A3-B83D-E1A8A04E58D3}" dt="2024-11-07T08:06:56.920" v="225" actId="207"/>
          <ac:spMkLst>
            <pc:docMk/>
            <pc:sldMk cId="0" sldId="273"/>
            <ac:spMk id="216" creationId="{00000000-0000-0000-0000-000000000000}"/>
          </ac:spMkLst>
        </pc:spChg>
        <pc:picChg chg="mod">
          <ac:chgData name="Ms Alina Arshad" userId="cccdfd85-d35d-4453-9c6f-a463aae40722" providerId="ADAL" clId="{9C5463F7-2E4D-44A3-B83D-E1A8A04E58D3}" dt="2024-11-07T08:07:14.295" v="231" actId="1076"/>
          <ac:picMkLst>
            <pc:docMk/>
            <pc:sldMk cId="0" sldId="273"/>
            <ac:picMk id="3" creationId="{00000000-0000-0000-0000-000000000000}"/>
          </ac:picMkLst>
        </pc:picChg>
      </pc:sldChg>
      <pc:sldChg chg="modSp add del mod">
        <pc:chgData name="Ms Alina Arshad" userId="cccdfd85-d35d-4453-9c6f-a463aae40722" providerId="ADAL" clId="{9C5463F7-2E4D-44A3-B83D-E1A8A04E58D3}" dt="2024-11-07T08:08:23.745" v="249" actId="113"/>
        <pc:sldMkLst>
          <pc:docMk/>
          <pc:sldMk cId="0" sldId="274"/>
        </pc:sldMkLst>
        <pc:spChg chg="mod">
          <ac:chgData name="Ms Alina Arshad" userId="cccdfd85-d35d-4453-9c6f-a463aae40722" providerId="ADAL" clId="{9C5463F7-2E4D-44A3-B83D-E1A8A04E58D3}" dt="2024-11-07T08:08:18.327" v="246" actId="14100"/>
          <ac:spMkLst>
            <pc:docMk/>
            <pc:sldMk cId="0" sldId="274"/>
            <ac:spMk id="224" creationId="{00000000-0000-0000-0000-000000000000}"/>
          </ac:spMkLst>
        </pc:spChg>
        <pc:spChg chg="mod">
          <ac:chgData name="Ms Alina Arshad" userId="cccdfd85-d35d-4453-9c6f-a463aae40722" providerId="ADAL" clId="{9C5463F7-2E4D-44A3-B83D-E1A8A04E58D3}" dt="2024-11-07T08:08:23.745" v="249" actId="113"/>
          <ac:spMkLst>
            <pc:docMk/>
            <pc:sldMk cId="0" sldId="274"/>
            <ac:spMk id="226" creationId="{00000000-0000-0000-0000-000000000000}"/>
          </ac:spMkLst>
        </pc:spChg>
        <pc:picChg chg="mod">
          <ac:chgData name="Ms Alina Arshad" userId="cccdfd85-d35d-4453-9c6f-a463aae40722" providerId="ADAL" clId="{9C5463F7-2E4D-44A3-B83D-E1A8A04E58D3}" dt="2024-11-07T08:08:20.303" v="247" actId="1076"/>
          <ac:picMkLst>
            <pc:docMk/>
            <pc:sldMk cId="0" sldId="274"/>
            <ac:picMk id="227" creationId="{00000000-0000-0000-0000-000000000000}"/>
          </ac:picMkLst>
        </pc:picChg>
      </pc:sldChg>
      <pc:sldChg chg="modSp add del mod">
        <pc:chgData name="Ms Alina Arshad" userId="cccdfd85-d35d-4453-9c6f-a463aae40722" providerId="ADAL" clId="{9C5463F7-2E4D-44A3-B83D-E1A8A04E58D3}" dt="2024-11-07T08:08:45.863" v="257" actId="1076"/>
        <pc:sldMkLst>
          <pc:docMk/>
          <pc:sldMk cId="0" sldId="275"/>
        </pc:sldMkLst>
        <pc:spChg chg="mod">
          <ac:chgData name="Ms Alina Arshad" userId="cccdfd85-d35d-4453-9c6f-a463aae40722" providerId="ADAL" clId="{9C5463F7-2E4D-44A3-B83D-E1A8A04E58D3}" dt="2024-11-07T08:08:38.913" v="253" actId="113"/>
          <ac:spMkLst>
            <pc:docMk/>
            <pc:sldMk cId="0" sldId="275"/>
            <ac:spMk id="232" creationId="{00000000-0000-0000-0000-000000000000}"/>
          </ac:spMkLst>
        </pc:spChg>
        <pc:spChg chg="mod">
          <ac:chgData name="Ms Alina Arshad" userId="cccdfd85-d35d-4453-9c6f-a463aae40722" providerId="ADAL" clId="{9C5463F7-2E4D-44A3-B83D-E1A8A04E58D3}" dt="2024-11-07T08:08:45.863" v="257" actId="1076"/>
          <ac:spMkLst>
            <pc:docMk/>
            <pc:sldMk cId="0" sldId="275"/>
            <ac:spMk id="233" creationId="{00000000-0000-0000-0000-000000000000}"/>
          </ac:spMkLst>
        </pc:spChg>
      </pc:sldChg>
      <pc:sldChg chg="delSp modSp add del mod">
        <pc:chgData name="Ms Alina Arshad" userId="cccdfd85-d35d-4453-9c6f-a463aae40722" providerId="ADAL" clId="{9C5463F7-2E4D-44A3-B83D-E1A8A04E58D3}" dt="2024-11-08T04:10:08.783" v="712" actId="478"/>
        <pc:sldMkLst>
          <pc:docMk/>
          <pc:sldMk cId="0" sldId="276"/>
        </pc:sldMkLst>
        <pc:spChg chg="mod">
          <ac:chgData name="Ms Alina Arshad" userId="cccdfd85-d35d-4453-9c6f-a463aae40722" providerId="ADAL" clId="{9C5463F7-2E4D-44A3-B83D-E1A8A04E58D3}" dt="2024-11-07T08:09:43.095" v="272" actId="1076"/>
          <ac:spMkLst>
            <pc:docMk/>
            <pc:sldMk cId="0" sldId="276"/>
            <ac:spMk id="3" creationId="{00000000-0000-0000-0000-000000000000}"/>
          </ac:spMkLst>
        </pc:spChg>
        <pc:spChg chg="mod">
          <ac:chgData name="Ms Alina Arshad" userId="cccdfd85-d35d-4453-9c6f-a463aae40722" providerId="ADAL" clId="{9C5463F7-2E4D-44A3-B83D-E1A8A04E58D3}" dt="2024-11-07T08:09:05.024" v="261" actId="207"/>
          <ac:spMkLst>
            <pc:docMk/>
            <pc:sldMk cId="0" sldId="276"/>
            <ac:spMk id="239" creationId="{00000000-0000-0000-0000-000000000000}"/>
          </ac:spMkLst>
        </pc:spChg>
        <pc:spChg chg="mod">
          <ac:chgData name="Ms Alina Arshad" userId="cccdfd85-d35d-4453-9c6f-a463aae40722" providerId="ADAL" clId="{9C5463F7-2E4D-44A3-B83D-E1A8A04E58D3}" dt="2024-11-07T08:09:37.623" v="271" actId="14100"/>
          <ac:spMkLst>
            <pc:docMk/>
            <pc:sldMk cId="0" sldId="276"/>
            <ac:spMk id="240" creationId="{00000000-0000-0000-0000-000000000000}"/>
          </ac:spMkLst>
        </pc:spChg>
        <pc:spChg chg="del">
          <ac:chgData name="Ms Alina Arshad" userId="cccdfd85-d35d-4453-9c6f-a463aae40722" providerId="ADAL" clId="{9C5463F7-2E4D-44A3-B83D-E1A8A04E58D3}" dt="2024-11-08T04:10:08.783" v="712" actId="478"/>
          <ac:spMkLst>
            <pc:docMk/>
            <pc:sldMk cId="0" sldId="276"/>
            <ac:spMk id="241" creationId="{00000000-0000-0000-0000-000000000000}"/>
          </ac:spMkLst>
        </pc:spChg>
        <pc:picChg chg="mod modCrop">
          <ac:chgData name="Ms Alina Arshad" userId="cccdfd85-d35d-4453-9c6f-a463aae40722" providerId="ADAL" clId="{9C5463F7-2E4D-44A3-B83D-E1A8A04E58D3}" dt="2024-11-07T08:10:02.327" v="275" actId="1076"/>
          <ac:picMkLst>
            <pc:docMk/>
            <pc:sldMk cId="0" sldId="276"/>
            <ac:picMk id="2" creationId="{00000000-0000-0000-0000-000000000000}"/>
          </ac:picMkLst>
        </pc:picChg>
      </pc:sldChg>
      <pc:sldChg chg="delSp modSp add mod">
        <pc:chgData name="Ms Alina Arshad" userId="cccdfd85-d35d-4453-9c6f-a463aae40722" providerId="ADAL" clId="{9C5463F7-2E4D-44A3-B83D-E1A8A04E58D3}" dt="2024-11-08T04:10:28.223" v="713" actId="478"/>
        <pc:sldMkLst>
          <pc:docMk/>
          <pc:sldMk cId="0" sldId="277"/>
        </pc:sldMkLst>
        <pc:spChg chg="mod">
          <ac:chgData name="Ms Alina Arshad" userId="cccdfd85-d35d-4453-9c6f-a463aae40722" providerId="ADAL" clId="{9C5463F7-2E4D-44A3-B83D-E1A8A04E58D3}" dt="2024-11-07T08:10:11.376" v="277" actId="207"/>
          <ac:spMkLst>
            <pc:docMk/>
            <pc:sldMk cId="0" sldId="277"/>
            <ac:spMk id="246" creationId="{00000000-0000-0000-0000-000000000000}"/>
          </ac:spMkLst>
        </pc:spChg>
        <pc:spChg chg="mod">
          <ac:chgData name="Ms Alina Arshad" userId="cccdfd85-d35d-4453-9c6f-a463aae40722" providerId="ADAL" clId="{9C5463F7-2E4D-44A3-B83D-E1A8A04E58D3}" dt="2024-11-07T08:10:44.086" v="287" actId="1076"/>
          <ac:spMkLst>
            <pc:docMk/>
            <pc:sldMk cId="0" sldId="277"/>
            <ac:spMk id="247" creationId="{00000000-0000-0000-0000-000000000000}"/>
          </ac:spMkLst>
        </pc:spChg>
        <pc:spChg chg="del">
          <ac:chgData name="Ms Alina Arshad" userId="cccdfd85-d35d-4453-9c6f-a463aae40722" providerId="ADAL" clId="{9C5463F7-2E4D-44A3-B83D-E1A8A04E58D3}" dt="2024-11-08T04:10:28.223" v="713" actId="478"/>
          <ac:spMkLst>
            <pc:docMk/>
            <pc:sldMk cId="0" sldId="277"/>
            <ac:spMk id="248" creationId="{00000000-0000-0000-0000-000000000000}"/>
          </ac:spMkLst>
        </pc:spChg>
      </pc:sldChg>
      <pc:sldChg chg="delSp modSp add mod">
        <pc:chgData name="Ms Alina Arshad" userId="cccdfd85-d35d-4453-9c6f-a463aae40722" providerId="ADAL" clId="{9C5463F7-2E4D-44A3-B83D-E1A8A04E58D3}" dt="2024-11-08T04:10:31.065" v="714" actId="478"/>
        <pc:sldMkLst>
          <pc:docMk/>
          <pc:sldMk cId="0" sldId="278"/>
        </pc:sldMkLst>
        <pc:spChg chg="mod">
          <ac:chgData name="Ms Alina Arshad" userId="cccdfd85-d35d-4453-9c6f-a463aae40722" providerId="ADAL" clId="{9C5463F7-2E4D-44A3-B83D-E1A8A04E58D3}" dt="2024-11-07T08:10:50.512" v="289" actId="207"/>
          <ac:spMkLst>
            <pc:docMk/>
            <pc:sldMk cId="0" sldId="278"/>
            <ac:spMk id="253" creationId="{00000000-0000-0000-0000-000000000000}"/>
          </ac:spMkLst>
        </pc:spChg>
        <pc:spChg chg="mod">
          <ac:chgData name="Ms Alina Arshad" userId="cccdfd85-d35d-4453-9c6f-a463aae40722" providerId="ADAL" clId="{9C5463F7-2E4D-44A3-B83D-E1A8A04E58D3}" dt="2024-11-07T08:11:09.760" v="297" actId="15"/>
          <ac:spMkLst>
            <pc:docMk/>
            <pc:sldMk cId="0" sldId="278"/>
            <ac:spMk id="254" creationId="{00000000-0000-0000-0000-000000000000}"/>
          </ac:spMkLst>
        </pc:spChg>
        <pc:spChg chg="del">
          <ac:chgData name="Ms Alina Arshad" userId="cccdfd85-d35d-4453-9c6f-a463aae40722" providerId="ADAL" clId="{9C5463F7-2E4D-44A3-B83D-E1A8A04E58D3}" dt="2024-11-08T04:10:31.065" v="714" actId="478"/>
          <ac:spMkLst>
            <pc:docMk/>
            <pc:sldMk cId="0" sldId="278"/>
            <ac:spMk id="255" creationId="{00000000-0000-0000-0000-000000000000}"/>
          </ac:spMkLst>
        </pc:spChg>
      </pc:sldChg>
      <pc:sldChg chg="delSp modSp add mod">
        <pc:chgData name="Ms Alina Arshad" userId="cccdfd85-d35d-4453-9c6f-a463aae40722" providerId="ADAL" clId="{9C5463F7-2E4D-44A3-B83D-E1A8A04E58D3}" dt="2024-11-08T04:10:34.595" v="715" actId="478"/>
        <pc:sldMkLst>
          <pc:docMk/>
          <pc:sldMk cId="0" sldId="279"/>
        </pc:sldMkLst>
        <pc:spChg chg="mod">
          <ac:chgData name="Ms Alina Arshad" userId="cccdfd85-d35d-4453-9c6f-a463aae40722" providerId="ADAL" clId="{9C5463F7-2E4D-44A3-B83D-E1A8A04E58D3}" dt="2024-11-07T08:11:21.431" v="299" actId="207"/>
          <ac:spMkLst>
            <pc:docMk/>
            <pc:sldMk cId="0" sldId="279"/>
            <ac:spMk id="260" creationId="{00000000-0000-0000-0000-000000000000}"/>
          </ac:spMkLst>
        </pc:spChg>
        <pc:spChg chg="mod">
          <ac:chgData name="Ms Alina Arshad" userId="cccdfd85-d35d-4453-9c6f-a463aae40722" providerId="ADAL" clId="{9C5463F7-2E4D-44A3-B83D-E1A8A04E58D3}" dt="2024-11-07T08:11:37.695" v="303" actId="14100"/>
          <ac:spMkLst>
            <pc:docMk/>
            <pc:sldMk cId="0" sldId="279"/>
            <ac:spMk id="261" creationId="{00000000-0000-0000-0000-000000000000}"/>
          </ac:spMkLst>
        </pc:spChg>
        <pc:spChg chg="del">
          <ac:chgData name="Ms Alina Arshad" userId="cccdfd85-d35d-4453-9c6f-a463aae40722" providerId="ADAL" clId="{9C5463F7-2E4D-44A3-B83D-E1A8A04E58D3}" dt="2024-11-08T04:10:34.595" v="715" actId="478"/>
          <ac:spMkLst>
            <pc:docMk/>
            <pc:sldMk cId="0" sldId="279"/>
            <ac:spMk id="262" creationId="{00000000-0000-0000-0000-000000000000}"/>
          </ac:spMkLst>
        </pc:spChg>
      </pc:sldChg>
      <pc:sldChg chg="delSp modSp add mod">
        <pc:chgData name="Ms Alina Arshad" userId="cccdfd85-d35d-4453-9c6f-a463aae40722" providerId="ADAL" clId="{9C5463F7-2E4D-44A3-B83D-E1A8A04E58D3}" dt="2024-11-08T04:10:36.965" v="716" actId="478"/>
        <pc:sldMkLst>
          <pc:docMk/>
          <pc:sldMk cId="0" sldId="280"/>
        </pc:sldMkLst>
        <pc:spChg chg="mod">
          <ac:chgData name="Ms Alina Arshad" userId="cccdfd85-d35d-4453-9c6f-a463aae40722" providerId="ADAL" clId="{9C5463F7-2E4D-44A3-B83D-E1A8A04E58D3}" dt="2024-11-07T08:11:50.325" v="308" actId="1076"/>
          <ac:spMkLst>
            <pc:docMk/>
            <pc:sldMk cId="0" sldId="280"/>
            <ac:spMk id="267" creationId="{00000000-0000-0000-0000-000000000000}"/>
          </ac:spMkLst>
        </pc:spChg>
        <pc:spChg chg="del">
          <ac:chgData name="Ms Alina Arshad" userId="cccdfd85-d35d-4453-9c6f-a463aae40722" providerId="ADAL" clId="{9C5463F7-2E4D-44A3-B83D-E1A8A04E58D3}" dt="2024-11-08T04:10:36.965" v="716" actId="478"/>
          <ac:spMkLst>
            <pc:docMk/>
            <pc:sldMk cId="0" sldId="280"/>
            <ac:spMk id="268" creationId="{00000000-0000-0000-0000-000000000000}"/>
          </ac:spMkLst>
        </pc:spChg>
        <pc:spChg chg="mod">
          <ac:chgData name="Ms Alina Arshad" userId="cccdfd85-d35d-4453-9c6f-a463aae40722" providerId="ADAL" clId="{9C5463F7-2E4D-44A3-B83D-E1A8A04E58D3}" dt="2024-11-07T08:12:09.894" v="316" actId="1076"/>
          <ac:spMkLst>
            <pc:docMk/>
            <pc:sldMk cId="0" sldId="280"/>
            <ac:spMk id="270" creationId="{00000000-0000-0000-0000-000000000000}"/>
          </ac:spMkLst>
        </pc:spChg>
        <pc:picChg chg="mod">
          <ac:chgData name="Ms Alina Arshad" userId="cccdfd85-d35d-4453-9c6f-a463aae40722" providerId="ADAL" clId="{9C5463F7-2E4D-44A3-B83D-E1A8A04E58D3}" dt="2024-11-07T08:12:05.638" v="315" actId="1076"/>
          <ac:picMkLst>
            <pc:docMk/>
            <pc:sldMk cId="0" sldId="280"/>
            <ac:picMk id="269" creationId="{00000000-0000-0000-0000-000000000000}"/>
          </ac:picMkLst>
        </pc:picChg>
      </pc:sldChg>
      <pc:sldChg chg="delSp modSp add mod">
        <pc:chgData name="Ms Alina Arshad" userId="cccdfd85-d35d-4453-9c6f-a463aae40722" providerId="ADAL" clId="{9C5463F7-2E4D-44A3-B83D-E1A8A04E58D3}" dt="2024-11-08T04:10:39.055" v="717" actId="478"/>
        <pc:sldMkLst>
          <pc:docMk/>
          <pc:sldMk cId="0" sldId="281"/>
        </pc:sldMkLst>
        <pc:spChg chg="mod">
          <ac:chgData name="Ms Alina Arshad" userId="cccdfd85-d35d-4453-9c6f-a463aae40722" providerId="ADAL" clId="{9C5463F7-2E4D-44A3-B83D-E1A8A04E58D3}" dt="2024-11-07T08:12:16.119" v="318" actId="207"/>
          <ac:spMkLst>
            <pc:docMk/>
            <pc:sldMk cId="0" sldId="281"/>
            <ac:spMk id="275" creationId="{00000000-0000-0000-0000-000000000000}"/>
          </ac:spMkLst>
        </pc:spChg>
        <pc:spChg chg="mod">
          <ac:chgData name="Ms Alina Arshad" userId="cccdfd85-d35d-4453-9c6f-a463aae40722" providerId="ADAL" clId="{9C5463F7-2E4D-44A3-B83D-E1A8A04E58D3}" dt="2024-11-07T08:12:29.105" v="322" actId="12"/>
          <ac:spMkLst>
            <pc:docMk/>
            <pc:sldMk cId="0" sldId="281"/>
            <ac:spMk id="276" creationId="{00000000-0000-0000-0000-000000000000}"/>
          </ac:spMkLst>
        </pc:spChg>
        <pc:spChg chg="del">
          <ac:chgData name="Ms Alina Arshad" userId="cccdfd85-d35d-4453-9c6f-a463aae40722" providerId="ADAL" clId="{9C5463F7-2E4D-44A3-B83D-E1A8A04E58D3}" dt="2024-11-08T04:10:39.055" v="717" actId="478"/>
          <ac:spMkLst>
            <pc:docMk/>
            <pc:sldMk cId="0" sldId="281"/>
            <ac:spMk id="277" creationId="{00000000-0000-0000-0000-000000000000}"/>
          </ac:spMkLst>
        </pc:spChg>
      </pc:sldChg>
      <pc:sldChg chg="delSp modSp add mod">
        <pc:chgData name="Ms Alina Arshad" userId="cccdfd85-d35d-4453-9c6f-a463aae40722" providerId="ADAL" clId="{9C5463F7-2E4D-44A3-B83D-E1A8A04E58D3}" dt="2024-11-08T04:10:44.915" v="718" actId="478"/>
        <pc:sldMkLst>
          <pc:docMk/>
          <pc:sldMk cId="0" sldId="282"/>
        </pc:sldMkLst>
        <pc:spChg chg="mod">
          <ac:chgData name="Ms Alina Arshad" userId="cccdfd85-d35d-4453-9c6f-a463aae40722" providerId="ADAL" clId="{9C5463F7-2E4D-44A3-B83D-E1A8A04E58D3}" dt="2024-11-07T08:12:39.111" v="324" actId="207"/>
          <ac:spMkLst>
            <pc:docMk/>
            <pc:sldMk cId="0" sldId="282"/>
            <ac:spMk id="282" creationId="{00000000-0000-0000-0000-000000000000}"/>
          </ac:spMkLst>
        </pc:spChg>
        <pc:spChg chg="mod">
          <ac:chgData name="Ms Alina Arshad" userId="cccdfd85-d35d-4453-9c6f-a463aae40722" providerId="ADAL" clId="{9C5463F7-2E4D-44A3-B83D-E1A8A04E58D3}" dt="2024-11-07T08:12:57.510" v="332" actId="14"/>
          <ac:spMkLst>
            <pc:docMk/>
            <pc:sldMk cId="0" sldId="282"/>
            <ac:spMk id="283" creationId="{00000000-0000-0000-0000-000000000000}"/>
          </ac:spMkLst>
        </pc:spChg>
        <pc:spChg chg="del">
          <ac:chgData name="Ms Alina Arshad" userId="cccdfd85-d35d-4453-9c6f-a463aae40722" providerId="ADAL" clId="{9C5463F7-2E4D-44A3-B83D-E1A8A04E58D3}" dt="2024-11-08T04:10:44.915" v="718" actId="478"/>
          <ac:spMkLst>
            <pc:docMk/>
            <pc:sldMk cId="0" sldId="282"/>
            <ac:spMk id="284" creationId="{00000000-0000-0000-0000-000000000000}"/>
          </ac:spMkLst>
        </pc:spChg>
      </pc:sldChg>
      <pc:sldChg chg="delSp modSp add mod">
        <pc:chgData name="Ms Alina Arshad" userId="cccdfd85-d35d-4453-9c6f-a463aae40722" providerId="ADAL" clId="{9C5463F7-2E4D-44A3-B83D-E1A8A04E58D3}" dt="2024-11-08T04:11:01.400" v="719" actId="478"/>
        <pc:sldMkLst>
          <pc:docMk/>
          <pc:sldMk cId="0" sldId="283"/>
        </pc:sldMkLst>
        <pc:spChg chg="mod">
          <ac:chgData name="Ms Alina Arshad" userId="cccdfd85-d35d-4453-9c6f-a463aae40722" providerId="ADAL" clId="{9C5463F7-2E4D-44A3-B83D-E1A8A04E58D3}" dt="2024-11-07T08:13:06.813" v="337" actId="1076"/>
          <ac:spMkLst>
            <pc:docMk/>
            <pc:sldMk cId="0" sldId="283"/>
            <ac:spMk id="289" creationId="{00000000-0000-0000-0000-000000000000}"/>
          </ac:spMkLst>
        </pc:spChg>
        <pc:spChg chg="mod">
          <ac:chgData name="Ms Alina Arshad" userId="cccdfd85-d35d-4453-9c6f-a463aae40722" providerId="ADAL" clId="{9C5463F7-2E4D-44A3-B83D-E1A8A04E58D3}" dt="2024-11-07T08:13:46.657" v="345" actId="207"/>
          <ac:spMkLst>
            <pc:docMk/>
            <pc:sldMk cId="0" sldId="283"/>
            <ac:spMk id="290" creationId="{00000000-0000-0000-0000-000000000000}"/>
          </ac:spMkLst>
        </pc:spChg>
        <pc:spChg chg="del">
          <ac:chgData name="Ms Alina Arshad" userId="cccdfd85-d35d-4453-9c6f-a463aae40722" providerId="ADAL" clId="{9C5463F7-2E4D-44A3-B83D-E1A8A04E58D3}" dt="2024-11-08T04:11:01.400" v="719" actId="478"/>
          <ac:spMkLst>
            <pc:docMk/>
            <pc:sldMk cId="0" sldId="283"/>
            <ac:spMk id="291" creationId="{00000000-0000-0000-0000-000000000000}"/>
          </ac:spMkLst>
        </pc:spChg>
      </pc:sldChg>
      <pc:sldChg chg="delSp modSp add mod">
        <pc:chgData name="Ms Alina Arshad" userId="cccdfd85-d35d-4453-9c6f-a463aae40722" providerId="ADAL" clId="{9C5463F7-2E4D-44A3-B83D-E1A8A04E58D3}" dt="2024-11-08T04:11:05.079" v="720" actId="478"/>
        <pc:sldMkLst>
          <pc:docMk/>
          <pc:sldMk cId="0" sldId="284"/>
        </pc:sldMkLst>
        <pc:spChg chg="mod">
          <ac:chgData name="Ms Alina Arshad" userId="cccdfd85-d35d-4453-9c6f-a463aae40722" providerId="ADAL" clId="{9C5463F7-2E4D-44A3-B83D-E1A8A04E58D3}" dt="2024-11-07T08:13:57.134" v="350" actId="14100"/>
          <ac:spMkLst>
            <pc:docMk/>
            <pc:sldMk cId="0" sldId="284"/>
            <ac:spMk id="296" creationId="{00000000-0000-0000-0000-000000000000}"/>
          </ac:spMkLst>
        </pc:spChg>
        <pc:spChg chg="mod">
          <ac:chgData name="Ms Alina Arshad" userId="cccdfd85-d35d-4453-9c6f-a463aae40722" providerId="ADAL" clId="{9C5463F7-2E4D-44A3-B83D-E1A8A04E58D3}" dt="2024-11-07T08:14:05.758" v="354" actId="14100"/>
          <ac:spMkLst>
            <pc:docMk/>
            <pc:sldMk cId="0" sldId="284"/>
            <ac:spMk id="297" creationId="{00000000-0000-0000-0000-000000000000}"/>
          </ac:spMkLst>
        </pc:spChg>
        <pc:spChg chg="del">
          <ac:chgData name="Ms Alina Arshad" userId="cccdfd85-d35d-4453-9c6f-a463aae40722" providerId="ADAL" clId="{9C5463F7-2E4D-44A3-B83D-E1A8A04E58D3}" dt="2024-11-08T04:11:05.079" v="720" actId="478"/>
          <ac:spMkLst>
            <pc:docMk/>
            <pc:sldMk cId="0" sldId="284"/>
            <ac:spMk id="298" creationId="{00000000-0000-0000-0000-000000000000}"/>
          </ac:spMkLst>
        </pc:spChg>
      </pc:sldChg>
      <pc:sldChg chg="modSp add mod">
        <pc:chgData name="Ms Alina Arshad" userId="cccdfd85-d35d-4453-9c6f-a463aae40722" providerId="ADAL" clId="{9C5463F7-2E4D-44A3-B83D-E1A8A04E58D3}" dt="2024-11-08T03:49:52.298" v="360" actId="1076"/>
        <pc:sldMkLst>
          <pc:docMk/>
          <pc:sldMk cId="0" sldId="285"/>
        </pc:sldMkLst>
        <pc:spChg chg="mod">
          <ac:chgData name="Ms Alina Arshad" userId="cccdfd85-d35d-4453-9c6f-a463aae40722" providerId="ADAL" clId="{9C5463F7-2E4D-44A3-B83D-E1A8A04E58D3}" dt="2024-11-08T03:49:40.202" v="356" actId="14100"/>
          <ac:spMkLst>
            <pc:docMk/>
            <pc:sldMk cId="0" sldId="285"/>
            <ac:spMk id="303" creationId="{00000000-0000-0000-0000-000000000000}"/>
          </ac:spMkLst>
        </pc:spChg>
        <pc:picChg chg="mod">
          <ac:chgData name="Ms Alina Arshad" userId="cccdfd85-d35d-4453-9c6f-a463aae40722" providerId="ADAL" clId="{9C5463F7-2E4D-44A3-B83D-E1A8A04E58D3}" dt="2024-11-08T03:49:52.298" v="360" actId="1076"/>
          <ac:picMkLst>
            <pc:docMk/>
            <pc:sldMk cId="0" sldId="285"/>
            <ac:picMk id="306" creationId="{00000000-0000-0000-0000-000000000000}"/>
          </ac:picMkLst>
        </pc:picChg>
      </pc:sldChg>
      <pc:sldChg chg="delSp modSp add mod">
        <pc:chgData name="Ms Alina Arshad" userId="cccdfd85-d35d-4453-9c6f-a463aae40722" providerId="ADAL" clId="{9C5463F7-2E4D-44A3-B83D-E1A8A04E58D3}" dt="2024-11-08T04:11:10.783" v="721" actId="478"/>
        <pc:sldMkLst>
          <pc:docMk/>
          <pc:sldMk cId="0" sldId="286"/>
        </pc:sldMkLst>
        <pc:spChg chg="mod">
          <ac:chgData name="Ms Alina Arshad" userId="cccdfd85-d35d-4453-9c6f-a463aae40722" providerId="ADAL" clId="{9C5463F7-2E4D-44A3-B83D-E1A8A04E58D3}" dt="2024-11-08T03:50:01.954" v="363" actId="207"/>
          <ac:spMkLst>
            <pc:docMk/>
            <pc:sldMk cId="0" sldId="286"/>
            <ac:spMk id="311" creationId="{00000000-0000-0000-0000-000000000000}"/>
          </ac:spMkLst>
        </pc:spChg>
        <pc:spChg chg="mod">
          <ac:chgData name="Ms Alina Arshad" userId="cccdfd85-d35d-4453-9c6f-a463aae40722" providerId="ADAL" clId="{9C5463F7-2E4D-44A3-B83D-E1A8A04E58D3}" dt="2024-11-08T03:50:29.805" v="375" actId="207"/>
          <ac:spMkLst>
            <pc:docMk/>
            <pc:sldMk cId="0" sldId="286"/>
            <ac:spMk id="312" creationId="{00000000-0000-0000-0000-000000000000}"/>
          </ac:spMkLst>
        </pc:spChg>
        <pc:spChg chg="del">
          <ac:chgData name="Ms Alina Arshad" userId="cccdfd85-d35d-4453-9c6f-a463aae40722" providerId="ADAL" clId="{9C5463F7-2E4D-44A3-B83D-E1A8A04E58D3}" dt="2024-11-08T04:11:10.783" v="721" actId="478"/>
          <ac:spMkLst>
            <pc:docMk/>
            <pc:sldMk cId="0" sldId="286"/>
            <ac:spMk id="313" creationId="{00000000-0000-0000-0000-000000000000}"/>
          </ac:spMkLst>
        </pc:spChg>
      </pc:sldChg>
      <pc:sldChg chg="delSp modSp add mod">
        <pc:chgData name="Ms Alina Arshad" userId="cccdfd85-d35d-4453-9c6f-a463aae40722" providerId="ADAL" clId="{9C5463F7-2E4D-44A3-B83D-E1A8A04E58D3}" dt="2024-11-08T04:11:25.764" v="723" actId="478"/>
        <pc:sldMkLst>
          <pc:docMk/>
          <pc:sldMk cId="0" sldId="287"/>
        </pc:sldMkLst>
        <pc:spChg chg="mod">
          <ac:chgData name="Ms Alina Arshad" userId="cccdfd85-d35d-4453-9c6f-a463aae40722" providerId="ADAL" clId="{9C5463F7-2E4D-44A3-B83D-E1A8A04E58D3}" dt="2024-11-08T03:50:41.623" v="378" actId="207"/>
          <ac:spMkLst>
            <pc:docMk/>
            <pc:sldMk cId="0" sldId="287"/>
            <ac:spMk id="318" creationId="{00000000-0000-0000-0000-000000000000}"/>
          </ac:spMkLst>
        </pc:spChg>
        <pc:spChg chg="mod">
          <ac:chgData name="Ms Alina Arshad" userId="cccdfd85-d35d-4453-9c6f-a463aae40722" providerId="ADAL" clId="{9C5463F7-2E4D-44A3-B83D-E1A8A04E58D3}" dt="2024-11-08T03:52:22.702" v="402" actId="113"/>
          <ac:spMkLst>
            <pc:docMk/>
            <pc:sldMk cId="0" sldId="287"/>
            <ac:spMk id="319" creationId="{00000000-0000-0000-0000-000000000000}"/>
          </ac:spMkLst>
        </pc:spChg>
        <pc:spChg chg="del mod">
          <ac:chgData name="Ms Alina Arshad" userId="cccdfd85-d35d-4453-9c6f-a463aae40722" providerId="ADAL" clId="{9C5463F7-2E4D-44A3-B83D-E1A8A04E58D3}" dt="2024-11-08T04:11:25.764" v="723" actId="478"/>
          <ac:spMkLst>
            <pc:docMk/>
            <pc:sldMk cId="0" sldId="287"/>
            <ac:spMk id="320" creationId="{00000000-0000-0000-0000-000000000000}"/>
          </ac:spMkLst>
        </pc:spChg>
      </pc:sldChg>
      <pc:sldChg chg="delSp modSp add mod">
        <pc:chgData name="Ms Alina Arshad" userId="cccdfd85-d35d-4453-9c6f-a463aae40722" providerId="ADAL" clId="{9C5463F7-2E4D-44A3-B83D-E1A8A04E58D3}" dt="2024-11-08T04:11:32.343" v="724" actId="478"/>
        <pc:sldMkLst>
          <pc:docMk/>
          <pc:sldMk cId="0" sldId="288"/>
        </pc:sldMkLst>
        <pc:spChg chg="mod">
          <ac:chgData name="Ms Alina Arshad" userId="cccdfd85-d35d-4453-9c6f-a463aae40722" providerId="ADAL" clId="{9C5463F7-2E4D-44A3-B83D-E1A8A04E58D3}" dt="2024-11-08T03:51:31.048" v="386" actId="1076"/>
          <ac:spMkLst>
            <pc:docMk/>
            <pc:sldMk cId="0" sldId="288"/>
            <ac:spMk id="325" creationId="{00000000-0000-0000-0000-000000000000}"/>
          </ac:spMkLst>
        </pc:spChg>
        <pc:spChg chg="mod">
          <ac:chgData name="Ms Alina Arshad" userId="cccdfd85-d35d-4453-9c6f-a463aae40722" providerId="ADAL" clId="{9C5463F7-2E4D-44A3-B83D-E1A8A04E58D3}" dt="2024-11-08T03:52:13.280" v="400" actId="113"/>
          <ac:spMkLst>
            <pc:docMk/>
            <pc:sldMk cId="0" sldId="288"/>
            <ac:spMk id="326" creationId="{00000000-0000-0000-0000-000000000000}"/>
          </ac:spMkLst>
        </pc:spChg>
        <pc:spChg chg="del">
          <ac:chgData name="Ms Alina Arshad" userId="cccdfd85-d35d-4453-9c6f-a463aae40722" providerId="ADAL" clId="{9C5463F7-2E4D-44A3-B83D-E1A8A04E58D3}" dt="2024-11-08T04:11:32.343" v="724" actId="478"/>
          <ac:spMkLst>
            <pc:docMk/>
            <pc:sldMk cId="0" sldId="288"/>
            <ac:spMk id="327" creationId="{00000000-0000-0000-0000-000000000000}"/>
          </ac:spMkLst>
        </pc:spChg>
      </pc:sldChg>
      <pc:sldChg chg="modSp add mod">
        <pc:chgData name="Ms Alina Arshad" userId="cccdfd85-d35d-4453-9c6f-a463aae40722" providerId="ADAL" clId="{9C5463F7-2E4D-44A3-B83D-E1A8A04E58D3}" dt="2024-11-08T03:52:06.669" v="398" actId="113"/>
        <pc:sldMkLst>
          <pc:docMk/>
          <pc:sldMk cId="0" sldId="289"/>
        </pc:sldMkLst>
        <pc:spChg chg="mod">
          <ac:chgData name="Ms Alina Arshad" userId="cccdfd85-d35d-4453-9c6f-a463aae40722" providerId="ADAL" clId="{9C5463F7-2E4D-44A3-B83D-E1A8A04E58D3}" dt="2024-11-08T03:51:46.674" v="392" actId="113"/>
          <ac:spMkLst>
            <pc:docMk/>
            <pc:sldMk cId="0" sldId="289"/>
            <ac:spMk id="332" creationId="{00000000-0000-0000-0000-000000000000}"/>
          </ac:spMkLst>
        </pc:spChg>
        <pc:spChg chg="mod">
          <ac:chgData name="Ms Alina Arshad" userId="cccdfd85-d35d-4453-9c6f-a463aae40722" providerId="ADAL" clId="{9C5463F7-2E4D-44A3-B83D-E1A8A04E58D3}" dt="2024-11-08T03:52:06.669" v="398" actId="113"/>
          <ac:spMkLst>
            <pc:docMk/>
            <pc:sldMk cId="0" sldId="289"/>
            <ac:spMk id="333" creationId="{00000000-0000-0000-0000-000000000000}"/>
          </ac:spMkLst>
        </pc:spChg>
      </pc:sldChg>
      <pc:sldChg chg="delSp modSp add mod">
        <pc:chgData name="Ms Alina Arshad" userId="cccdfd85-d35d-4453-9c6f-a463aae40722" providerId="ADAL" clId="{9C5463F7-2E4D-44A3-B83D-E1A8A04E58D3}" dt="2024-11-08T04:11:43.127" v="725" actId="478"/>
        <pc:sldMkLst>
          <pc:docMk/>
          <pc:sldMk cId="0" sldId="290"/>
        </pc:sldMkLst>
        <pc:spChg chg="mod">
          <ac:chgData name="Ms Alina Arshad" userId="cccdfd85-d35d-4453-9c6f-a463aae40722" providerId="ADAL" clId="{9C5463F7-2E4D-44A3-B83D-E1A8A04E58D3}" dt="2024-11-08T03:52:30.264" v="404" actId="207"/>
          <ac:spMkLst>
            <pc:docMk/>
            <pc:sldMk cId="0" sldId="290"/>
            <ac:spMk id="339" creationId="{00000000-0000-0000-0000-000000000000}"/>
          </ac:spMkLst>
        </pc:spChg>
        <pc:spChg chg="mod">
          <ac:chgData name="Ms Alina Arshad" userId="cccdfd85-d35d-4453-9c6f-a463aae40722" providerId="ADAL" clId="{9C5463F7-2E4D-44A3-B83D-E1A8A04E58D3}" dt="2024-11-08T03:52:54.414" v="410" actId="20577"/>
          <ac:spMkLst>
            <pc:docMk/>
            <pc:sldMk cId="0" sldId="290"/>
            <ac:spMk id="340" creationId="{00000000-0000-0000-0000-000000000000}"/>
          </ac:spMkLst>
        </pc:spChg>
        <pc:spChg chg="del">
          <ac:chgData name="Ms Alina Arshad" userId="cccdfd85-d35d-4453-9c6f-a463aae40722" providerId="ADAL" clId="{9C5463F7-2E4D-44A3-B83D-E1A8A04E58D3}" dt="2024-11-08T04:11:43.127" v="725" actId="478"/>
          <ac:spMkLst>
            <pc:docMk/>
            <pc:sldMk cId="0" sldId="290"/>
            <ac:spMk id="341" creationId="{00000000-0000-0000-0000-000000000000}"/>
          </ac:spMkLst>
        </pc:spChg>
      </pc:sldChg>
      <pc:sldChg chg="delSp modSp add mod">
        <pc:chgData name="Ms Alina Arshad" userId="cccdfd85-d35d-4453-9c6f-a463aae40722" providerId="ADAL" clId="{9C5463F7-2E4D-44A3-B83D-E1A8A04E58D3}" dt="2024-11-08T04:11:45.167" v="726" actId="478"/>
        <pc:sldMkLst>
          <pc:docMk/>
          <pc:sldMk cId="0" sldId="291"/>
        </pc:sldMkLst>
        <pc:spChg chg="mod">
          <ac:chgData name="Ms Alina Arshad" userId="cccdfd85-d35d-4453-9c6f-a463aae40722" providerId="ADAL" clId="{9C5463F7-2E4D-44A3-B83D-E1A8A04E58D3}" dt="2024-11-08T03:53:09.789" v="413" actId="207"/>
          <ac:spMkLst>
            <pc:docMk/>
            <pc:sldMk cId="0" sldId="291"/>
            <ac:spMk id="346" creationId="{00000000-0000-0000-0000-000000000000}"/>
          </ac:spMkLst>
        </pc:spChg>
        <pc:spChg chg="mod">
          <ac:chgData name="Ms Alina Arshad" userId="cccdfd85-d35d-4453-9c6f-a463aae40722" providerId="ADAL" clId="{9C5463F7-2E4D-44A3-B83D-E1A8A04E58D3}" dt="2024-11-08T03:53:15.615" v="416" actId="14100"/>
          <ac:spMkLst>
            <pc:docMk/>
            <pc:sldMk cId="0" sldId="291"/>
            <ac:spMk id="347" creationId="{00000000-0000-0000-0000-000000000000}"/>
          </ac:spMkLst>
        </pc:spChg>
        <pc:spChg chg="del">
          <ac:chgData name="Ms Alina Arshad" userId="cccdfd85-d35d-4453-9c6f-a463aae40722" providerId="ADAL" clId="{9C5463F7-2E4D-44A3-B83D-E1A8A04E58D3}" dt="2024-11-08T04:11:45.167" v="726" actId="478"/>
          <ac:spMkLst>
            <pc:docMk/>
            <pc:sldMk cId="0" sldId="291"/>
            <ac:spMk id="348" creationId="{00000000-0000-0000-0000-000000000000}"/>
          </ac:spMkLst>
        </pc:spChg>
      </pc:sldChg>
      <pc:sldChg chg="delSp modSp add mod">
        <pc:chgData name="Ms Alina Arshad" userId="cccdfd85-d35d-4453-9c6f-a463aae40722" providerId="ADAL" clId="{9C5463F7-2E4D-44A3-B83D-E1A8A04E58D3}" dt="2024-11-08T04:11:53.323" v="727" actId="478"/>
        <pc:sldMkLst>
          <pc:docMk/>
          <pc:sldMk cId="0" sldId="292"/>
        </pc:sldMkLst>
        <pc:spChg chg="mod">
          <ac:chgData name="Ms Alina Arshad" userId="cccdfd85-d35d-4453-9c6f-a463aae40722" providerId="ADAL" clId="{9C5463F7-2E4D-44A3-B83D-E1A8A04E58D3}" dt="2024-11-08T03:53:27.495" v="419" actId="207"/>
          <ac:spMkLst>
            <pc:docMk/>
            <pc:sldMk cId="0" sldId="292"/>
            <ac:spMk id="353" creationId="{00000000-0000-0000-0000-000000000000}"/>
          </ac:spMkLst>
        </pc:spChg>
        <pc:spChg chg="mod">
          <ac:chgData name="Ms Alina Arshad" userId="cccdfd85-d35d-4453-9c6f-a463aae40722" providerId="ADAL" clId="{9C5463F7-2E4D-44A3-B83D-E1A8A04E58D3}" dt="2024-11-08T03:53:35.147" v="423" actId="207"/>
          <ac:spMkLst>
            <pc:docMk/>
            <pc:sldMk cId="0" sldId="292"/>
            <ac:spMk id="354" creationId="{00000000-0000-0000-0000-000000000000}"/>
          </ac:spMkLst>
        </pc:spChg>
        <pc:spChg chg="del">
          <ac:chgData name="Ms Alina Arshad" userId="cccdfd85-d35d-4453-9c6f-a463aae40722" providerId="ADAL" clId="{9C5463F7-2E4D-44A3-B83D-E1A8A04E58D3}" dt="2024-11-08T04:11:53.323" v="727" actId="478"/>
          <ac:spMkLst>
            <pc:docMk/>
            <pc:sldMk cId="0" sldId="292"/>
            <ac:spMk id="355" creationId="{00000000-0000-0000-0000-000000000000}"/>
          </ac:spMkLst>
        </pc:spChg>
      </pc:sldChg>
      <pc:sldChg chg="delSp modSp add mod">
        <pc:chgData name="Ms Alina Arshad" userId="cccdfd85-d35d-4453-9c6f-a463aae40722" providerId="ADAL" clId="{9C5463F7-2E4D-44A3-B83D-E1A8A04E58D3}" dt="2024-11-08T04:11:55.907" v="728" actId="478"/>
        <pc:sldMkLst>
          <pc:docMk/>
          <pc:sldMk cId="0" sldId="293"/>
        </pc:sldMkLst>
        <pc:spChg chg="mod">
          <ac:chgData name="Ms Alina Arshad" userId="cccdfd85-d35d-4453-9c6f-a463aae40722" providerId="ADAL" clId="{9C5463F7-2E4D-44A3-B83D-E1A8A04E58D3}" dt="2024-11-08T03:53:49.523" v="427" actId="113"/>
          <ac:spMkLst>
            <pc:docMk/>
            <pc:sldMk cId="0" sldId="293"/>
            <ac:spMk id="360" creationId="{00000000-0000-0000-0000-000000000000}"/>
          </ac:spMkLst>
        </pc:spChg>
        <pc:spChg chg="mod">
          <ac:chgData name="Ms Alina Arshad" userId="cccdfd85-d35d-4453-9c6f-a463aae40722" providerId="ADAL" clId="{9C5463F7-2E4D-44A3-B83D-E1A8A04E58D3}" dt="2024-11-08T03:53:57.546" v="430" actId="207"/>
          <ac:spMkLst>
            <pc:docMk/>
            <pc:sldMk cId="0" sldId="293"/>
            <ac:spMk id="361" creationId="{00000000-0000-0000-0000-000000000000}"/>
          </ac:spMkLst>
        </pc:spChg>
        <pc:spChg chg="del">
          <ac:chgData name="Ms Alina Arshad" userId="cccdfd85-d35d-4453-9c6f-a463aae40722" providerId="ADAL" clId="{9C5463F7-2E4D-44A3-B83D-E1A8A04E58D3}" dt="2024-11-08T04:11:55.907" v="728" actId="478"/>
          <ac:spMkLst>
            <pc:docMk/>
            <pc:sldMk cId="0" sldId="293"/>
            <ac:spMk id="362" creationId="{00000000-0000-0000-0000-000000000000}"/>
          </ac:spMkLst>
        </pc:spChg>
      </pc:sldChg>
      <pc:sldChg chg="delSp modSp add mod">
        <pc:chgData name="Ms Alina Arshad" userId="cccdfd85-d35d-4453-9c6f-a463aae40722" providerId="ADAL" clId="{9C5463F7-2E4D-44A3-B83D-E1A8A04E58D3}" dt="2024-11-08T04:11:58.803" v="729" actId="478"/>
        <pc:sldMkLst>
          <pc:docMk/>
          <pc:sldMk cId="0" sldId="294"/>
        </pc:sldMkLst>
        <pc:spChg chg="mod">
          <ac:chgData name="Ms Alina Arshad" userId="cccdfd85-d35d-4453-9c6f-a463aae40722" providerId="ADAL" clId="{9C5463F7-2E4D-44A3-B83D-E1A8A04E58D3}" dt="2024-11-08T03:56:53.496" v="434" actId="207"/>
          <ac:spMkLst>
            <pc:docMk/>
            <pc:sldMk cId="0" sldId="294"/>
            <ac:spMk id="367" creationId="{00000000-0000-0000-0000-000000000000}"/>
          </ac:spMkLst>
        </pc:spChg>
        <pc:spChg chg="mod">
          <ac:chgData name="Ms Alina Arshad" userId="cccdfd85-d35d-4453-9c6f-a463aae40722" providerId="ADAL" clId="{9C5463F7-2E4D-44A3-B83D-E1A8A04E58D3}" dt="2024-11-08T03:57:03.385" v="439" actId="207"/>
          <ac:spMkLst>
            <pc:docMk/>
            <pc:sldMk cId="0" sldId="294"/>
            <ac:spMk id="368" creationId="{00000000-0000-0000-0000-000000000000}"/>
          </ac:spMkLst>
        </pc:spChg>
        <pc:spChg chg="del">
          <ac:chgData name="Ms Alina Arshad" userId="cccdfd85-d35d-4453-9c6f-a463aae40722" providerId="ADAL" clId="{9C5463F7-2E4D-44A3-B83D-E1A8A04E58D3}" dt="2024-11-08T04:11:58.803" v="729" actId="478"/>
          <ac:spMkLst>
            <pc:docMk/>
            <pc:sldMk cId="0" sldId="294"/>
            <ac:spMk id="369" creationId="{00000000-0000-0000-0000-000000000000}"/>
          </ac:spMkLst>
        </pc:spChg>
      </pc:sldChg>
      <pc:sldChg chg="modSp add mod">
        <pc:chgData name="Ms Alina Arshad" userId="cccdfd85-d35d-4453-9c6f-a463aae40722" providerId="ADAL" clId="{9C5463F7-2E4D-44A3-B83D-E1A8A04E58D3}" dt="2024-11-08T03:57:59.904" v="462" actId="1076"/>
        <pc:sldMkLst>
          <pc:docMk/>
          <pc:sldMk cId="0" sldId="295"/>
        </pc:sldMkLst>
        <pc:spChg chg="mod">
          <ac:chgData name="Ms Alina Arshad" userId="cccdfd85-d35d-4453-9c6f-a463aae40722" providerId="ADAL" clId="{9C5463F7-2E4D-44A3-B83D-E1A8A04E58D3}" dt="2024-11-08T03:57:59.904" v="462" actId="1076"/>
          <ac:spMkLst>
            <pc:docMk/>
            <pc:sldMk cId="0" sldId="295"/>
            <ac:spMk id="376" creationId="{00000000-0000-0000-0000-000000000000}"/>
          </ac:spMkLst>
        </pc:spChg>
        <pc:picChg chg="mod">
          <ac:chgData name="Ms Alina Arshad" userId="cccdfd85-d35d-4453-9c6f-a463aae40722" providerId="ADAL" clId="{9C5463F7-2E4D-44A3-B83D-E1A8A04E58D3}" dt="2024-11-08T03:57:37.552" v="453" actId="14100"/>
          <ac:picMkLst>
            <pc:docMk/>
            <pc:sldMk cId="0" sldId="295"/>
            <ac:picMk id="375" creationId="{00000000-0000-0000-0000-000000000000}"/>
          </ac:picMkLst>
        </pc:picChg>
        <pc:picChg chg="mod">
          <ac:chgData name="Ms Alina Arshad" userId="cccdfd85-d35d-4453-9c6f-a463aae40722" providerId="ADAL" clId="{9C5463F7-2E4D-44A3-B83D-E1A8A04E58D3}" dt="2024-11-08T03:57:24.655" v="446" actId="1076"/>
          <ac:picMkLst>
            <pc:docMk/>
            <pc:sldMk cId="0" sldId="295"/>
            <ac:picMk id="377" creationId="{00000000-0000-0000-0000-000000000000}"/>
          </ac:picMkLst>
        </pc:picChg>
        <pc:picChg chg="mod">
          <ac:chgData name="Ms Alina Arshad" userId="cccdfd85-d35d-4453-9c6f-a463aae40722" providerId="ADAL" clId="{9C5463F7-2E4D-44A3-B83D-E1A8A04E58D3}" dt="2024-11-08T03:57:40.015" v="454" actId="1076"/>
          <ac:picMkLst>
            <pc:docMk/>
            <pc:sldMk cId="0" sldId="295"/>
            <ac:picMk id="378" creationId="{00000000-0000-0000-0000-000000000000}"/>
          </ac:picMkLst>
        </pc:picChg>
        <pc:picChg chg="mod">
          <ac:chgData name="Ms Alina Arshad" userId="cccdfd85-d35d-4453-9c6f-a463aae40722" providerId="ADAL" clId="{9C5463F7-2E4D-44A3-B83D-E1A8A04E58D3}" dt="2024-11-08T03:57:44.712" v="456" actId="1076"/>
          <ac:picMkLst>
            <pc:docMk/>
            <pc:sldMk cId="0" sldId="295"/>
            <ac:picMk id="379" creationId="{00000000-0000-0000-0000-000000000000}"/>
          </ac:picMkLst>
        </pc:picChg>
        <pc:picChg chg="mod">
          <ac:chgData name="Ms Alina Arshad" userId="cccdfd85-d35d-4453-9c6f-a463aae40722" providerId="ADAL" clId="{9C5463F7-2E4D-44A3-B83D-E1A8A04E58D3}" dt="2024-11-08T03:57:50.633" v="459" actId="1076"/>
          <ac:picMkLst>
            <pc:docMk/>
            <pc:sldMk cId="0" sldId="295"/>
            <ac:picMk id="380" creationId="{00000000-0000-0000-0000-000000000000}"/>
          </ac:picMkLst>
        </pc:picChg>
      </pc:sldChg>
      <pc:sldChg chg="delSp modSp add del mod">
        <pc:chgData name="Ms Alina Arshad" userId="cccdfd85-d35d-4453-9c6f-a463aae40722" providerId="ADAL" clId="{9C5463F7-2E4D-44A3-B83D-E1A8A04E58D3}" dt="2024-11-08T04:14:52.835" v="755" actId="478"/>
        <pc:sldMkLst>
          <pc:docMk/>
          <pc:sldMk cId="0" sldId="296"/>
        </pc:sldMkLst>
        <pc:spChg chg="mod">
          <ac:chgData name="Ms Alina Arshad" userId="cccdfd85-d35d-4453-9c6f-a463aae40722" providerId="ADAL" clId="{9C5463F7-2E4D-44A3-B83D-E1A8A04E58D3}" dt="2024-11-08T03:58:10.801" v="466" actId="113"/>
          <ac:spMkLst>
            <pc:docMk/>
            <pc:sldMk cId="0" sldId="296"/>
            <ac:spMk id="385" creationId="{00000000-0000-0000-0000-000000000000}"/>
          </ac:spMkLst>
        </pc:spChg>
        <pc:spChg chg="mod">
          <ac:chgData name="Ms Alina Arshad" userId="cccdfd85-d35d-4453-9c6f-a463aae40722" providerId="ADAL" clId="{9C5463F7-2E4D-44A3-B83D-E1A8A04E58D3}" dt="2024-11-08T03:58:52.744" v="469" actId="14100"/>
          <ac:spMkLst>
            <pc:docMk/>
            <pc:sldMk cId="0" sldId="296"/>
            <ac:spMk id="386" creationId="{00000000-0000-0000-0000-000000000000}"/>
          </ac:spMkLst>
        </pc:spChg>
        <pc:spChg chg="del">
          <ac:chgData name="Ms Alina Arshad" userId="cccdfd85-d35d-4453-9c6f-a463aae40722" providerId="ADAL" clId="{9C5463F7-2E4D-44A3-B83D-E1A8A04E58D3}" dt="2024-11-08T04:14:52.835" v="755" actId="478"/>
          <ac:spMkLst>
            <pc:docMk/>
            <pc:sldMk cId="0" sldId="296"/>
            <ac:spMk id="387" creationId="{00000000-0000-0000-0000-000000000000}"/>
          </ac:spMkLst>
        </pc:spChg>
      </pc:sldChg>
      <pc:sldChg chg="delSp modSp add del mod">
        <pc:chgData name="Ms Alina Arshad" userId="cccdfd85-d35d-4453-9c6f-a463aae40722" providerId="ADAL" clId="{9C5463F7-2E4D-44A3-B83D-E1A8A04E58D3}" dt="2024-11-08T04:15:18.738" v="760" actId="1076"/>
        <pc:sldMkLst>
          <pc:docMk/>
          <pc:sldMk cId="0" sldId="297"/>
        </pc:sldMkLst>
        <pc:spChg chg="mod">
          <ac:chgData name="Ms Alina Arshad" userId="cccdfd85-d35d-4453-9c6f-a463aae40722" providerId="ADAL" clId="{9C5463F7-2E4D-44A3-B83D-E1A8A04E58D3}" dt="2024-11-08T04:15:09.401" v="757" actId="1076"/>
          <ac:spMkLst>
            <pc:docMk/>
            <pc:sldMk cId="0" sldId="297"/>
            <ac:spMk id="392" creationId="{00000000-0000-0000-0000-000000000000}"/>
          </ac:spMkLst>
        </pc:spChg>
        <pc:spChg chg="mod">
          <ac:chgData name="Ms Alina Arshad" userId="cccdfd85-d35d-4453-9c6f-a463aae40722" providerId="ADAL" clId="{9C5463F7-2E4D-44A3-B83D-E1A8A04E58D3}" dt="2024-11-08T04:15:09.401" v="757" actId="1076"/>
          <ac:spMkLst>
            <pc:docMk/>
            <pc:sldMk cId="0" sldId="297"/>
            <ac:spMk id="393" creationId="{00000000-0000-0000-0000-000000000000}"/>
          </ac:spMkLst>
        </pc:spChg>
        <pc:spChg chg="del mod">
          <ac:chgData name="Ms Alina Arshad" userId="cccdfd85-d35d-4453-9c6f-a463aae40722" providerId="ADAL" clId="{9C5463F7-2E4D-44A3-B83D-E1A8A04E58D3}" dt="2024-11-08T04:15:16.327" v="759" actId="478"/>
          <ac:spMkLst>
            <pc:docMk/>
            <pc:sldMk cId="0" sldId="297"/>
            <ac:spMk id="394" creationId="{00000000-0000-0000-0000-000000000000}"/>
          </ac:spMkLst>
        </pc:spChg>
        <pc:spChg chg="mod">
          <ac:chgData name="Ms Alina Arshad" userId="cccdfd85-d35d-4453-9c6f-a463aae40722" providerId="ADAL" clId="{9C5463F7-2E4D-44A3-B83D-E1A8A04E58D3}" dt="2024-11-08T04:15:18.738" v="760" actId="1076"/>
          <ac:spMkLst>
            <pc:docMk/>
            <pc:sldMk cId="0" sldId="297"/>
            <ac:spMk id="396" creationId="{00000000-0000-0000-0000-000000000000}"/>
          </ac:spMkLst>
        </pc:spChg>
        <pc:picChg chg="mod">
          <ac:chgData name="Ms Alina Arshad" userId="cccdfd85-d35d-4453-9c6f-a463aae40722" providerId="ADAL" clId="{9C5463F7-2E4D-44A3-B83D-E1A8A04E58D3}" dt="2024-11-08T04:15:09.401" v="757" actId="1076"/>
          <ac:picMkLst>
            <pc:docMk/>
            <pc:sldMk cId="0" sldId="297"/>
            <ac:picMk id="395" creationId="{00000000-0000-0000-0000-000000000000}"/>
          </ac:picMkLst>
        </pc:picChg>
      </pc:sldChg>
      <pc:sldChg chg="modSp add del mod">
        <pc:chgData name="Ms Alina Arshad" userId="cccdfd85-d35d-4453-9c6f-a463aae40722" providerId="ADAL" clId="{9C5463F7-2E4D-44A3-B83D-E1A8A04E58D3}" dt="2024-11-08T04:15:45.099" v="768" actId="207"/>
        <pc:sldMkLst>
          <pc:docMk/>
          <pc:sldMk cId="0" sldId="298"/>
        </pc:sldMkLst>
        <pc:spChg chg="mod">
          <ac:chgData name="Ms Alina Arshad" userId="cccdfd85-d35d-4453-9c6f-a463aae40722" providerId="ADAL" clId="{9C5463F7-2E4D-44A3-B83D-E1A8A04E58D3}" dt="2024-11-08T04:15:35.596" v="763" actId="207"/>
          <ac:spMkLst>
            <pc:docMk/>
            <pc:sldMk cId="0" sldId="298"/>
            <ac:spMk id="401" creationId="{00000000-0000-0000-0000-000000000000}"/>
          </ac:spMkLst>
        </pc:spChg>
        <pc:spChg chg="mod">
          <ac:chgData name="Ms Alina Arshad" userId="cccdfd85-d35d-4453-9c6f-a463aae40722" providerId="ADAL" clId="{9C5463F7-2E4D-44A3-B83D-E1A8A04E58D3}" dt="2024-11-08T04:15:45.099" v="768" actId="207"/>
          <ac:spMkLst>
            <pc:docMk/>
            <pc:sldMk cId="0" sldId="298"/>
            <ac:spMk id="402" creationId="{00000000-0000-0000-0000-000000000000}"/>
          </ac:spMkLst>
        </pc:spChg>
      </pc:sldChg>
      <pc:sldChg chg="add del">
        <pc:chgData name="Ms Alina Arshad" userId="cccdfd85-d35d-4453-9c6f-a463aae40722" providerId="ADAL" clId="{9C5463F7-2E4D-44A3-B83D-E1A8A04E58D3}" dt="2024-11-06T07:54:41.946" v="20"/>
        <pc:sldMkLst>
          <pc:docMk/>
          <pc:sldMk cId="0" sldId="299"/>
        </pc:sldMkLst>
      </pc:sldChg>
      <pc:sldChg chg="add del">
        <pc:chgData name="Ms Alina Arshad" userId="cccdfd85-d35d-4453-9c6f-a463aae40722" providerId="ADAL" clId="{9C5463F7-2E4D-44A3-B83D-E1A8A04E58D3}" dt="2024-11-06T07:54:41.946" v="20"/>
        <pc:sldMkLst>
          <pc:docMk/>
          <pc:sldMk cId="0" sldId="300"/>
        </pc:sldMkLst>
      </pc:sldChg>
      <pc:sldChg chg="add del">
        <pc:chgData name="Ms Alina Arshad" userId="cccdfd85-d35d-4453-9c6f-a463aae40722" providerId="ADAL" clId="{9C5463F7-2E4D-44A3-B83D-E1A8A04E58D3}" dt="2024-11-06T07:54:41.946" v="20"/>
        <pc:sldMkLst>
          <pc:docMk/>
          <pc:sldMk cId="0" sldId="301"/>
        </pc:sldMkLst>
      </pc:sldChg>
      <pc:sldChg chg="add del">
        <pc:chgData name="Ms Alina Arshad" userId="cccdfd85-d35d-4453-9c6f-a463aae40722" providerId="ADAL" clId="{9C5463F7-2E4D-44A3-B83D-E1A8A04E58D3}" dt="2024-11-06T07:54:41.946" v="20"/>
        <pc:sldMkLst>
          <pc:docMk/>
          <pc:sldMk cId="0" sldId="302"/>
        </pc:sldMkLst>
      </pc:sldChg>
      <pc:sldChg chg="add del">
        <pc:chgData name="Ms Alina Arshad" userId="cccdfd85-d35d-4453-9c6f-a463aae40722" providerId="ADAL" clId="{9C5463F7-2E4D-44A3-B83D-E1A8A04E58D3}" dt="2024-11-06T07:54:41.946" v="20"/>
        <pc:sldMkLst>
          <pc:docMk/>
          <pc:sldMk cId="0" sldId="303"/>
        </pc:sldMkLst>
      </pc:sldChg>
      <pc:sldChg chg="add del">
        <pc:chgData name="Ms Alina Arshad" userId="cccdfd85-d35d-4453-9c6f-a463aae40722" providerId="ADAL" clId="{9C5463F7-2E4D-44A3-B83D-E1A8A04E58D3}" dt="2024-11-06T07:54:41.946" v="20"/>
        <pc:sldMkLst>
          <pc:docMk/>
          <pc:sldMk cId="0" sldId="304"/>
        </pc:sldMkLst>
      </pc:sldChg>
      <pc:sldChg chg="add del">
        <pc:chgData name="Ms Alina Arshad" userId="cccdfd85-d35d-4453-9c6f-a463aae40722" providerId="ADAL" clId="{9C5463F7-2E4D-44A3-B83D-E1A8A04E58D3}" dt="2024-11-06T07:54:41.946" v="20"/>
        <pc:sldMkLst>
          <pc:docMk/>
          <pc:sldMk cId="0" sldId="305"/>
        </pc:sldMkLst>
      </pc:sldChg>
      <pc:sldChg chg="del">
        <pc:chgData name="Ms Alina Arshad" userId="cccdfd85-d35d-4453-9c6f-a463aae40722" providerId="ADAL" clId="{9C5463F7-2E4D-44A3-B83D-E1A8A04E58D3}" dt="2024-11-06T07:54:26.356" v="19" actId="47"/>
        <pc:sldMkLst>
          <pc:docMk/>
          <pc:sldMk cId="0" sldId="306"/>
        </pc:sldMkLst>
      </pc:sldChg>
      <pc:sldChg chg="add">
        <pc:chgData name="Ms Alina Arshad" userId="cccdfd85-d35d-4453-9c6f-a463aae40722" providerId="ADAL" clId="{9C5463F7-2E4D-44A3-B83D-E1A8A04E58D3}" dt="2024-11-06T07:54:41.946" v="20"/>
        <pc:sldMkLst>
          <pc:docMk/>
          <pc:sldMk cId="951193008" sldId="306"/>
        </pc:sldMkLst>
      </pc:sldChg>
      <pc:sldChg chg="add">
        <pc:chgData name="Ms Alina Arshad" userId="cccdfd85-d35d-4453-9c6f-a463aae40722" providerId="ADAL" clId="{9C5463F7-2E4D-44A3-B83D-E1A8A04E58D3}" dt="2024-11-06T07:54:41.946" v="20"/>
        <pc:sldMkLst>
          <pc:docMk/>
          <pc:sldMk cId="1801707573" sldId="307"/>
        </pc:sldMkLst>
      </pc:sldChg>
      <pc:sldChg chg="del">
        <pc:chgData name="Ms Alina Arshad" userId="cccdfd85-d35d-4453-9c6f-a463aae40722" providerId="ADAL" clId="{9C5463F7-2E4D-44A3-B83D-E1A8A04E58D3}" dt="2024-11-06T07:54:23.469" v="6" actId="47"/>
        <pc:sldMkLst>
          <pc:docMk/>
          <pc:sldMk cId="3192711744" sldId="307"/>
        </pc:sldMkLst>
      </pc:sldChg>
      <pc:sldChg chg="delSp modSp add mod">
        <pc:chgData name="Ms Alina Arshad" userId="cccdfd85-d35d-4453-9c6f-a463aae40722" providerId="ADAL" clId="{9C5463F7-2E4D-44A3-B83D-E1A8A04E58D3}" dt="2024-11-08T04:05:51.346" v="586" actId="478"/>
        <pc:sldMkLst>
          <pc:docMk/>
          <pc:sldMk cId="1819283757" sldId="308"/>
        </pc:sldMkLst>
        <pc:spChg chg="mod">
          <ac:chgData name="Ms Alina Arshad" userId="cccdfd85-d35d-4453-9c6f-a463aae40722" providerId="ADAL" clId="{9C5463F7-2E4D-44A3-B83D-E1A8A04E58D3}" dt="2024-11-06T08:16:20.482" v="163" actId="403"/>
          <ac:spMkLst>
            <pc:docMk/>
            <pc:sldMk cId="1819283757" sldId="308"/>
            <ac:spMk id="192" creationId="{00000000-0000-0000-0000-000000000000}"/>
          </ac:spMkLst>
        </pc:spChg>
        <pc:spChg chg="del">
          <ac:chgData name="Ms Alina Arshad" userId="cccdfd85-d35d-4453-9c6f-a463aae40722" providerId="ADAL" clId="{9C5463F7-2E4D-44A3-B83D-E1A8A04E58D3}" dt="2024-11-08T04:05:51.346" v="586" actId="478"/>
          <ac:spMkLst>
            <pc:docMk/>
            <pc:sldMk cId="1819283757" sldId="308"/>
            <ac:spMk id="193" creationId="{00000000-0000-0000-0000-000000000000}"/>
          </ac:spMkLst>
        </pc:spChg>
        <pc:spChg chg="mod">
          <ac:chgData name="Ms Alina Arshad" userId="cccdfd85-d35d-4453-9c6f-a463aae40722" providerId="ADAL" clId="{9C5463F7-2E4D-44A3-B83D-E1A8A04E58D3}" dt="2024-11-06T08:16:35.472" v="168" actId="1076"/>
          <ac:spMkLst>
            <pc:docMk/>
            <pc:sldMk cId="1819283757" sldId="308"/>
            <ac:spMk id="194" creationId="{00000000-0000-0000-0000-000000000000}"/>
          </ac:spMkLst>
        </pc:spChg>
      </pc:sldChg>
      <pc:sldChg chg="del">
        <pc:chgData name="Ms Alina Arshad" userId="cccdfd85-d35d-4453-9c6f-a463aae40722" providerId="ADAL" clId="{9C5463F7-2E4D-44A3-B83D-E1A8A04E58D3}" dt="2024-11-06T07:54:24.741" v="14" actId="47"/>
        <pc:sldMkLst>
          <pc:docMk/>
          <pc:sldMk cId="2062406901" sldId="308"/>
        </pc:sldMkLst>
      </pc:sldChg>
      <pc:sldChg chg="del">
        <pc:chgData name="Ms Alina Arshad" userId="cccdfd85-d35d-4453-9c6f-a463aae40722" providerId="ADAL" clId="{9C5463F7-2E4D-44A3-B83D-E1A8A04E58D3}" dt="2024-11-06T07:54:25.037" v="15" actId="47"/>
        <pc:sldMkLst>
          <pc:docMk/>
          <pc:sldMk cId="313500440" sldId="309"/>
        </pc:sldMkLst>
      </pc:sldChg>
      <pc:sldChg chg="modSp add mod">
        <pc:chgData name="Ms Alina Arshad" userId="cccdfd85-d35d-4453-9c6f-a463aae40722" providerId="ADAL" clId="{9C5463F7-2E4D-44A3-B83D-E1A8A04E58D3}" dt="2024-11-06T08:17:01.008" v="177" actId="1076"/>
        <pc:sldMkLst>
          <pc:docMk/>
          <pc:sldMk cId="911303533" sldId="309"/>
        </pc:sldMkLst>
        <pc:spChg chg="mod">
          <ac:chgData name="Ms Alina Arshad" userId="cccdfd85-d35d-4453-9c6f-a463aae40722" providerId="ADAL" clId="{9C5463F7-2E4D-44A3-B83D-E1A8A04E58D3}" dt="2024-11-06T08:16:56.697" v="175" actId="14100"/>
          <ac:spMkLst>
            <pc:docMk/>
            <pc:sldMk cId="911303533" sldId="309"/>
            <ac:spMk id="3" creationId="{00000000-0000-0000-0000-000000000000}"/>
          </ac:spMkLst>
        </pc:spChg>
        <pc:spChg chg="mod">
          <ac:chgData name="Ms Alina Arshad" userId="cccdfd85-d35d-4453-9c6f-a463aae40722" providerId="ADAL" clId="{9C5463F7-2E4D-44A3-B83D-E1A8A04E58D3}" dt="2024-11-06T08:16:45.889" v="171" actId="207"/>
          <ac:spMkLst>
            <pc:docMk/>
            <pc:sldMk cId="911303533" sldId="309"/>
            <ac:spMk id="192" creationId="{00000000-0000-0000-0000-000000000000}"/>
          </ac:spMkLst>
        </pc:spChg>
        <pc:picChg chg="mod">
          <ac:chgData name="Ms Alina Arshad" userId="cccdfd85-d35d-4453-9c6f-a463aae40722" providerId="ADAL" clId="{9C5463F7-2E4D-44A3-B83D-E1A8A04E58D3}" dt="2024-11-06T08:17:01.008" v="177" actId="1076"/>
          <ac:picMkLst>
            <pc:docMk/>
            <pc:sldMk cId="911303533" sldId="309"/>
            <ac:picMk id="4" creationId="{00000000-0000-0000-0000-000000000000}"/>
          </ac:picMkLst>
        </pc:picChg>
      </pc:sldChg>
      <pc:sldChg chg="del">
        <pc:chgData name="Ms Alina Arshad" userId="cccdfd85-d35d-4453-9c6f-a463aae40722" providerId="ADAL" clId="{9C5463F7-2E4D-44A3-B83D-E1A8A04E58D3}" dt="2024-11-06T07:54:26.021" v="18" actId="47"/>
        <pc:sldMkLst>
          <pc:docMk/>
          <pc:sldMk cId="491917458" sldId="310"/>
        </pc:sldMkLst>
      </pc:sldChg>
      <pc:sldChg chg="modSp add mod">
        <pc:chgData name="Ms Alina Arshad" userId="cccdfd85-d35d-4453-9c6f-a463aae40722" providerId="ADAL" clId="{9C5463F7-2E4D-44A3-B83D-E1A8A04E58D3}" dt="2024-11-06T08:17:22.340" v="184" actId="403"/>
        <pc:sldMkLst>
          <pc:docMk/>
          <pc:sldMk cId="3774863996" sldId="310"/>
        </pc:sldMkLst>
        <pc:spChg chg="mod">
          <ac:chgData name="Ms Alina Arshad" userId="cccdfd85-d35d-4453-9c6f-a463aae40722" providerId="ADAL" clId="{9C5463F7-2E4D-44A3-B83D-E1A8A04E58D3}" dt="2024-11-06T08:17:22.340" v="184" actId="403"/>
          <ac:spMkLst>
            <pc:docMk/>
            <pc:sldMk cId="3774863996" sldId="310"/>
            <ac:spMk id="3" creationId="{00000000-0000-0000-0000-000000000000}"/>
          </ac:spMkLst>
        </pc:spChg>
        <pc:spChg chg="mod">
          <ac:chgData name="Ms Alina Arshad" userId="cccdfd85-d35d-4453-9c6f-a463aae40722" providerId="ADAL" clId="{9C5463F7-2E4D-44A3-B83D-E1A8A04E58D3}" dt="2024-11-06T08:17:12.602" v="179" actId="207"/>
          <ac:spMkLst>
            <pc:docMk/>
            <pc:sldMk cId="3774863996" sldId="310"/>
            <ac:spMk id="4" creationId="{00000000-0000-0000-0000-000000000000}"/>
          </ac:spMkLst>
        </pc:spChg>
      </pc:sldChg>
      <pc:sldChg chg="modSp add mod">
        <pc:chgData name="Ms Alina Arshad" userId="cccdfd85-d35d-4453-9c6f-a463aae40722" providerId="ADAL" clId="{9C5463F7-2E4D-44A3-B83D-E1A8A04E58D3}" dt="2024-11-07T08:05:44.239" v="197" actId="14100"/>
        <pc:sldMkLst>
          <pc:docMk/>
          <pc:sldMk cId="1336404918" sldId="311"/>
        </pc:sldMkLst>
        <pc:spChg chg="mod">
          <ac:chgData name="Ms Alina Arshad" userId="cccdfd85-d35d-4453-9c6f-a463aae40722" providerId="ADAL" clId="{9C5463F7-2E4D-44A3-B83D-E1A8A04E58D3}" dt="2024-11-07T08:05:24.400" v="190" actId="14100"/>
          <ac:spMkLst>
            <pc:docMk/>
            <pc:sldMk cId="1336404918" sldId="311"/>
            <ac:spMk id="3" creationId="{00000000-0000-0000-0000-000000000000}"/>
          </ac:spMkLst>
        </pc:spChg>
        <pc:spChg chg="mod">
          <ac:chgData name="Ms Alina Arshad" userId="cccdfd85-d35d-4453-9c6f-a463aae40722" providerId="ADAL" clId="{9C5463F7-2E4D-44A3-B83D-E1A8A04E58D3}" dt="2024-11-07T08:05:44.239" v="197" actId="14100"/>
          <ac:spMkLst>
            <pc:docMk/>
            <pc:sldMk cId="1336404918" sldId="311"/>
            <ac:spMk id="4" creationId="{00000000-0000-0000-0000-000000000000}"/>
          </ac:spMkLst>
        </pc:spChg>
        <pc:picChg chg="mod">
          <ac:chgData name="Ms Alina Arshad" userId="cccdfd85-d35d-4453-9c6f-a463aae40722" providerId="ADAL" clId="{9C5463F7-2E4D-44A3-B83D-E1A8A04E58D3}" dt="2024-11-07T08:05:35.872" v="194" actId="1076"/>
          <ac:picMkLst>
            <pc:docMk/>
            <pc:sldMk cId="1336404918" sldId="311"/>
            <ac:picMk id="5" creationId="{00000000-0000-0000-0000-000000000000}"/>
          </ac:picMkLst>
        </pc:picChg>
      </pc:sldChg>
      <pc:sldChg chg="modSp add mod">
        <pc:chgData name="Ms Alina Arshad" userId="cccdfd85-d35d-4453-9c6f-a463aae40722" providerId="ADAL" clId="{9C5463F7-2E4D-44A3-B83D-E1A8A04E58D3}" dt="2024-11-07T08:06:02.128" v="204" actId="1076"/>
        <pc:sldMkLst>
          <pc:docMk/>
          <pc:sldMk cId="3984117074" sldId="312"/>
        </pc:sldMkLst>
        <pc:spChg chg="mod">
          <ac:chgData name="Ms Alina Arshad" userId="cccdfd85-d35d-4453-9c6f-a463aae40722" providerId="ADAL" clId="{9C5463F7-2E4D-44A3-B83D-E1A8A04E58D3}" dt="2024-11-07T08:06:02.128" v="204" actId="1076"/>
          <ac:spMkLst>
            <pc:docMk/>
            <pc:sldMk cId="3984117074" sldId="312"/>
            <ac:spMk id="2" creationId="{00000000-0000-0000-0000-000000000000}"/>
          </ac:spMkLst>
        </pc:spChg>
        <pc:spChg chg="mod">
          <ac:chgData name="Ms Alina Arshad" userId="cccdfd85-d35d-4453-9c6f-a463aae40722" providerId="ADAL" clId="{9C5463F7-2E4D-44A3-B83D-E1A8A04E58D3}" dt="2024-11-07T08:05:55.592" v="201" actId="14100"/>
          <ac:spMkLst>
            <pc:docMk/>
            <pc:sldMk cId="3984117074" sldId="312"/>
            <ac:spMk id="3" creationId="{00000000-0000-0000-0000-000000000000}"/>
          </ac:spMkLst>
        </pc:spChg>
      </pc:sldChg>
      <pc:sldChg chg="modSp add mod">
        <pc:chgData name="Ms Alina Arshad" userId="cccdfd85-d35d-4453-9c6f-a463aae40722" providerId="ADAL" clId="{9C5463F7-2E4D-44A3-B83D-E1A8A04E58D3}" dt="2024-11-07T08:08:09.456" v="243" actId="113"/>
        <pc:sldMkLst>
          <pc:docMk/>
          <pc:sldMk cId="579877513" sldId="313"/>
        </pc:sldMkLst>
        <pc:spChg chg="mod">
          <ac:chgData name="Ms Alina Arshad" userId="cccdfd85-d35d-4453-9c6f-a463aae40722" providerId="ADAL" clId="{9C5463F7-2E4D-44A3-B83D-E1A8A04E58D3}" dt="2024-11-07T08:08:03.206" v="239" actId="1076"/>
          <ac:spMkLst>
            <pc:docMk/>
            <pc:sldMk cId="579877513" sldId="313"/>
            <ac:spMk id="216" creationId="{00000000-0000-0000-0000-000000000000}"/>
          </ac:spMkLst>
        </pc:spChg>
        <pc:spChg chg="mod">
          <ac:chgData name="Ms Alina Arshad" userId="cccdfd85-d35d-4453-9c6f-a463aae40722" providerId="ADAL" clId="{9C5463F7-2E4D-44A3-B83D-E1A8A04E58D3}" dt="2024-11-07T08:08:09.456" v="243" actId="113"/>
          <ac:spMkLst>
            <pc:docMk/>
            <pc:sldMk cId="579877513" sldId="313"/>
            <ac:spMk id="218" creationId="{00000000-0000-0000-0000-000000000000}"/>
          </ac:spMkLst>
        </pc:spChg>
        <pc:picChg chg="mod">
          <ac:chgData name="Ms Alina Arshad" userId="cccdfd85-d35d-4453-9c6f-a463aae40722" providerId="ADAL" clId="{9C5463F7-2E4D-44A3-B83D-E1A8A04E58D3}" dt="2024-11-07T08:08:05.086" v="240" actId="1076"/>
          <ac:picMkLst>
            <pc:docMk/>
            <pc:sldMk cId="579877513" sldId="313"/>
            <ac:picMk id="219" creationId="{00000000-0000-0000-0000-000000000000}"/>
          </ac:picMkLst>
        </pc:picChg>
      </pc:sldChg>
      <pc:sldChg chg="modSp add mod">
        <pc:chgData name="Ms Alina Arshad" userId="cccdfd85-d35d-4453-9c6f-a463aae40722" providerId="ADAL" clId="{9C5463F7-2E4D-44A3-B83D-E1A8A04E58D3}" dt="2024-11-07T08:07:51.527" v="237" actId="1076"/>
        <pc:sldMkLst>
          <pc:docMk/>
          <pc:sldMk cId="2008118679" sldId="314"/>
        </pc:sldMkLst>
        <pc:spChg chg="mod">
          <ac:chgData name="Ms Alina Arshad" userId="cccdfd85-d35d-4453-9c6f-a463aae40722" providerId="ADAL" clId="{9C5463F7-2E4D-44A3-B83D-E1A8A04E58D3}" dt="2024-11-07T08:07:51.527" v="237" actId="1076"/>
          <ac:spMkLst>
            <pc:docMk/>
            <pc:sldMk cId="2008118679" sldId="314"/>
            <ac:spMk id="4" creationId="{00000000-0000-0000-0000-000000000000}"/>
          </ac:spMkLst>
        </pc:spChg>
        <pc:spChg chg="mod">
          <ac:chgData name="Ms Alina Arshad" userId="cccdfd85-d35d-4453-9c6f-a463aae40722" providerId="ADAL" clId="{9C5463F7-2E4D-44A3-B83D-E1A8A04E58D3}" dt="2024-11-07T08:07:23.424" v="233" actId="1076"/>
          <ac:spMkLst>
            <pc:docMk/>
            <pc:sldMk cId="2008118679" sldId="314"/>
            <ac:spMk id="216" creationId="{00000000-0000-0000-0000-000000000000}"/>
          </ac:spMkLst>
        </pc:spChg>
      </pc:sldChg>
      <pc:sldChg chg="addSp modSp new mod">
        <pc:chgData name="Ms Alina Arshad" userId="cccdfd85-d35d-4453-9c6f-a463aae40722" providerId="ADAL" clId="{9C5463F7-2E4D-44A3-B83D-E1A8A04E58D3}" dt="2024-11-08T04:09:19.339" v="706" actId="1076"/>
        <pc:sldMkLst>
          <pc:docMk/>
          <pc:sldMk cId="702345561" sldId="315"/>
        </pc:sldMkLst>
        <pc:picChg chg="add mod">
          <ac:chgData name="Ms Alina Arshad" userId="cccdfd85-d35d-4453-9c6f-a463aae40722" providerId="ADAL" clId="{9C5463F7-2E4D-44A3-B83D-E1A8A04E58D3}" dt="2024-11-08T04:09:19.339" v="706" actId="1076"/>
          <ac:picMkLst>
            <pc:docMk/>
            <pc:sldMk cId="702345561" sldId="315"/>
            <ac:picMk id="3" creationId="{354D524B-E602-6B70-AB27-56A4F91B4A6E}"/>
          </ac:picMkLst>
        </pc:picChg>
      </pc:sldChg>
      <pc:sldChg chg="addSp modSp new mod">
        <pc:chgData name="Ms Alina Arshad" userId="cccdfd85-d35d-4453-9c6f-a463aae40722" providerId="ADAL" clId="{9C5463F7-2E4D-44A3-B83D-E1A8A04E58D3}" dt="2024-11-08T04:09:39.980" v="711" actId="1076"/>
        <pc:sldMkLst>
          <pc:docMk/>
          <pc:sldMk cId="3394757724" sldId="316"/>
        </pc:sldMkLst>
        <pc:picChg chg="add mod">
          <ac:chgData name="Ms Alina Arshad" userId="cccdfd85-d35d-4453-9c6f-a463aae40722" providerId="ADAL" clId="{9C5463F7-2E4D-44A3-B83D-E1A8A04E58D3}" dt="2024-11-08T04:09:39.980" v="711" actId="1076"/>
          <ac:picMkLst>
            <pc:docMk/>
            <pc:sldMk cId="3394757724" sldId="316"/>
            <ac:picMk id="3" creationId="{F882CDBF-31BE-4275-BBFA-F0259CEEDA21}"/>
          </ac:picMkLst>
        </pc:picChg>
      </pc:sldChg>
      <pc:sldChg chg="addSp modSp new mod">
        <pc:chgData name="Ms Alina Arshad" userId="cccdfd85-d35d-4453-9c6f-a463aae40722" providerId="ADAL" clId="{9C5463F7-2E4D-44A3-B83D-E1A8A04E58D3}" dt="2024-11-08T04:13:03.436" v="736" actId="1076"/>
        <pc:sldMkLst>
          <pc:docMk/>
          <pc:sldMk cId="3569780371" sldId="317"/>
        </pc:sldMkLst>
        <pc:picChg chg="add mod">
          <ac:chgData name="Ms Alina Arshad" userId="cccdfd85-d35d-4453-9c6f-a463aae40722" providerId="ADAL" clId="{9C5463F7-2E4D-44A3-B83D-E1A8A04E58D3}" dt="2024-11-08T04:13:03.436" v="736" actId="1076"/>
          <ac:picMkLst>
            <pc:docMk/>
            <pc:sldMk cId="3569780371" sldId="317"/>
            <ac:picMk id="3" creationId="{BBE9B20D-D16F-A005-D6CE-46B83BBCFAE7}"/>
          </ac:picMkLst>
        </pc:picChg>
      </pc:sldChg>
      <pc:sldChg chg="addSp delSp modSp new mod">
        <pc:chgData name="Ms Alina Arshad" userId="cccdfd85-d35d-4453-9c6f-a463aae40722" providerId="ADAL" clId="{9C5463F7-2E4D-44A3-B83D-E1A8A04E58D3}" dt="2024-11-08T04:13:54.803" v="748" actId="1076"/>
        <pc:sldMkLst>
          <pc:docMk/>
          <pc:sldMk cId="928914230" sldId="318"/>
        </pc:sldMkLst>
        <pc:spChg chg="mod">
          <ac:chgData name="Ms Alina Arshad" userId="cccdfd85-d35d-4453-9c6f-a463aae40722" providerId="ADAL" clId="{9C5463F7-2E4D-44A3-B83D-E1A8A04E58D3}" dt="2024-11-08T04:13:51.235" v="747" actId="20577"/>
          <ac:spMkLst>
            <pc:docMk/>
            <pc:sldMk cId="928914230" sldId="318"/>
            <ac:spMk id="2" creationId="{9E9281A8-C33D-11C4-AE01-6A7653629539}"/>
          </ac:spMkLst>
        </pc:spChg>
        <pc:spChg chg="del">
          <ac:chgData name="Ms Alina Arshad" userId="cccdfd85-d35d-4453-9c6f-a463aae40722" providerId="ADAL" clId="{9C5463F7-2E4D-44A3-B83D-E1A8A04E58D3}" dt="2024-11-08T04:13:43.460" v="738" actId="22"/>
          <ac:spMkLst>
            <pc:docMk/>
            <pc:sldMk cId="928914230" sldId="318"/>
            <ac:spMk id="3" creationId="{58D888C4-11C7-7226-154E-2CBFCE02F3E7}"/>
          </ac:spMkLst>
        </pc:spChg>
        <pc:picChg chg="add mod ord">
          <ac:chgData name="Ms Alina Arshad" userId="cccdfd85-d35d-4453-9c6f-a463aae40722" providerId="ADAL" clId="{9C5463F7-2E4D-44A3-B83D-E1A8A04E58D3}" dt="2024-11-08T04:13:54.803" v="748" actId="1076"/>
          <ac:picMkLst>
            <pc:docMk/>
            <pc:sldMk cId="928914230" sldId="318"/>
            <ac:picMk id="5" creationId="{D87310F8-3F2A-A853-4A82-1504CFF41FB4}"/>
          </ac:picMkLst>
        </pc:picChg>
      </pc:sldChg>
      <pc:sldChg chg="new del">
        <pc:chgData name="Ms Alina Arshad" userId="cccdfd85-d35d-4453-9c6f-a463aae40722" providerId="ADAL" clId="{9C5463F7-2E4D-44A3-B83D-E1A8A04E58D3}" dt="2024-11-08T04:14:19.470" v="751" actId="47"/>
        <pc:sldMkLst>
          <pc:docMk/>
          <pc:sldMk cId="2921696272" sldId="319"/>
        </pc:sldMkLst>
      </pc:sldChg>
      <pc:sldChg chg="addSp modSp new mod">
        <pc:chgData name="Ms Alina Arshad" userId="cccdfd85-d35d-4453-9c6f-a463aae40722" providerId="ADAL" clId="{9C5463F7-2E4D-44A3-B83D-E1A8A04E58D3}" dt="2024-11-08T04:14:33.651" v="754" actId="1076"/>
        <pc:sldMkLst>
          <pc:docMk/>
          <pc:sldMk cId="2649099385" sldId="320"/>
        </pc:sldMkLst>
        <pc:picChg chg="add mod">
          <ac:chgData name="Ms Alina Arshad" userId="cccdfd85-d35d-4453-9c6f-a463aae40722" providerId="ADAL" clId="{9C5463F7-2E4D-44A3-B83D-E1A8A04E58D3}" dt="2024-11-08T04:14:33.651" v="754" actId="1076"/>
          <ac:picMkLst>
            <pc:docMk/>
            <pc:sldMk cId="2649099385" sldId="320"/>
            <ac:picMk id="3" creationId="{DAC0F029-47C5-1DCB-B454-1A4D64738C09}"/>
          </ac:picMkLst>
        </pc:picChg>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700AA452-C530-416E-96E5-BDDCF9860929}"/>
    <pc:docChg chg="custSel addSld delSld modSld sldOrd modMainMaster">
      <pc:chgData name="Ms Alina Arshad" userId="cccdfd85-d35d-4453-9c6f-a463aae40722" providerId="ADAL" clId="{700AA452-C530-416E-96E5-BDDCF9860929}" dt="2024-09-30T18:52:44.057" v="228" actId="1076"/>
      <pc:docMkLst>
        <pc:docMk/>
      </pc:docMkLst>
      <pc:sldChg chg="modSp mod">
        <pc:chgData name="Ms Alina Arshad" userId="cccdfd85-d35d-4453-9c6f-a463aae40722" providerId="ADAL" clId="{700AA452-C530-416E-96E5-BDDCF9860929}" dt="2024-09-30T14:50:50.653" v="158" actId="20577"/>
        <pc:sldMkLst>
          <pc:docMk/>
          <pc:sldMk cId="3322361034" sldId="256"/>
        </pc:sldMkLst>
        <pc:spChg chg="mod">
          <ac:chgData name="Ms Alina Arshad" userId="cccdfd85-d35d-4453-9c6f-a463aae40722" providerId="ADAL" clId="{700AA452-C530-416E-96E5-BDDCF9860929}" dt="2024-09-30T14:50:50.653" v="158" actId="20577"/>
          <ac:spMkLst>
            <pc:docMk/>
            <pc:sldMk cId="3322361034" sldId="256"/>
            <ac:spMk id="3" creationId="{44E9F82C-BBA7-3495-1097-BEDB54FFFDF4}"/>
          </ac:spMkLst>
        </pc:spChg>
      </pc:sldChg>
      <pc:sldChg chg="del">
        <pc:chgData name="Ms Alina Arshad" userId="cccdfd85-d35d-4453-9c6f-a463aae40722" providerId="ADAL" clId="{700AA452-C530-416E-96E5-BDDCF9860929}" dt="2024-09-22T13:30:22.497" v="2" actId="47"/>
        <pc:sldMkLst>
          <pc:docMk/>
          <pc:sldMk cId="0" sldId="258"/>
        </pc:sldMkLst>
      </pc:sldChg>
      <pc:sldChg chg="del">
        <pc:chgData name="Ms Alina Arshad" userId="cccdfd85-d35d-4453-9c6f-a463aae40722" providerId="ADAL" clId="{700AA452-C530-416E-96E5-BDDCF9860929}" dt="2024-09-22T13:30:23.271" v="4" actId="47"/>
        <pc:sldMkLst>
          <pc:docMk/>
          <pc:sldMk cId="0" sldId="260"/>
        </pc:sldMkLst>
      </pc:sldChg>
      <pc:sldChg chg="del">
        <pc:chgData name="Ms Alina Arshad" userId="cccdfd85-d35d-4453-9c6f-a463aae40722" providerId="ADAL" clId="{700AA452-C530-416E-96E5-BDDCF9860929}" dt="2024-09-22T13:30:23.636" v="5" actId="47"/>
        <pc:sldMkLst>
          <pc:docMk/>
          <pc:sldMk cId="1577505814" sldId="265"/>
        </pc:sldMkLst>
      </pc:sldChg>
      <pc:sldChg chg="del">
        <pc:chgData name="Ms Alina Arshad" userId="cccdfd85-d35d-4453-9c6f-a463aae40722" providerId="ADAL" clId="{700AA452-C530-416E-96E5-BDDCF9860929}" dt="2024-09-22T13:30:25.540" v="10" actId="47"/>
        <pc:sldMkLst>
          <pc:docMk/>
          <pc:sldMk cId="1582826008" sldId="266"/>
        </pc:sldMkLst>
      </pc:sldChg>
      <pc:sldChg chg="del">
        <pc:chgData name="Ms Alina Arshad" userId="cccdfd85-d35d-4453-9c6f-a463aae40722" providerId="ADAL" clId="{700AA452-C530-416E-96E5-BDDCF9860929}" dt="2024-09-22T13:30:28.390" v="17" actId="47"/>
        <pc:sldMkLst>
          <pc:docMk/>
          <pc:sldMk cId="731299161" sldId="267"/>
        </pc:sldMkLst>
      </pc:sldChg>
      <pc:sldChg chg="del">
        <pc:chgData name="Ms Alina Arshad" userId="cccdfd85-d35d-4453-9c6f-a463aae40722" providerId="ADAL" clId="{700AA452-C530-416E-96E5-BDDCF9860929}" dt="2024-09-22T13:30:25.951" v="11" actId="47"/>
        <pc:sldMkLst>
          <pc:docMk/>
          <pc:sldMk cId="90329638" sldId="268"/>
        </pc:sldMkLst>
      </pc:sldChg>
      <pc:sldChg chg="del">
        <pc:chgData name="Ms Alina Arshad" userId="cccdfd85-d35d-4453-9c6f-a463aae40722" providerId="ADAL" clId="{700AA452-C530-416E-96E5-BDDCF9860929}" dt="2024-09-22T13:30:26.385" v="12" actId="47"/>
        <pc:sldMkLst>
          <pc:docMk/>
          <pc:sldMk cId="2295129282" sldId="269"/>
        </pc:sldMkLst>
      </pc:sldChg>
      <pc:sldChg chg="del">
        <pc:chgData name="Ms Alina Arshad" userId="cccdfd85-d35d-4453-9c6f-a463aae40722" providerId="ADAL" clId="{700AA452-C530-416E-96E5-BDDCF9860929}" dt="2024-09-22T13:30:26.779" v="13" actId="47"/>
        <pc:sldMkLst>
          <pc:docMk/>
          <pc:sldMk cId="2090315159" sldId="270"/>
        </pc:sldMkLst>
      </pc:sldChg>
      <pc:sldChg chg="del">
        <pc:chgData name="Ms Alina Arshad" userId="cccdfd85-d35d-4453-9c6f-a463aae40722" providerId="ADAL" clId="{700AA452-C530-416E-96E5-BDDCF9860929}" dt="2024-09-22T13:30:27.167" v="14" actId="47"/>
        <pc:sldMkLst>
          <pc:docMk/>
          <pc:sldMk cId="3034138166" sldId="271"/>
        </pc:sldMkLst>
      </pc:sldChg>
      <pc:sldChg chg="del">
        <pc:chgData name="Ms Alina Arshad" userId="cccdfd85-d35d-4453-9c6f-a463aae40722" providerId="ADAL" clId="{700AA452-C530-416E-96E5-BDDCF9860929}" dt="2024-09-22T13:30:28.703" v="18" actId="47"/>
        <pc:sldMkLst>
          <pc:docMk/>
          <pc:sldMk cId="2504047100" sldId="272"/>
        </pc:sldMkLst>
      </pc:sldChg>
      <pc:sldChg chg="del">
        <pc:chgData name="Ms Alina Arshad" userId="cccdfd85-d35d-4453-9c6f-a463aae40722" providerId="ADAL" clId="{700AA452-C530-416E-96E5-BDDCF9860929}" dt="2024-09-22T13:30:29.112" v="19" actId="47"/>
        <pc:sldMkLst>
          <pc:docMk/>
          <pc:sldMk cId="4283755204" sldId="273"/>
        </pc:sldMkLst>
      </pc:sldChg>
      <pc:sldChg chg="del">
        <pc:chgData name="Ms Alina Arshad" userId="cccdfd85-d35d-4453-9c6f-a463aae40722" providerId="ADAL" clId="{700AA452-C530-416E-96E5-BDDCF9860929}" dt="2024-09-22T13:30:30.826" v="20" actId="47"/>
        <pc:sldMkLst>
          <pc:docMk/>
          <pc:sldMk cId="2935103945" sldId="274"/>
        </pc:sldMkLst>
      </pc:sldChg>
      <pc:sldChg chg="del">
        <pc:chgData name="Ms Alina Arshad" userId="cccdfd85-d35d-4453-9c6f-a463aae40722" providerId="ADAL" clId="{700AA452-C530-416E-96E5-BDDCF9860929}" dt="2024-09-22T13:30:32.394" v="22" actId="47"/>
        <pc:sldMkLst>
          <pc:docMk/>
          <pc:sldMk cId="1497646456" sldId="275"/>
        </pc:sldMkLst>
      </pc:sldChg>
      <pc:sldChg chg="del">
        <pc:chgData name="Ms Alina Arshad" userId="cccdfd85-d35d-4453-9c6f-a463aae40722" providerId="ADAL" clId="{700AA452-C530-416E-96E5-BDDCF9860929}" dt="2024-09-22T13:30:34.442" v="24" actId="47"/>
        <pc:sldMkLst>
          <pc:docMk/>
          <pc:sldMk cId="3993717517" sldId="276"/>
        </pc:sldMkLst>
      </pc:sldChg>
      <pc:sldChg chg="del">
        <pc:chgData name="Ms Alina Arshad" userId="cccdfd85-d35d-4453-9c6f-a463aae40722" providerId="ADAL" clId="{700AA452-C530-416E-96E5-BDDCF9860929}" dt="2024-09-22T13:30:33.290" v="23" actId="47"/>
        <pc:sldMkLst>
          <pc:docMk/>
          <pc:sldMk cId="2668593764" sldId="278"/>
        </pc:sldMkLst>
      </pc:sldChg>
      <pc:sldChg chg="modSp mod">
        <pc:chgData name="Ms Alina Arshad" userId="cccdfd85-d35d-4453-9c6f-a463aae40722" providerId="ADAL" clId="{700AA452-C530-416E-96E5-BDDCF9860929}" dt="2024-09-22T13:34:43.002" v="68" actId="12"/>
        <pc:sldMkLst>
          <pc:docMk/>
          <pc:sldMk cId="3703048629" sldId="279"/>
        </pc:sldMkLst>
        <pc:spChg chg="mod">
          <ac:chgData name="Ms Alina Arshad" userId="cccdfd85-d35d-4453-9c6f-a463aae40722" providerId="ADAL" clId="{700AA452-C530-416E-96E5-BDDCF9860929}" dt="2024-09-22T13:33:11.415" v="43" actId="113"/>
          <ac:spMkLst>
            <pc:docMk/>
            <pc:sldMk cId="3703048629" sldId="279"/>
            <ac:spMk id="2" creationId="{C0531C6D-BBF1-4A8F-A69A-DB05C817BC81}"/>
          </ac:spMkLst>
        </pc:spChg>
        <pc:spChg chg="mod">
          <ac:chgData name="Ms Alina Arshad" userId="cccdfd85-d35d-4453-9c6f-a463aae40722" providerId="ADAL" clId="{700AA452-C530-416E-96E5-BDDCF9860929}" dt="2024-09-22T13:34:43.002" v="68" actId="12"/>
          <ac:spMkLst>
            <pc:docMk/>
            <pc:sldMk cId="3703048629" sldId="279"/>
            <ac:spMk id="3" creationId="{14C2275F-EEF7-4B46-8F23-7E6682716D48}"/>
          </ac:spMkLst>
        </pc:spChg>
        <pc:picChg chg="mod">
          <ac:chgData name="Ms Alina Arshad" userId="cccdfd85-d35d-4453-9c6f-a463aae40722" providerId="ADAL" clId="{700AA452-C530-416E-96E5-BDDCF9860929}" dt="2024-09-22T13:33:32.702" v="53" actId="1076"/>
          <ac:picMkLst>
            <pc:docMk/>
            <pc:sldMk cId="3703048629" sldId="279"/>
            <ac:picMk id="5" creationId="{B341A69E-52DE-472E-8D85-410C0A82622D}"/>
          </ac:picMkLst>
        </pc:picChg>
      </pc:sldChg>
      <pc:sldChg chg="delSp modSp mod">
        <pc:chgData name="Ms Alina Arshad" userId="cccdfd85-d35d-4453-9c6f-a463aae40722" providerId="ADAL" clId="{700AA452-C530-416E-96E5-BDDCF9860929}" dt="2024-09-22T13:33:50.104" v="57" actId="1076"/>
        <pc:sldMkLst>
          <pc:docMk/>
          <pc:sldMk cId="1821615422" sldId="280"/>
        </pc:sldMkLst>
        <pc:spChg chg="del">
          <ac:chgData name="Ms Alina Arshad" userId="cccdfd85-d35d-4453-9c6f-a463aae40722" providerId="ADAL" clId="{700AA452-C530-416E-96E5-BDDCF9860929}" dt="2024-09-22T13:33:39.548" v="54" actId="478"/>
          <ac:spMkLst>
            <pc:docMk/>
            <pc:sldMk cId="1821615422" sldId="280"/>
            <ac:spMk id="2" creationId="{3F5B8599-097F-47C6-8975-4A5EB88DFD01}"/>
          </ac:spMkLst>
        </pc:spChg>
        <pc:picChg chg="mod">
          <ac:chgData name="Ms Alina Arshad" userId="cccdfd85-d35d-4453-9c6f-a463aae40722" providerId="ADAL" clId="{700AA452-C530-416E-96E5-BDDCF9860929}" dt="2024-09-22T13:33:50.104" v="57" actId="1076"/>
          <ac:picMkLst>
            <pc:docMk/>
            <pc:sldMk cId="1821615422" sldId="280"/>
            <ac:picMk id="5" creationId="{894791AD-65B4-4FB8-9291-53F6E89BDCE6}"/>
          </ac:picMkLst>
        </pc:picChg>
      </pc:sldChg>
      <pc:sldChg chg="modSp mod">
        <pc:chgData name="Ms Alina Arshad" userId="cccdfd85-d35d-4453-9c6f-a463aae40722" providerId="ADAL" clId="{700AA452-C530-416E-96E5-BDDCF9860929}" dt="2024-09-28T19:12:04.191" v="138" actId="1076"/>
        <pc:sldMkLst>
          <pc:docMk/>
          <pc:sldMk cId="3605066316" sldId="281"/>
        </pc:sldMkLst>
        <pc:spChg chg="mod">
          <ac:chgData name="Ms Alina Arshad" userId="cccdfd85-d35d-4453-9c6f-a463aae40722" providerId="ADAL" clId="{700AA452-C530-416E-96E5-BDDCF9860929}" dt="2024-09-28T19:11:44.367" v="135" actId="27636"/>
          <ac:spMkLst>
            <pc:docMk/>
            <pc:sldMk cId="3605066316" sldId="281"/>
            <ac:spMk id="2" creationId="{B31F7F40-579C-4FE5-8B85-B1955C717D63}"/>
          </ac:spMkLst>
        </pc:spChg>
        <pc:spChg chg="mod">
          <ac:chgData name="Ms Alina Arshad" userId="cccdfd85-d35d-4453-9c6f-a463aae40722" providerId="ADAL" clId="{700AA452-C530-416E-96E5-BDDCF9860929}" dt="2024-09-28T19:11:54.895" v="137" actId="14100"/>
          <ac:spMkLst>
            <pc:docMk/>
            <pc:sldMk cId="3605066316" sldId="281"/>
            <ac:spMk id="3" creationId="{4B76A832-156A-4738-A370-C6C9263DD589}"/>
          </ac:spMkLst>
        </pc:spChg>
        <pc:picChg chg="mod">
          <ac:chgData name="Ms Alina Arshad" userId="cccdfd85-d35d-4453-9c6f-a463aae40722" providerId="ADAL" clId="{700AA452-C530-416E-96E5-BDDCF9860929}" dt="2024-09-28T19:12:04.191" v="138" actId="1076"/>
          <ac:picMkLst>
            <pc:docMk/>
            <pc:sldMk cId="3605066316" sldId="281"/>
            <ac:picMk id="4" creationId="{AF3FF7B2-C599-40C2-A196-FB83C9F0FFF2}"/>
          </ac:picMkLst>
        </pc:picChg>
      </pc:sldChg>
      <pc:sldChg chg="modSp mod">
        <pc:chgData name="Ms Alina Arshad" userId="cccdfd85-d35d-4453-9c6f-a463aae40722" providerId="ADAL" clId="{700AA452-C530-416E-96E5-BDDCF9860929}" dt="2024-09-29T12:58:48.742" v="151" actId="14100"/>
        <pc:sldMkLst>
          <pc:docMk/>
          <pc:sldMk cId="24697311" sldId="282"/>
        </pc:sldMkLst>
        <pc:spChg chg="mod">
          <ac:chgData name="Ms Alina Arshad" userId="cccdfd85-d35d-4453-9c6f-a463aae40722" providerId="ADAL" clId="{700AA452-C530-416E-96E5-BDDCF9860929}" dt="2024-09-28T19:24:32.392" v="147" actId="207"/>
          <ac:spMkLst>
            <pc:docMk/>
            <pc:sldMk cId="24697311" sldId="282"/>
            <ac:spMk id="2" creationId="{C8D57331-0580-411F-A66E-6F735F653098}"/>
          </ac:spMkLst>
        </pc:spChg>
        <pc:spChg chg="mod">
          <ac:chgData name="Ms Alina Arshad" userId="cccdfd85-d35d-4453-9c6f-a463aae40722" providerId="ADAL" clId="{700AA452-C530-416E-96E5-BDDCF9860929}" dt="2024-09-29T12:58:48.742" v="151" actId="14100"/>
          <ac:spMkLst>
            <pc:docMk/>
            <pc:sldMk cId="24697311" sldId="282"/>
            <ac:spMk id="3" creationId="{5D6B3F0C-9FE7-4CF4-8A70-5A9DC5CC300D}"/>
          </ac:spMkLst>
        </pc:spChg>
      </pc:sldChg>
      <pc:sldChg chg="del">
        <pc:chgData name="Ms Alina Arshad" userId="cccdfd85-d35d-4453-9c6f-a463aae40722" providerId="ADAL" clId="{700AA452-C530-416E-96E5-BDDCF9860929}" dt="2024-09-22T13:30:31.378" v="21" actId="47"/>
        <pc:sldMkLst>
          <pc:docMk/>
          <pc:sldMk cId="3289392637" sldId="283"/>
        </pc:sldMkLst>
      </pc:sldChg>
      <pc:sldChg chg="modSp mod">
        <pc:chgData name="Ms Alina Arshad" userId="cccdfd85-d35d-4453-9c6f-a463aae40722" providerId="ADAL" clId="{700AA452-C530-416E-96E5-BDDCF9860929}" dt="2024-09-22T13:41:49.891" v="98" actId="2711"/>
        <pc:sldMkLst>
          <pc:docMk/>
          <pc:sldMk cId="800652809" sldId="284"/>
        </pc:sldMkLst>
        <pc:spChg chg="mod">
          <ac:chgData name="Ms Alina Arshad" userId="cccdfd85-d35d-4453-9c6f-a463aae40722" providerId="ADAL" clId="{700AA452-C530-416E-96E5-BDDCF9860929}" dt="2024-09-22T13:41:49.891" v="98" actId="2711"/>
          <ac:spMkLst>
            <pc:docMk/>
            <pc:sldMk cId="800652809" sldId="284"/>
            <ac:spMk id="3" creationId="{B5595F3F-845B-42B5-B0D6-06074B82D45C}"/>
          </ac:spMkLst>
        </pc:spChg>
      </pc:sldChg>
      <pc:sldChg chg="del">
        <pc:chgData name="Ms Alina Arshad" userId="cccdfd85-d35d-4453-9c6f-a463aae40722" providerId="ADAL" clId="{700AA452-C530-416E-96E5-BDDCF9860929}" dt="2024-09-22T13:30:24.766" v="8" actId="47"/>
        <pc:sldMkLst>
          <pc:docMk/>
          <pc:sldMk cId="1402144616" sldId="285"/>
        </pc:sldMkLst>
      </pc:sldChg>
      <pc:sldChg chg="del">
        <pc:chgData name="Ms Alina Arshad" userId="cccdfd85-d35d-4453-9c6f-a463aae40722" providerId="ADAL" clId="{700AA452-C530-416E-96E5-BDDCF9860929}" dt="2024-09-22T13:30:35.929" v="25" actId="47"/>
        <pc:sldMkLst>
          <pc:docMk/>
          <pc:sldMk cId="3229345964" sldId="287"/>
        </pc:sldMkLst>
      </pc:sldChg>
      <pc:sldChg chg="modSp mod">
        <pc:chgData name="Ms Alina Arshad" userId="cccdfd85-d35d-4453-9c6f-a463aae40722" providerId="ADAL" clId="{700AA452-C530-416E-96E5-BDDCF9860929}" dt="2024-09-22T13:34:26.334" v="67" actId="12"/>
        <pc:sldMkLst>
          <pc:docMk/>
          <pc:sldMk cId="2002870935" sldId="288"/>
        </pc:sldMkLst>
        <pc:spChg chg="mod">
          <ac:chgData name="Ms Alina Arshad" userId="cccdfd85-d35d-4453-9c6f-a463aae40722" providerId="ADAL" clId="{700AA452-C530-416E-96E5-BDDCF9860929}" dt="2024-09-22T13:34:01.272" v="61" actId="1076"/>
          <ac:spMkLst>
            <pc:docMk/>
            <pc:sldMk cId="2002870935" sldId="288"/>
            <ac:spMk id="2" creationId="{3F5B8599-097F-47C6-8975-4A5EB88DFD01}"/>
          </ac:spMkLst>
        </pc:spChg>
        <pc:spChg chg="mod">
          <ac:chgData name="Ms Alina Arshad" userId="cccdfd85-d35d-4453-9c6f-a463aae40722" providerId="ADAL" clId="{700AA452-C530-416E-96E5-BDDCF9860929}" dt="2024-09-22T13:34:26.334" v="67" actId="12"/>
          <ac:spMkLst>
            <pc:docMk/>
            <pc:sldMk cId="2002870935" sldId="288"/>
            <ac:spMk id="4" creationId="{CE607608-9379-4954-A9D2-4545D6BFDFB4}"/>
          </ac:spMkLst>
        </pc:spChg>
      </pc:sldChg>
      <pc:sldChg chg="addSp modSp mod setBg">
        <pc:chgData name="Ms Alina Arshad" userId="cccdfd85-d35d-4453-9c6f-a463aae40722" providerId="ADAL" clId="{700AA452-C530-416E-96E5-BDDCF9860929}" dt="2024-09-22T13:31:19.705" v="41" actId="1076"/>
        <pc:sldMkLst>
          <pc:docMk/>
          <pc:sldMk cId="0" sldId="347"/>
        </pc:sldMkLst>
        <pc:spChg chg="mod">
          <ac:chgData name="Ms Alina Arshad" userId="cccdfd85-d35d-4453-9c6f-a463aae40722" providerId="ADAL" clId="{700AA452-C530-416E-96E5-BDDCF9860929}" dt="2024-09-22T13:30:55.075" v="31" actId="26606"/>
          <ac:spMkLst>
            <pc:docMk/>
            <pc:sldMk cId="0" sldId="347"/>
            <ac:spMk id="54275" creationId="{05811255-AEB9-464F-8A4D-2ACF44038D79}"/>
          </ac:spMkLst>
        </pc:spChg>
        <pc:spChg chg="add">
          <ac:chgData name="Ms Alina Arshad" userId="cccdfd85-d35d-4453-9c6f-a463aae40722" providerId="ADAL" clId="{700AA452-C530-416E-96E5-BDDCF9860929}" dt="2024-09-22T13:30:55.075" v="31" actId="26606"/>
          <ac:spMkLst>
            <pc:docMk/>
            <pc:sldMk cId="0" sldId="347"/>
            <ac:spMk id="54281" creationId="{4E4490D0-3672-446A-AC12-B4830333BDDD}"/>
          </ac:spMkLst>
        </pc:spChg>
        <pc:spChg chg="add">
          <ac:chgData name="Ms Alina Arshad" userId="cccdfd85-d35d-4453-9c6f-a463aae40722" providerId="ADAL" clId="{700AA452-C530-416E-96E5-BDDCF9860929}" dt="2024-09-22T13:30:55.075" v="31" actId="26606"/>
          <ac:spMkLst>
            <pc:docMk/>
            <pc:sldMk cId="0" sldId="347"/>
            <ac:spMk id="54283" creationId="{39CB82C2-DF65-4EC1-8280-F201D50F570B}"/>
          </ac:spMkLst>
        </pc:spChg>
        <pc:spChg chg="add">
          <ac:chgData name="Ms Alina Arshad" userId="cccdfd85-d35d-4453-9c6f-a463aae40722" providerId="ADAL" clId="{700AA452-C530-416E-96E5-BDDCF9860929}" dt="2024-09-22T13:30:55.075" v="31" actId="26606"/>
          <ac:spMkLst>
            <pc:docMk/>
            <pc:sldMk cId="0" sldId="347"/>
            <ac:spMk id="54287" creationId="{FA4CD5CB-D209-4D70-8CA4-629731C59219}"/>
          </ac:spMkLst>
        </pc:spChg>
        <pc:spChg chg="add">
          <ac:chgData name="Ms Alina Arshad" userId="cccdfd85-d35d-4453-9c6f-a463aae40722" providerId="ADAL" clId="{700AA452-C530-416E-96E5-BDDCF9860929}" dt="2024-09-22T13:30:55.075" v="31" actId="26606"/>
          <ac:spMkLst>
            <pc:docMk/>
            <pc:sldMk cId="0" sldId="347"/>
            <ac:spMk id="54291" creationId="{B4C27B90-DF2B-4D00-BA07-18ED774CD2F1}"/>
          </ac:spMkLst>
        </pc:spChg>
        <pc:spChg chg="add">
          <ac:chgData name="Ms Alina Arshad" userId="cccdfd85-d35d-4453-9c6f-a463aae40722" providerId="ADAL" clId="{700AA452-C530-416E-96E5-BDDCF9860929}" dt="2024-09-22T13:30:55.075" v="31" actId="26606"/>
          <ac:spMkLst>
            <pc:docMk/>
            <pc:sldMk cId="0" sldId="347"/>
            <ac:spMk id="54293" creationId="{593ACC25-C262-417A-8AA9-0641C772BDB6}"/>
          </ac:spMkLst>
        </pc:spChg>
        <pc:picChg chg="mod">
          <ac:chgData name="Ms Alina Arshad" userId="cccdfd85-d35d-4453-9c6f-a463aae40722" providerId="ADAL" clId="{700AA452-C530-416E-96E5-BDDCF9860929}" dt="2024-09-22T13:31:19.705" v="41" actId="1076"/>
          <ac:picMkLst>
            <pc:docMk/>
            <pc:sldMk cId="0" sldId="347"/>
            <ac:picMk id="54276" creationId="{2AD11418-104B-4018-8AA4-90D20E00BBB7}"/>
          </ac:picMkLst>
        </pc:picChg>
        <pc:cxnChg chg="add">
          <ac:chgData name="Ms Alina Arshad" userId="cccdfd85-d35d-4453-9c6f-a463aae40722" providerId="ADAL" clId="{700AA452-C530-416E-96E5-BDDCF9860929}" dt="2024-09-22T13:30:55.075" v="31" actId="26606"/>
          <ac:cxnSpMkLst>
            <pc:docMk/>
            <pc:sldMk cId="0" sldId="347"/>
            <ac:cxnSpMk id="54285" creationId="{7E1D4427-852B-4B37-8E76-0E9F1810BA2A}"/>
          </ac:cxnSpMkLst>
        </pc:cxnChg>
        <pc:cxnChg chg="add">
          <ac:chgData name="Ms Alina Arshad" userId="cccdfd85-d35d-4453-9c6f-a463aae40722" providerId="ADAL" clId="{700AA452-C530-416E-96E5-BDDCF9860929}" dt="2024-09-22T13:30:55.075" v="31" actId="26606"/>
          <ac:cxnSpMkLst>
            <pc:docMk/>
            <pc:sldMk cId="0" sldId="347"/>
            <ac:cxnSpMk id="54289" creationId="{5C6A2BAE-B461-4B55-8E1F-0722ABDD1393}"/>
          </ac:cxnSpMkLst>
        </pc:cxnChg>
      </pc:sldChg>
      <pc:sldChg chg="modSp mod">
        <pc:chgData name="Ms Alina Arshad" userId="cccdfd85-d35d-4453-9c6f-a463aae40722" providerId="ADAL" clId="{700AA452-C530-416E-96E5-BDDCF9860929}" dt="2024-09-29T13:05:06.492" v="154" actId="20577"/>
        <pc:sldMkLst>
          <pc:docMk/>
          <pc:sldMk cId="2036508356" sldId="348"/>
        </pc:sldMkLst>
        <pc:spChg chg="mod">
          <ac:chgData name="Ms Alina Arshad" userId="cccdfd85-d35d-4453-9c6f-a463aae40722" providerId="ADAL" clId="{700AA452-C530-416E-96E5-BDDCF9860929}" dt="2024-09-29T13:04:40.062" v="152" actId="207"/>
          <ac:spMkLst>
            <pc:docMk/>
            <pc:sldMk cId="2036508356" sldId="348"/>
            <ac:spMk id="2" creationId="{C0E80CD8-9EA5-4B12-B717-3449A4678F5C}"/>
          </ac:spMkLst>
        </pc:spChg>
        <pc:spChg chg="mod">
          <ac:chgData name="Ms Alina Arshad" userId="cccdfd85-d35d-4453-9c6f-a463aae40722" providerId="ADAL" clId="{700AA452-C530-416E-96E5-BDDCF9860929}" dt="2024-09-29T13:05:06.492" v="154" actId="20577"/>
          <ac:spMkLst>
            <pc:docMk/>
            <pc:sldMk cId="2036508356" sldId="348"/>
            <ac:spMk id="3" creationId="{0D74B3B6-9876-42D3-AE90-C1F71A7BF21E}"/>
          </ac:spMkLst>
        </pc:spChg>
      </pc:sldChg>
      <pc:sldChg chg="modSp mod">
        <pc:chgData name="Ms Alina Arshad" userId="cccdfd85-d35d-4453-9c6f-a463aae40722" providerId="ADAL" clId="{700AA452-C530-416E-96E5-BDDCF9860929}" dt="2024-09-29T13:05:56.360" v="155" actId="255"/>
        <pc:sldMkLst>
          <pc:docMk/>
          <pc:sldMk cId="132290220" sldId="349"/>
        </pc:sldMkLst>
        <pc:spChg chg="mod">
          <ac:chgData name="Ms Alina Arshad" userId="cccdfd85-d35d-4453-9c6f-a463aae40722" providerId="ADAL" clId="{700AA452-C530-416E-96E5-BDDCF9860929}" dt="2024-09-22T13:35:33.981" v="80" actId="207"/>
          <ac:spMkLst>
            <pc:docMk/>
            <pc:sldMk cId="132290220" sldId="349"/>
            <ac:spMk id="2" creationId="{04248D45-4C2A-4CD2-ADA7-8010DE04DD37}"/>
          </ac:spMkLst>
        </pc:spChg>
        <pc:spChg chg="mod">
          <ac:chgData name="Ms Alina Arshad" userId="cccdfd85-d35d-4453-9c6f-a463aae40722" providerId="ADAL" clId="{700AA452-C530-416E-96E5-BDDCF9860929}" dt="2024-09-29T13:05:56.360" v="155" actId="255"/>
          <ac:spMkLst>
            <pc:docMk/>
            <pc:sldMk cId="132290220" sldId="349"/>
            <ac:spMk id="3" creationId="{9A2F1328-E205-4C6F-BD3F-6506878F6705}"/>
          </ac:spMkLst>
        </pc:spChg>
      </pc:sldChg>
      <pc:sldChg chg="modSp mod">
        <pc:chgData name="Ms Alina Arshad" userId="cccdfd85-d35d-4453-9c6f-a463aae40722" providerId="ADAL" clId="{700AA452-C530-416E-96E5-BDDCF9860929}" dt="2024-09-22T13:36:56.677" v="95" actId="12"/>
        <pc:sldMkLst>
          <pc:docMk/>
          <pc:sldMk cId="448686030" sldId="350"/>
        </pc:sldMkLst>
        <pc:spChg chg="mod">
          <ac:chgData name="Ms Alina Arshad" userId="cccdfd85-d35d-4453-9c6f-a463aae40722" providerId="ADAL" clId="{700AA452-C530-416E-96E5-BDDCF9860929}" dt="2024-09-22T13:36:41.029" v="90" actId="207"/>
          <ac:spMkLst>
            <pc:docMk/>
            <pc:sldMk cId="448686030" sldId="350"/>
            <ac:spMk id="2" creationId="{04248D45-4C2A-4CD2-ADA7-8010DE04DD37}"/>
          </ac:spMkLst>
        </pc:spChg>
        <pc:spChg chg="mod">
          <ac:chgData name="Ms Alina Arshad" userId="cccdfd85-d35d-4453-9c6f-a463aae40722" providerId="ADAL" clId="{700AA452-C530-416E-96E5-BDDCF9860929}" dt="2024-09-22T13:36:56.677" v="95" actId="12"/>
          <ac:spMkLst>
            <pc:docMk/>
            <pc:sldMk cId="448686030" sldId="350"/>
            <ac:spMk id="3" creationId="{9A2F1328-E205-4C6F-BD3F-6506878F6705}"/>
          </ac:spMkLst>
        </pc:spChg>
      </pc:sldChg>
      <pc:sldChg chg="modSp mod">
        <pc:chgData name="Ms Alina Arshad" userId="cccdfd85-d35d-4453-9c6f-a463aae40722" providerId="ADAL" clId="{700AA452-C530-416E-96E5-BDDCF9860929}" dt="2024-09-29T13:07:04.867" v="156" actId="1076"/>
        <pc:sldMkLst>
          <pc:docMk/>
          <pc:sldMk cId="3109540881" sldId="351"/>
        </pc:sldMkLst>
        <pc:spChg chg="mod">
          <ac:chgData name="Ms Alina Arshad" userId="cccdfd85-d35d-4453-9c6f-a463aae40722" providerId="ADAL" clId="{700AA452-C530-416E-96E5-BDDCF9860929}" dt="2024-09-22T13:36:24.960" v="87" actId="1076"/>
          <ac:spMkLst>
            <pc:docMk/>
            <pc:sldMk cId="3109540881" sldId="351"/>
            <ac:spMk id="3" creationId="{00000000-0000-0000-0000-000000000000}"/>
          </ac:spMkLst>
        </pc:spChg>
        <pc:spChg chg="mod">
          <ac:chgData name="Ms Alina Arshad" userId="cccdfd85-d35d-4453-9c6f-a463aae40722" providerId="ADAL" clId="{700AA452-C530-416E-96E5-BDDCF9860929}" dt="2024-09-22T13:36:30.456" v="88" actId="1076"/>
          <ac:spMkLst>
            <pc:docMk/>
            <pc:sldMk cId="3109540881" sldId="351"/>
            <ac:spMk id="7" creationId="{00000000-0000-0000-0000-000000000000}"/>
          </ac:spMkLst>
        </pc:spChg>
        <pc:picChg chg="mod">
          <ac:chgData name="Ms Alina Arshad" userId="cccdfd85-d35d-4453-9c6f-a463aae40722" providerId="ADAL" clId="{700AA452-C530-416E-96E5-BDDCF9860929}" dt="2024-09-29T13:07:04.867" v="156" actId="1076"/>
          <ac:picMkLst>
            <pc:docMk/>
            <pc:sldMk cId="3109540881" sldId="351"/>
            <ac:picMk id="4" creationId="{21521628-EC7A-4860-9AD2-ED0E0C440F5B}"/>
          </ac:picMkLst>
        </pc:picChg>
        <pc:cxnChg chg="mod">
          <ac:chgData name="Ms Alina Arshad" userId="cccdfd85-d35d-4453-9c6f-a463aae40722" providerId="ADAL" clId="{700AA452-C530-416E-96E5-BDDCF9860929}" dt="2024-09-22T13:36:32.961" v="89" actId="1076"/>
          <ac:cxnSpMkLst>
            <pc:docMk/>
            <pc:sldMk cId="3109540881" sldId="351"/>
            <ac:cxnSpMk id="6" creationId="{00000000-0000-0000-0000-000000000000}"/>
          </ac:cxnSpMkLst>
        </pc:cxnChg>
      </pc:sldChg>
      <pc:sldChg chg="modSp mod">
        <pc:chgData name="Ms Alina Arshad" userId="cccdfd85-d35d-4453-9c6f-a463aae40722" providerId="ADAL" clId="{700AA452-C530-416E-96E5-BDDCF9860929}" dt="2024-09-30T15:04:42.060" v="159" actId="207"/>
        <pc:sldMkLst>
          <pc:docMk/>
          <pc:sldMk cId="0" sldId="352"/>
        </pc:sldMkLst>
        <pc:spChg chg="mod">
          <ac:chgData name="Ms Alina Arshad" userId="cccdfd85-d35d-4453-9c6f-a463aae40722" providerId="ADAL" clId="{700AA452-C530-416E-96E5-BDDCF9860929}" dt="2024-09-30T15:04:42.060" v="159" actId="207"/>
          <ac:spMkLst>
            <pc:docMk/>
            <pc:sldMk cId="0" sldId="352"/>
            <ac:spMk id="64515" creationId="{2E4645F8-E14A-4CA7-AE6B-F33FAA978EE6}"/>
          </ac:spMkLst>
        </pc:spChg>
        <pc:spChg chg="mod">
          <ac:chgData name="Ms Alina Arshad" userId="cccdfd85-d35d-4453-9c6f-a463aae40722" providerId="ADAL" clId="{700AA452-C530-416E-96E5-BDDCF9860929}" dt="2024-09-22T13:45:31.228" v="110" actId="14100"/>
          <ac:spMkLst>
            <pc:docMk/>
            <pc:sldMk cId="0" sldId="352"/>
            <ac:spMk id="64516" creationId="{D2D679A3-2E8D-4632-948B-DAF7F009B134}"/>
          </ac:spMkLst>
        </pc:spChg>
      </pc:sldChg>
      <pc:sldChg chg="modSp mod">
        <pc:chgData name="Ms Alina Arshad" userId="cccdfd85-d35d-4453-9c6f-a463aae40722" providerId="ADAL" clId="{700AA452-C530-416E-96E5-BDDCF9860929}" dt="2024-09-22T13:46:13.377" v="122" actId="207"/>
        <pc:sldMkLst>
          <pc:docMk/>
          <pc:sldMk cId="0" sldId="353"/>
        </pc:sldMkLst>
        <pc:spChg chg="mod">
          <ac:chgData name="Ms Alina Arshad" userId="cccdfd85-d35d-4453-9c6f-a463aae40722" providerId="ADAL" clId="{700AA452-C530-416E-96E5-BDDCF9860929}" dt="2024-09-22T13:45:57.835" v="118" actId="113"/>
          <ac:spMkLst>
            <pc:docMk/>
            <pc:sldMk cId="0" sldId="353"/>
            <ac:spMk id="66563" creationId="{650DE2D3-D33D-40B5-8D5C-AB29784566B6}"/>
          </ac:spMkLst>
        </pc:spChg>
        <pc:spChg chg="mod">
          <ac:chgData name="Ms Alina Arshad" userId="cccdfd85-d35d-4453-9c6f-a463aae40722" providerId="ADAL" clId="{700AA452-C530-416E-96E5-BDDCF9860929}" dt="2024-09-22T13:46:13.377" v="122" actId="207"/>
          <ac:spMkLst>
            <pc:docMk/>
            <pc:sldMk cId="0" sldId="353"/>
            <ac:spMk id="66565" creationId="{64F0F6F5-8B02-4BA2-8850-441C6DF481F0}"/>
          </ac:spMkLst>
        </pc:spChg>
        <pc:picChg chg="mod">
          <ac:chgData name="Ms Alina Arshad" userId="cccdfd85-d35d-4453-9c6f-a463aae40722" providerId="ADAL" clId="{700AA452-C530-416E-96E5-BDDCF9860929}" dt="2024-09-22T13:45:59.814" v="119" actId="1076"/>
          <ac:picMkLst>
            <pc:docMk/>
            <pc:sldMk cId="0" sldId="353"/>
            <ac:picMk id="66564" creationId="{573920A5-602D-4661-B4F9-9067EB5BEADE}"/>
          </ac:picMkLst>
        </pc:picChg>
      </pc:sldChg>
      <pc:sldChg chg="modSp mod">
        <pc:chgData name="Ms Alina Arshad" userId="cccdfd85-d35d-4453-9c6f-a463aae40722" providerId="ADAL" clId="{700AA452-C530-416E-96E5-BDDCF9860929}" dt="2024-09-30T15:07:21.563" v="164" actId="14100"/>
        <pc:sldMkLst>
          <pc:docMk/>
          <pc:sldMk cId="0" sldId="354"/>
        </pc:sldMkLst>
        <pc:spChg chg="mod">
          <ac:chgData name="Ms Alina Arshad" userId="cccdfd85-d35d-4453-9c6f-a463aae40722" providerId="ADAL" clId="{700AA452-C530-416E-96E5-BDDCF9860929}" dt="2024-09-30T15:07:18.372" v="163" actId="1076"/>
          <ac:spMkLst>
            <pc:docMk/>
            <pc:sldMk cId="0" sldId="354"/>
            <ac:spMk id="68611" creationId="{7219106E-1553-4571-BEA9-6E2CC9576B6D}"/>
          </ac:spMkLst>
        </pc:spChg>
        <pc:picChg chg="mod">
          <ac:chgData name="Ms Alina Arshad" userId="cccdfd85-d35d-4453-9c6f-a463aae40722" providerId="ADAL" clId="{700AA452-C530-416E-96E5-BDDCF9860929}" dt="2024-09-30T15:07:21.563" v="164" actId="14100"/>
          <ac:picMkLst>
            <pc:docMk/>
            <pc:sldMk cId="0" sldId="354"/>
            <ac:picMk id="68612" creationId="{0C875AAC-7673-45CE-B586-BDF42E669911}"/>
          </ac:picMkLst>
        </pc:picChg>
      </pc:sldChg>
      <pc:sldChg chg="modSp mod">
        <pc:chgData name="Ms Alina Arshad" userId="cccdfd85-d35d-4453-9c6f-a463aae40722" providerId="ADAL" clId="{700AA452-C530-416E-96E5-BDDCF9860929}" dt="2024-09-30T15:08:40.788" v="170" actId="1076"/>
        <pc:sldMkLst>
          <pc:docMk/>
          <pc:sldMk cId="0" sldId="355"/>
        </pc:sldMkLst>
        <pc:spChg chg="mod">
          <ac:chgData name="Ms Alina Arshad" userId="cccdfd85-d35d-4453-9c6f-a463aae40722" providerId="ADAL" clId="{700AA452-C530-416E-96E5-BDDCF9860929}" dt="2024-09-30T15:08:03.318" v="165" actId="207"/>
          <ac:spMkLst>
            <pc:docMk/>
            <pc:sldMk cId="0" sldId="355"/>
            <ac:spMk id="75779" creationId="{B61B8769-D463-457A-B042-0D946EB6E901}"/>
          </ac:spMkLst>
        </pc:spChg>
        <pc:spChg chg="mod">
          <ac:chgData name="Ms Alina Arshad" userId="cccdfd85-d35d-4453-9c6f-a463aae40722" providerId="ADAL" clId="{700AA452-C530-416E-96E5-BDDCF9860929}" dt="2024-09-30T15:08:40.788" v="170" actId="1076"/>
          <ac:spMkLst>
            <pc:docMk/>
            <pc:sldMk cId="0" sldId="355"/>
            <ac:spMk id="75780" creationId="{B969BE2E-346A-40F3-BA4C-8A977B24D846}"/>
          </ac:spMkLst>
        </pc:spChg>
      </pc:sldChg>
      <pc:sldChg chg="delSp modSp mod">
        <pc:chgData name="Ms Alina Arshad" userId="cccdfd85-d35d-4453-9c6f-a463aae40722" providerId="ADAL" clId="{700AA452-C530-416E-96E5-BDDCF9860929}" dt="2024-09-30T18:52:44.057" v="228" actId="1076"/>
        <pc:sldMkLst>
          <pc:docMk/>
          <pc:sldMk cId="0" sldId="357"/>
        </pc:sldMkLst>
        <pc:spChg chg="del">
          <ac:chgData name="Ms Alina Arshad" userId="cccdfd85-d35d-4453-9c6f-a463aae40722" providerId="ADAL" clId="{700AA452-C530-416E-96E5-BDDCF9860929}" dt="2024-09-30T18:52:12.279" v="220" actId="478"/>
          <ac:spMkLst>
            <pc:docMk/>
            <pc:sldMk cId="0" sldId="357"/>
            <ac:spMk id="84994" creationId="{FEC753B0-AD36-4203-91A2-CE32D7F4AE44}"/>
          </ac:spMkLst>
        </pc:spChg>
        <pc:spChg chg="mod">
          <ac:chgData name="Ms Alina Arshad" userId="cccdfd85-d35d-4453-9c6f-a463aae40722" providerId="ADAL" clId="{700AA452-C530-416E-96E5-BDDCF9860929}" dt="2024-09-30T18:52:44.057" v="228" actId="1076"/>
          <ac:spMkLst>
            <pc:docMk/>
            <pc:sldMk cId="0" sldId="357"/>
            <ac:spMk id="84995" creationId="{6B637A28-0889-4EC5-BA30-354C9967D0FB}"/>
          </ac:spMkLst>
        </pc:spChg>
        <pc:graphicFrameChg chg="mod modGraphic">
          <ac:chgData name="Ms Alina Arshad" userId="cccdfd85-d35d-4453-9c6f-a463aae40722" providerId="ADAL" clId="{700AA452-C530-416E-96E5-BDDCF9860929}" dt="2024-09-30T18:52:39.248" v="227" actId="1076"/>
          <ac:graphicFrameMkLst>
            <pc:docMk/>
            <pc:sldMk cId="0" sldId="357"/>
            <ac:graphicFrameMk id="884809" creationId="{556EDF7B-4711-416D-A419-F0CB230120BD}"/>
          </ac:graphicFrameMkLst>
        </pc:graphicFrameChg>
      </pc:sldChg>
      <pc:sldChg chg="modSp mod">
        <pc:chgData name="Ms Alina Arshad" userId="cccdfd85-d35d-4453-9c6f-a463aae40722" providerId="ADAL" clId="{700AA452-C530-416E-96E5-BDDCF9860929}" dt="2024-09-30T18:48:23.109" v="199" actId="403"/>
        <pc:sldMkLst>
          <pc:docMk/>
          <pc:sldMk cId="0" sldId="368"/>
        </pc:sldMkLst>
        <pc:spChg chg="mod">
          <ac:chgData name="Ms Alina Arshad" userId="cccdfd85-d35d-4453-9c6f-a463aae40722" providerId="ADAL" clId="{700AA452-C530-416E-96E5-BDDCF9860929}" dt="2024-09-30T18:48:23.109" v="199" actId="403"/>
          <ac:spMkLst>
            <pc:docMk/>
            <pc:sldMk cId="0" sldId="368"/>
            <ac:spMk id="80899" creationId="{8AA31434-6D57-45F6-91CD-6F6FEBE0E785}"/>
          </ac:spMkLst>
        </pc:spChg>
      </pc:sldChg>
      <pc:sldChg chg="modSp mod">
        <pc:chgData name="Ms Alina Arshad" userId="cccdfd85-d35d-4453-9c6f-a463aae40722" providerId="ADAL" clId="{700AA452-C530-416E-96E5-BDDCF9860929}" dt="2024-09-30T18:49:20.358" v="205" actId="207"/>
        <pc:sldMkLst>
          <pc:docMk/>
          <pc:sldMk cId="0" sldId="369"/>
        </pc:sldMkLst>
        <pc:spChg chg="mod">
          <ac:chgData name="Ms Alina Arshad" userId="cccdfd85-d35d-4453-9c6f-a463aae40722" providerId="ADAL" clId="{700AA452-C530-416E-96E5-BDDCF9860929}" dt="2024-09-30T18:49:05.147" v="204" actId="1076"/>
          <ac:spMkLst>
            <pc:docMk/>
            <pc:sldMk cId="0" sldId="369"/>
            <ac:spMk id="81923" creationId="{212404F8-56E8-4683-B334-13C19B18AB45}"/>
          </ac:spMkLst>
        </pc:spChg>
        <pc:spChg chg="mod">
          <ac:chgData name="Ms Alina Arshad" userId="cccdfd85-d35d-4453-9c6f-a463aae40722" providerId="ADAL" clId="{700AA452-C530-416E-96E5-BDDCF9860929}" dt="2024-09-30T18:49:20.358" v="205" actId="207"/>
          <ac:spMkLst>
            <pc:docMk/>
            <pc:sldMk cId="0" sldId="369"/>
            <ac:spMk id="81924" creationId="{68248C69-9332-4A99-BC0A-14F57C4D99DE}"/>
          </ac:spMkLst>
        </pc:spChg>
      </pc:sldChg>
      <pc:sldChg chg="modSp mod">
        <pc:chgData name="Ms Alina Arshad" userId="cccdfd85-d35d-4453-9c6f-a463aae40722" providerId="ADAL" clId="{700AA452-C530-416E-96E5-BDDCF9860929}" dt="2024-09-30T18:45:49.813" v="193" actId="20577"/>
        <pc:sldMkLst>
          <pc:docMk/>
          <pc:sldMk cId="0" sldId="370"/>
        </pc:sldMkLst>
        <pc:spChg chg="mod">
          <ac:chgData name="Ms Alina Arshad" userId="cccdfd85-d35d-4453-9c6f-a463aae40722" providerId="ADAL" clId="{700AA452-C530-416E-96E5-BDDCF9860929}" dt="2024-09-30T15:08:48.912" v="172" actId="207"/>
          <ac:spMkLst>
            <pc:docMk/>
            <pc:sldMk cId="0" sldId="370"/>
            <ac:spMk id="77827" creationId="{67E99228-87F5-434B-834C-05F83602BEA7}"/>
          </ac:spMkLst>
        </pc:spChg>
        <pc:spChg chg="mod">
          <ac:chgData name="Ms Alina Arshad" userId="cccdfd85-d35d-4453-9c6f-a463aae40722" providerId="ADAL" clId="{700AA452-C530-416E-96E5-BDDCF9860929}" dt="2024-09-30T18:45:49.813" v="193" actId="20577"/>
          <ac:spMkLst>
            <pc:docMk/>
            <pc:sldMk cId="0" sldId="370"/>
            <ac:spMk id="77828" creationId="{AE58D6A9-2268-4B9B-B644-43B75570DBA9}"/>
          </ac:spMkLst>
        </pc:spChg>
      </pc:sldChg>
      <pc:sldChg chg="modSp mod">
        <pc:chgData name="Ms Alina Arshad" userId="cccdfd85-d35d-4453-9c6f-a463aae40722" providerId="ADAL" clId="{700AA452-C530-416E-96E5-BDDCF9860929}" dt="2024-09-30T18:46:34.209" v="196" actId="14100"/>
        <pc:sldMkLst>
          <pc:docMk/>
          <pc:sldMk cId="0" sldId="371"/>
        </pc:sldMkLst>
        <pc:spChg chg="mod">
          <ac:chgData name="Ms Alina Arshad" userId="cccdfd85-d35d-4453-9c6f-a463aae40722" providerId="ADAL" clId="{700AA452-C530-416E-96E5-BDDCF9860929}" dt="2024-09-30T18:46:34.209" v="196" actId="14100"/>
          <ac:spMkLst>
            <pc:docMk/>
            <pc:sldMk cId="0" sldId="371"/>
            <ac:spMk id="79875" creationId="{8CF305EB-D670-4393-98CF-42D50C4A807E}"/>
          </ac:spMkLst>
        </pc:spChg>
        <pc:spChg chg="mod">
          <ac:chgData name="Ms Alina Arshad" userId="cccdfd85-d35d-4453-9c6f-a463aae40722" providerId="ADAL" clId="{700AA452-C530-416E-96E5-BDDCF9860929}" dt="2024-09-30T18:46:25.475" v="194" actId="207"/>
          <ac:spMkLst>
            <pc:docMk/>
            <pc:sldMk cId="0" sldId="371"/>
            <ac:spMk id="79876" creationId="{092D5270-798D-445A-9B24-A3520F9BB889}"/>
          </ac:spMkLst>
        </pc:spChg>
      </pc:sldChg>
      <pc:sldChg chg="modSp mod ord">
        <pc:chgData name="Ms Alina Arshad" userId="cccdfd85-d35d-4453-9c6f-a463aae40722" providerId="ADAL" clId="{700AA452-C530-416E-96E5-BDDCF9860929}" dt="2024-09-30T18:39:15.777" v="179" actId="1076"/>
        <pc:sldMkLst>
          <pc:docMk/>
          <pc:sldMk cId="0" sldId="372"/>
        </pc:sldMkLst>
        <pc:spChg chg="mod">
          <ac:chgData name="Ms Alina Arshad" userId="cccdfd85-d35d-4453-9c6f-a463aae40722" providerId="ADAL" clId="{700AA452-C530-416E-96E5-BDDCF9860929}" dt="2024-09-30T18:39:10.504" v="177" actId="1076"/>
          <ac:spMkLst>
            <pc:docMk/>
            <pc:sldMk cId="0" sldId="372"/>
            <ac:spMk id="78851" creationId="{5938DAAF-F418-44DE-B803-5D31322FB670}"/>
          </ac:spMkLst>
        </pc:spChg>
        <pc:picChg chg="mod">
          <ac:chgData name="Ms Alina Arshad" userId="cccdfd85-d35d-4453-9c6f-a463aae40722" providerId="ADAL" clId="{700AA452-C530-416E-96E5-BDDCF9860929}" dt="2024-09-30T18:39:15.777" v="179" actId="1076"/>
          <ac:picMkLst>
            <pc:docMk/>
            <pc:sldMk cId="0" sldId="372"/>
            <ac:picMk id="78852" creationId="{698D94F0-9B82-46C7-B735-4F93695DB9A6}"/>
          </ac:picMkLst>
        </pc:picChg>
      </pc:sldChg>
      <pc:sldChg chg="delSp modSp add mod modTransition">
        <pc:chgData name="Ms Alina Arshad" userId="cccdfd85-d35d-4453-9c6f-a463aae40722" providerId="ADAL" clId="{700AA452-C530-416E-96E5-BDDCF9860929}" dt="2024-09-28T18:48:27.419" v="132" actId="478"/>
        <pc:sldMkLst>
          <pc:docMk/>
          <pc:sldMk cId="0" sldId="384"/>
        </pc:sldMkLst>
        <pc:spChg chg="del">
          <ac:chgData name="Ms Alina Arshad" userId="cccdfd85-d35d-4453-9c6f-a463aae40722" providerId="ADAL" clId="{700AA452-C530-416E-96E5-BDDCF9860929}" dt="2024-09-28T18:48:27.419" v="132" actId="478"/>
          <ac:spMkLst>
            <pc:docMk/>
            <pc:sldMk cId="0" sldId="384"/>
            <ac:spMk id="45058" creationId="{F5A5FDB9-F4E1-AF56-BB8A-D14E39931F53}"/>
          </ac:spMkLst>
        </pc:spChg>
        <pc:spChg chg="mod">
          <ac:chgData name="Ms Alina Arshad" userId="cccdfd85-d35d-4453-9c6f-a463aae40722" providerId="ADAL" clId="{700AA452-C530-416E-96E5-BDDCF9860929}" dt="2024-09-28T18:48:08.791" v="129" actId="207"/>
          <ac:spMkLst>
            <pc:docMk/>
            <pc:sldMk cId="0" sldId="384"/>
            <ac:spMk id="45059" creationId="{84D44900-4D45-4C5B-F55E-8C00BDEFF2B6}"/>
          </ac:spMkLst>
        </pc:spChg>
        <pc:spChg chg="mod">
          <ac:chgData name="Ms Alina Arshad" userId="cccdfd85-d35d-4453-9c6f-a463aae40722" providerId="ADAL" clId="{700AA452-C530-416E-96E5-BDDCF9860929}" dt="2024-09-28T18:48:24.244" v="131" actId="12"/>
          <ac:spMkLst>
            <pc:docMk/>
            <pc:sldMk cId="0" sldId="384"/>
            <ac:spMk id="45060" creationId="{91B64F00-F425-3490-70A7-8C5948A081EA}"/>
          </ac:spMkLst>
        </pc:spChg>
      </pc:sldChg>
      <pc:sldChg chg="modSp mod">
        <pc:chgData name="Ms Alina Arshad" userId="cccdfd85-d35d-4453-9c6f-a463aae40722" providerId="ADAL" clId="{700AA452-C530-416E-96E5-BDDCF9860929}" dt="2024-09-30T18:51:31.050" v="210" actId="403"/>
        <pc:sldMkLst>
          <pc:docMk/>
          <pc:sldMk cId="0" sldId="392"/>
        </pc:sldMkLst>
        <pc:spChg chg="mod">
          <ac:chgData name="Ms Alina Arshad" userId="cccdfd85-d35d-4453-9c6f-a463aae40722" providerId="ADAL" clId="{700AA452-C530-416E-96E5-BDDCF9860929}" dt="2024-09-30T18:51:21.703" v="208" actId="1076"/>
          <ac:spMkLst>
            <pc:docMk/>
            <pc:sldMk cId="0" sldId="392"/>
            <ac:spMk id="82946" creationId="{E151F0DE-2290-4565-B2AF-2946B137DBDA}"/>
          </ac:spMkLst>
        </pc:spChg>
        <pc:spChg chg="mod">
          <ac:chgData name="Ms Alina Arshad" userId="cccdfd85-d35d-4453-9c6f-a463aae40722" providerId="ADAL" clId="{700AA452-C530-416E-96E5-BDDCF9860929}" dt="2024-09-30T18:51:31.050" v="210" actId="403"/>
          <ac:spMkLst>
            <pc:docMk/>
            <pc:sldMk cId="0" sldId="392"/>
            <ac:spMk id="82947" creationId="{718E235B-BEB1-4C55-9204-377314CEE69D}"/>
          </ac:spMkLst>
        </pc:spChg>
      </pc:sldChg>
      <pc:sldChg chg="delSp modSp mod">
        <pc:chgData name="Ms Alina Arshad" userId="cccdfd85-d35d-4453-9c6f-a463aae40722" providerId="ADAL" clId="{700AA452-C530-416E-96E5-BDDCF9860929}" dt="2024-09-30T18:51:58.386" v="217" actId="113"/>
        <pc:sldMkLst>
          <pc:docMk/>
          <pc:sldMk cId="0" sldId="396"/>
        </pc:sldMkLst>
        <pc:spChg chg="mod">
          <ac:chgData name="Ms Alina Arshad" userId="cccdfd85-d35d-4453-9c6f-a463aae40722" providerId="ADAL" clId="{700AA452-C530-416E-96E5-BDDCF9860929}" dt="2024-09-30T18:51:58.386" v="217" actId="113"/>
          <ac:spMkLst>
            <pc:docMk/>
            <pc:sldMk cId="0" sldId="396"/>
            <ac:spMk id="83970" creationId="{0BE439A8-31E1-4FAD-A6BE-A942378CBD17}"/>
          </ac:spMkLst>
        </pc:spChg>
        <pc:picChg chg="del mod">
          <ac:chgData name="Ms Alina Arshad" userId="cccdfd85-d35d-4453-9c6f-a463aae40722" providerId="ADAL" clId="{700AA452-C530-416E-96E5-BDDCF9860929}" dt="2024-09-30T18:51:47.699" v="213" actId="478"/>
          <ac:picMkLst>
            <pc:docMk/>
            <pc:sldMk cId="0" sldId="396"/>
            <ac:picMk id="83974" creationId="{4CDE9EC7-1771-4D94-B064-F61198DC51C7}"/>
          </ac:picMkLst>
        </pc:picChg>
      </pc:sldChg>
      <pc:sldChg chg="delSp modSp mod">
        <pc:chgData name="Ms Alina Arshad" userId="cccdfd85-d35d-4453-9c6f-a463aae40722" providerId="ADAL" clId="{700AA452-C530-416E-96E5-BDDCF9860929}" dt="2024-09-22T13:45:49.091" v="116" actId="478"/>
        <pc:sldMkLst>
          <pc:docMk/>
          <pc:sldMk cId="1634129650" sldId="397"/>
        </pc:sldMkLst>
        <pc:spChg chg="del">
          <ac:chgData name="Ms Alina Arshad" userId="cccdfd85-d35d-4453-9c6f-a463aae40722" providerId="ADAL" clId="{700AA452-C530-416E-96E5-BDDCF9860929}" dt="2024-09-22T13:45:49.091" v="116" actId="478"/>
          <ac:spMkLst>
            <pc:docMk/>
            <pc:sldMk cId="1634129650" sldId="397"/>
            <ac:spMk id="2" creationId="{76698A79-8446-4955-82E7-25E504015F3E}"/>
          </ac:spMkLst>
        </pc:spChg>
        <pc:spChg chg="mod">
          <ac:chgData name="Ms Alina Arshad" userId="cccdfd85-d35d-4453-9c6f-a463aae40722" providerId="ADAL" clId="{700AA452-C530-416E-96E5-BDDCF9860929}" dt="2024-09-22T13:45:45.855" v="115" actId="12"/>
          <ac:spMkLst>
            <pc:docMk/>
            <pc:sldMk cId="1634129650" sldId="397"/>
            <ac:spMk id="3" creationId="{566192B2-7CA6-4494-AAC2-7D51C0489E13}"/>
          </ac:spMkLst>
        </pc:spChg>
      </pc:sldChg>
      <pc:sldChg chg="del">
        <pc:chgData name="Ms Alina Arshad" userId="cccdfd85-d35d-4453-9c6f-a463aae40722" providerId="ADAL" clId="{700AA452-C530-416E-96E5-BDDCF9860929}" dt="2024-09-22T13:30:24.076" v="6" actId="47"/>
        <pc:sldMkLst>
          <pc:docMk/>
          <pc:sldMk cId="818196387" sldId="398"/>
        </pc:sldMkLst>
      </pc:sldChg>
      <pc:sldChg chg="del">
        <pc:chgData name="Ms Alina Arshad" userId="cccdfd85-d35d-4453-9c6f-a463aae40722" providerId="ADAL" clId="{700AA452-C530-416E-96E5-BDDCF9860929}" dt="2024-09-22T13:30:24.415" v="7" actId="47"/>
        <pc:sldMkLst>
          <pc:docMk/>
          <pc:sldMk cId="3016557581" sldId="399"/>
        </pc:sldMkLst>
      </pc:sldChg>
      <pc:sldChg chg="del">
        <pc:chgData name="Ms Alina Arshad" userId="cccdfd85-d35d-4453-9c6f-a463aae40722" providerId="ADAL" clId="{700AA452-C530-416E-96E5-BDDCF9860929}" dt="2024-09-22T13:30:25.184" v="9" actId="47"/>
        <pc:sldMkLst>
          <pc:docMk/>
          <pc:sldMk cId="778265951" sldId="400"/>
        </pc:sldMkLst>
      </pc:sldChg>
      <pc:sldChg chg="del">
        <pc:chgData name="Ms Alina Arshad" userId="cccdfd85-d35d-4453-9c6f-a463aae40722" providerId="ADAL" clId="{700AA452-C530-416E-96E5-BDDCF9860929}" dt="2024-09-22T13:30:27.655" v="15" actId="47"/>
        <pc:sldMkLst>
          <pc:docMk/>
          <pc:sldMk cId="978211767" sldId="401"/>
        </pc:sldMkLst>
      </pc:sldChg>
      <pc:sldChg chg="del">
        <pc:chgData name="Ms Alina Arshad" userId="cccdfd85-d35d-4453-9c6f-a463aae40722" providerId="ADAL" clId="{700AA452-C530-416E-96E5-BDDCF9860929}" dt="2024-09-22T13:30:28.051" v="16" actId="47"/>
        <pc:sldMkLst>
          <pc:docMk/>
          <pc:sldMk cId="20141498" sldId="402"/>
        </pc:sldMkLst>
      </pc:sldChg>
      <pc:sldMasterChg chg="modSldLayout">
        <pc:chgData name="Ms Alina Arshad" userId="cccdfd85-d35d-4453-9c6f-a463aae40722" providerId="ADAL" clId="{700AA452-C530-416E-96E5-BDDCF9860929}" dt="2024-09-22T13:44:14.924" v="99" actId="16037"/>
        <pc:sldMasterMkLst>
          <pc:docMk/>
          <pc:sldMasterMk cId="1090009938" sldId="2147483660"/>
        </pc:sldMasterMkLst>
        <pc:sldLayoutChg chg="modSp">
          <pc:chgData name="Ms Alina Arshad" userId="cccdfd85-d35d-4453-9c6f-a463aae40722" providerId="ADAL" clId="{700AA452-C530-416E-96E5-BDDCF9860929}" dt="2024-09-22T13:44:14.924" v="99" actId="16037"/>
          <pc:sldLayoutMkLst>
            <pc:docMk/>
            <pc:sldMasterMk cId="1090009938" sldId="2147483660"/>
            <pc:sldLayoutMk cId="2573694011" sldId="2147483662"/>
          </pc:sldLayoutMkLst>
          <pc:spChg chg="mod">
            <ac:chgData name="Ms Alina Arshad" userId="cccdfd85-d35d-4453-9c6f-a463aae40722" providerId="ADAL" clId="{700AA452-C530-416E-96E5-BDDCF9860929}" dt="2024-09-22T13:44:14.924" v="99" actId="16037"/>
            <ac:spMkLst>
              <pc:docMk/>
              <pc:sldMasterMk cId="1090009938" sldId="2147483660"/>
              <pc:sldLayoutMk cId="2573694011" sldId="2147483662"/>
              <ac:spMk id="3" creationId="{00000000-0000-0000-0000-000000000000}"/>
            </ac:spMkLst>
          </pc:spChg>
        </pc:sldLayoutChg>
      </pc:sldMasterChg>
    </pc:docChg>
  </pc:docChgLst>
  <pc:docChgLst>
    <pc:chgData name="Ms Alina Arshad" userId="cccdfd85-d35d-4453-9c6f-a463aae40722" providerId="ADAL" clId="{767BE7A2-AFF8-4956-9A07-277F9F60BE3E}"/>
    <pc:docChg chg="modSld">
      <pc:chgData name="Ms Alina Arshad" userId="cccdfd85-d35d-4453-9c6f-a463aae40722" providerId="ADAL" clId="{767BE7A2-AFF8-4956-9A07-277F9F60BE3E}" dt="2024-11-12T14:10:46.070" v="14" actId="1036"/>
      <pc:docMkLst>
        <pc:docMk/>
      </pc:docMkLst>
      <pc:sldChg chg="modSp mod">
        <pc:chgData name="Ms Alina Arshad" userId="cccdfd85-d35d-4453-9c6f-a463aae40722" providerId="ADAL" clId="{767BE7A2-AFF8-4956-9A07-277F9F60BE3E}" dt="2024-11-12T13:50:02.064" v="1" actId="14100"/>
        <pc:sldMkLst>
          <pc:docMk/>
          <pc:sldMk cId="0" sldId="293"/>
        </pc:sldMkLst>
        <pc:spChg chg="mod">
          <ac:chgData name="Ms Alina Arshad" userId="cccdfd85-d35d-4453-9c6f-a463aae40722" providerId="ADAL" clId="{767BE7A2-AFF8-4956-9A07-277F9F60BE3E}" dt="2024-11-12T13:50:02.064" v="1" actId="14100"/>
          <ac:spMkLst>
            <pc:docMk/>
            <pc:sldMk cId="0" sldId="293"/>
            <ac:spMk id="361" creationId="{00000000-0000-0000-0000-000000000000}"/>
          </ac:spMkLst>
        </pc:spChg>
      </pc:sldChg>
      <pc:sldChg chg="modSp mod">
        <pc:chgData name="Ms Alina Arshad" userId="cccdfd85-d35d-4453-9c6f-a463aae40722" providerId="ADAL" clId="{767BE7A2-AFF8-4956-9A07-277F9F60BE3E}" dt="2024-11-12T13:53:26.351" v="2" actId="403"/>
        <pc:sldMkLst>
          <pc:docMk/>
          <pc:sldMk cId="0" sldId="294"/>
        </pc:sldMkLst>
        <pc:spChg chg="mod">
          <ac:chgData name="Ms Alina Arshad" userId="cccdfd85-d35d-4453-9c6f-a463aae40722" providerId="ADAL" clId="{767BE7A2-AFF8-4956-9A07-277F9F60BE3E}" dt="2024-11-12T13:53:26.351" v="2" actId="403"/>
          <ac:spMkLst>
            <pc:docMk/>
            <pc:sldMk cId="0" sldId="294"/>
            <ac:spMk id="368" creationId="{00000000-0000-0000-0000-000000000000}"/>
          </ac:spMkLst>
        </pc:spChg>
      </pc:sldChg>
      <pc:sldChg chg="modSp mod">
        <pc:chgData name="Ms Alina Arshad" userId="cccdfd85-d35d-4453-9c6f-a463aae40722" providerId="ADAL" clId="{767BE7A2-AFF8-4956-9A07-277F9F60BE3E}" dt="2024-11-12T13:55:35.793" v="3" actId="403"/>
        <pc:sldMkLst>
          <pc:docMk/>
          <pc:sldMk cId="0" sldId="296"/>
        </pc:sldMkLst>
        <pc:spChg chg="mod">
          <ac:chgData name="Ms Alina Arshad" userId="cccdfd85-d35d-4453-9c6f-a463aae40722" providerId="ADAL" clId="{767BE7A2-AFF8-4956-9A07-277F9F60BE3E}" dt="2024-11-12T13:55:35.793" v="3" actId="403"/>
          <ac:spMkLst>
            <pc:docMk/>
            <pc:sldMk cId="0" sldId="296"/>
            <ac:spMk id="386" creationId="{00000000-0000-0000-0000-000000000000}"/>
          </ac:spMkLst>
        </pc:spChg>
      </pc:sldChg>
      <pc:sldChg chg="modSp mod">
        <pc:chgData name="Ms Alina Arshad" userId="cccdfd85-d35d-4453-9c6f-a463aae40722" providerId="ADAL" clId="{767BE7A2-AFF8-4956-9A07-277F9F60BE3E}" dt="2024-11-12T14:01:17.038" v="7" actId="1076"/>
        <pc:sldMkLst>
          <pc:docMk/>
          <pc:sldMk cId="0" sldId="297"/>
        </pc:sldMkLst>
        <pc:spChg chg="mod">
          <ac:chgData name="Ms Alina Arshad" userId="cccdfd85-d35d-4453-9c6f-a463aae40722" providerId="ADAL" clId="{767BE7A2-AFF8-4956-9A07-277F9F60BE3E}" dt="2024-11-12T14:01:12.240" v="5" actId="403"/>
          <ac:spMkLst>
            <pc:docMk/>
            <pc:sldMk cId="0" sldId="297"/>
            <ac:spMk id="393" creationId="{00000000-0000-0000-0000-000000000000}"/>
          </ac:spMkLst>
        </pc:spChg>
        <pc:spChg chg="mod">
          <ac:chgData name="Ms Alina Arshad" userId="cccdfd85-d35d-4453-9c6f-a463aae40722" providerId="ADAL" clId="{767BE7A2-AFF8-4956-9A07-277F9F60BE3E}" dt="2024-11-12T14:01:15.817" v="6" actId="1076"/>
          <ac:spMkLst>
            <pc:docMk/>
            <pc:sldMk cId="0" sldId="297"/>
            <ac:spMk id="396" creationId="{00000000-0000-0000-0000-000000000000}"/>
          </ac:spMkLst>
        </pc:spChg>
        <pc:picChg chg="mod">
          <ac:chgData name="Ms Alina Arshad" userId="cccdfd85-d35d-4453-9c6f-a463aae40722" providerId="ADAL" clId="{767BE7A2-AFF8-4956-9A07-277F9F60BE3E}" dt="2024-11-12T14:01:17.038" v="7" actId="1076"/>
          <ac:picMkLst>
            <pc:docMk/>
            <pc:sldMk cId="0" sldId="297"/>
            <ac:picMk id="395" creationId="{00000000-0000-0000-0000-000000000000}"/>
          </ac:picMkLst>
        </pc:picChg>
      </pc:sldChg>
      <pc:sldChg chg="modSp mod">
        <pc:chgData name="Ms Alina Arshad" userId="cccdfd85-d35d-4453-9c6f-a463aae40722" providerId="ADAL" clId="{767BE7A2-AFF8-4956-9A07-277F9F60BE3E}" dt="2024-11-12T14:02:21.885" v="8" actId="403"/>
        <pc:sldMkLst>
          <pc:docMk/>
          <pc:sldMk cId="0" sldId="298"/>
        </pc:sldMkLst>
        <pc:spChg chg="mod">
          <ac:chgData name="Ms Alina Arshad" userId="cccdfd85-d35d-4453-9c6f-a463aae40722" providerId="ADAL" clId="{767BE7A2-AFF8-4956-9A07-277F9F60BE3E}" dt="2024-11-12T14:02:21.885" v="8" actId="403"/>
          <ac:spMkLst>
            <pc:docMk/>
            <pc:sldMk cId="0" sldId="298"/>
            <ac:spMk id="402" creationId="{00000000-0000-0000-0000-000000000000}"/>
          </ac:spMkLst>
        </pc:spChg>
      </pc:sldChg>
      <pc:sldChg chg="modSp mod">
        <pc:chgData name="Ms Alina Arshad" userId="cccdfd85-d35d-4453-9c6f-a463aae40722" providerId="ADAL" clId="{767BE7A2-AFF8-4956-9A07-277F9F60BE3E}" dt="2024-11-12T14:03:51.045" v="11" actId="1076"/>
        <pc:sldMkLst>
          <pc:docMk/>
          <pc:sldMk cId="0" sldId="299"/>
        </pc:sldMkLst>
        <pc:spChg chg="mod">
          <ac:chgData name="Ms Alina Arshad" userId="cccdfd85-d35d-4453-9c6f-a463aae40722" providerId="ADAL" clId="{767BE7A2-AFF8-4956-9A07-277F9F60BE3E}" dt="2024-11-12T14:03:49.233" v="10" actId="1076"/>
          <ac:spMkLst>
            <pc:docMk/>
            <pc:sldMk cId="0" sldId="299"/>
            <ac:spMk id="412" creationId="{00000000-0000-0000-0000-000000000000}"/>
          </ac:spMkLst>
        </pc:spChg>
        <pc:picChg chg="mod">
          <ac:chgData name="Ms Alina Arshad" userId="cccdfd85-d35d-4453-9c6f-a463aae40722" providerId="ADAL" clId="{767BE7A2-AFF8-4956-9A07-277F9F60BE3E}" dt="2024-11-12T14:03:51.045" v="11" actId="1076"/>
          <ac:picMkLst>
            <pc:docMk/>
            <pc:sldMk cId="0" sldId="299"/>
            <ac:picMk id="411" creationId="{00000000-0000-0000-0000-000000000000}"/>
          </ac:picMkLst>
        </pc:picChg>
      </pc:sldChg>
      <pc:sldChg chg="modSp mod">
        <pc:chgData name="Ms Alina Arshad" userId="cccdfd85-d35d-4453-9c6f-a463aae40722" providerId="ADAL" clId="{767BE7A2-AFF8-4956-9A07-277F9F60BE3E}" dt="2024-11-12T14:05:30.348" v="12" actId="403"/>
        <pc:sldMkLst>
          <pc:docMk/>
          <pc:sldMk cId="0" sldId="301"/>
        </pc:sldMkLst>
        <pc:spChg chg="mod">
          <ac:chgData name="Ms Alina Arshad" userId="cccdfd85-d35d-4453-9c6f-a463aae40722" providerId="ADAL" clId="{767BE7A2-AFF8-4956-9A07-277F9F60BE3E}" dt="2024-11-12T14:05:30.348" v="12" actId="403"/>
          <ac:spMkLst>
            <pc:docMk/>
            <pc:sldMk cId="0" sldId="301"/>
            <ac:spMk id="429" creationId="{00000000-0000-0000-0000-000000000000}"/>
          </ac:spMkLst>
        </pc:spChg>
      </pc:sldChg>
      <pc:sldChg chg="modSp mod">
        <pc:chgData name="Ms Alina Arshad" userId="cccdfd85-d35d-4453-9c6f-a463aae40722" providerId="ADAL" clId="{767BE7A2-AFF8-4956-9A07-277F9F60BE3E}" dt="2024-11-12T14:10:46.070" v="14" actId="1036"/>
        <pc:sldMkLst>
          <pc:docMk/>
          <pc:sldMk cId="0" sldId="302"/>
        </pc:sldMkLst>
        <pc:spChg chg="mod">
          <ac:chgData name="Ms Alina Arshad" userId="cccdfd85-d35d-4453-9c6f-a463aae40722" providerId="ADAL" clId="{767BE7A2-AFF8-4956-9A07-277F9F60BE3E}" dt="2024-11-12T14:10:46.070" v="14" actId="1036"/>
          <ac:spMkLst>
            <pc:docMk/>
            <pc:sldMk cId="0" sldId="302"/>
            <ac:spMk id="436" creationId="{00000000-0000-0000-0000-000000000000}"/>
          </ac:spMkLst>
        </pc:spChg>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5T13:43:36.080" v="115" actId="1076"/>
        <pc:sldMkLst>
          <pc:docMk/>
          <pc:sldMk cId="0" sldId="258"/>
        </pc:sldMkLst>
        <pc:spChg chg="mod">
          <ac:chgData name="Ms Alina Arshad" userId="cccdfd85-d35d-4453-9c6f-a463aae40722" providerId="ADAL" clId="{0CB232A2-0B42-4DBF-AC2D-50B32D7285CF}" dt="2024-09-15T13:42:00.427" v="111" actId="14100"/>
          <ac:spMkLst>
            <pc:docMk/>
            <pc:sldMk cId="0" sldId="258"/>
            <ac:spMk id="106" creationId="{00000000-0000-0000-0000-000000000000}"/>
          </ac:spMkLst>
        </pc:spChg>
        <pc:spChg chg="mod">
          <ac:chgData name="Ms Alina Arshad" userId="cccdfd85-d35d-4453-9c6f-a463aae40722" providerId="ADAL" clId="{0CB232A2-0B42-4DBF-AC2D-50B32D7285CF}" dt="2024-09-15T13:43:36.080" v="115" actId="1076"/>
          <ac:spMkLst>
            <pc:docMk/>
            <pc:sldMk cId="0" sldId="258"/>
            <ac:spMk id="107" creationId="{00000000-0000-0000-0000-000000000000}"/>
          </ac:spMkLst>
        </pc:spChg>
      </pc:sldChg>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addSp delSp mod">
        <pc:chgData name="Ms Alina Arshad" userId="cccdfd85-d35d-4453-9c6f-a463aae40722" providerId="ADAL" clId="{57485560-A1FA-415A-BF02-476F12996002}" dt="2024-09-01T04:11:14.245" v="2" actId="22"/>
        <pc:sldMkLst>
          <pc:docMk/>
          <pc:sldMk cId="0" sldId="259"/>
        </pc:sldMkLst>
        <pc:picChg chg="add del">
          <ac:chgData name="Ms Alina Arshad" userId="cccdfd85-d35d-4453-9c6f-a463aae40722" providerId="ADAL" clId="{57485560-A1FA-415A-BF02-476F12996002}" dt="2024-09-01T04:11:14.245" v="2" actId="22"/>
          <ac:picMkLst>
            <pc:docMk/>
            <pc:sldMk cId="0" sldId="259"/>
            <ac:picMk id="5" creationId="{057F4995-001D-925F-66AC-88924EEB93E7}"/>
          </ac:picMkLst>
        </pc:picChg>
      </pc:sldChg>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18:18.107" v="52" actId="113"/>
        <pc:sldMkLst>
          <pc:docMk/>
          <pc:sldMk cId="0" sldId="261"/>
        </pc:sldMkLst>
        <pc:spChg chg="mod">
          <ac:chgData name="Ms Alina Arshad" userId="cccdfd85-d35d-4453-9c6f-a463aae40722" providerId="ADAL" clId="{57485560-A1FA-415A-BF02-476F12996002}" dt="2024-09-01T04:18:18.107" v="52" actId="113"/>
          <ac:spMkLst>
            <pc:docMk/>
            <pc:sldMk cId="0" sldId="261"/>
            <ac:spMk id="3" creationId="{00000000-0000-0000-0000-000000000000}"/>
          </ac:spMkLst>
        </pc:spChg>
      </pc:sldChg>
      <pc:sldChg chg="modSp mod modNotesTx">
        <pc:chgData name="Ms Alina Arshad" userId="cccdfd85-d35d-4453-9c6f-a463aae40722" providerId="ADAL" clId="{57485560-A1FA-415A-BF02-476F12996002}" dt="2024-09-01T05:00:40.446" v="208" actId="1076"/>
        <pc:sldMkLst>
          <pc:docMk/>
          <pc:sldMk cId="0" sldId="262"/>
        </pc:sldMkLst>
        <pc:spChg chg="mod">
          <ac:chgData name="Ms Alina Arshad" userId="cccdfd85-d35d-4453-9c6f-a463aae40722" providerId="ADAL" clId="{57485560-A1FA-415A-BF02-476F12996002}" dt="2024-09-01T05:00:40.446" v="208" actId="1076"/>
          <ac:spMkLst>
            <pc:docMk/>
            <pc:sldMk cId="0" sldId="262"/>
            <ac:spMk id="2" creationId="{00000000-0000-0000-0000-000000000000}"/>
          </ac:spMkLst>
        </pc:spChg>
        <pc:spChg chg="mod">
          <ac:chgData name="Ms Alina Arshad" userId="cccdfd85-d35d-4453-9c6f-a463aae40722" providerId="ADAL" clId="{57485560-A1FA-415A-BF02-476F12996002}" dt="2024-09-01T05:00:34.321" v="207" actId="14100"/>
          <ac:spMkLst>
            <pc:docMk/>
            <pc:sldMk cId="0" sldId="262"/>
            <ac:spMk id="3" creationId="{00000000-0000-0000-0000-000000000000}"/>
          </ac:spMkLst>
        </pc:spChg>
      </pc:sldChg>
      <pc:sldChg chg="modSp mod">
        <pc:chgData name="Ms Alina Arshad" userId="cccdfd85-d35d-4453-9c6f-a463aae40722" providerId="ADAL" clId="{57485560-A1FA-415A-BF02-476F12996002}" dt="2024-09-01T04:58:20.337" v="187" actId="113"/>
        <pc:sldMkLst>
          <pc:docMk/>
          <pc:sldMk cId="0" sldId="264"/>
        </pc:sldMkLst>
        <pc:spChg chg="mod">
          <ac:chgData name="Ms Alina Arshad" userId="cccdfd85-d35d-4453-9c6f-a463aae40722" providerId="ADAL" clId="{57485560-A1FA-415A-BF02-476F12996002}" dt="2024-09-01T04:58:20.337" v="187" actId="113"/>
          <ac:spMkLst>
            <pc:docMk/>
            <pc:sldMk cId="0" sldId="264"/>
            <ac:spMk id="3" creationId="{00000000-0000-0000-0000-000000000000}"/>
          </ac:spMkLst>
        </pc:sp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11:57:54.719" v="25" actId="5793"/>
        <pc:sldMkLst>
          <pc:docMk/>
          <pc:sldMk cId="0" sldId="262"/>
        </pc:sldMkLst>
        <pc:spChg chg="mod">
          <ac:chgData name="Ms Alina Arshad" userId="cccdfd85-d35d-4453-9c6f-a463aae40722" providerId="ADAL" clId="{3DC40453-2615-4ACE-A024-C61DE1A47E6A}" dt="2024-09-08T11:57:54.719" v="25" actId="5793"/>
          <ac:spMkLst>
            <pc:docMk/>
            <pc:sldMk cId="0" sldId="262"/>
            <ac:spMk id="3" creationId="{00000000-0000-0000-0000-000000000000}"/>
          </ac:spMkLst>
        </pc:sp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25D16F58-DD4A-4416-BD93-1F22EC4F4224}"/>
    <pc:docChg chg="undo custSel addSld delSld modSld">
      <pc:chgData name="Ms Alina Arshad" userId="cccdfd85-d35d-4453-9c6f-a463aae40722" providerId="ADAL" clId="{25D16F58-DD4A-4416-BD93-1F22EC4F4224}" dt="2024-11-08T04:33:18.183" v="224" actId="1076"/>
      <pc:docMkLst>
        <pc:docMk/>
      </pc:docMkLst>
      <pc:sldChg chg="modSp mod">
        <pc:chgData name="Ms Alina Arshad" userId="cccdfd85-d35d-4453-9c6f-a463aae40722" providerId="ADAL" clId="{25D16F58-DD4A-4416-BD93-1F22EC4F4224}" dt="2024-11-08T04:24:07.390" v="52" actId="20577"/>
        <pc:sldMkLst>
          <pc:docMk/>
          <pc:sldMk cId="3322361034" sldId="256"/>
        </pc:sldMkLst>
        <pc:spChg chg="mod">
          <ac:chgData name="Ms Alina Arshad" userId="cccdfd85-d35d-4453-9c6f-a463aae40722" providerId="ADAL" clId="{25D16F58-DD4A-4416-BD93-1F22EC4F4224}" dt="2024-11-08T04:24:07.390" v="52" actId="20577"/>
          <ac:spMkLst>
            <pc:docMk/>
            <pc:sldMk cId="3322361034" sldId="256"/>
            <ac:spMk id="3" creationId="{44E9F82C-BBA7-3495-1097-BEDB54FFFDF4}"/>
          </ac:spMkLst>
        </pc:spChg>
      </pc:sldChg>
      <pc:sldChg chg="del">
        <pc:chgData name="Ms Alina Arshad" userId="cccdfd85-d35d-4453-9c6f-a463aae40722" providerId="ADAL" clId="{25D16F58-DD4A-4416-BD93-1F22EC4F4224}" dt="2024-11-08T04:23:37.970" v="0" actId="47"/>
        <pc:sldMkLst>
          <pc:docMk/>
          <pc:sldMk cId="0" sldId="259"/>
        </pc:sldMkLst>
      </pc:sldChg>
      <pc:sldChg chg="del">
        <pc:chgData name="Ms Alina Arshad" userId="cccdfd85-d35d-4453-9c6f-a463aae40722" providerId="ADAL" clId="{25D16F58-DD4A-4416-BD93-1F22EC4F4224}" dt="2024-11-08T04:23:38.497" v="1" actId="47"/>
        <pc:sldMkLst>
          <pc:docMk/>
          <pc:sldMk cId="0" sldId="260"/>
        </pc:sldMkLst>
      </pc:sldChg>
      <pc:sldChg chg="del">
        <pc:chgData name="Ms Alina Arshad" userId="cccdfd85-d35d-4453-9c6f-a463aae40722" providerId="ADAL" clId="{25D16F58-DD4A-4416-BD93-1F22EC4F4224}" dt="2024-11-08T04:23:38.533" v="2" actId="47"/>
        <pc:sldMkLst>
          <pc:docMk/>
          <pc:sldMk cId="0" sldId="261"/>
        </pc:sldMkLst>
      </pc:sldChg>
      <pc:sldChg chg="del">
        <pc:chgData name="Ms Alina Arshad" userId="cccdfd85-d35d-4453-9c6f-a463aae40722" providerId="ADAL" clId="{25D16F58-DD4A-4416-BD93-1F22EC4F4224}" dt="2024-11-08T04:23:38.579" v="4" actId="47"/>
        <pc:sldMkLst>
          <pc:docMk/>
          <pc:sldMk cId="0" sldId="263"/>
        </pc:sldMkLst>
      </pc:sldChg>
      <pc:sldChg chg="del">
        <pc:chgData name="Ms Alina Arshad" userId="cccdfd85-d35d-4453-9c6f-a463aae40722" providerId="ADAL" clId="{25D16F58-DD4A-4416-BD93-1F22EC4F4224}" dt="2024-11-08T04:23:38.636" v="6" actId="47"/>
        <pc:sldMkLst>
          <pc:docMk/>
          <pc:sldMk cId="0" sldId="265"/>
        </pc:sldMkLst>
      </pc:sldChg>
      <pc:sldChg chg="del">
        <pc:chgData name="Ms Alina Arshad" userId="cccdfd85-d35d-4453-9c6f-a463aae40722" providerId="ADAL" clId="{25D16F58-DD4A-4416-BD93-1F22EC4F4224}" dt="2024-11-08T04:23:38.683" v="7" actId="47"/>
        <pc:sldMkLst>
          <pc:docMk/>
          <pc:sldMk cId="0" sldId="266"/>
        </pc:sldMkLst>
      </pc:sldChg>
      <pc:sldChg chg="del">
        <pc:chgData name="Ms Alina Arshad" userId="cccdfd85-d35d-4453-9c6f-a463aae40722" providerId="ADAL" clId="{25D16F58-DD4A-4416-BD93-1F22EC4F4224}" dt="2024-11-08T04:23:38.710" v="8" actId="47"/>
        <pc:sldMkLst>
          <pc:docMk/>
          <pc:sldMk cId="0" sldId="267"/>
        </pc:sldMkLst>
      </pc:sldChg>
      <pc:sldChg chg="del">
        <pc:chgData name="Ms Alina Arshad" userId="cccdfd85-d35d-4453-9c6f-a463aae40722" providerId="ADAL" clId="{25D16F58-DD4A-4416-BD93-1F22EC4F4224}" dt="2024-11-08T04:23:38.745" v="9" actId="47"/>
        <pc:sldMkLst>
          <pc:docMk/>
          <pc:sldMk cId="0" sldId="268"/>
        </pc:sldMkLst>
      </pc:sldChg>
      <pc:sldChg chg="del">
        <pc:chgData name="Ms Alina Arshad" userId="cccdfd85-d35d-4453-9c6f-a463aae40722" providerId="ADAL" clId="{25D16F58-DD4A-4416-BD93-1F22EC4F4224}" dt="2024-11-08T04:23:38.777" v="10" actId="47"/>
        <pc:sldMkLst>
          <pc:docMk/>
          <pc:sldMk cId="0" sldId="269"/>
        </pc:sldMkLst>
      </pc:sldChg>
      <pc:sldChg chg="del">
        <pc:chgData name="Ms Alina Arshad" userId="cccdfd85-d35d-4453-9c6f-a463aae40722" providerId="ADAL" clId="{25D16F58-DD4A-4416-BD93-1F22EC4F4224}" dt="2024-11-08T04:23:38.810" v="11" actId="47"/>
        <pc:sldMkLst>
          <pc:docMk/>
          <pc:sldMk cId="0" sldId="270"/>
        </pc:sldMkLst>
      </pc:sldChg>
      <pc:sldChg chg="del">
        <pc:chgData name="Ms Alina Arshad" userId="cccdfd85-d35d-4453-9c6f-a463aae40722" providerId="ADAL" clId="{25D16F58-DD4A-4416-BD93-1F22EC4F4224}" dt="2024-11-08T04:23:40.662" v="17" actId="47"/>
        <pc:sldMkLst>
          <pc:docMk/>
          <pc:sldMk cId="0" sldId="271"/>
        </pc:sldMkLst>
      </pc:sldChg>
      <pc:sldChg chg="del">
        <pc:chgData name="Ms Alina Arshad" userId="cccdfd85-d35d-4453-9c6f-a463aae40722" providerId="ADAL" clId="{25D16F58-DD4A-4416-BD93-1F22EC4F4224}" dt="2024-11-08T04:23:40.684" v="18" actId="47"/>
        <pc:sldMkLst>
          <pc:docMk/>
          <pc:sldMk cId="0" sldId="272"/>
        </pc:sldMkLst>
      </pc:sldChg>
      <pc:sldChg chg="del">
        <pc:chgData name="Ms Alina Arshad" userId="cccdfd85-d35d-4453-9c6f-a463aae40722" providerId="ADAL" clId="{25D16F58-DD4A-4416-BD93-1F22EC4F4224}" dt="2024-11-08T04:23:40.727" v="19" actId="47"/>
        <pc:sldMkLst>
          <pc:docMk/>
          <pc:sldMk cId="0" sldId="273"/>
        </pc:sldMkLst>
      </pc:sldChg>
      <pc:sldChg chg="del">
        <pc:chgData name="Ms Alina Arshad" userId="cccdfd85-d35d-4453-9c6f-a463aae40722" providerId="ADAL" clId="{25D16F58-DD4A-4416-BD93-1F22EC4F4224}" dt="2024-11-08T04:23:40.824" v="22" actId="47"/>
        <pc:sldMkLst>
          <pc:docMk/>
          <pc:sldMk cId="0" sldId="274"/>
        </pc:sldMkLst>
      </pc:sldChg>
      <pc:sldChg chg="del">
        <pc:chgData name="Ms Alina Arshad" userId="cccdfd85-d35d-4453-9c6f-a463aae40722" providerId="ADAL" clId="{25D16F58-DD4A-4416-BD93-1F22EC4F4224}" dt="2024-11-08T04:23:40.835" v="23" actId="47"/>
        <pc:sldMkLst>
          <pc:docMk/>
          <pc:sldMk cId="0" sldId="275"/>
        </pc:sldMkLst>
      </pc:sldChg>
      <pc:sldChg chg="del">
        <pc:chgData name="Ms Alina Arshad" userId="cccdfd85-d35d-4453-9c6f-a463aae40722" providerId="ADAL" clId="{25D16F58-DD4A-4416-BD93-1F22EC4F4224}" dt="2024-11-08T04:23:40.946" v="26" actId="47"/>
        <pc:sldMkLst>
          <pc:docMk/>
          <pc:sldMk cId="0" sldId="276"/>
        </pc:sldMkLst>
      </pc:sldChg>
      <pc:sldChg chg="del">
        <pc:chgData name="Ms Alina Arshad" userId="cccdfd85-d35d-4453-9c6f-a463aae40722" providerId="ADAL" clId="{25D16F58-DD4A-4416-BD93-1F22EC4F4224}" dt="2024-11-08T04:23:40.983" v="27" actId="47"/>
        <pc:sldMkLst>
          <pc:docMk/>
          <pc:sldMk cId="0" sldId="277"/>
        </pc:sldMkLst>
      </pc:sldChg>
      <pc:sldChg chg="del">
        <pc:chgData name="Ms Alina Arshad" userId="cccdfd85-d35d-4453-9c6f-a463aae40722" providerId="ADAL" clId="{25D16F58-DD4A-4416-BD93-1F22EC4F4224}" dt="2024-11-08T04:23:43.243" v="28" actId="47"/>
        <pc:sldMkLst>
          <pc:docMk/>
          <pc:sldMk cId="0" sldId="278"/>
        </pc:sldMkLst>
      </pc:sldChg>
      <pc:sldChg chg="del">
        <pc:chgData name="Ms Alina Arshad" userId="cccdfd85-d35d-4453-9c6f-a463aae40722" providerId="ADAL" clId="{25D16F58-DD4A-4416-BD93-1F22EC4F4224}" dt="2024-11-08T04:23:43.758" v="29" actId="47"/>
        <pc:sldMkLst>
          <pc:docMk/>
          <pc:sldMk cId="0" sldId="279"/>
        </pc:sldMkLst>
      </pc:sldChg>
      <pc:sldChg chg="del">
        <pc:chgData name="Ms Alina Arshad" userId="cccdfd85-d35d-4453-9c6f-a463aae40722" providerId="ADAL" clId="{25D16F58-DD4A-4416-BD93-1F22EC4F4224}" dt="2024-11-08T04:23:43.808" v="30" actId="47"/>
        <pc:sldMkLst>
          <pc:docMk/>
          <pc:sldMk cId="0" sldId="280"/>
        </pc:sldMkLst>
      </pc:sldChg>
      <pc:sldChg chg="del">
        <pc:chgData name="Ms Alina Arshad" userId="cccdfd85-d35d-4453-9c6f-a463aae40722" providerId="ADAL" clId="{25D16F58-DD4A-4416-BD93-1F22EC4F4224}" dt="2024-11-08T04:23:43.834" v="31" actId="47"/>
        <pc:sldMkLst>
          <pc:docMk/>
          <pc:sldMk cId="0" sldId="281"/>
        </pc:sldMkLst>
      </pc:sldChg>
      <pc:sldChg chg="del">
        <pc:chgData name="Ms Alina Arshad" userId="cccdfd85-d35d-4453-9c6f-a463aae40722" providerId="ADAL" clId="{25D16F58-DD4A-4416-BD93-1F22EC4F4224}" dt="2024-11-08T04:23:43.860" v="32" actId="47"/>
        <pc:sldMkLst>
          <pc:docMk/>
          <pc:sldMk cId="0" sldId="282"/>
        </pc:sldMkLst>
      </pc:sldChg>
      <pc:sldChg chg="del">
        <pc:chgData name="Ms Alina Arshad" userId="cccdfd85-d35d-4453-9c6f-a463aae40722" providerId="ADAL" clId="{25D16F58-DD4A-4416-BD93-1F22EC4F4224}" dt="2024-11-08T04:23:43.898" v="33" actId="47"/>
        <pc:sldMkLst>
          <pc:docMk/>
          <pc:sldMk cId="0" sldId="283"/>
        </pc:sldMkLst>
      </pc:sldChg>
      <pc:sldChg chg="del">
        <pc:chgData name="Ms Alina Arshad" userId="cccdfd85-d35d-4453-9c6f-a463aae40722" providerId="ADAL" clId="{25D16F58-DD4A-4416-BD93-1F22EC4F4224}" dt="2024-11-08T04:23:43.926" v="34" actId="47"/>
        <pc:sldMkLst>
          <pc:docMk/>
          <pc:sldMk cId="0" sldId="284"/>
        </pc:sldMkLst>
      </pc:sldChg>
      <pc:sldChg chg="del">
        <pc:chgData name="Ms Alina Arshad" userId="cccdfd85-d35d-4453-9c6f-a463aae40722" providerId="ADAL" clId="{25D16F58-DD4A-4416-BD93-1F22EC4F4224}" dt="2024-11-08T04:23:46.198" v="35" actId="47"/>
        <pc:sldMkLst>
          <pc:docMk/>
          <pc:sldMk cId="0" sldId="285"/>
        </pc:sldMkLst>
      </pc:sldChg>
      <pc:sldChg chg="del">
        <pc:chgData name="Ms Alina Arshad" userId="cccdfd85-d35d-4453-9c6f-a463aae40722" providerId="ADAL" clId="{25D16F58-DD4A-4416-BD93-1F22EC4F4224}" dt="2024-11-08T04:23:46.532" v="36" actId="47"/>
        <pc:sldMkLst>
          <pc:docMk/>
          <pc:sldMk cId="0" sldId="286"/>
        </pc:sldMkLst>
      </pc:sldChg>
      <pc:sldChg chg="del">
        <pc:chgData name="Ms Alina Arshad" userId="cccdfd85-d35d-4453-9c6f-a463aae40722" providerId="ADAL" clId="{25D16F58-DD4A-4416-BD93-1F22EC4F4224}" dt="2024-11-08T04:23:46.751" v="37" actId="47"/>
        <pc:sldMkLst>
          <pc:docMk/>
          <pc:sldMk cId="0" sldId="287"/>
        </pc:sldMkLst>
      </pc:sldChg>
      <pc:sldChg chg="del">
        <pc:chgData name="Ms Alina Arshad" userId="cccdfd85-d35d-4453-9c6f-a463aae40722" providerId="ADAL" clId="{25D16F58-DD4A-4416-BD93-1F22EC4F4224}" dt="2024-11-08T04:23:46.897" v="38" actId="47"/>
        <pc:sldMkLst>
          <pc:docMk/>
          <pc:sldMk cId="0" sldId="288"/>
        </pc:sldMkLst>
      </pc:sldChg>
      <pc:sldChg chg="del">
        <pc:chgData name="Ms Alina Arshad" userId="cccdfd85-d35d-4453-9c6f-a463aae40722" providerId="ADAL" clId="{25D16F58-DD4A-4416-BD93-1F22EC4F4224}" dt="2024-11-08T04:23:47.056" v="39" actId="47"/>
        <pc:sldMkLst>
          <pc:docMk/>
          <pc:sldMk cId="0" sldId="289"/>
        </pc:sldMkLst>
      </pc:sldChg>
      <pc:sldChg chg="del">
        <pc:chgData name="Ms Alina Arshad" userId="cccdfd85-d35d-4453-9c6f-a463aae40722" providerId="ADAL" clId="{25D16F58-DD4A-4416-BD93-1F22EC4F4224}" dt="2024-11-08T04:23:47.215" v="40" actId="47"/>
        <pc:sldMkLst>
          <pc:docMk/>
          <pc:sldMk cId="0" sldId="290"/>
        </pc:sldMkLst>
      </pc:sldChg>
      <pc:sldChg chg="del">
        <pc:chgData name="Ms Alina Arshad" userId="cccdfd85-d35d-4453-9c6f-a463aae40722" providerId="ADAL" clId="{25D16F58-DD4A-4416-BD93-1F22EC4F4224}" dt="2024-11-08T04:23:47.387" v="41" actId="47"/>
        <pc:sldMkLst>
          <pc:docMk/>
          <pc:sldMk cId="0" sldId="291"/>
        </pc:sldMkLst>
      </pc:sldChg>
      <pc:sldChg chg="del">
        <pc:chgData name="Ms Alina Arshad" userId="cccdfd85-d35d-4453-9c6f-a463aae40722" providerId="ADAL" clId="{25D16F58-DD4A-4416-BD93-1F22EC4F4224}" dt="2024-11-08T04:23:49.044" v="43" actId="47"/>
        <pc:sldMkLst>
          <pc:docMk/>
          <pc:sldMk cId="0" sldId="292"/>
        </pc:sldMkLst>
      </pc:sldChg>
      <pc:sldChg chg="modSp mod">
        <pc:chgData name="Ms Alina Arshad" userId="cccdfd85-d35d-4453-9c6f-a463aae40722" providerId="ADAL" clId="{25D16F58-DD4A-4416-BD93-1F22EC4F4224}" dt="2024-11-08T04:29:29.560" v="143" actId="113"/>
        <pc:sldMkLst>
          <pc:docMk/>
          <pc:sldMk cId="0" sldId="299"/>
        </pc:sldMkLst>
        <pc:spChg chg="mod">
          <ac:chgData name="Ms Alina Arshad" userId="cccdfd85-d35d-4453-9c6f-a463aae40722" providerId="ADAL" clId="{25D16F58-DD4A-4416-BD93-1F22EC4F4224}" dt="2024-11-08T04:29:09.183" v="134" actId="207"/>
          <ac:spMkLst>
            <pc:docMk/>
            <pc:sldMk cId="0" sldId="299"/>
            <ac:spMk id="408" creationId="{00000000-0000-0000-0000-000000000000}"/>
          </ac:spMkLst>
        </pc:spChg>
        <pc:spChg chg="mod">
          <ac:chgData name="Ms Alina Arshad" userId="cccdfd85-d35d-4453-9c6f-a463aae40722" providerId="ADAL" clId="{25D16F58-DD4A-4416-BD93-1F22EC4F4224}" dt="2024-11-08T04:29:21.432" v="139" actId="403"/>
          <ac:spMkLst>
            <pc:docMk/>
            <pc:sldMk cId="0" sldId="299"/>
            <ac:spMk id="409" creationId="{00000000-0000-0000-0000-000000000000}"/>
          </ac:spMkLst>
        </pc:spChg>
        <pc:spChg chg="mod">
          <ac:chgData name="Ms Alina Arshad" userId="cccdfd85-d35d-4453-9c6f-a463aae40722" providerId="ADAL" clId="{25D16F58-DD4A-4416-BD93-1F22EC4F4224}" dt="2024-11-08T04:29:29.560" v="143" actId="113"/>
          <ac:spMkLst>
            <pc:docMk/>
            <pc:sldMk cId="0" sldId="299"/>
            <ac:spMk id="412" creationId="{00000000-0000-0000-0000-000000000000}"/>
          </ac:spMkLst>
        </pc:spChg>
        <pc:picChg chg="mod">
          <ac:chgData name="Ms Alina Arshad" userId="cccdfd85-d35d-4453-9c6f-a463aae40722" providerId="ADAL" clId="{25D16F58-DD4A-4416-BD93-1F22EC4F4224}" dt="2024-11-08T04:29:24.535" v="140" actId="1076"/>
          <ac:picMkLst>
            <pc:docMk/>
            <pc:sldMk cId="0" sldId="299"/>
            <ac:picMk id="411" creationId="{00000000-0000-0000-0000-000000000000}"/>
          </ac:picMkLst>
        </pc:picChg>
      </pc:sldChg>
      <pc:sldChg chg="modSp mod">
        <pc:chgData name="Ms Alina Arshad" userId="cccdfd85-d35d-4453-9c6f-a463aae40722" providerId="ADAL" clId="{25D16F58-DD4A-4416-BD93-1F22EC4F4224}" dt="2024-11-08T04:30:27.206" v="161" actId="1076"/>
        <pc:sldMkLst>
          <pc:docMk/>
          <pc:sldMk cId="0" sldId="300"/>
        </pc:sldMkLst>
        <pc:spChg chg="mod">
          <ac:chgData name="Ms Alina Arshad" userId="cccdfd85-d35d-4453-9c6f-a463aae40722" providerId="ADAL" clId="{25D16F58-DD4A-4416-BD93-1F22EC4F4224}" dt="2024-11-08T04:30:27.206" v="161" actId="1076"/>
          <ac:spMkLst>
            <pc:docMk/>
            <pc:sldMk cId="0" sldId="300"/>
            <ac:spMk id="423" creationId="{00000000-0000-0000-0000-000000000000}"/>
          </ac:spMkLst>
        </pc:spChg>
        <pc:picChg chg="mod">
          <ac:chgData name="Ms Alina Arshad" userId="cccdfd85-d35d-4453-9c6f-a463aae40722" providerId="ADAL" clId="{25D16F58-DD4A-4416-BD93-1F22EC4F4224}" dt="2024-11-08T04:30:07.165" v="152" actId="14100"/>
          <ac:picMkLst>
            <pc:docMk/>
            <pc:sldMk cId="0" sldId="300"/>
            <ac:picMk id="418" creationId="{00000000-0000-0000-0000-000000000000}"/>
          </ac:picMkLst>
        </pc:picChg>
        <pc:picChg chg="mod">
          <ac:chgData name="Ms Alina Arshad" userId="cccdfd85-d35d-4453-9c6f-a463aae40722" providerId="ADAL" clId="{25D16F58-DD4A-4416-BD93-1F22EC4F4224}" dt="2024-11-08T04:29:57.118" v="146" actId="1076"/>
          <ac:picMkLst>
            <pc:docMk/>
            <pc:sldMk cId="0" sldId="300"/>
            <ac:picMk id="419" creationId="{00000000-0000-0000-0000-000000000000}"/>
          </ac:picMkLst>
        </pc:picChg>
        <pc:picChg chg="mod">
          <ac:chgData name="Ms Alina Arshad" userId="cccdfd85-d35d-4453-9c6f-a463aae40722" providerId="ADAL" clId="{25D16F58-DD4A-4416-BD93-1F22EC4F4224}" dt="2024-11-08T04:30:09.070" v="153" actId="1076"/>
          <ac:picMkLst>
            <pc:docMk/>
            <pc:sldMk cId="0" sldId="300"/>
            <ac:picMk id="420" creationId="{00000000-0000-0000-0000-000000000000}"/>
          </ac:picMkLst>
        </pc:picChg>
        <pc:picChg chg="mod">
          <ac:chgData name="Ms Alina Arshad" userId="cccdfd85-d35d-4453-9c6f-a463aae40722" providerId="ADAL" clId="{25D16F58-DD4A-4416-BD93-1F22EC4F4224}" dt="2024-11-08T04:30:19.318" v="158" actId="1076"/>
          <ac:picMkLst>
            <pc:docMk/>
            <pc:sldMk cId="0" sldId="300"/>
            <ac:picMk id="421" creationId="{00000000-0000-0000-0000-000000000000}"/>
          </ac:picMkLst>
        </pc:picChg>
        <pc:picChg chg="mod">
          <ac:chgData name="Ms Alina Arshad" userId="cccdfd85-d35d-4453-9c6f-a463aae40722" providerId="ADAL" clId="{25D16F58-DD4A-4416-BD93-1F22EC4F4224}" dt="2024-11-08T04:30:14.743" v="156" actId="1076"/>
          <ac:picMkLst>
            <pc:docMk/>
            <pc:sldMk cId="0" sldId="300"/>
            <ac:picMk id="422" creationId="{00000000-0000-0000-0000-000000000000}"/>
          </ac:picMkLst>
        </pc:picChg>
      </pc:sldChg>
      <pc:sldChg chg="modSp mod">
        <pc:chgData name="Ms Alina Arshad" userId="cccdfd85-d35d-4453-9c6f-a463aae40722" providerId="ADAL" clId="{25D16F58-DD4A-4416-BD93-1F22EC4F4224}" dt="2024-11-08T04:30:46.595" v="168" actId="207"/>
        <pc:sldMkLst>
          <pc:docMk/>
          <pc:sldMk cId="0" sldId="301"/>
        </pc:sldMkLst>
        <pc:spChg chg="mod">
          <ac:chgData name="Ms Alina Arshad" userId="cccdfd85-d35d-4453-9c6f-a463aae40722" providerId="ADAL" clId="{25D16F58-DD4A-4416-BD93-1F22EC4F4224}" dt="2024-11-08T04:30:37.897" v="165" actId="207"/>
          <ac:spMkLst>
            <pc:docMk/>
            <pc:sldMk cId="0" sldId="301"/>
            <ac:spMk id="428" creationId="{00000000-0000-0000-0000-000000000000}"/>
          </ac:spMkLst>
        </pc:spChg>
        <pc:spChg chg="mod">
          <ac:chgData name="Ms Alina Arshad" userId="cccdfd85-d35d-4453-9c6f-a463aae40722" providerId="ADAL" clId="{25D16F58-DD4A-4416-BD93-1F22EC4F4224}" dt="2024-11-08T04:30:46.595" v="168" actId="207"/>
          <ac:spMkLst>
            <pc:docMk/>
            <pc:sldMk cId="0" sldId="301"/>
            <ac:spMk id="429" creationId="{00000000-0000-0000-0000-000000000000}"/>
          </ac:spMkLst>
        </pc:spChg>
      </pc:sldChg>
      <pc:sldChg chg="modSp mod">
        <pc:chgData name="Ms Alina Arshad" userId="cccdfd85-d35d-4453-9c6f-a463aae40722" providerId="ADAL" clId="{25D16F58-DD4A-4416-BD93-1F22EC4F4224}" dt="2024-11-08T04:31:41.938" v="191" actId="403"/>
        <pc:sldMkLst>
          <pc:docMk/>
          <pc:sldMk cId="0" sldId="302"/>
        </pc:sldMkLst>
        <pc:spChg chg="mod">
          <ac:chgData name="Ms Alina Arshad" userId="cccdfd85-d35d-4453-9c6f-a463aae40722" providerId="ADAL" clId="{25D16F58-DD4A-4416-BD93-1F22EC4F4224}" dt="2024-11-08T04:30:55.768" v="172" actId="207"/>
          <ac:spMkLst>
            <pc:docMk/>
            <pc:sldMk cId="0" sldId="302"/>
            <ac:spMk id="435" creationId="{00000000-0000-0000-0000-000000000000}"/>
          </ac:spMkLst>
        </pc:spChg>
        <pc:spChg chg="mod">
          <ac:chgData name="Ms Alina Arshad" userId="cccdfd85-d35d-4453-9c6f-a463aae40722" providerId="ADAL" clId="{25D16F58-DD4A-4416-BD93-1F22EC4F4224}" dt="2024-11-08T04:31:41.938" v="191" actId="403"/>
          <ac:spMkLst>
            <pc:docMk/>
            <pc:sldMk cId="0" sldId="302"/>
            <ac:spMk id="436" creationId="{00000000-0000-0000-0000-000000000000}"/>
          </ac:spMkLst>
        </pc:spChg>
      </pc:sldChg>
      <pc:sldChg chg="modSp mod">
        <pc:chgData name="Ms Alina Arshad" userId="cccdfd85-d35d-4453-9c6f-a463aae40722" providerId="ADAL" clId="{25D16F58-DD4A-4416-BD93-1F22EC4F4224}" dt="2024-11-08T04:32:28.391" v="208" actId="1076"/>
        <pc:sldMkLst>
          <pc:docMk/>
          <pc:sldMk cId="0" sldId="303"/>
        </pc:sldMkLst>
        <pc:picChg chg="mod">
          <ac:chgData name="Ms Alina Arshad" userId="cccdfd85-d35d-4453-9c6f-a463aae40722" providerId="ADAL" clId="{25D16F58-DD4A-4416-BD93-1F22EC4F4224}" dt="2024-11-08T04:32:05.214" v="201" actId="1076"/>
          <ac:picMkLst>
            <pc:docMk/>
            <pc:sldMk cId="0" sldId="303"/>
            <ac:picMk id="445" creationId="{00000000-0000-0000-0000-000000000000}"/>
          </ac:picMkLst>
        </pc:picChg>
        <pc:picChg chg="mod">
          <ac:chgData name="Ms Alina Arshad" userId="cccdfd85-d35d-4453-9c6f-a463aae40722" providerId="ADAL" clId="{25D16F58-DD4A-4416-BD93-1F22EC4F4224}" dt="2024-11-08T04:32:28.391" v="208" actId="1076"/>
          <ac:picMkLst>
            <pc:docMk/>
            <pc:sldMk cId="0" sldId="303"/>
            <ac:picMk id="446" creationId="{00000000-0000-0000-0000-000000000000}"/>
          </ac:picMkLst>
        </pc:picChg>
        <pc:picChg chg="mod">
          <ac:chgData name="Ms Alina Arshad" userId="cccdfd85-d35d-4453-9c6f-a463aae40722" providerId="ADAL" clId="{25D16F58-DD4A-4416-BD93-1F22EC4F4224}" dt="2024-11-08T04:32:22.559" v="207" actId="14100"/>
          <ac:picMkLst>
            <pc:docMk/>
            <pc:sldMk cId="0" sldId="303"/>
            <ac:picMk id="447" creationId="{00000000-0000-0000-0000-000000000000}"/>
          </ac:picMkLst>
        </pc:picChg>
      </pc:sldChg>
      <pc:sldChg chg="modSp mod">
        <pc:chgData name="Ms Alina Arshad" userId="cccdfd85-d35d-4453-9c6f-a463aae40722" providerId="ADAL" clId="{25D16F58-DD4A-4416-BD93-1F22EC4F4224}" dt="2024-11-08T04:32:44.250" v="214" actId="1076"/>
        <pc:sldMkLst>
          <pc:docMk/>
          <pc:sldMk cId="0" sldId="304"/>
        </pc:sldMkLst>
        <pc:picChg chg="mod">
          <ac:chgData name="Ms Alina Arshad" userId="cccdfd85-d35d-4453-9c6f-a463aae40722" providerId="ADAL" clId="{25D16F58-DD4A-4416-BD93-1F22EC4F4224}" dt="2024-11-08T04:32:44.250" v="214" actId="1076"/>
          <ac:picMkLst>
            <pc:docMk/>
            <pc:sldMk cId="0" sldId="304"/>
            <ac:picMk id="455" creationId="{00000000-0000-0000-0000-000000000000}"/>
          </ac:picMkLst>
        </pc:picChg>
        <pc:picChg chg="mod">
          <ac:chgData name="Ms Alina Arshad" userId="cccdfd85-d35d-4453-9c6f-a463aae40722" providerId="ADAL" clId="{25D16F58-DD4A-4416-BD93-1F22EC4F4224}" dt="2024-11-08T04:32:39.502" v="211" actId="1076"/>
          <ac:picMkLst>
            <pc:docMk/>
            <pc:sldMk cId="0" sldId="304"/>
            <ac:picMk id="456" creationId="{00000000-0000-0000-0000-000000000000}"/>
          </ac:picMkLst>
        </pc:picChg>
      </pc:sldChg>
      <pc:sldChg chg="modSp mod">
        <pc:chgData name="Ms Alina Arshad" userId="cccdfd85-d35d-4453-9c6f-a463aae40722" providerId="ADAL" clId="{25D16F58-DD4A-4416-BD93-1F22EC4F4224}" dt="2024-11-08T04:33:11.056" v="223" actId="1037"/>
        <pc:sldMkLst>
          <pc:docMk/>
          <pc:sldMk cId="0" sldId="305"/>
        </pc:sldMkLst>
        <pc:picChg chg="mod">
          <ac:chgData name="Ms Alina Arshad" userId="cccdfd85-d35d-4453-9c6f-a463aae40722" providerId="ADAL" clId="{25D16F58-DD4A-4416-BD93-1F22EC4F4224}" dt="2024-11-08T04:32:54.287" v="217" actId="1076"/>
          <ac:picMkLst>
            <pc:docMk/>
            <pc:sldMk cId="0" sldId="305"/>
            <ac:picMk id="464" creationId="{00000000-0000-0000-0000-000000000000}"/>
          </ac:picMkLst>
        </pc:picChg>
        <pc:picChg chg="mod">
          <ac:chgData name="Ms Alina Arshad" userId="cccdfd85-d35d-4453-9c6f-a463aae40722" providerId="ADAL" clId="{25D16F58-DD4A-4416-BD93-1F22EC4F4224}" dt="2024-11-08T04:33:11.056" v="223" actId="1037"/>
          <ac:picMkLst>
            <pc:docMk/>
            <pc:sldMk cId="0" sldId="305"/>
            <ac:picMk id="465" creationId="{00000000-0000-0000-0000-000000000000}"/>
          </ac:picMkLst>
        </pc:picChg>
      </pc:sldChg>
      <pc:sldChg chg="modSp mod">
        <pc:chgData name="Ms Alina Arshad" userId="cccdfd85-d35d-4453-9c6f-a463aae40722" providerId="ADAL" clId="{25D16F58-DD4A-4416-BD93-1F22EC4F4224}" dt="2024-11-08T04:33:18.183" v="224" actId="1076"/>
        <pc:sldMkLst>
          <pc:docMk/>
          <pc:sldMk cId="1801707573" sldId="307"/>
        </pc:sldMkLst>
        <pc:picChg chg="mod">
          <ac:chgData name="Ms Alina Arshad" userId="cccdfd85-d35d-4453-9c6f-a463aae40722" providerId="ADAL" clId="{25D16F58-DD4A-4416-BD93-1F22EC4F4224}" dt="2024-11-08T04:33:18.183" v="224" actId="1076"/>
          <ac:picMkLst>
            <pc:docMk/>
            <pc:sldMk cId="1801707573" sldId="307"/>
            <ac:picMk id="4" creationId="{00000000-0000-0000-0000-000000000000}"/>
          </ac:picMkLst>
        </pc:picChg>
      </pc:sldChg>
      <pc:sldChg chg="del">
        <pc:chgData name="Ms Alina Arshad" userId="cccdfd85-d35d-4453-9c6f-a463aae40722" providerId="ADAL" clId="{25D16F58-DD4A-4416-BD93-1F22EC4F4224}" dt="2024-11-08T04:23:38.832" v="12" actId="47"/>
        <pc:sldMkLst>
          <pc:docMk/>
          <pc:sldMk cId="1819283757" sldId="308"/>
        </pc:sldMkLst>
      </pc:sldChg>
      <pc:sldChg chg="del">
        <pc:chgData name="Ms Alina Arshad" userId="cccdfd85-d35d-4453-9c6f-a463aae40722" providerId="ADAL" clId="{25D16F58-DD4A-4416-BD93-1F22EC4F4224}" dt="2024-11-08T04:23:38.908" v="13" actId="47"/>
        <pc:sldMkLst>
          <pc:docMk/>
          <pc:sldMk cId="911303533" sldId="309"/>
        </pc:sldMkLst>
      </pc:sldChg>
      <pc:sldChg chg="del">
        <pc:chgData name="Ms Alina Arshad" userId="cccdfd85-d35d-4453-9c6f-a463aae40722" providerId="ADAL" clId="{25D16F58-DD4A-4416-BD93-1F22EC4F4224}" dt="2024-11-08T04:23:38.933" v="14" actId="47"/>
        <pc:sldMkLst>
          <pc:docMk/>
          <pc:sldMk cId="3774863996" sldId="310"/>
        </pc:sldMkLst>
      </pc:sldChg>
      <pc:sldChg chg="del">
        <pc:chgData name="Ms Alina Arshad" userId="cccdfd85-d35d-4453-9c6f-a463aae40722" providerId="ADAL" clId="{25D16F58-DD4A-4416-BD93-1F22EC4F4224}" dt="2024-11-08T04:23:38.976" v="15" actId="47"/>
        <pc:sldMkLst>
          <pc:docMk/>
          <pc:sldMk cId="1336404918" sldId="311"/>
        </pc:sldMkLst>
      </pc:sldChg>
      <pc:sldChg chg="del">
        <pc:chgData name="Ms Alina Arshad" userId="cccdfd85-d35d-4453-9c6f-a463aae40722" providerId="ADAL" clId="{25D16F58-DD4A-4416-BD93-1F22EC4F4224}" dt="2024-11-08T04:23:40.130" v="16" actId="47"/>
        <pc:sldMkLst>
          <pc:docMk/>
          <pc:sldMk cId="3984117074" sldId="312"/>
        </pc:sldMkLst>
      </pc:sldChg>
      <pc:sldChg chg="del">
        <pc:chgData name="Ms Alina Arshad" userId="cccdfd85-d35d-4453-9c6f-a463aae40722" providerId="ADAL" clId="{25D16F58-DD4A-4416-BD93-1F22EC4F4224}" dt="2024-11-08T04:23:40.769" v="21" actId="47"/>
        <pc:sldMkLst>
          <pc:docMk/>
          <pc:sldMk cId="579877513" sldId="313"/>
        </pc:sldMkLst>
      </pc:sldChg>
      <pc:sldChg chg="del">
        <pc:chgData name="Ms Alina Arshad" userId="cccdfd85-d35d-4453-9c6f-a463aae40722" providerId="ADAL" clId="{25D16F58-DD4A-4416-BD93-1F22EC4F4224}" dt="2024-11-08T04:23:40.751" v="20" actId="47"/>
        <pc:sldMkLst>
          <pc:docMk/>
          <pc:sldMk cId="2008118679" sldId="314"/>
        </pc:sldMkLst>
      </pc:sldChg>
      <pc:sldChg chg="del">
        <pc:chgData name="Ms Alina Arshad" userId="cccdfd85-d35d-4453-9c6f-a463aae40722" providerId="ADAL" clId="{25D16F58-DD4A-4416-BD93-1F22EC4F4224}" dt="2024-11-08T04:23:40.862" v="24" actId="47"/>
        <pc:sldMkLst>
          <pc:docMk/>
          <pc:sldMk cId="702345561" sldId="315"/>
        </pc:sldMkLst>
      </pc:sldChg>
      <pc:sldChg chg="del">
        <pc:chgData name="Ms Alina Arshad" userId="cccdfd85-d35d-4453-9c6f-a463aae40722" providerId="ADAL" clId="{25D16F58-DD4A-4416-BD93-1F22EC4F4224}" dt="2024-11-08T04:23:40.895" v="25" actId="47"/>
        <pc:sldMkLst>
          <pc:docMk/>
          <pc:sldMk cId="3394757724" sldId="316"/>
        </pc:sldMkLst>
      </pc:sldChg>
      <pc:sldChg chg="del">
        <pc:chgData name="Ms Alina Arshad" userId="cccdfd85-d35d-4453-9c6f-a463aae40722" providerId="ADAL" clId="{25D16F58-DD4A-4416-BD93-1F22EC4F4224}" dt="2024-11-08T04:23:48.634" v="42" actId="47"/>
        <pc:sldMkLst>
          <pc:docMk/>
          <pc:sldMk cId="3569780371" sldId="317"/>
        </pc:sldMkLst>
      </pc:sldChg>
      <pc:sldChg chg="add del">
        <pc:chgData name="Ms Alina Arshad" userId="cccdfd85-d35d-4453-9c6f-a463aae40722" providerId="ADAL" clId="{25D16F58-DD4A-4416-BD93-1F22EC4F4224}" dt="2024-11-08T04:23:55.591" v="46" actId="47"/>
        <pc:sldMkLst>
          <pc:docMk/>
          <pc:sldMk cId="928914230" sldId="318"/>
        </pc:sldMkLst>
      </pc:sldChg>
      <pc:sldChg chg="addSp delSp modSp new mod">
        <pc:chgData name="Ms Alina Arshad" userId="cccdfd85-d35d-4453-9c6f-a463aae40722" providerId="ADAL" clId="{25D16F58-DD4A-4416-BD93-1F22EC4F4224}" dt="2024-11-08T04:26:07.238" v="93" actId="20577"/>
        <pc:sldMkLst>
          <pc:docMk/>
          <pc:sldMk cId="88485521" sldId="321"/>
        </pc:sldMkLst>
        <pc:spChg chg="mod">
          <ac:chgData name="Ms Alina Arshad" userId="cccdfd85-d35d-4453-9c6f-a463aae40722" providerId="ADAL" clId="{25D16F58-DD4A-4416-BD93-1F22EC4F4224}" dt="2024-11-08T04:26:07.238" v="93" actId="20577"/>
          <ac:spMkLst>
            <pc:docMk/>
            <pc:sldMk cId="88485521" sldId="321"/>
            <ac:spMk id="2" creationId="{A6D1B2BC-1863-7703-8D7F-9F4E1B958812}"/>
          </ac:spMkLst>
        </pc:spChg>
        <pc:spChg chg="del">
          <ac:chgData name="Ms Alina Arshad" userId="cccdfd85-d35d-4453-9c6f-a463aae40722" providerId="ADAL" clId="{25D16F58-DD4A-4416-BD93-1F22EC4F4224}" dt="2024-11-08T04:25:30.760" v="54" actId="22"/>
          <ac:spMkLst>
            <pc:docMk/>
            <pc:sldMk cId="88485521" sldId="321"/>
            <ac:spMk id="3" creationId="{0F32C038-CC10-494E-A6B6-B8864B7DADB5}"/>
          </ac:spMkLst>
        </pc:spChg>
        <pc:picChg chg="add mod ord">
          <ac:chgData name="Ms Alina Arshad" userId="cccdfd85-d35d-4453-9c6f-a463aae40722" providerId="ADAL" clId="{25D16F58-DD4A-4416-BD93-1F22EC4F4224}" dt="2024-11-08T04:25:50.958" v="63" actId="1076"/>
          <ac:picMkLst>
            <pc:docMk/>
            <pc:sldMk cId="88485521" sldId="321"/>
            <ac:picMk id="5" creationId="{AE7D7CA3-2BC2-9A44-8FB2-35BE421860D1}"/>
          </ac:picMkLst>
        </pc:picChg>
      </pc:sldChg>
      <pc:sldChg chg="addSp delSp modSp new mod">
        <pc:chgData name="Ms Alina Arshad" userId="cccdfd85-d35d-4453-9c6f-a463aae40722" providerId="ADAL" clId="{25D16F58-DD4A-4416-BD93-1F22EC4F4224}" dt="2024-11-08T04:27:25.687" v="112" actId="1076"/>
        <pc:sldMkLst>
          <pc:docMk/>
          <pc:sldMk cId="411873278" sldId="322"/>
        </pc:sldMkLst>
        <pc:spChg chg="del">
          <ac:chgData name="Ms Alina Arshad" userId="cccdfd85-d35d-4453-9c6f-a463aae40722" providerId="ADAL" clId="{25D16F58-DD4A-4416-BD93-1F22EC4F4224}" dt="2024-11-08T04:27:21.258" v="109" actId="478"/>
          <ac:spMkLst>
            <pc:docMk/>
            <pc:sldMk cId="411873278" sldId="322"/>
            <ac:spMk id="2" creationId="{509CBDEC-0456-7D92-526E-0DF18EFE8FA4}"/>
          </ac:spMkLst>
        </pc:spChg>
        <pc:spChg chg="del">
          <ac:chgData name="Ms Alina Arshad" userId="cccdfd85-d35d-4453-9c6f-a463aae40722" providerId="ADAL" clId="{25D16F58-DD4A-4416-BD93-1F22EC4F4224}" dt="2024-11-08T04:26:55.660" v="100" actId="22"/>
          <ac:spMkLst>
            <pc:docMk/>
            <pc:sldMk cId="411873278" sldId="322"/>
            <ac:spMk id="3" creationId="{C0FF58A8-7A9D-A98C-F678-3ED77821AF8D}"/>
          </ac:spMkLst>
        </pc:spChg>
        <pc:picChg chg="add mod ord">
          <ac:chgData name="Ms Alina Arshad" userId="cccdfd85-d35d-4453-9c6f-a463aae40722" providerId="ADAL" clId="{25D16F58-DD4A-4416-BD93-1F22EC4F4224}" dt="2024-11-08T04:27:25.687" v="112" actId="1076"/>
          <ac:picMkLst>
            <pc:docMk/>
            <pc:sldMk cId="411873278" sldId="322"/>
            <ac:picMk id="5" creationId="{7644A56C-53D4-1E6D-3E31-A0FD32A13D35}"/>
          </ac:picMkLst>
        </pc:picChg>
      </pc:sldChg>
      <pc:sldChg chg="addSp modSp new mod">
        <pc:chgData name="Ms Alina Arshad" userId="cccdfd85-d35d-4453-9c6f-a463aae40722" providerId="ADAL" clId="{25D16F58-DD4A-4416-BD93-1F22EC4F4224}" dt="2024-11-08T04:26:40.383" v="99" actId="1076"/>
        <pc:sldMkLst>
          <pc:docMk/>
          <pc:sldMk cId="2458394747" sldId="323"/>
        </pc:sldMkLst>
        <pc:picChg chg="add mod">
          <ac:chgData name="Ms Alina Arshad" userId="cccdfd85-d35d-4453-9c6f-a463aae40722" providerId="ADAL" clId="{25D16F58-DD4A-4416-BD93-1F22EC4F4224}" dt="2024-11-08T04:26:40.383" v="99" actId="1076"/>
          <ac:picMkLst>
            <pc:docMk/>
            <pc:sldMk cId="2458394747" sldId="323"/>
            <ac:picMk id="3" creationId="{5E212087-5AC8-AB28-4744-623739EF5751}"/>
          </ac:picMkLst>
        </pc:picChg>
      </pc:sldChg>
      <pc:sldChg chg="addSp delSp modSp new mod">
        <pc:chgData name="Ms Alina Arshad" userId="cccdfd85-d35d-4453-9c6f-a463aae40722" providerId="ADAL" clId="{25D16F58-DD4A-4416-BD93-1F22EC4F4224}" dt="2024-11-08T04:28:08.134" v="125" actId="1076"/>
        <pc:sldMkLst>
          <pc:docMk/>
          <pc:sldMk cId="3355414872" sldId="324"/>
        </pc:sldMkLst>
        <pc:spChg chg="del">
          <ac:chgData name="Ms Alina Arshad" userId="cccdfd85-d35d-4453-9c6f-a463aae40722" providerId="ADAL" clId="{25D16F58-DD4A-4416-BD93-1F22EC4F4224}" dt="2024-11-08T04:27:57.343" v="118" actId="478"/>
          <ac:spMkLst>
            <pc:docMk/>
            <pc:sldMk cId="3355414872" sldId="324"/>
            <ac:spMk id="2" creationId="{73DE58A7-DC98-9B0B-7215-1AB01296100A}"/>
          </ac:spMkLst>
        </pc:spChg>
        <pc:spChg chg="del">
          <ac:chgData name="Ms Alina Arshad" userId="cccdfd85-d35d-4453-9c6f-a463aae40722" providerId="ADAL" clId="{25D16F58-DD4A-4416-BD93-1F22EC4F4224}" dt="2024-11-08T04:27:48.580" v="114" actId="22"/>
          <ac:spMkLst>
            <pc:docMk/>
            <pc:sldMk cId="3355414872" sldId="324"/>
            <ac:spMk id="3" creationId="{518E1CBC-716E-6903-DC3D-EBD797D28367}"/>
          </ac:spMkLst>
        </pc:spChg>
        <pc:picChg chg="add mod ord">
          <ac:chgData name="Ms Alina Arshad" userId="cccdfd85-d35d-4453-9c6f-a463aae40722" providerId="ADAL" clId="{25D16F58-DD4A-4416-BD93-1F22EC4F4224}" dt="2024-11-08T04:28:08.134" v="125" actId="1076"/>
          <ac:picMkLst>
            <pc:docMk/>
            <pc:sldMk cId="3355414872" sldId="324"/>
            <ac:picMk id="5" creationId="{619504DB-D0FC-1EC5-C566-A440FC778DB5}"/>
          </ac:picMkLst>
        </pc:picChg>
      </pc:sldChg>
      <pc:sldChg chg="addSp modSp new mod setBg">
        <pc:chgData name="Ms Alina Arshad" userId="cccdfd85-d35d-4453-9c6f-a463aae40722" providerId="ADAL" clId="{25D16F58-DD4A-4416-BD93-1F22EC4F4224}" dt="2024-11-08T04:28:41.689" v="130" actId="962"/>
        <pc:sldMkLst>
          <pc:docMk/>
          <pc:sldMk cId="453051164" sldId="325"/>
        </pc:sldMkLst>
        <pc:picChg chg="add mod">
          <ac:chgData name="Ms Alina Arshad" userId="cccdfd85-d35d-4453-9c6f-a463aae40722" providerId="ADAL" clId="{25D16F58-DD4A-4416-BD93-1F22EC4F4224}" dt="2024-11-08T04:28:41.689" v="130" actId="962"/>
          <ac:picMkLst>
            <pc:docMk/>
            <pc:sldMk cId="453051164" sldId="325"/>
            <ac:picMk id="3" creationId="{0F801C08-96BD-E782-B9E5-E953D6859EFF}"/>
          </ac:picMkLst>
        </pc:picChg>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9854E9E9-FCEA-46BD-B550-110177B9E80F}"/>
    <pc:docChg chg="undo custSel addSld delSld modSld">
      <pc:chgData name="Ms Alina Arshad" userId="cccdfd85-d35d-4453-9c6f-a463aae40722" providerId="ADAL" clId="{9854E9E9-FCEA-46BD-B550-110177B9E80F}" dt="2024-10-20T11:28:12.977" v="1172" actId="20577"/>
      <pc:docMkLst>
        <pc:docMk/>
      </pc:docMkLst>
      <pc:sldChg chg="modSp mod">
        <pc:chgData name="Ms Alina Arshad" userId="cccdfd85-d35d-4453-9c6f-a463aae40722" providerId="ADAL" clId="{9854E9E9-FCEA-46BD-B550-110177B9E80F}" dt="2024-10-19T07:31:56.186" v="30" actId="20577"/>
        <pc:sldMkLst>
          <pc:docMk/>
          <pc:sldMk cId="3322361034" sldId="256"/>
        </pc:sldMkLst>
        <pc:spChg chg="mod">
          <ac:chgData name="Ms Alina Arshad" userId="cccdfd85-d35d-4453-9c6f-a463aae40722" providerId="ADAL" clId="{9854E9E9-FCEA-46BD-B550-110177B9E80F}" dt="2024-10-19T07:31:56.186" v="30" actId="20577"/>
          <ac:spMkLst>
            <pc:docMk/>
            <pc:sldMk cId="3322361034" sldId="256"/>
            <ac:spMk id="3" creationId="{44E9F82C-BBA7-3495-1097-BEDB54FFFDF4}"/>
          </ac:spMkLst>
        </pc:spChg>
      </pc:sldChg>
      <pc:sldChg chg="delSp modSp add del mod">
        <pc:chgData name="Ms Alina Arshad" userId="cccdfd85-d35d-4453-9c6f-a463aae40722" providerId="ADAL" clId="{9854E9E9-FCEA-46BD-B550-110177B9E80F}" dt="2024-10-20T09:28:56.738" v="1087" actId="20577"/>
        <pc:sldMkLst>
          <pc:docMk/>
          <pc:sldMk cId="0" sldId="257"/>
        </pc:sldMkLst>
        <pc:spChg chg="mod">
          <ac:chgData name="Ms Alina Arshad" userId="cccdfd85-d35d-4453-9c6f-a463aae40722" providerId="ADAL" clId="{9854E9E9-FCEA-46BD-B550-110177B9E80F}" dt="2024-10-19T07:38:41.926" v="52" actId="2711"/>
          <ac:spMkLst>
            <pc:docMk/>
            <pc:sldMk cId="0" sldId="257"/>
            <ac:spMk id="2" creationId="{00000000-0000-0000-0000-000000000000}"/>
          </ac:spMkLst>
        </pc:spChg>
        <pc:spChg chg="mod">
          <ac:chgData name="Ms Alina Arshad" userId="cccdfd85-d35d-4453-9c6f-a463aae40722" providerId="ADAL" clId="{9854E9E9-FCEA-46BD-B550-110177B9E80F}" dt="2024-10-20T09:28:56.738" v="1087" actId="20577"/>
          <ac:spMkLst>
            <pc:docMk/>
            <pc:sldMk cId="0" sldId="257"/>
            <ac:spMk id="3" creationId="{00000000-0000-0000-0000-000000000000}"/>
          </ac:spMkLst>
        </pc:spChg>
        <pc:spChg chg="del mod">
          <ac:chgData name="Ms Alina Arshad" userId="cccdfd85-d35d-4453-9c6f-a463aae40722" providerId="ADAL" clId="{9854E9E9-FCEA-46BD-B550-110177B9E80F}" dt="2024-10-19T07:40:11.260" v="73" actId="478"/>
          <ac:spMkLst>
            <pc:docMk/>
            <pc:sldMk cId="0" sldId="257"/>
            <ac:spMk id="4" creationId="{00000000-0000-0000-0000-000000000000}"/>
          </ac:spMkLst>
        </pc:spChg>
      </pc:sldChg>
      <pc:sldChg chg="delSp modSp add del mod">
        <pc:chgData name="Ms Alina Arshad" userId="cccdfd85-d35d-4453-9c6f-a463aae40722" providerId="ADAL" clId="{9854E9E9-FCEA-46BD-B550-110177B9E80F}" dt="2024-10-19T07:41:27.351" v="89" actId="20577"/>
        <pc:sldMkLst>
          <pc:docMk/>
          <pc:sldMk cId="0" sldId="258"/>
        </pc:sldMkLst>
        <pc:spChg chg="mod">
          <ac:chgData name="Ms Alina Arshad" userId="cccdfd85-d35d-4453-9c6f-a463aae40722" providerId="ADAL" clId="{9854E9E9-FCEA-46BD-B550-110177B9E80F}" dt="2024-10-19T07:40:43.094" v="78" actId="207"/>
          <ac:spMkLst>
            <pc:docMk/>
            <pc:sldMk cId="0" sldId="258"/>
            <ac:spMk id="2" creationId="{00000000-0000-0000-0000-000000000000}"/>
          </ac:spMkLst>
        </pc:spChg>
        <pc:spChg chg="mod">
          <ac:chgData name="Ms Alina Arshad" userId="cccdfd85-d35d-4453-9c6f-a463aae40722" providerId="ADAL" clId="{9854E9E9-FCEA-46BD-B550-110177B9E80F}" dt="2024-10-19T07:41:27.351" v="89" actId="20577"/>
          <ac:spMkLst>
            <pc:docMk/>
            <pc:sldMk cId="0" sldId="258"/>
            <ac:spMk id="3" creationId="{00000000-0000-0000-0000-000000000000}"/>
          </ac:spMkLst>
        </pc:spChg>
        <pc:spChg chg="del mod">
          <ac:chgData name="Ms Alina Arshad" userId="cccdfd85-d35d-4453-9c6f-a463aae40722" providerId="ADAL" clId="{9854E9E9-FCEA-46BD-B550-110177B9E80F}" dt="2024-10-19T07:40:54.161" v="82" actId="478"/>
          <ac:spMkLst>
            <pc:docMk/>
            <pc:sldMk cId="0" sldId="258"/>
            <ac:spMk id="4" creationId="{00000000-0000-0000-0000-000000000000}"/>
          </ac:spMkLst>
        </pc:spChg>
      </pc:sldChg>
      <pc:sldChg chg="delSp modSp add del mod">
        <pc:chgData name="Ms Alina Arshad" userId="cccdfd85-d35d-4453-9c6f-a463aae40722" providerId="ADAL" clId="{9854E9E9-FCEA-46BD-B550-110177B9E80F}" dt="2024-10-19T16:01:57.630" v="743" actId="20577"/>
        <pc:sldMkLst>
          <pc:docMk/>
          <pc:sldMk cId="0" sldId="259"/>
        </pc:sldMkLst>
        <pc:spChg chg="mod">
          <ac:chgData name="Ms Alina Arshad" userId="cccdfd85-d35d-4453-9c6f-a463aae40722" providerId="ADAL" clId="{9854E9E9-FCEA-46BD-B550-110177B9E80F}" dt="2024-10-19T07:41:43.883" v="93" actId="207"/>
          <ac:spMkLst>
            <pc:docMk/>
            <pc:sldMk cId="0" sldId="259"/>
            <ac:spMk id="2" creationId="{00000000-0000-0000-0000-000000000000}"/>
          </ac:spMkLst>
        </pc:spChg>
        <pc:spChg chg="mod">
          <ac:chgData name="Ms Alina Arshad" userId="cccdfd85-d35d-4453-9c6f-a463aae40722" providerId="ADAL" clId="{9854E9E9-FCEA-46BD-B550-110177B9E80F}" dt="2024-10-19T16:01:57.630" v="743" actId="20577"/>
          <ac:spMkLst>
            <pc:docMk/>
            <pc:sldMk cId="0" sldId="259"/>
            <ac:spMk id="3" creationId="{00000000-0000-0000-0000-000000000000}"/>
          </ac:spMkLst>
        </pc:spChg>
        <pc:spChg chg="del mod">
          <ac:chgData name="Ms Alina Arshad" userId="cccdfd85-d35d-4453-9c6f-a463aae40722" providerId="ADAL" clId="{9854E9E9-FCEA-46BD-B550-110177B9E80F}" dt="2024-10-19T07:42:42.827" v="104" actId="478"/>
          <ac:spMkLst>
            <pc:docMk/>
            <pc:sldMk cId="0" sldId="259"/>
            <ac:spMk id="4" creationId="{00000000-0000-0000-0000-000000000000}"/>
          </ac:spMkLst>
        </pc:spChg>
      </pc:sldChg>
      <pc:sldChg chg="delSp modSp add del mod">
        <pc:chgData name="Ms Alina Arshad" userId="cccdfd85-d35d-4453-9c6f-a463aae40722" providerId="ADAL" clId="{9854E9E9-FCEA-46BD-B550-110177B9E80F}" dt="2024-10-19T07:44:19.632" v="136" actId="1076"/>
        <pc:sldMkLst>
          <pc:docMk/>
          <pc:sldMk cId="0" sldId="260"/>
        </pc:sldMkLst>
        <pc:spChg chg="mod">
          <ac:chgData name="Ms Alina Arshad" userId="cccdfd85-d35d-4453-9c6f-a463aae40722" providerId="ADAL" clId="{9854E9E9-FCEA-46BD-B550-110177B9E80F}" dt="2024-10-19T07:43:52.889" v="128" actId="207"/>
          <ac:spMkLst>
            <pc:docMk/>
            <pc:sldMk cId="0" sldId="260"/>
            <ac:spMk id="2" creationId="{00000000-0000-0000-0000-000000000000}"/>
          </ac:spMkLst>
        </pc:spChg>
        <pc:spChg chg="mod">
          <ac:chgData name="Ms Alina Arshad" userId="cccdfd85-d35d-4453-9c6f-a463aae40722" providerId="ADAL" clId="{9854E9E9-FCEA-46BD-B550-110177B9E80F}" dt="2024-10-19T07:44:07.759" v="133" actId="14100"/>
          <ac:spMkLst>
            <pc:docMk/>
            <pc:sldMk cId="0" sldId="260"/>
            <ac:spMk id="3" creationId="{00000000-0000-0000-0000-000000000000}"/>
          </ac:spMkLst>
        </pc:spChg>
        <pc:spChg chg="del mod">
          <ac:chgData name="Ms Alina Arshad" userId="cccdfd85-d35d-4453-9c6f-a463aae40722" providerId="ADAL" clId="{9854E9E9-FCEA-46BD-B550-110177B9E80F}" dt="2024-10-19T07:44:17.072" v="135" actId="478"/>
          <ac:spMkLst>
            <pc:docMk/>
            <pc:sldMk cId="0" sldId="260"/>
            <ac:spMk id="5" creationId="{00000000-0000-0000-0000-000000000000}"/>
          </ac:spMkLst>
        </pc:spChg>
        <pc:picChg chg="mod">
          <ac:chgData name="Ms Alina Arshad" userId="cccdfd85-d35d-4453-9c6f-a463aae40722" providerId="ADAL" clId="{9854E9E9-FCEA-46BD-B550-110177B9E80F}" dt="2024-10-19T07:44:19.632" v="136" actId="1076"/>
          <ac:picMkLst>
            <pc:docMk/>
            <pc:sldMk cId="0" sldId="260"/>
            <ac:picMk id="4" creationId="{00000000-0000-0000-0000-000000000000}"/>
          </ac:picMkLst>
        </pc:picChg>
      </pc:sldChg>
      <pc:sldChg chg="delSp modSp add del mod">
        <pc:chgData name="Ms Alina Arshad" userId="cccdfd85-d35d-4453-9c6f-a463aae40722" providerId="ADAL" clId="{9854E9E9-FCEA-46BD-B550-110177B9E80F}" dt="2024-10-20T09:41:52.846" v="1122" actId="403"/>
        <pc:sldMkLst>
          <pc:docMk/>
          <pc:sldMk cId="0" sldId="261"/>
        </pc:sldMkLst>
        <pc:spChg chg="mod">
          <ac:chgData name="Ms Alina Arshad" userId="cccdfd85-d35d-4453-9c6f-a463aae40722" providerId="ADAL" clId="{9854E9E9-FCEA-46BD-B550-110177B9E80F}" dt="2024-10-19T07:44:43.006" v="141" actId="207"/>
          <ac:spMkLst>
            <pc:docMk/>
            <pc:sldMk cId="0" sldId="261"/>
            <ac:spMk id="2" creationId="{00000000-0000-0000-0000-000000000000}"/>
          </ac:spMkLst>
        </pc:spChg>
        <pc:spChg chg="mod">
          <ac:chgData name="Ms Alina Arshad" userId="cccdfd85-d35d-4453-9c6f-a463aae40722" providerId="ADAL" clId="{9854E9E9-FCEA-46BD-B550-110177B9E80F}" dt="2024-10-20T09:41:13.510" v="1120" actId="20577"/>
          <ac:spMkLst>
            <pc:docMk/>
            <pc:sldMk cId="0" sldId="261"/>
            <ac:spMk id="3" creationId="{00000000-0000-0000-0000-000000000000}"/>
          </ac:spMkLst>
        </pc:spChg>
        <pc:spChg chg="mod">
          <ac:chgData name="Ms Alina Arshad" userId="cccdfd85-d35d-4453-9c6f-a463aae40722" providerId="ADAL" clId="{9854E9E9-FCEA-46BD-B550-110177B9E80F}" dt="2024-10-20T09:41:52.846" v="1122" actId="403"/>
          <ac:spMkLst>
            <pc:docMk/>
            <pc:sldMk cId="0" sldId="261"/>
            <ac:spMk id="4" creationId="{00000000-0000-0000-0000-000000000000}"/>
          </ac:spMkLst>
        </pc:spChg>
        <pc:spChg chg="del">
          <ac:chgData name="Ms Alina Arshad" userId="cccdfd85-d35d-4453-9c6f-a463aae40722" providerId="ADAL" clId="{9854E9E9-FCEA-46BD-B550-110177B9E80F}" dt="2024-10-19T07:44:55.931" v="144" actId="478"/>
          <ac:spMkLst>
            <pc:docMk/>
            <pc:sldMk cId="0" sldId="261"/>
            <ac:spMk id="5" creationId="{00000000-0000-0000-0000-000000000000}"/>
          </ac:spMkLst>
        </pc:spChg>
      </pc:sldChg>
      <pc:sldChg chg="delSp modSp add del mod">
        <pc:chgData name="Ms Alina Arshad" userId="cccdfd85-d35d-4453-9c6f-a463aae40722" providerId="ADAL" clId="{9854E9E9-FCEA-46BD-B550-110177B9E80F}" dt="2024-10-19T07:50:24.942" v="217" actId="47"/>
        <pc:sldMkLst>
          <pc:docMk/>
          <pc:sldMk cId="0" sldId="262"/>
        </pc:sldMkLst>
        <pc:spChg chg="del mod">
          <ac:chgData name="Ms Alina Arshad" userId="cccdfd85-d35d-4453-9c6f-a463aae40722" providerId="ADAL" clId="{9854E9E9-FCEA-46BD-B550-110177B9E80F}" dt="2024-10-19T07:50:20.314" v="214"/>
          <ac:spMkLst>
            <pc:docMk/>
            <pc:sldMk cId="0" sldId="262"/>
            <ac:spMk id="2" creationId="{00000000-0000-0000-0000-000000000000}"/>
          </ac:spMkLst>
        </pc:spChg>
        <pc:spChg chg="del mod">
          <ac:chgData name="Ms Alina Arshad" userId="cccdfd85-d35d-4453-9c6f-a463aae40722" providerId="ADAL" clId="{9854E9E9-FCEA-46BD-B550-110177B9E80F}" dt="2024-10-19T07:48:06.231" v="187" actId="478"/>
          <ac:spMkLst>
            <pc:docMk/>
            <pc:sldMk cId="0" sldId="262"/>
            <ac:spMk id="3" creationId="{00000000-0000-0000-0000-000000000000}"/>
          </ac:spMkLst>
        </pc:spChg>
      </pc:sldChg>
      <pc:sldChg chg="delSp modSp add del mod">
        <pc:chgData name="Ms Alina Arshad" userId="cccdfd85-d35d-4453-9c6f-a463aae40722" providerId="ADAL" clId="{9854E9E9-FCEA-46BD-B550-110177B9E80F}" dt="2024-10-20T10:28:01.042" v="1147" actId="403"/>
        <pc:sldMkLst>
          <pc:docMk/>
          <pc:sldMk cId="0" sldId="263"/>
        </pc:sldMkLst>
        <pc:spChg chg="mod">
          <ac:chgData name="Ms Alina Arshad" userId="cccdfd85-d35d-4453-9c6f-a463aae40722" providerId="ADAL" clId="{9854E9E9-FCEA-46BD-B550-110177B9E80F}" dt="2024-10-19T08:06:23.234" v="491" actId="1076"/>
          <ac:spMkLst>
            <pc:docMk/>
            <pc:sldMk cId="0" sldId="263"/>
            <ac:spMk id="2" creationId="{00000000-0000-0000-0000-000000000000}"/>
          </ac:spMkLst>
        </pc:spChg>
        <pc:spChg chg="mod">
          <ac:chgData name="Ms Alina Arshad" userId="cccdfd85-d35d-4453-9c6f-a463aae40722" providerId="ADAL" clId="{9854E9E9-FCEA-46BD-B550-110177B9E80F}" dt="2024-10-20T10:28:01.042" v="1147" actId="403"/>
          <ac:spMkLst>
            <pc:docMk/>
            <pc:sldMk cId="0" sldId="263"/>
            <ac:spMk id="3" creationId="{00000000-0000-0000-0000-000000000000}"/>
          </ac:spMkLst>
        </pc:spChg>
        <pc:spChg chg="del mod">
          <ac:chgData name="Ms Alina Arshad" userId="cccdfd85-d35d-4453-9c6f-a463aae40722" providerId="ADAL" clId="{9854E9E9-FCEA-46BD-B550-110177B9E80F}" dt="2024-10-19T07:57:28.174" v="334" actId="478"/>
          <ac:spMkLst>
            <pc:docMk/>
            <pc:sldMk cId="0" sldId="263"/>
            <ac:spMk id="4" creationId="{00000000-0000-0000-0000-000000000000}"/>
          </ac:spMkLst>
        </pc:spChg>
      </pc:sldChg>
      <pc:sldChg chg="delSp modSp add del mod">
        <pc:chgData name="Ms Alina Arshad" userId="cccdfd85-d35d-4453-9c6f-a463aae40722" providerId="ADAL" clId="{9854E9E9-FCEA-46BD-B550-110177B9E80F}" dt="2024-10-19T07:49:49.451" v="205" actId="478"/>
        <pc:sldMkLst>
          <pc:docMk/>
          <pc:sldMk cId="0" sldId="264"/>
        </pc:sldMkLst>
        <pc:spChg chg="mod">
          <ac:chgData name="Ms Alina Arshad" userId="cccdfd85-d35d-4453-9c6f-a463aae40722" providerId="ADAL" clId="{9854E9E9-FCEA-46BD-B550-110177B9E80F}" dt="2024-10-19T07:49:15.873" v="199" actId="1076"/>
          <ac:spMkLst>
            <pc:docMk/>
            <pc:sldMk cId="0" sldId="264"/>
            <ac:spMk id="2" creationId="{00000000-0000-0000-0000-000000000000}"/>
          </ac:spMkLst>
        </pc:spChg>
        <pc:spChg chg="del mod topLvl">
          <ac:chgData name="Ms Alina Arshad" userId="cccdfd85-d35d-4453-9c6f-a463aae40722" providerId="ADAL" clId="{9854E9E9-FCEA-46BD-B550-110177B9E80F}" dt="2024-10-19T07:49:49.451" v="205" actId="478"/>
          <ac:spMkLst>
            <pc:docMk/>
            <pc:sldMk cId="0" sldId="264"/>
            <ac:spMk id="4" creationId="{00000000-0000-0000-0000-000000000000}"/>
          </ac:spMkLst>
        </pc:spChg>
        <pc:spChg chg="del mod">
          <ac:chgData name="Ms Alina Arshad" userId="cccdfd85-d35d-4453-9c6f-a463aae40722" providerId="ADAL" clId="{9854E9E9-FCEA-46BD-B550-110177B9E80F}" dt="2024-10-19T07:48:46.675" v="191" actId="478"/>
          <ac:spMkLst>
            <pc:docMk/>
            <pc:sldMk cId="0" sldId="264"/>
            <ac:spMk id="6" creationId="{00000000-0000-0000-0000-000000000000}"/>
          </ac:spMkLst>
        </pc:spChg>
        <pc:grpChg chg="del mod">
          <ac:chgData name="Ms Alina Arshad" userId="cccdfd85-d35d-4453-9c6f-a463aae40722" providerId="ADAL" clId="{9854E9E9-FCEA-46BD-B550-110177B9E80F}" dt="2024-10-19T07:49:49.451" v="205" actId="478"/>
          <ac:grpSpMkLst>
            <pc:docMk/>
            <pc:sldMk cId="0" sldId="264"/>
            <ac:grpSpMk id="3" creationId="{00000000-0000-0000-0000-000000000000}"/>
          </ac:grpSpMkLst>
        </pc:grpChg>
        <pc:picChg chg="topLvl">
          <ac:chgData name="Ms Alina Arshad" userId="cccdfd85-d35d-4453-9c6f-a463aae40722" providerId="ADAL" clId="{9854E9E9-FCEA-46BD-B550-110177B9E80F}" dt="2024-10-19T07:49:49.451" v="205" actId="478"/>
          <ac:picMkLst>
            <pc:docMk/>
            <pc:sldMk cId="0" sldId="264"/>
            <ac:picMk id="5" creationId="{00000000-0000-0000-0000-000000000000}"/>
          </ac:picMkLst>
        </pc:picChg>
      </pc:sldChg>
      <pc:sldChg chg="delSp modSp add del mod">
        <pc:chgData name="Ms Alina Arshad" userId="cccdfd85-d35d-4453-9c6f-a463aae40722" providerId="ADAL" clId="{9854E9E9-FCEA-46BD-B550-110177B9E80F}" dt="2024-10-19T16:04:10.359" v="777" actId="478"/>
        <pc:sldMkLst>
          <pc:docMk/>
          <pc:sldMk cId="0" sldId="265"/>
        </pc:sldMkLst>
        <pc:spChg chg="mod">
          <ac:chgData name="Ms Alina Arshad" userId="cccdfd85-d35d-4453-9c6f-a463aae40722" providerId="ADAL" clId="{9854E9E9-FCEA-46BD-B550-110177B9E80F}" dt="2024-10-19T16:03:14.341" v="769" actId="113"/>
          <ac:spMkLst>
            <pc:docMk/>
            <pc:sldMk cId="0" sldId="265"/>
            <ac:spMk id="2" creationId="{00000000-0000-0000-0000-000000000000}"/>
          </ac:spMkLst>
        </pc:spChg>
        <pc:spChg chg="mod">
          <ac:chgData name="Ms Alina Arshad" userId="cccdfd85-d35d-4453-9c6f-a463aae40722" providerId="ADAL" clId="{9854E9E9-FCEA-46BD-B550-110177B9E80F}" dt="2024-10-19T16:04:04.679" v="776" actId="403"/>
          <ac:spMkLst>
            <pc:docMk/>
            <pc:sldMk cId="0" sldId="265"/>
            <ac:spMk id="3" creationId="{00000000-0000-0000-0000-000000000000}"/>
          </ac:spMkLst>
        </pc:spChg>
        <pc:spChg chg="del mod">
          <ac:chgData name="Ms Alina Arshad" userId="cccdfd85-d35d-4453-9c6f-a463aae40722" providerId="ADAL" clId="{9854E9E9-FCEA-46BD-B550-110177B9E80F}" dt="2024-10-19T16:04:10.359" v="777" actId="478"/>
          <ac:spMkLst>
            <pc:docMk/>
            <pc:sldMk cId="0" sldId="265"/>
            <ac:spMk id="4" creationId="{00000000-0000-0000-0000-000000000000}"/>
          </ac:spMkLst>
        </pc:spChg>
      </pc:sldChg>
      <pc:sldChg chg="delSp modSp add del mod">
        <pc:chgData name="Ms Alina Arshad" userId="cccdfd85-d35d-4453-9c6f-a463aae40722" providerId="ADAL" clId="{9854E9E9-FCEA-46BD-B550-110177B9E80F}" dt="2024-10-20T10:08:45.649" v="1138" actId="5793"/>
        <pc:sldMkLst>
          <pc:docMk/>
          <pc:sldMk cId="0" sldId="266"/>
        </pc:sldMkLst>
        <pc:spChg chg="mod">
          <ac:chgData name="Ms Alina Arshad" userId="cccdfd85-d35d-4453-9c6f-a463aae40722" providerId="ADAL" clId="{9854E9E9-FCEA-46BD-B550-110177B9E80F}" dt="2024-10-19T16:04:27.702" v="782" actId="1076"/>
          <ac:spMkLst>
            <pc:docMk/>
            <pc:sldMk cId="0" sldId="266"/>
            <ac:spMk id="2" creationId="{00000000-0000-0000-0000-000000000000}"/>
          </ac:spMkLst>
        </pc:spChg>
        <pc:spChg chg="mod">
          <ac:chgData name="Ms Alina Arshad" userId="cccdfd85-d35d-4453-9c6f-a463aae40722" providerId="ADAL" clId="{9854E9E9-FCEA-46BD-B550-110177B9E80F}" dt="2024-10-20T10:08:45.649" v="1138" actId="5793"/>
          <ac:spMkLst>
            <pc:docMk/>
            <pc:sldMk cId="0" sldId="266"/>
            <ac:spMk id="3" creationId="{00000000-0000-0000-0000-000000000000}"/>
          </ac:spMkLst>
        </pc:spChg>
        <pc:spChg chg="del mod">
          <ac:chgData name="Ms Alina Arshad" userId="cccdfd85-d35d-4453-9c6f-a463aae40722" providerId="ADAL" clId="{9854E9E9-FCEA-46BD-B550-110177B9E80F}" dt="2024-10-19T16:04:39.298" v="785" actId="478"/>
          <ac:spMkLst>
            <pc:docMk/>
            <pc:sldMk cId="0" sldId="266"/>
            <ac:spMk id="4" creationId="{00000000-0000-0000-0000-000000000000}"/>
          </ac:spMkLst>
        </pc:spChg>
      </pc:sldChg>
      <pc:sldChg chg="delSp modSp add del mod">
        <pc:chgData name="Ms Alina Arshad" userId="cccdfd85-d35d-4453-9c6f-a463aae40722" providerId="ADAL" clId="{9854E9E9-FCEA-46BD-B550-110177B9E80F}" dt="2024-10-20T10:10:11.198" v="1143" actId="5793"/>
        <pc:sldMkLst>
          <pc:docMk/>
          <pc:sldMk cId="0" sldId="267"/>
        </pc:sldMkLst>
        <pc:spChg chg="mod">
          <ac:chgData name="Ms Alina Arshad" userId="cccdfd85-d35d-4453-9c6f-a463aae40722" providerId="ADAL" clId="{9854E9E9-FCEA-46BD-B550-110177B9E80F}" dt="2024-10-19T16:06:39.435" v="820" actId="1076"/>
          <ac:spMkLst>
            <pc:docMk/>
            <pc:sldMk cId="0" sldId="267"/>
            <ac:spMk id="2" creationId="{00000000-0000-0000-0000-000000000000}"/>
          </ac:spMkLst>
        </pc:spChg>
        <pc:spChg chg="mod">
          <ac:chgData name="Ms Alina Arshad" userId="cccdfd85-d35d-4453-9c6f-a463aae40722" providerId="ADAL" clId="{9854E9E9-FCEA-46BD-B550-110177B9E80F}" dt="2024-10-20T10:10:11.198" v="1143" actId="5793"/>
          <ac:spMkLst>
            <pc:docMk/>
            <pc:sldMk cId="0" sldId="267"/>
            <ac:spMk id="3" creationId="{00000000-0000-0000-0000-000000000000}"/>
          </ac:spMkLst>
        </pc:spChg>
        <pc:spChg chg="del mod">
          <ac:chgData name="Ms Alina Arshad" userId="cccdfd85-d35d-4453-9c6f-a463aae40722" providerId="ADAL" clId="{9854E9E9-FCEA-46BD-B550-110177B9E80F}" dt="2024-10-19T16:06:56.599" v="824" actId="478"/>
          <ac:spMkLst>
            <pc:docMk/>
            <pc:sldMk cId="0" sldId="267"/>
            <ac:spMk id="4" creationId="{00000000-0000-0000-0000-000000000000}"/>
          </ac:spMkLst>
        </pc:spChg>
      </pc:sldChg>
      <pc:sldChg chg="delSp modSp add del mod">
        <pc:chgData name="Ms Alina Arshad" userId="cccdfd85-d35d-4453-9c6f-a463aae40722" providerId="ADAL" clId="{9854E9E9-FCEA-46BD-B550-110177B9E80F}" dt="2024-10-19T16:07:55.994" v="840" actId="1076"/>
        <pc:sldMkLst>
          <pc:docMk/>
          <pc:sldMk cId="0" sldId="268"/>
        </pc:sldMkLst>
        <pc:spChg chg="mod">
          <ac:chgData name="Ms Alina Arshad" userId="cccdfd85-d35d-4453-9c6f-a463aae40722" providerId="ADAL" clId="{9854E9E9-FCEA-46BD-B550-110177B9E80F}" dt="2024-10-19T16:07:55.994" v="840" actId="1076"/>
          <ac:spMkLst>
            <pc:docMk/>
            <pc:sldMk cId="0" sldId="268"/>
            <ac:spMk id="2" creationId="{00000000-0000-0000-0000-000000000000}"/>
          </ac:spMkLst>
        </pc:spChg>
        <pc:spChg chg="del mod">
          <ac:chgData name="Ms Alina Arshad" userId="cccdfd85-d35d-4453-9c6f-a463aae40722" providerId="ADAL" clId="{9854E9E9-FCEA-46BD-B550-110177B9E80F}" dt="2024-10-19T16:07:47.903" v="838" actId="478"/>
          <ac:spMkLst>
            <pc:docMk/>
            <pc:sldMk cId="0" sldId="268"/>
            <ac:spMk id="4" creationId="{00000000-0000-0000-0000-000000000000}"/>
          </ac:spMkLst>
        </pc:spChg>
        <pc:picChg chg="mod">
          <ac:chgData name="Ms Alina Arshad" userId="cccdfd85-d35d-4453-9c6f-a463aae40722" providerId="ADAL" clId="{9854E9E9-FCEA-46BD-B550-110177B9E80F}" dt="2024-10-19T16:07:45.625" v="837" actId="14100"/>
          <ac:picMkLst>
            <pc:docMk/>
            <pc:sldMk cId="0" sldId="268"/>
            <ac:picMk id="3" creationId="{00000000-0000-0000-0000-000000000000}"/>
          </ac:picMkLst>
        </pc:picChg>
      </pc:sldChg>
      <pc:sldChg chg="delSp modSp add del mod">
        <pc:chgData name="Ms Alina Arshad" userId="cccdfd85-d35d-4453-9c6f-a463aae40722" providerId="ADAL" clId="{9854E9E9-FCEA-46BD-B550-110177B9E80F}" dt="2024-10-20T10:14:57.757" v="1145" actId="20577"/>
        <pc:sldMkLst>
          <pc:docMk/>
          <pc:sldMk cId="0" sldId="269"/>
        </pc:sldMkLst>
        <pc:spChg chg="mod">
          <ac:chgData name="Ms Alina Arshad" userId="cccdfd85-d35d-4453-9c6f-a463aae40722" providerId="ADAL" clId="{9854E9E9-FCEA-46BD-B550-110177B9E80F}" dt="2024-10-19T16:08:09.925" v="845" actId="403"/>
          <ac:spMkLst>
            <pc:docMk/>
            <pc:sldMk cId="0" sldId="269"/>
            <ac:spMk id="2" creationId="{00000000-0000-0000-0000-000000000000}"/>
          </ac:spMkLst>
        </pc:spChg>
        <pc:spChg chg="mod">
          <ac:chgData name="Ms Alina Arshad" userId="cccdfd85-d35d-4453-9c6f-a463aae40722" providerId="ADAL" clId="{9854E9E9-FCEA-46BD-B550-110177B9E80F}" dt="2024-10-20T10:14:57.757" v="1145" actId="20577"/>
          <ac:spMkLst>
            <pc:docMk/>
            <pc:sldMk cId="0" sldId="269"/>
            <ac:spMk id="3" creationId="{00000000-0000-0000-0000-000000000000}"/>
          </ac:spMkLst>
        </pc:spChg>
        <pc:spChg chg="del mod">
          <ac:chgData name="Ms Alina Arshad" userId="cccdfd85-d35d-4453-9c6f-a463aae40722" providerId="ADAL" clId="{9854E9E9-FCEA-46BD-B550-110177B9E80F}" dt="2024-10-19T16:08:19.460" v="848" actId="478"/>
          <ac:spMkLst>
            <pc:docMk/>
            <pc:sldMk cId="0" sldId="269"/>
            <ac:spMk id="4" creationId="{00000000-0000-0000-0000-000000000000}"/>
          </ac:spMkLst>
        </pc:spChg>
      </pc:sldChg>
      <pc:sldChg chg="delSp modSp add del mod">
        <pc:chgData name="Ms Alina Arshad" userId="cccdfd85-d35d-4453-9c6f-a463aae40722" providerId="ADAL" clId="{9854E9E9-FCEA-46BD-B550-110177B9E80F}" dt="2024-10-20T10:43:24.416" v="1153" actId="1036"/>
        <pc:sldMkLst>
          <pc:docMk/>
          <pc:sldMk cId="0" sldId="270"/>
        </pc:sldMkLst>
        <pc:spChg chg="mod">
          <ac:chgData name="Ms Alina Arshad" userId="cccdfd85-d35d-4453-9c6f-a463aae40722" providerId="ADAL" clId="{9854E9E9-FCEA-46BD-B550-110177B9E80F}" dt="2024-10-19T16:09:03.374" v="854" actId="113"/>
          <ac:spMkLst>
            <pc:docMk/>
            <pc:sldMk cId="0" sldId="270"/>
            <ac:spMk id="2" creationId="{00000000-0000-0000-0000-000000000000}"/>
          </ac:spMkLst>
        </pc:spChg>
        <pc:spChg chg="mod">
          <ac:chgData name="Ms Alina Arshad" userId="cccdfd85-d35d-4453-9c6f-a463aae40722" providerId="ADAL" clId="{9854E9E9-FCEA-46BD-B550-110177B9E80F}" dt="2024-10-20T10:34:13.119" v="1150" actId="20577"/>
          <ac:spMkLst>
            <pc:docMk/>
            <pc:sldMk cId="0" sldId="270"/>
            <ac:spMk id="3" creationId="{00000000-0000-0000-0000-000000000000}"/>
          </ac:spMkLst>
        </pc:spChg>
        <pc:spChg chg="mod">
          <ac:chgData name="Ms Alina Arshad" userId="cccdfd85-d35d-4453-9c6f-a463aae40722" providerId="ADAL" clId="{9854E9E9-FCEA-46BD-B550-110177B9E80F}" dt="2024-10-20T10:35:28.260" v="1152" actId="20577"/>
          <ac:spMkLst>
            <pc:docMk/>
            <pc:sldMk cId="0" sldId="270"/>
            <ac:spMk id="4" creationId="{00000000-0000-0000-0000-000000000000}"/>
          </ac:spMkLst>
        </pc:spChg>
        <pc:spChg chg="del">
          <ac:chgData name="Ms Alina Arshad" userId="cccdfd85-d35d-4453-9c6f-a463aae40722" providerId="ADAL" clId="{9854E9E9-FCEA-46BD-B550-110177B9E80F}" dt="2024-10-19T16:10:11.995" v="971" actId="478"/>
          <ac:spMkLst>
            <pc:docMk/>
            <pc:sldMk cId="0" sldId="270"/>
            <ac:spMk id="5" creationId="{00000000-0000-0000-0000-000000000000}"/>
          </ac:spMkLst>
        </pc:spChg>
        <pc:spChg chg="mod">
          <ac:chgData name="Ms Alina Arshad" userId="cccdfd85-d35d-4453-9c6f-a463aae40722" providerId="ADAL" clId="{9854E9E9-FCEA-46BD-B550-110177B9E80F}" dt="2024-10-19T16:10:09.733" v="970" actId="1035"/>
          <ac:spMkLst>
            <pc:docMk/>
            <pc:sldMk cId="0" sldId="270"/>
            <ac:spMk id="6" creationId="{00000000-0000-0000-0000-000000000000}"/>
          </ac:spMkLst>
        </pc:spChg>
        <pc:spChg chg="mod">
          <ac:chgData name="Ms Alina Arshad" userId="cccdfd85-d35d-4453-9c6f-a463aae40722" providerId="ADAL" clId="{9854E9E9-FCEA-46BD-B550-110177B9E80F}" dt="2024-10-20T10:43:24.416" v="1153" actId="1036"/>
          <ac:spMkLst>
            <pc:docMk/>
            <pc:sldMk cId="0" sldId="270"/>
            <ac:spMk id="7" creationId="{00000000-0000-0000-0000-000000000000}"/>
          </ac:spMkLst>
        </pc:spChg>
        <pc:spChg chg="del mod">
          <ac:chgData name="Ms Alina Arshad" userId="cccdfd85-d35d-4453-9c6f-a463aae40722" providerId="ADAL" clId="{9854E9E9-FCEA-46BD-B550-110177B9E80F}" dt="2024-10-19T16:09:27.846" v="860" actId="478"/>
          <ac:spMkLst>
            <pc:docMk/>
            <pc:sldMk cId="0" sldId="270"/>
            <ac:spMk id="8" creationId="{00000000-0000-0000-0000-000000000000}"/>
          </ac:spMkLst>
        </pc:spChg>
      </pc:sldChg>
      <pc:sldChg chg="delSp modSp add del mod">
        <pc:chgData name="Ms Alina Arshad" userId="cccdfd85-d35d-4453-9c6f-a463aae40722" providerId="ADAL" clId="{9854E9E9-FCEA-46BD-B550-110177B9E80F}" dt="2024-10-20T11:24:51.569" v="1156" actId="120"/>
        <pc:sldMkLst>
          <pc:docMk/>
          <pc:sldMk cId="0" sldId="271"/>
        </pc:sldMkLst>
        <pc:spChg chg="mod">
          <ac:chgData name="Ms Alina Arshad" userId="cccdfd85-d35d-4453-9c6f-a463aae40722" providerId="ADAL" clId="{9854E9E9-FCEA-46BD-B550-110177B9E80F}" dt="2024-10-19T16:11:23.897" v="977" actId="1076"/>
          <ac:spMkLst>
            <pc:docMk/>
            <pc:sldMk cId="0" sldId="271"/>
            <ac:spMk id="2" creationId="{00000000-0000-0000-0000-000000000000}"/>
          </ac:spMkLst>
        </pc:spChg>
        <pc:spChg chg="mod">
          <ac:chgData name="Ms Alina Arshad" userId="cccdfd85-d35d-4453-9c6f-a463aae40722" providerId="ADAL" clId="{9854E9E9-FCEA-46BD-B550-110177B9E80F}" dt="2024-10-20T11:24:51.569" v="1156" actId="120"/>
          <ac:spMkLst>
            <pc:docMk/>
            <pc:sldMk cId="0" sldId="271"/>
            <ac:spMk id="3" creationId="{00000000-0000-0000-0000-000000000000}"/>
          </ac:spMkLst>
        </pc:spChg>
        <pc:spChg chg="del mod">
          <ac:chgData name="Ms Alina Arshad" userId="cccdfd85-d35d-4453-9c6f-a463aae40722" providerId="ADAL" clId="{9854E9E9-FCEA-46BD-B550-110177B9E80F}" dt="2024-10-19T16:11:31.293" v="980" actId="478"/>
          <ac:spMkLst>
            <pc:docMk/>
            <pc:sldMk cId="0" sldId="271"/>
            <ac:spMk id="4" creationId="{00000000-0000-0000-0000-000000000000}"/>
          </ac:spMkLst>
        </pc:spChg>
      </pc:sldChg>
      <pc:sldChg chg="delSp modSp add del mod">
        <pc:chgData name="Ms Alina Arshad" userId="cccdfd85-d35d-4453-9c6f-a463aae40722" providerId="ADAL" clId="{9854E9E9-FCEA-46BD-B550-110177B9E80F}" dt="2024-10-20T11:27:24.231" v="1168" actId="33524"/>
        <pc:sldMkLst>
          <pc:docMk/>
          <pc:sldMk cId="0" sldId="272"/>
        </pc:sldMkLst>
        <pc:spChg chg="mod">
          <ac:chgData name="Ms Alina Arshad" userId="cccdfd85-d35d-4453-9c6f-a463aae40722" providerId="ADAL" clId="{9854E9E9-FCEA-46BD-B550-110177B9E80F}" dt="2024-10-19T16:20:10.281" v="987" actId="1076"/>
          <ac:spMkLst>
            <pc:docMk/>
            <pc:sldMk cId="0" sldId="272"/>
            <ac:spMk id="2" creationId="{00000000-0000-0000-0000-000000000000}"/>
          </ac:spMkLst>
        </pc:spChg>
        <pc:spChg chg="mod">
          <ac:chgData name="Ms Alina Arshad" userId="cccdfd85-d35d-4453-9c6f-a463aae40722" providerId="ADAL" clId="{9854E9E9-FCEA-46BD-B550-110177B9E80F}" dt="2024-10-20T11:27:24.231" v="1168" actId="33524"/>
          <ac:spMkLst>
            <pc:docMk/>
            <pc:sldMk cId="0" sldId="272"/>
            <ac:spMk id="3" creationId="{00000000-0000-0000-0000-000000000000}"/>
          </ac:spMkLst>
        </pc:spChg>
        <pc:spChg chg="del mod">
          <ac:chgData name="Ms Alina Arshad" userId="cccdfd85-d35d-4453-9c6f-a463aae40722" providerId="ADAL" clId="{9854E9E9-FCEA-46BD-B550-110177B9E80F}" dt="2024-10-19T16:20:13.740" v="988" actId="478"/>
          <ac:spMkLst>
            <pc:docMk/>
            <pc:sldMk cId="0" sldId="272"/>
            <ac:spMk id="4" creationId="{00000000-0000-0000-0000-000000000000}"/>
          </ac:spMkLst>
        </pc:spChg>
      </pc:sldChg>
      <pc:sldChg chg="delSp modSp add mod">
        <pc:chgData name="Ms Alina Arshad" userId="cccdfd85-d35d-4453-9c6f-a463aae40722" providerId="ADAL" clId="{9854E9E9-FCEA-46BD-B550-110177B9E80F}" dt="2024-10-20T11:28:12.977" v="1172" actId="20577"/>
        <pc:sldMkLst>
          <pc:docMk/>
          <pc:sldMk cId="0" sldId="273"/>
        </pc:sldMkLst>
        <pc:spChg chg="mod">
          <ac:chgData name="Ms Alina Arshad" userId="cccdfd85-d35d-4453-9c6f-a463aae40722" providerId="ADAL" clId="{9854E9E9-FCEA-46BD-B550-110177B9E80F}" dt="2024-10-19T16:20:56.809" v="995" actId="113"/>
          <ac:spMkLst>
            <pc:docMk/>
            <pc:sldMk cId="0" sldId="273"/>
            <ac:spMk id="2" creationId="{00000000-0000-0000-0000-000000000000}"/>
          </ac:spMkLst>
        </pc:spChg>
        <pc:spChg chg="mod">
          <ac:chgData name="Ms Alina Arshad" userId="cccdfd85-d35d-4453-9c6f-a463aae40722" providerId="ADAL" clId="{9854E9E9-FCEA-46BD-B550-110177B9E80F}" dt="2024-10-20T11:28:12.977" v="1172" actId="20577"/>
          <ac:spMkLst>
            <pc:docMk/>
            <pc:sldMk cId="0" sldId="273"/>
            <ac:spMk id="3" creationId="{00000000-0000-0000-0000-000000000000}"/>
          </ac:spMkLst>
        </pc:spChg>
        <pc:spChg chg="mod">
          <ac:chgData name="Ms Alina Arshad" userId="cccdfd85-d35d-4453-9c6f-a463aae40722" providerId="ADAL" clId="{9854E9E9-FCEA-46BD-B550-110177B9E80F}" dt="2024-10-20T11:27:48.100" v="1170" actId="1076"/>
          <ac:spMkLst>
            <pc:docMk/>
            <pc:sldMk cId="0" sldId="273"/>
            <ac:spMk id="4" creationId="{00000000-0000-0000-0000-000000000000}"/>
          </ac:spMkLst>
        </pc:spChg>
        <pc:spChg chg="mod">
          <ac:chgData name="Ms Alina Arshad" userId="cccdfd85-d35d-4453-9c6f-a463aae40722" providerId="ADAL" clId="{9854E9E9-FCEA-46BD-B550-110177B9E80F}" dt="2024-10-20T11:27:53.623" v="1171" actId="1076"/>
          <ac:spMkLst>
            <pc:docMk/>
            <pc:sldMk cId="0" sldId="273"/>
            <ac:spMk id="5" creationId="{00000000-0000-0000-0000-000000000000}"/>
          </ac:spMkLst>
        </pc:spChg>
        <pc:spChg chg="mod">
          <ac:chgData name="Ms Alina Arshad" userId="cccdfd85-d35d-4453-9c6f-a463aae40722" providerId="ADAL" clId="{9854E9E9-FCEA-46BD-B550-110177B9E80F}" dt="2024-10-19T16:22:05.885" v="1004" actId="207"/>
          <ac:spMkLst>
            <pc:docMk/>
            <pc:sldMk cId="0" sldId="273"/>
            <ac:spMk id="6" creationId="{00000000-0000-0000-0000-000000000000}"/>
          </ac:spMkLst>
        </pc:spChg>
        <pc:spChg chg="del mod">
          <ac:chgData name="Ms Alina Arshad" userId="cccdfd85-d35d-4453-9c6f-a463aae40722" providerId="ADAL" clId="{9854E9E9-FCEA-46BD-B550-110177B9E80F}" dt="2024-10-19T16:22:09.502" v="1005" actId="478"/>
          <ac:spMkLst>
            <pc:docMk/>
            <pc:sldMk cId="0" sldId="273"/>
            <ac:spMk id="8" creationId="{00000000-0000-0000-0000-000000000000}"/>
          </ac:spMkLst>
        </pc:spChg>
        <pc:picChg chg="mod">
          <ac:chgData name="Ms Alina Arshad" userId="cccdfd85-d35d-4453-9c6f-a463aae40722" providerId="ADAL" clId="{9854E9E9-FCEA-46BD-B550-110177B9E80F}" dt="2024-10-19T16:21:55.257" v="1002" actId="1076"/>
          <ac:picMkLst>
            <pc:docMk/>
            <pc:sldMk cId="0" sldId="273"/>
            <ac:picMk id="7" creationId="{00000000-0000-0000-0000-000000000000}"/>
          </ac:picMkLst>
        </pc:picChg>
      </pc:sldChg>
      <pc:sldChg chg="delSp modSp add mod">
        <pc:chgData name="Ms Alina Arshad" userId="cccdfd85-d35d-4453-9c6f-a463aae40722" providerId="ADAL" clId="{9854E9E9-FCEA-46BD-B550-110177B9E80F}" dt="2024-10-19T16:23:12.376" v="1021" actId="403"/>
        <pc:sldMkLst>
          <pc:docMk/>
          <pc:sldMk cId="0" sldId="274"/>
        </pc:sldMkLst>
        <pc:spChg chg="mod ord">
          <ac:chgData name="Ms Alina Arshad" userId="cccdfd85-d35d-4453-9c6f-a463aae40722" providerId="ADAL" clId="{9854E9E9-FCEA-46BD-B550-110177B9E80F}" dt="2024-10-19T16:23:12.376" v="1021" actId="403"/>
          <ac:spMkLst>
            <pc:docMk/>
            <pc:sldMk cId="0" sldId="274"/>
            <ac:spMk id="2" creationId="{00000000-0000-0000-0000-000000000000}"/>
          </ac:spMkLst>
        </pc:spChg>
        <pc:spChg chg="del">
          <ac:chgData name="Ms Alina Arshad" userId="cccdfd85-d35d-4453-9c6f-a463aae40722" providerId="ADAL" clId="{9854E9E9-FCEA-46BD-B550-110177B9E80F}" dt="2024-10-19T16:23:06.287" v="1019" actId="478"/>
          <ac:spMkLst>
            <pc:docMk/>
            <pc:sldMk cId="0" sldId="274"/>
            <ac:spMk id="3" creationId="{00000000-0000-0000-0000-000000000000}"/>
          </ac:spMkLst>
        </pc:spChg>
        <pc:grpChg chg="mod">
          <ac:chgData name="Ms Alina Arshad" userId="cccdfd85-d35d-4453-9c6f-a463aae40722" providerId="ADAL" clId="{9854E9E9-FCEA-46BD-B550-110177B9E80F}" dt="2024-10-19T16:22:49.033" v="1012" actId="1076"/>
          <ac:grpSpMkLst>
            <pc:docMk/>
            <pc:sldMk cId="0" sldId="274"/>
            <ac:grpSpMk id="4" creationId="{00000000-0000-0000-0000-000000000000}"/>
          </ac:grpSpMkLst>
        </pc:grpChg>
      </pc:sldChg>
      <pc:sldChg chg="delSp modSp add mod">
        <pc:chgData name="Ms Alina Arshad" userId="cccdfd85-d35d-4453-9c6f-a463aae40722" providerId="ADAL" clId="{9854E9E9-FCEA-46BD-B550-110177B9E80F}" dt="2024-10-19T16:24:26.933" v="1036" actId="20577"/>
        <pc:sldMkLst>
          <pc:docMk/>
          <pc:sldMk cId="0" sldId="275"/>
        </pc:sldMkLst>
        <pc:spChg chg="mod">
          <ac:chgData name="Ms Alina Arshad" userId="cccdfd85-d35d-4453-9c6f-a463aae40722" providerId="ADAL" clId="{9854E9E9-FCEA-46BD-B550-110177B9E80F}" dt="2024-10-19T16:23:40.345" v="1026" actId="113"/>
          <ac:spMkLst>
            <pc:docMk/>
            <pc:sldMk cId="0" sldId="275"/>
            <ac:spMk id="2" creationId="{00000000-0000-0000-0000-000000000000}"/>
          </ac:spMkLst>
        </pc:spChg>
        <pc:spChg chg="mod">
          <ac:chgData name="Ms Alina Arshad" userId="cccdfd85-d35d-4453-9c6f-a463aae40722" providerId="ADAL" clId="{9854E9E9-FCEA-46BD-B550-110177B9E80F}" dt="2024-10-19T16:24:26.933" v="1036" actId="20577"/>
          <ac:spMkLst>
            <pc:docMk/>
            <pc:sldMk cId="0" sldId="275"/>
            <ac:spMk id="3" creationId="{00000000-0000-0000-0000-000000000000}"/>
          </ac:spMkLst>
        </pc:spChg>
        <pc:spChg chg="del">
          <ac:chgData name="Ms Alina Arshad" userId="cccdfd85-d35d-4453-9c6f-a463aae40722" providerId="ADAL" clId="{9854E9E9-FCEA-46BD-B550-110177B9E80F}" dt="2024-10-19T16:23:20.521" v="1022" actId="478"/>
          <ac:spMkLst>
            <pc:docMk/>
            <pc:sldMk cId="0" sldId="275"/>
            <ac:spMk id="4" creationId="{00000000-0000-0000-0000-000000000000}"/>
          </ac:spMkLst>
        </pc:spChg>
      </pc:sldChg>
      <pc:sldChg chg="delSp modSp add mod">
        <pc:chgData name="Ms Alina Arshad" userId="cccdfd85-d35d-4453-9c6f-a463aae40722" providerId="ADAL" clId="{9854E9E9-FCEA-46BD-B550-110177B9E80F}" dt="2024-10-19T16:25:31.479" v="1053" actId="1076"/>
        <pc:sldMkLst>
          <pc:docMk/>
          <pc:sldMk cId="0" sldId="276"/>
        </pc:sldMkLst>
        <pc:spChg chg="mod">
          <ac:chgData name="Ms Alina Arshad" userId="cccdfd85-d35d-4453-9c6f-a463aae40722" providerId="ADAL" clId="{9854E9E9-FCEA-46BD-B550-110177B9E80F}" dt="2024-10-19T16:24:49.562" v="1040" actId="113"/>
          <ac:spMkLst>
            <pc:docMk/>
            <pc:sldMk cId="0" sldId="276"/>
            <ac:spMk id="2" creationId="{00000000-0000-0000-0000-000000000000}"/>
          </ac:spMkLst>
        </pc:spChg>
        <pc:spChg chg="mod">
          <ac:chgData name="Ms Alina Arshad" userId="cccdfd85-d35d-4453-9c6f-a463aae40722" providerId="ADAL" clId="{9854E9E9-FCEA-46BD-B550-110177B9E80F}" dt="2024-10-19T16:25:28.434" v="1052" actId="1076"/>
          <ac:spMkLst>
            <pc:docMk/>
            <pc:sldMk cId="0" sldId="276"/>
            <ac:spMk id="3" creationId="{00000000-0000-0000-0000-000000000000}"/>
          </ac:spMkLst>
        </pc:spChg>
        <pc:spChg chg="del mod">
          <ac:chgData name="Ms Alina Arshad" userId="cccdfd85-d35d-4453-9c6f-a463aae40722" providerId="ADAL" clId="{9854E9E9-FCEA-46BD-B550-110177B9E80F}" dt="2024-10-19T16:25:11.123" v="1048" actId="478"/>
          <ac:spMkLst>
            <pc:docMk/>
            <pc:sldMk cId="0" sldId="276"/>
            <ac:spMk id="5" creationId="{00000000-0000-0000-0000-000000000000}"/>
          </ac:spMkLst>
        </pc:spChg>
        <pc:picChg chg="mod">
          <ac:chgData name="Ms Alina Arshad" userId="cccdfd85-d35d-4453-9c6f-a463aae40722" providerId="ADAL" clId="{9854E9E9-FCEA-46BD-B550-110177B9E80F}" dt="2024-10-19T16:25:31.479" v="1053" actId="1076"/>
          <ac:picMkLst>
            <pc:docMk/>
            <pc:sldMk cId="0" sldId="276"/>
            <ac:picMk id="4" creationId="{00000000-0000-0000-0000-000000000000}"/>
          </ac:picMkLst>
        </pc:picChg>
      </pc:sldChg>
      <pc:sldChg chg="delSp modSp add mod">
        <pc:chgData name="Ms Alina Arshad" userId="cccdfd85-d35d-4453-9c6f-a463aae40722" providerId="ADAL" clId="{9854E9E9-FCEA-46BD-B550-110177B9E80F}" dt="2024-10-19T16:26:11.600" v="1067" actId="20577"/>
        <pc:sldMkLst>
          <pc:docMk/>
          <pc:sldMk cId="0" sldId="277"/>
        </pc:sldMkLst>
        <pc:spChg chg="mod">
          <ac:chgData name="Ms Alina Arshad" userId="cccdfd85-d35d-4453-9c6f-a463aae40722" providerId="ADAL" clId="{9854E9E9-FCEA-46BD-B550-110177B9E80F}" dt="2024-10-19T16:25:49.515" v="1059" actId="20577"/>
          <ac:spMkLst>
            <pc:docMk/>
            <pc:sldMk cId="0" sldId="277"/>
            <ac:spMk id="2" creationId="{00000000-0000-0000-0000-000000000000}"/>
          </ac:spMkLst>
        </pc:spChg>
        <pc:spChg chg="mod">
          <ac:chgData name="Ms Alina Arshad" userId="cccdfd85-d35d-4453-9c6f-a463aae40722" providerId="ADAL" clId="{9854E9E9-FCEA-46BD-B550-110177B9E80F}" dt="2024-10-19T16:26:11.600" v="1067" actId="20577"/>
          <ac:spMkLst>
            <pc:docMk/>
            <pc:sldMk cId="0" sldId="277"/>
            <ac:spMk id="3" creationId="{00000000-0000-0000-0000-000000000000}"/>
          </ac:spMkLst>
        </pc:spChg>
        <pc:spChg chg="del">
          <ac:chgData name="Ms Alina Arshad" userId="cccdfd85-d35d-4453-9c6f-a463aae40722" providerId="ADAL" clId="{9854E9E9-FCEA-46BD-B550-110177B9E80F}" dt="2024-10-19T16:26:04.956" v="1065" actId="478"/>
          <ac:spMkLst>
            <pc:docMk/>
            <pc:sldMk cId="0" sldId="277"/>
            <ac:spMk id="4" creationId="{00000000-0000-0000-0000-000000000000}"/>
          </ac:spMkLst>
        </pc:spChg>
      </pc:sldChg>
      <pc:sldChg chg="delSp modSp add mod">
        <pc:chgData name="Ms Alina Arshad" userId="cccdfd85-d35d-4453-9c6f-a463aae40722" providerId="ADAL" clId="{9854E9E9-FCEA-46BD-B550-110177B9E80F}" dt="2024-10-19T16:27:36.029" v="1086" actId="33524"/>
        <pc:sldMkLst>
          <pc:docMk/>
          <pc:sldMk cId="0" sldId="278"/>
        </pc:sldMkLst>
        <pc:spChg chg="mod">
          <ac:chgData name="Ms Alina Arshad" userId="cccdfd85-d35d-4453-9c6f-a463aae40722" providerId="ADAL" clId="{9854E9E9-FCEA-46BD-B550-110177B9E80F}" dt="2024-10-19T16:26:27.314" v="1069" actId="207"/>
          <ac:spMkLst>
            <pc:docMk/>
            <pc:sldMk cId="0" sldId="278"/>
            <ac:spMk id="2" creationId="{00000000-0000-0000-0000-000000000000}"/>
          </ac:spMkLst>
        </pc:spChg>
        <pc:spChg chg="mod">
          <ac:chgData name="Ms Alina Arshad" userId="cccdfd85-d35d-4453-9c6f-a463aae40722" providerId="ADAL" clId="{9854E9E9-FCEA-46BD-B550-110177B9E80F}" dt="2024-10-19T16:27:36.029" v="1086" actId="33524"/>
          <ac:spMkLst>
            <pc:docMk/>
            <pc:sldMk cId="0" sldId="278"/>
            <ac:spMk id="3" creationId="{00000000-0000-0000-0000-000000000000}"/>
          </ac:spMkLst>
        </pc:spChg>
        <pc:spChg chg="del mod">
          <ac:chgData name="Ms Alina Arshad" userId="cccdfd85-d35d-4453-9c6f-a463aae40722" providerId="ADAL" clId="{9854E9E9-FCEA-46BD-B550-110177B9E80F}" dt="2024-10-19T16:27:01.643" v="1082" actId="478"/>
          <ac:spMkLst>
            <pc:docMk/>
            <pc:sldMk cId="0" sldId="278"/>
            <ac:spMk id="4" creationId="{00000000-0000-0000-0000-000000000000}"/>
          </ac:spMkLst>
        </pc:spChg>
      </pc:sldChg>
      <pc:sldChg chg="modSp new mod">
        <pc:chgData name="Ms Alina Arshad" userId="cccdfd85-d35d-4453-9c6f-a463aae40722" providerId="ADAL" clId="{9854E9E9-FCEA-46BD-B550-110177B9E80F}" dt="2024-10-19T07:56:03.329" v="303" actId="14100"/>
        <pc:sldMkLst>
          <pc:docMk/>
          <pc:sldMk cId="3240370692" sldId="279"/>
        </pc:sldMkLst>
        <pc:spChg chg="mod">
          <ac:chgData name="Ms Alina Arshad" userId="cccdfd85-d35d-4453-9c6f-a463aae40722" providerId="ADAL" clId="{9854E9E9-FCEA-46BD-B550-110177B9E80F}" dt="2024-10-19T07:50:12.705" v="211" actId="113"/>
          <ac:spMkLst>
            <pc:docMk/>
            <pc:sldMk cId="3240370692" sldId="279"/>
            <ac:spMk id="2" creationId="{BA844F90-433D-2057-99FE-62FAF39552C5}"/>
          </ac:spMkLst>
        </pc:spChg>
        <pc:spChg chg="mod">
          <ac:chgData name="Ms Alina Arshad" userId="cccdfd85-d35d-4453-9c6f-a463aae40722" providerId="ADAL" clId="{9854E9E9-FCEA-46BD-B550-110177B9E80F}" dt="2024-10-19T07:56:03.329" v="303" actId="14100"/>
          <ac:spMkLst>
            <pc:docMk/>
            <pc:sldMk cId="3240370692" sldId="279"/>
            <ac:spMk id="3" creationId="{C61C41A0-B3FF-7DEC-396A-1327549017CA}"/>
          </ac:spMkLst>
        </pc:spChg>
      </pc:sldChg>
      <pc:sldMasterChg chg="delSldLayout">
        <pc:chgData name="Ms Alina Arshad" userId="cccdfd85-d35d-4453-9c6f-a463aae40722" providerId="ADAL" clId="{9854E9E9-FCEA-46BD-B550-110177B9E80F}" dt="2024-10-19T07:38:17.304" v="44" actId="47"/>
        <pc:sldMasterMkLst>
          <pc:docMk/>
          <pc:sldMasterMk cId="1090009938" sldId="2147483660"/>
        </pc:sldMasterMkLst>
        <pc:sldLayoutChg chg="del">
          <pc:chgData name="Ms Alina Arshad" userId="cccdfd85-d35d-4453-9c6f-a463aae40722" providerId="ADAL" clId="{9854E9E9-FCEA-46BD-B550-110177B9E80F}" dt="2024-10-19T07:38:17.304" v="44" actId="47"/>
          <pc:sldLayoutMkLst>
            <pc:docMk/>
            <pc:sldMasterMk cId="1090009938" sldId="2147483660"/>
            <pc:sldLayoutMk cId="3151685511" sldId="2147483672"/>
          </pc:sldLayoutMkLst>
        </pc:sldLayoutChg>
      </pc:sldMaster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0487470729_2_29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g10487470729_2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0487470729_2_29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g10487470729_2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0487470729_2_30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2" name="Google Shape;372;g10487470729_2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10487470729_2_31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g10487470729_2_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0487470729_2_32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g10487470729_2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0487470729_2_32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g10487470729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0487470729_2_33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10487470729_2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0487470729_2_34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g10487470729_2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0487470729_2_35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6" name="Google Shape;426;g10487470729_2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0487470729_2_35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g10487470729_2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0487470729_2_36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0" name="Google Shape;440;g10487470729_2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0487470729_2_37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g10487470729_2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0487470729_2_38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g10487470729_2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a:bodyPr>
          <a:lstStyle/>
          <a:p>
            <a:pPr algn="ctr"/>
            <a:r>
              <a:rPr lang="en-US" sz="4400" b="1" dirty="0">
                <a:solidFill>
                  <a:schemeClr val="tx1"/>
                </a:solidFill>
                <a:cs typeface="Times New Roman" panose="02020603050405020304" pitchFamily="18" charset="0"/>
              </a:rPr>
              <a:t>Lecture 3-</a:t>
            </a:r>
            <a:r>
              <a:rPr lang="en-US" sz="4400" b="1" dirty="0">
                <a:solidFill>
                  <a:schemeClr val="tx1"/>
                </a:solidFill>
              </a:rPr>
              <a:t>Chapter # 20</a:t>
            </a:r>
          </a:p>
          <a:p>
            <a:pPr algn="ctr"/>
            <a:r>
              <a:rPr lang="en-US" sz="3200" b="1" dirty="0">
                <a:solidFill>
                  <a:schemeClr val="tx1"/>
                </a:solidFill>
              </a:rPr>
              <a:t>Introduction to Transaction Processing Concepts and Theory</a:t>
            </a: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0"/>
          <p:cNvSpPr txBox="1">
            <a:spLocks noGrp="1"/>
          </p:cNvSpPr>
          <p:nvPr>
            <p:ph type="title"/>
          </p:nvPr>
        </p:nvSpPr>
        <p:spPr>
          <a:xfrm>
            <a:off x="1041697" y="780717"/>
            <a:ext cx="10990781"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Recoverability (cont’d.)</a:t>
            </a:r>
            <a:endParaRPr b="1" dirty="0">
              <a:solidFill>
                <a:schemeClr val="tx1"/>
              </a:solidFill>
            </a:endParaRPr>
          </a:p>
        </p:txBody>
      </p:sp>
      <p:sp>
        <p:nvSpPr>
          <p:cNvPr id="361" name="Google Shape;361;p50"/>
          <p:cNvSpPr txBox="1">
            <a:spLocks noGrp="1"/>
          </p:cNvSpPr>
          <p:nvPr>
            <p:ph idx="1"/>
          </p:nvPr>
        </p:nvSpPr>
        <p:spPr>
          <a:xfrm>
            <a:off x="1246797" y="1819684"/>
            <a:ext cx="9989239" cy="401308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b="1" dirty="0">
                <a:solidFill>
                  <a:schemeClr val="tx1"/>
                </a:solidFill>
              </a:rPr>
              <a:t>Cascadeless schedule</a:t>
            </a:r>
            <a:endParaRPr sz="2400" b="1" dirty="0">
              <a:solidFill>
                <a:schemeClr val="tx1"/>
              </a:solidFill>
            </a:endParaRPr>
          </a:p>
          <a:p>
            <a:pPr marL="742932" lvl="1" indent="-285744">
              <a:spcBef>
                <a:spcPts val="520"/>
              </a:spcBef>
              <a:buSzPts val="1430"/>
            </a:pPr>
            <a:r>
              <a:rPr lang="en" sz="2000" dirty="0">
                <a:solidFill>
                  <a:schemeClr val="tx1"/>
                </a:solidFill>
              </a:rPr>
              <a:t>Avoids cascading rollback</a:t>
            </a:r>
            <a:endParaRPr sz="2000" dirty="0">
              <a:solidFill>
                <a:schemeClr val="tx1"/>
              </a:solidFill>
            </a:endParaRPr>
          </a:p>
          <a:p>
            <a:pPr marL="342891">
              <a:spcBef>
                <a:spcPts val="560"/>
              </a:spcBef>
              <a:buSzPts val="1680"/>
            </a:pPr>
            <a:r>
              <a:rPr lang="en" sz="2400" b="1" dirty="0">
                <a:solidFill>
                  <a:schemeClr val="tx1"/>
                </a:solidFill>
              </a:rPr>
              <a:t>Strict schedule</a:t>
            </a:r>
            <a:endParaRPr sz="2400" b="1" dirty="0">
              <a:solidFill>
                <a:schemeClr val="tx1"/>
              </a:solidFill>
            </a:endParaRPr>
          </a:p>
          <a:p>
            <a:pPr marL="742932" lvl="1" indent="-285744">
              <a:spcBef>
                <a:spcPts val="520"/>
              </a:spcBef>
              <a:buSzPts val="1430"/>
            </a:pPr>
            <a:r>
              <a:rPr lang="en" sz="2000" dirty="0">
                <a:solidFill>
                  <a:schemeClr val="tx1"/>
                </a:solidFill>
              </a:rPr>
              <a:t>Transactions can neither read nor write an item X until the last transaction that wrote X has committed or aborted</a:t>
            </a:r>
            <a:endParaRPr sz="2000" dirty="0">
              <a:solidFill>
                <a:schemeClr val="tx1"/>
              </a:solidFill>
            </a:endParaRPr>
          </a:p>
          <a:p>
            <a:pPr marL="742932" lvl="1" indent="-285744">
              <a:spcBef>
                <a:spcPts val="520"/>
              </a:spcBef>
              <a:buSzPts val="1430"/>
            </a:pPr>
            <a:r>
              <a:rPr lang="en" sz="2000" dirty="0">
                <a:solidFill>
                  <a:schemeClr val="tx1"/>
                </a:solidFill>
              </a:rPr>
              <a:t>Simpler recovery process</a:t>
            </a:r>
            <a:endParaRPr sz="2000" dirty="0">
              <a:solidFill>
                <a:schemeClr val="tx1"/>
              </a:solidFill>
            </a:endParaRPr>
          </a:p>
          <a:p>
            <a:pPr marL="1142971" lvl="2" indent="-228594">
              <a:spcBef>
                <a:spcPts val="480"/>
              </a:spcBef>
              <a:buSzPts val="1200"/>
            </a:pPr>
            <a:r>
              <a:rPr lang="en" sz="1600" dirty="0">
                <a:solidFill>
                  <a:schemeClr val="tx1"/>
                </a:solidFill>
              </a:rPr>
              <a:t>Restore the before image</a:t>
            </a:r>
            <a:endParaRPr sz="16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C0F029-47C5-1DCB-B454-1A4D64738C09}"/>
              </a:ext>
            </a:extLst>
          </p:cNvPr>
          <p:cNvPicPr>
            <a:picLocks noChangeAspect="1"/>
          </p:cNvPicPr>
          <p:nvPr/>
        </p:nvPicPr>
        <p:blipFill>
          <a:blip r:embed="rId2"/>
          <a:stretch>
            <a:fillRect/>
          </a:stretch>
        </p:blipFill>
        <p:spPr>
          <a:xfrm>
            <a:off x="2547256" y="718705"/>
            <a:ext cx="7583261" cy="4730275"/>
          </a:xfrm>
          <a:prstGeom prst="rect">
            <a:avLst/>
          </a:prstGeom>
        </p:spPr>
      </p:pic>
    </p:spTree>
    <p:extLst>
      <p:ext uri="{BB962C8B-B14F-4D97-AF65-F5344CB8AC3E}">
        <p14:creationId xmlns:p14="http://schemas.microsoft.com/office/powerpoint/2010/main" val="264909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1"/>
          <p:cNvSpPr txBox="1">
            <a:spLocks noGrp="1"/>
          </p:cNvSpPr>
          <p:nvPr>
            <p:ph type="title"/>
          </p:nvPr>
        </p:nvSpPr>
        <p:spPr>
          <a:xfrm>
            <a:off x="561975" y="763626"/>
            <a:ext cx="11068049"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Serializability</a:t>
            </a:r>
            <a:endParaRPr b="1" dirty="0">
              <a:solidFill>
                <a:schemeClr val="tx1"/>
              </a:solidFill>
            </a:endParaRPr>
          </a:p>
        </p:txBody>
      </p:sp>
      <p:sp>
        <p:nvSpPr>
          <p:cNvPr id="368" name="Google Shape;368;p51"/>
          <p:cNvSpPr txBox="1">
            <a:spLocks noGrp="1"/>
          </p:cNvSpPr>
          <p:nvPr>
            <p:ph idx="1"/>
          </p:nvPr>
        </p:nvSpPr>
        <p:spPr>
          <a:xfrm>
            <a:off x="964784" y="1836775"/>
            <a:ext cx="10332755"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800" dirty="0">
                <a:solidFill>
                  <a:schemeClr val="tx1"/>
                </a:solidFill>
              </a:rPr>
              <a:t>Serializable schedules</a:t>
            </a:r>
            <a:endParaRPr sz="2800" dirty="0">
              <a:solidFill>
                <a:schemeClr val="tx1"/>
              </a:solidFill>
            </a:endParaRPr>
          </a:p>
          <a:p>
            <a:pPr marL="742932" lvl="1" indent="-285744">
              <a:spcBef>
                <a:spcPts val="520"/>
              </a:spcBef>
              <a:buSzPts val="1430"/>
            </a:pPr>
            <a:r>
              <a:rPr lang="en" sz="2400" dirty="0">
                <a:solidFill>
                  <a:schemeClr val="tx1"/>
                </a:solidFill>
              </a:rPr>
              <a:t>Always considered to be correct when concurrent transactions are executing</a:t>
            </a:r>
            <a:endParaRPr sz="2400" dirty="0">
              <a:solidFill>
                <a:schemeClr val="tx1"/>
              </a:solidFill>
            </a:endParaRPr>
          </a:p>
          <a:p>
            <a:pPr marL="742932" lvl="1" indent="-285744">
              <a:spcBef>
                <a:spcPts val="520"/>
              </a:spcBef>
              <a:buSzPts val="1430"/>
            </a:pPr>
            <a:r>
              <a:rPr lang="en" sz="2400" dirty="0">
                <a:solidFill>
                  <a:schemeClr val="tx1"/>
                </a:solidFill>
              </a:rPr>
              <a:t>Places simultaneous transactions in series</a:t>
            </a:r>
            <a:endParaRPr sz="2400" dirty="0">
              <a:solidFill>
                <a:schemeClr val="tx1"/>
              </a:solidFill>
            </a:endParaRPr>
          </a:p>
          <a:p>
            <a:pPr marL="1142971" lvl="2" indent="-228594">
              <a:spcBef>
                <a:spcPts val="480"/>
              </a:spcBef>
              <a:buSzPts val="1200"/>
            </a:pPr>
            <a:r>
              <a:rPr lang="en" sz="1800" dirty="0">
                <a:solidFill>
                  <a:schemeClr val="tx1"/>
                </a:solidFill>
              </a:rPr>
              <a:t>Transaction T</a:t>
            </a:r>
            <a:r>
              <a:rPr lang="en" sz="1800" baseline="-25000" dirty="0">
                <a:solidFill>
                  <a:schemeClr val="tx1"/>
                </a:solidFill>
              </a:rPr>
              <a:t>1</a:t>
            </a:r>
            <a:r>
              <a:rPr lang="en" sz="1800" dirty="0">
                <a:solidFill>
                  <a:schemeClr val="tx1"/>
                </a:solidFill>
              </a:rPr>
              <a:t> before T</a:t>
            </a:r>
            <a:r>
              <a:rPr lang="en" sz="1800" baseline="-25000" dirty="0">
                <a:solidFill>
                  <a:schemeClr val="tx1"/>
                </a:solidFill>
              </a:rPr>
              <a:t>2</a:t>
            </a:r>
            <a:r>
              <a:rPr lang="en" sz="1800" dirty="0">
                <a:solidFill>
                  <a:schemeClr val="tx1"/>
                </a:solidFill>
              </a:rPr>
              <a:t>, or vice versa</a:t>
            </a:r>
            <a:endParaRPr sz="18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2"/>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5</a:t>
            </a:fld>
            <a:endParaRPr/>
          </a:p>
        </p:txBody>
      </p:sp>
      <p:pic>
        <p:nvPicPr>
          <p:cNvPr id="375" name="Google Shape;375;p52"/>
          <p:cNvPicPr preferRelativeResize="0"/>
          <p:nvPr/>
        </p:nvPicPr>
        <p:blipFill rotWithShape="1">
          <a:blip r:embed="rId3">
            <a:alphaModFix/>
          </a:blip>
          <a:srcRect/>
          <a:stretch/>
        </p:blipFill>
        <p:spPr>
          <a:xfrm>
            <a:off x="2971839" y="498197"/>
            <a:ext cx="5779054" cy="4186239"/>
          </a:xfrm>
          <a:prstGeom prst="rect">
            <a:avLst/>
          </a:prstGeom>
          <a:noFill/>
          <a:ln>
            <a:noFill/>
          </a:ln>
        </p:spPr>
      </p:pic>
      <p:sp>
        <p:nvSpPr>
          <p:cNvPr id="376" name="Google Shape;376;p52"/>
          <p:cNvSpPr txBox="1"/>
          <p:nvPr/>
        </p:nvSpPr>
        <p:spPr>
          <a:xfrm>
            <a:off x="2746049" y="4855042"/>
            <a:ext cx="7772400" cy="830956"/>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sz="1600" b="1" dirty="0"/>
              <a:t>Figure 20.5 Examples of serial and nonserial schedules involving transactions </a:t>
            </a:r>
            <a:r>
              <a:rPr lang="en" sz="1600" b="1" i="1" dirty="0"/>
              <a:t>T</a:t>
            </a:r>
            <a:r>
              <a:rPr lang="en" sz="1600" b="1" dirty="0"/>
              <a:t>1 and </a:t>
            </a:r>
            <a:r>
              <a:rPr lang="en" sz="1600" b="1" i="1" dirty="0"/>
              <a:t>T</a:t>
            </a:r>
            <a:r>
              <a:rPr lang="en" sz="1600" b="1" dirty="0"/>
              <a:t>2 (a) Serial schedule A: </a:t>
            </a:r>
            <a:r>
              <a:rPr lang="en" sz="1600" b="1" i="1" dirty="0"/>
              <a:t>T</a:t>
            </a:r>
            <a:r>
              <a:rPr lang="en" sz="1600" b="1" dirty="0"/>
              <a:t>1 followed by </a:t>
            </a:r>
            <a:r>
              <a:rPr lang="en" sz="1600" b="1" i="1" dirty="0"/>
              <a:t>T</a:t>
            </a:r>
            <a:r>
              <a:rPr lang="en" sz="1600" b="1" dirty="0"/>
              <a:t>2 (b) Serial schedule B: </a:t>
            </a:r>
            <a:r>
              <a:rPr lang="en" sz="1600" b="1" i="1" dirty="0"/>
              <a:t>T</a:t>
            </a:r>
            <a:r>
              <a:rPr lang="en" sz="1600" b="1" dirty="0"/>
              <a:t>2 followed by </a:t>
            </a:r>
            <a:r>
              <a:rPr lang="en" sz="1600" b="1" i="1" dirty="0"/>
              <a:t>T</a:t>
            </a:r>
            <a:r>
              <a:rPr lang="en" sz="1600" b="1" dirty="0"/>
              <a:t>1 (c) Two nonserial schedules C and D with interleaving of operations</a:t>
            </a:r>
            <a:endParaRPr sz="1600" b="1" dirty="0"/>
          </a:p>
        </p:txBody>
      </p:sp>
      <p:pic>
        <p:nvPicPr>
          <p:cNvPr id="377" name="Google Shape;377;p52"/>
          <p:cNvPicPr preferRelativeResize="0"/>
          <p:nvPr/>
        </p:nvPicPr>
        <p:blipFill rotWithShape="1">
          <a:blip r:embed="rId4">
            <a:alphaModFix/>
          </a:blip>
          <a:srcRect/>
          <a:stretch/>
        </p:blipFill>
        <p:spPr>
          <a:xfrm>
            <a:off x="1020769" y="1066622"/>
            <a:ext cx="1951070" cy="1080746"/>
          </a:xfrm>
          <a:prstGeom prst="rect">
            <a:avLst/>
          </a:prstGeom>
          <a:noFill/>
          <a:ln>
            <a:noFill/>
          </a:ln>
        </p:spPr>
      </p:pic>
      <p:pic>
        <p:nvPicPr>
          <p:cNvPr id="378" name="Google Shape;378;p52"/>
          <p:cNvPicPr preferRelativeResize="0"/>
          <p:nvPr/>
        </p:nvPicPr>
        <p:blipFill rotWithShape="1">
          <a:blip r:embed="rId5">
            <a:alphaModFix/>
          </a:blip>
          <a:srcRect/>
          <a:stretch/>
        </p:blipFill>
        <p:spPr>
          <a:xfrm>
            <a:off x="8766027" y="959586"/>
            <a:ext cx="2377346" cy="1173911"/>
          </a:xfrm>
          <a:prstGeom prst="rect">
            <a:avLst/>
          </a:prstGeom>
          <a:noFill/>
          <a:ln>
            <a:noFill/>
          </a:ln>
        </p:spPr>
      </p:pic>
      <p:pic>
        <p:nvPicPr>
          <p:cNvPr id="379" name="Google Shape;379;p52"/>
          <p:cNvPicPr preferRelativeResize="0"/>
          <p:nvPr/>
        </p:nvPicPr>
        <p:blipFill rotWithShape="1">
          <a:blip r:embed="rId6">
            <a:alphaModFix/>
          </a:blip>
          <a:srcRect/>
          <a:stretch/>
        </p:blipFill>
        <p:spPr>
          <a:xfrm>
            <a:off x="699833" y="3158359"/>
            <a:ext cx="2256872" cy="1232136"/>
          </a:xfrm>
          <a:prstGeom prst="rect">
            <a:avLst/>
          </a:prstGeom>
          <a:noFill/>
          <a:ln>
            <a:noFill/>
          </a:ln>
        </p:spPr>
      </p:pic>
      <p:pic>
        <p:nvPicPr>
          <p:cNvPr id="380" name="Google Shape;380;p52"/>
          <p:cNvPicPr preferRelativeResize="0"/>
          <p:nvPr/>
        </p:nvPicPr>
        <p:blipFill rotWithShape="1">
          <a:blip r:embed="rId7">
            <a:alphaModFix/>
          </a:blip>
          <a:srcRect/>
          <a:stretch/>
        </p:blipFill>
        <p:spPr>
          <a:xfrm>
            <a:off x="9095766" y="3429000"/>
            <a:ext cx="2047607" cy="9254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3"/>
          <p:cNvSpPr txBox="1">
            <a:spLocks noGrp="1"/>
          </p:cNvSpPr>
          <p:nvPr>
            <p:ph type="title"/>
          </p:nvPr>
        </p:nvSpPr>
        <p:spPr>
          <a:xfrm>
            <a:off x="1123950" y="763626"/>
            <a:ext cx="10780341"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Serializability (cont’d.)</a:t>
            </a:r>
            <a:endParaRPr b="1" dirty="0">
              <a:solidFill>
                <a:schemeClr val="tx1"/>
              </a:solidFill>
            </a:endParaRPr>
          </a:p>
        </p:txBody>
      </p:sp>
      <p:sp>
        <p:nvSpPr>
          <p:cNvPr id="386" name="Google Shape;386;p53"/>
          <p:cNvSpPr txBox="1">
            <a:spLocks noGrp="1"/>
          </p:cNvSpPr>
          <p:nvPr>
            <p:ph idx="1"/>
          </p:nvPr>
        </p:nvSpPr>
        <p:spPr>
          <a:xfrm>
            <a:off x="1204067" y="1836775"/>
            <a:ext cx="10144747"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dirty="0">
                <a:solidFill>
                  <a:schemeClr val="tx1"/>
                </a:solidFill>
              </a:rPr>
              <a:t>Problem with serial schedules</a:t>
            </a:r>
            <a:endParaRPr sz="2400" dirty="0">
              <a:solidFill>
                <a:schemeClr val="tx1"/>
              </a:solidFill>
            </a:endParaRPr>
          </a:p>
          <a:p>
            <a:pPr marL="742932" lvl="1" indent="-285744">
              <a:spcBef>
                <a:spcPts val="520"/>
              </a:spcBef>
              <a:buSzPts val="1430"/>
            </a:pPr>
            <a:r>
              <a:rPr lang="en" sz="2000" dirty="0">
                <a:solidFill>
                  <a:schemeClr val="tx1"/>
                </a:solidFill>
              </a:rPr>
              <a:t>Limit concurrency by prohibiting interleaving of operations</a:t>
            </a:r>
            <a:endParaRPr sz="2000" dirty="0">
              <a:solidFill>
                <a:schemeClr val="tx1"/>
              </a:solidFill>
            </a:endParaRPr>
          </a:p>
          <a:p>
            <a:pPr marL="742932" lvl="1" indent="-285744">
              <a:spcBef>
                <a:spcPts val="520"/>
              </a:spcBef>
              <a:buSzPts val="1430"/>
            </a:pPr>
            <a:r>
              <a:rPr lang="en" sz="2000" dirty="0">
                <a:solidFill>
                  <a:schemeClr val="tx1"/>
                </a:solidFill>
              </a:rPr>
              <a:t>Unacceptable in practice</a:t>
            </a:r>
            <a:endParaRPr sz="2000" dirty="0">
              <a:solidFill>
                <a:schemeClr val="tx1"/>
              </a:solidFill>
            </a:endParaRPr>
          </a:p>
          <a:p>
            <a:pPr marL="742932" lvl="1" indent="-285744">
              <a:spcBef>
                <a:spcPts val="520"/>
              </a:spcBef>
              <a:buSzPts val="1430"/>
            </a:pPr>
            <a:r>
              <a:rPr lang="en" sz="2000" dirty="0">
                <a:solidFill>
                  <a:schemeClr val="tx1"/>
                </a:solidFill>
              </a:rPr>
              <a:t>Solution: determine which schedules are equivalent to a serial schedule and allow those to occur</a:t>
            </a:r>
            <a:endParaRPr sz="2000" dirty="0">
              <a:solidFill>
                <a:schemeClr val="tx1"/>
              </a:solidFill>
            </a:endParaRPr>
          </a:p>
          <a:p>
            <a:pPr marL="342891">
              <a:spcBef>
                <a:spcPts val="560"/>
              </a:spcBef>
              <a:buSzPts val="1680"/>
            </a:pPr>
            <a:r>
              <a:rPr lang="en" sz="2400" dirty="0">
                <a:solidFill>
                  <a:schemeClr val="tx1"/>
                </a:solidFill>
              </a:rPr>
              <a:t>Serializable schedule of </a:t>
            </a:r>
            <a:r>
              <a:rPr lang="en" sz="2400" i="1" dirty="0">
                <a:solidFill>
                  <a:schemeClr val="tx1"/>
                </a:solidFill>
              </a:rPr>
              <a:t>n</a:t>
            </a:r>
            <a:r>
              <a:rPr lang="en" sz="2400" dirty="0">
                <a:solidFill>
                  <a:schemeClr val="tx1"/>
                </a:solidFill>
              </a:rPr>
              <a:t> transactions</a:t>
            </a:r>
            <a:endParaRPr sz="2400" dirty="0">
              <a:solidFill>
                <a:schemeClr val="tx1"/>
              </a:solidFill>
            </a:endParaRPr>
          </a:p>
          <a:p>
            <a:pPr marL="742932" lvl="1" indent="-285744">
              <a:spcBef>
                <a:spcPts val="520"/>
              </a:spcBef>
              <a:buSzPts val="1430"/>
            </a:pPr>
            <a:r>
              <a:rPr lang="en" sz="2000" dirty="0">
                <a:solidFill>
                  <a:schemeClr val="tx1"/>
                </a:solidFill>
              </a:rPr>
              <a:t>Equivalent to some serial schedule of same </a:t>
            </a:r>
            <a:r>
              <a:rPr lang="en" sz="2000" i="1" dirty="0">
                <a:solidFill>
                  <a:schemeClr val="tx1"/>
                </a:solidFill>
              </a:rPr>
              <a:t>n</a:t>
            </a:r>
            <a:r>
              <a:rPr lang="en" sz="2000" dirty="0">
                <a:solidFill>
                  <a:schemeClr val="tx1"/>
                </a:solidFill>
              </a:rPr>
              <a:t> transactions</a:t>
            </a:r>
            <a:endParaRPr sz="20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4"/>
          <p:cNvSpPr txBox="1">
            <a:spLocks noGrp="1"/>
          </p:cNvSpPr>
          <p:nvPr>
            <p:ph type="title"/>
          </p:nvPr>
        </p:nvSpPr>
        <p:spPr>
          <a:xfrm>
            <a:off x="866477" y="736387"/>
            <a:ext cx="10866897"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Serializability (cont’d.)</a:t>
            </a:r>
            <a:endParaRPr b="1" dirty="0">
              <a:solidFill>
                <a:schemeClr val="tx1"/>
              </a:solidFill>
            </a:endParaRPr>
          </a:p>
        </p:txBody>
      </p:sp>
      <p:sp>
        <p:nvSpPr>
          <p:cNvPr id="393" name="Google Shape;393;p54"/>
          <p:cNvSpPr txBox="1">
            <a:spLocks noGrp="1"/>
          </p:cNvSpPr>
          <p:nvPr>
            <p:ph idx="1"/>
          </p:nvPr>
        </p:nvSpPr>
        <p:spPr>
          <a:xfrm>
            <a:off x="1123950" y="1796757"/>
            <a:ext cx="10079585"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800" dirty="0">
                <a:solidFill>
                  <a:schemeClr val="tx1"/>
                </a:solidFill>
              </a:rPr>
              <a:t>Result equivalent schedules</a:t>
            </a:r>
            <a:endParaRPr sz="2800" dirty="0">
              <a:solidFill>
                <a:schemeClr val="tx1"/>
              </a:solidFill>
            </a:endParaRPr>
          </a:p>
          <a:p>
            <a:pPr marL="742932" lvl="1" indent="-285744">
              <a:spcBef>
                <a:spcPts val="520"/>
              </a:spcBef>
              <a:buSzPts val="1430"/>
            </a:pPr>
            <a:r>
              <a:rPr lang="en" sz="2400" dirty="0">
                <a:solidFill>
                  <a:schemeClr val="tx1"/>
                </a:solidFill>
              </a:rPr>
              <a:t>Produce the same final state of the database</a:t>
            </a:r>
            <a:endParaRPr sz="2400" dirty="0">
              <a:solidFill>
                <a:schemeClr val="tx1"/>
              </a:solidFill>
            </a:endParaRPr>
          </a:p>
          <a:p>
            <a:pPr marL="1142971" lvl="2" indent="-228594">
              <a:spcBef>
                <a:spcPts val="480"/>
              </a:spcBef>
              <a:buSzPts val="1200"/>
            </a:pPr>
            <a:r>
              <a:rPr lang="en" sz="1800" dirty="0">
                <a:solidFill>
                  <a:schemeClr val="tx1"/>
                </a:solidFill>
              </a:rPr>
              <a:t>May be accidental</a:t>
            </a:r>
            <a:endParaRPr sz="1800" dirty="0">
              <a:solidFill>
                <a:schemeClr val="tx1"/>
              </a:solidFill>
            </a:endParaRPr>
          </a:p>
          <a:p>
            <a:pPr marL="742932" lvl="1" indent="-285744">
              <a:spcBef>
                <a:spcPts val="520"/>
              </a:spcBef>
              <a:buSzPts val="1430"/>
            </a:pPr>
            <a:r>
              <a:rPr lang="en" sz="2400" dirty="0">
                <a:solidFill>
                  <a:schemeClr val="tx1"/>
                </a:solidFill>
              </a:rPr>
              <a:t>Cannot be used alone to define equivalence of schedules</a:t>
            </a:r>
            <a:endParaRPr sz="2400" dirty="0">
              <a:solidFill>
                <a:schemeClr val="tx1"/>
              </a:solidFill>
            </a:endParaRPr>
          </a:p>
          <a:p>
            <a:pPr marL="1142971" lvl="2" indent="-228594">
              <a:spcBef>
                <a:spcPts val="480"/>
              </a:spcBef>
              <a:buSzPts val="1200"/>
            </a:pPr>
            <a:r>
              <a:rPr lang="en" sz="1800" dirty="0">
                <a:solidFill>
                  <a:schemeClr val="tx1"/>
                </a:solidFill>
              </a:rPr>
              <a:t>They execute different transactions</a:t>
            </a:r>
            <a:endParaRPr sz="1800" dirty="0">
              <a:solidFill>
                <a:schemeClr val="tx1"/>
              </a:solidFill>
            </a:endParaRPr>
          </a:p>
        </p:txBody>
      </p:sp>
      <p:pic>
        <p:nvPicPr>
          <p:cNvPr id="395" name="Google Shape;395;p54"/>
          <p:cNvPicPr preferRelativeResize="0"/>
          <p:nvPr/>
        </p:nvPicPr>
        <p:blipFill rotWithShape="1">
          <a:blip r:embed="rId3">
            <a:alphaModFix/>
          </a:blip>
          <a:srcRect/>
          <a:stretch/>
        </p:blipFill>
        <p:spPr>
          <a:xfrm>
            <a:off x="3843602" y="3986179"/>
            <a:ext cx="3957801" cy="1726037"/>
          </a:xfrm>
          <a:prstGeom prst="rect">
            <a:avLst/>
          </a:prstGeom>
          <a:noFill/>
          <a:ln>
            <a:noFill/>
          </a:ln>
        </p:spPr>
      </p:pic>
      <p:sp>
        <p:nvSpPr>
          <p:cNvPr id="396" name="Google Shape;396;p54"/>
          <p:cNvSpPr txBox="1"/>
          <p:nvPr/>
        </p:nvSpPr>
        <p:spPr>
          <a:xfrm>
            <a:off x="3167058" y="5712216"/>
            <a:ext cx="6629400" cy="58473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sz="1600" b="1" dirty="0"/>
              <a:t>Figure 20.6 Two schedules that are result equivalent for the initial value of </a:t>
            </a:r>
            <a:r>
              <a:rPr lang="en" sz="1600" b="1" i="1" dirty="0"/>
              <a:t>X </a:t>
            </a:r>
            <a:r>
              <a:rPr lang="en" sz="1600" b="1" dirty="0"/>
              <a:t>= 100 but are not result equivalent in general</a:t>
            </a:r>
            <a:endParaRPr sz="16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5"/>
          <p:cNvSpPr txBox="1">
            <a:spLocks noGrp="1"/>
          </p:cNvSpPr>
          <p:nvPr>
            <p:ph type="title"/>
          </p:nvPr>
        </p:nvSpPr>
        <p:spPr>
          <a:xfrm>
            <a:off x="1123951" y="796101"/>
            <a:ext cx="10480220"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Serializability (cont’d.)</a:t>
            </a:r>
            <a:endParaRPr b="1" dirty="0">
              <a:solidFill>
                <a:schemeClr val="tx1"/>
              </a:solidFill>
            </a:endParaRPr>
          </a:p>
        </p:txBody>
      </p:sp>
      <p:sp>
        <p:nvSpPr>
          <p:cNvPr id="402" name="Google Shape;402;p55"/>
          <p:cNvSpPr txBox="1">
            <a:spLocks noGrp="1"/>
          </p:cNvSpPr>
          <p:nvPr>
            <p:ph idx="1"/>
          </p:nvPr>
        </p:nvSpPr>
        <p:spPr>
          <a:xfrm>
            <a:off x="1025979" y="1790301"/>
            <a:ext cx="10676163" cy="34290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dirty="0">
                <a:solidFill>
                  <a:schemeClr val="tx1"/>
                </a:solidFill>
              </a:rPr>
              <a:t>Conflict equivalence</a:t>
            </a:r>
            <a:endParaRPr sz="2400" dirty="0">
              <a:solidFill>
                <a:schemeClr val="tx1"/>
              </a:solidFill>
            </a:endParaRPr>
          </a:p>
          <a:p>
            <a:pPr marL="742932" lvl="1" indent="-285744">
              <a:spcBef>
                <a:spcPts val="520"/>
              </a:spcBef>
              <a:buSzPts val="1430"/>
            </a:pPr>
            <a:r>
              <a:rPr lang="en" sz="2000" dirty="0">
                <a:solidFill>
                  <a:schemeClr val="tx1"/>
                </a:solidFill>
              </a:rPr>
              <a:t>Relative order of any two conflicting operations is the same in both schedules</a:t>
            </a:r>
            <a:endParaRPr sz="2000" dirty="0">
              <a:solidFill>
                <a:schemeClr val="tx1"/>
              </a:solidFill>
            </a:endParaRPr>
          </a:p>
          <a:p>
            <a:pPr marL="342891">
              <a:spcBef>
                <a:spcPts val="560"/>
              </a:spcBef>
              <a:buSzPts val="1680"/>
            </a:pPr>
            <a:r>
              <a:rPr lang="en" sz="2400" dirty="0">
                <a:solidFill>
                  <a:schemeClr val="tx1"/>
                </a:solidFill>
              </a:rPr>
              <a:t>Serializable schedules (Called conflict serializable)</a:t>
            </a:r>
            <a:endParaRPr sz="2400" dirty="0">
              <a:solidFill>
                <a:schemeClr val="tx1"/>
              </a:solidFill>
            </a:endParaRPr>
          </a:p>
          <a:p>
            <a:pPr marL="742932" lvl="1" indent="-285744">
              <a:spcBef>
                <a:spcPts val="520"/>
              </a:spcBef>
              <a:buSzPts val="1430"/>
            </a:pPr>
            <a:r>
              <a:rPr lang="en" sz="2000" dirty="0">
                <a:solidFill>
                  <a:schemeClr val="tx1"/>
                </a:solidFill>
              </a:rPr>
              <a:t>Schedule S is serializable if it is conflict equivalent to some serial schedule S’.</a:t>
            </a:r>
            <a:endParaRPr sz="2000" dirty="0">
              <a:solidFill>
                <a:schemeClr val="tx1"/>
              </a:solidFill>
            </a:endParaRPr>
          </a:p>
          <a:p>
            <a:pPr marL="0" indent="0">
              <a:spcBef>
                <a:spcPts val="560"/>
              </a:spcBef>
              <a:buSzPts val="1680"/>
              <a:buNone/>
            </a:pPr>
            <a:endParaRPr sz="2400" dirty="0">
              <a:solidFill>
                <a:schemeClr val="tx1"/>
              </a:solidFill>
            </a:endParaRPr>
          </a:p>
        </p:txBody>
      </p:sp>
      <p:sp>
        <p:nvSpPr>
          <p:cNvPr id="403" name="Google Shape;403;p55"/>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6"/>
          <p:cNvSpPr txBox="1">
            <a:spLocks noGrp="1"/>
          </p:cNvSpPr>
          <p:nvPr>
            <p:ph type="title"/>
          </p:nvPr>
        </p:nvSpPr>
        <p:spPr>
          <a:xfrm>
            <a:off x="1123960" y="699717"/>
            <a:ext cx="10483321"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Characterizing Schedules Based on Serializability (cont’d.)</a:t>
            </a:r>
            <a:endParaRPr b="1" dirty="0">
              <a:solidFill>
                <a:schemeClr val="tx1"/>
              </a:solidFill>
            </a:endParaRPr>
          </a:p>
        </p:txBody>
      </p:sp>
      <p:sp>
        <p:nvSpPr>
          <p:cNvPr id="409" name="Google Shape;409;p56"/>
          <p:cNvSpPr txBox="1">
            <a:spLocks noGrp="1"/>
          </p:cNvSpPr>
          <p:nvPr>
            <p:ph idx="1"/>
          </p:nvPr>
        </p:nvSpPr>
        <p:spPr>
          <a:xfrm>
            <a:off x="1123950" y="1885234"/>
            <a:ext cx="9904833" cy="3263400"/>
          </a:xfrm>
          <a:prstGeom prst="rect">
            <a:avLst/>
          </a:prstGeom>
          <a:noFill/>
          <a:ln>
            <a:noFill/>
          </a:ln>
        </p:spPr>
        <p:txBody>
          <a:bodyPr spcFirstLastPara="1" vert="horz" wrap="square" lIns="91425" tIns="45700" rIns="0" bIns="45700" rtlCol="0" anchor="t" anchorCtr="0">
            <a:normAutofit/>
          </a:bodyPr>
          <a:lstStyle/>
          <a:p>
            <a:pPr marL="342891">
              <a:spcBef>
                <a:spcPts val="0"/>
              </a:spcBef>
              <a:buSzPts val="1680"/>
            </a:pPr>
            <a:r>
              <a:rPr lang="en" sz="2400" dirty="0">
                <a:solidFill>
                  <a:schemeClr val="tx1"/>
                </a:solidFill>
              </a:rPr>
              <a:t>Testing for serializability of a schedule</a:t>
            </a:r>
            <a:endParaRPr sz="2400" dirty="0">
              <a:solidFill>
                <a:schemeClr val="tx1"/>
              </a:solidFill>
            </a:endParaRPr>
          </a:p>
          <a:p>
            <a:pPr marL="342891" indent="-236214">
              <a:spcBef>
                <a:spcPts val="560"/>
              </a:spcBef>
              <a:buSzPts val="1680"/>
              <a:buNone/>
            </a:pPr>
            <a:endParaRPr dirty="0"/>
          </a:p>
        </p:txBody>
      </p:sp>
      <p:sp>
        <p:nvSpPr>
          <p:cNvPr id="410" name="Google Shape;410;p56"/>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9</a:t>
            </a:fld>
            <a:endParaRPr/>
          </a:p>
        </p:txBody>
      </p:sp>
      <p:pic>
        <p:nvPicPr>
          <p:cNvPr id="411" name="Google Shape;411;p56"/>
          <p:cNvPicPr preferRelativeResize="0"/>
          <p:nvPr/>
        </p:nvPicPr>
        <p:blipFill rotWithShape="1">
          <a:blip r:embed="rId3">
            <a:alphaModFix/>
          </a:blip>
          <a:srcRect/>
          <a:stretch/>
        </p:blipFill>
        <p:spPr>
          <a:xfrm>
            <a:off x="1415160" y="2396802"/>
            <a:ext cx="9322412" cy="2751832"/>
          </a:xfrm>
          <a:prstGeom prst="rect">
            <a:avLst/>
          </a:prstGeom>
          <a:noFill/>
          <a:ln>
            <a:noFill/>
          </a:ln>
        </p:spPr>
      </p:pic>
      <p:sp>
        <p:nvSpPr>
          <p:cNvPr id="412" name="Google Shape;412;p56"/>
          <p:cNvSpPr txBox="1"/>
          <p:nvPr/>
        </p:nvSpPr>
        <p:spPr>
          <a:xfrm>
            <a:off x="2698180" y="5346715"/>
            <a:ext cx="5905500" cy="338514"/>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sz="1600" b="1" dirty="0"/>
              <a:t>Algorithm 20.1 Testing conflict serializability of a schedule S</a:t>
            </a:r>
            <a:endParaRPr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7"/>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10</a:t>
            </a:fld>
            <a:endParaRPr/>
          </a:p>
        </p:txBody>
      </p:sp>
      <p:pic>
        <p:nvPicPr>
          <p:cNvPr id="418" name="Google Shape;418;p57"/>
          <p:cNvPicPr preferRelativeResize="0"/>
          <p:nvPr/>
        </p:nvPicPr>
        <p:blipFill rotWithShape="1">
          <a:blip r:embed="rId3">
            <a:alphaModFix/>
          </a:blip>
          <a:srcRect/>
          <a:stretch/>
        </p:blipFill>
        <p:spPr>
          <a:xfrm>
            <a:off x="2983264" y="442911"/>
            <a:ext cx="5852825" cy="4186239"/>
          </a:xfrm>
          <a:prstGeom prst="rect">
            <a:avLst/>
          </a:prstGeom>
          <a:noFill/>
          <a:ln>
            <a:noFill/>
          </a:ln>
        </p:spPr>
      </p:pic>
      <p:pic>
        <p:nvPicPr>
          <p:cNvPr id="419" name="Google Shape;419;p57"/>
          <p:cNvPicPr preferRelativeResize="0"/>
          <p:nvPr/>
        </p:nvPicPr>
        <p:blipFill rotWithShape="1">
          <a:blip r:embed="rId4">
            <a:alphaModFix/>
          </a:blip>
          <a:srcRect/>
          <a:stretch/>
        </p:blipFill>
        <p:spPr>
          <a:xfrm>
            <a:off x="565735" y="1015731"/>
            <a:ext cx="2417530" cy="1213120"/>
          </a:xfrm>
          <a:prstGeom prst="rect">
            <a:avLst/>
          </a:prstGeom>
          <a:noFill/>
          <a:ln>
            <a:noFill/>
          </a:ln>
        </p:spPr>
      </p:pic>
      <p:pic>
        <p:nvPicPr>
          <p:cNvPr id="420" name="Google Shape;420;p57"/>
          <p:cNvPicPr preferRelativeResize="0"/>
          <p:nvPr/>
        </p:nvPicPr>
        <p:blipFill rotWithShape="1">
          <a:blip r:embed="rId5">
            <a:alphaModFix/>
          </a:blip>
          <a:srcRect/>
          <a:stretch/>
        </p:blipFill>
        <p:spPr>
          <a:xfrm>
            <a:off x="8836089" y="1015731"/>
            <a:ext cx="2064013" cy="999865"/>
          </a:xfrm>
          <a:prstGeom prst="rect">
            <a:avLst/>
          </a:prstGeom>
          <a:noFill/>
          <a:ln>
            <a:noFill/>
          </a:ln>
        </p:spPr>
      </p:pic>
      <p:pic>
        <p:nvPicPr>
          <p:cNvPr id="421" name="Google Shape;421;p57"/>
          <p:cNvPicPr preferRelativeResize="0"/>
          <p:nvPr/>
        </p:nvPicPr>
        <p:blipFill rotWithShape="1">
          <a:blip r:embed="rId6">
            <a:alphaModFix/>
          </a:blip>
          <a:srcRect/>
          <a:stretch/>
        </p:blipFill>
        <p:spPr>
          <a:xfrm>
            <a:off x="855307" y="3068660"/>
            <a:ext cx="2064014" cy="1430346"/>
          </a:xfrm>
          <a:prstGeom prst="rect">
            <a:avLst/>
          </a:prstGeom>
          <a:noFill/>
          <a:ln>
            <a:noFill/>
          </a:ln>
        </p:spPr>
      </p:pic>
      <p:pic>
        <p:nvPicPr>
          <p:cNvPr id="422" name="Google Shape;422;p57"/>
          <p:cNvPicPr preferRelativeResize="0"/>
          <p:nvPr/>
        </p:nvPicPr>
        <p:blipFill rotWithShape="1">
          <a:blip r:embed="rId7">
            <a:alphaModFix/>
          </a:blip>
          <a:srcRect/>
          <a:stretch/>
        </p:blipFill>
        <p:spPr>
          <a:xfrm>
            <a:off x="9005888" y="3673587"/>
            <a:ext cx="2330805" cy="825419"/>
          </a:xfrm>
          <a:prstGeom prst="rect">
            <a:avLst/>
          </a:prstGeom>
          <a:noFill/>
          <a:ln>
            <a:noFill/>
          </a:ln>
        </p:spPr>
      </p:pic>
      <p:sp>
        <p:nvSpPr>
          <p:cNvPr id="423" name="Google Shape;423;p57"/>
          <p:cNvSpPr txBox="1"/>
          <p:nvPr/>
        </p:nvSpPr>
        <p:spPr>
          <a:xfrm>
            <a:off x="2309379" y="4842405"/>
            <a:ext cx="8924679" cy="1077178"/>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 sz="1600" b="1" dirty="0"/>
              <a:t>Figure 20.7 Constructing the precedence graphs for schedules A to D from Figure 20.5 to test for conflict serializability (a) Precedence graph for serial schedule A (b) Precedence graph for serial schedule B (c) Precedence graph for schedule C (not serializable) (d) Precedence graph for schedule D (serializable, equivalent to schedule A)</a:t>
            </a:r>
            <a:endParaRPr sz="1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8"/>
          <p:cNvSpPr txBox="1">
            <a:spLocks noGrp="1"/>
          </p:cNvSpPr>
          <p:nvPr>
            <p:ph type="title"/>
          </p:nvPr>
        </p:nvSpPr>
        <p:spPr>
          <a:xfrm>
            <a:off x="1014317" y="754313"/>
            <a:ext cx="10891544"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How Serializability is Used for Concurrency Control</a:t>
            </a:r>
            <a:endParaRPr b="1" dirty="0">
              <a:solidFill>
                <a:schemeClr val="tx1"/>
              </a:solidFill>
            </a:endParaRPr>
          </a:p>
        </p:txBody>
      </p:sp>
      <p:sp>
        <p:nvSpPr>
          <p:cNvPr id="429" name="Google Shape;429;p58"/>
          <p:cNvSpPr txBox="1">
            <a:spLocks noGrp="1"/>
          </p:cNvSpPr>
          <p:nvPr>
            <p:ph idx="1"/>
          </p:nvPr>
        </p:nvSpPr>
        <p:spPr>
          <a:xfrm>
            <a:off x="1191597" y="1797300"/>
            <a:ext cx="10098443" cy="3263400"/>
          </a:xfrm>
          <a:prstGeom prst="rect">
            <a:avLst/>
          </a:prstGeom>
          <a:noFill/>
          <a:ln>
            <a:noFill/>
          </a:ln>
        </p:spPr>
        <p:txBody>
          <a:bodyPr spcFirstLastPara="1" vert="horz" wrap="square" lIns="91425" tIns="45700" rIns="0" bIns="45700" rtlCol="0" anchor="t" anchorCtr="0">
            <a:normAutofit/>
          </a:bodyPr>
          <a:lstStyle/>
          <a:p>
            <a:pPr marL="342891" indent="-334890">
              <a:spcBef>
                <a:spcPts val="0"/>
              </a:spcBef>
              <a:buSzPct val="59999"/>
            </a:pPr>
            <a:r>
              <a:rPr lang="en" sz="2400" dirty="0">
                <a:solidFill>
                  <a:schemeClr val="tx1"/>
                </a:solidFill>
              </a:rPr>
              <a:t>Being serializable is different from being serial</a:t>
            </a:r>
            <a:endParaRPr sz="2400" dirty="0">
              <a:solidFill>
                <a:schemeClr val="tx1"/>
              </a:solidFill>
            </a:endParaRPr>
          </a:p>
          <a:p>
            <a:pPr marL="342891" indent="-334890">
              <a:spcBef>
                <a:spcPts val="560"/>
              </a:spcBef>
              <a:buSzPct val="59999"/>
            </a:pPr>
            <a:r>
              <a:rPr lang="en" sz="2400" dirty="0">
                <a:solidFill>
                  <a:schemeClr val="tx1"/>
                </a:solidFill>
              </a:rPr>
              <a:t>Serializable schedule gives benefit of concurrent execution</a:t>
            </a:r>
            <a:endParaRPr sz="2400" dirty="0">
              <a:solidFill>
                <a:schemeClr val="tx1"/>
              </a:solidFill>
            </a:endParaRPr>
          </a:p>
          <a:p>
            <a:pPr marL="742932" lvl="1" indent="-278932">
              <a:spcBef>
                <a:spcPts val="520"/>
              </a:spcBef>
              <a:buSzPct val="59583"/>
            </a:pPr>
            <a:r>
              <a:rPr lang="en" sz="2000" dirty="0">
                <a:solidFill>
                  <a:schemeClr val="tx1"/>
                </a:solidFill>
              </a:rPr>
              <a:t>Without giving up any correctness</a:t>
            </a:r>
            <a:endParaRPr sz="2000" dirty="0">
              <a:solidFill>
                <a:schemeClr val="tx1"/>
              </a:solidFill>
            </a:endParaRPr>
          </a:p>
          <a:p>
            <a:pPr marL="342891" indent="-334890">
              <a:spcBef>
                <a:spcPts val="560"/>
              </a:spcBef>
              <a:buSzPct val="59999"/>
            </a:pPr>
            <a:r>
              <a:rPr lang="en" sz="2400" dirty="0">
                <a:solidFill>
                  <a:schemeClr val="tx1"/>
                </a:solidFill>
              </a:rPr>
              <a:t>Difficult to test for serializability in practice</a:t>
            </a:r>
            <a:endParaRPr sz="2400" dirty="0">
              <a:solidFill>
                <a:schemeClr val="tx1"/>
              </a:solidFill>
            </a:endParaRPr>
          </a:p>
          <a:p>
            <a:pPr marL="742932" lvl="1" indent="-278932">
              <a:spcBef>
                <a:spcPts val="520"/>
              </a:spcBef>
              <a:buSzPct val="59583"/>
            </a:pPr>
            <a:r>
              <a:rPr lang="en" sz="2000" dirty="0">
                <a:solidFill>
                  <a:schemeClr val="tx1"/>
                </a:solidFill>
              </a:rPr>
              <a:t>Factors such as system load, time of transaction submission, and process priority affect ordering of operations</a:t>
            </a:r>
            <a:endParaRPr sz="2000" dirty="0">
              <a:solidFill>
                <a:schemeClr val="tx1"/>
              </a:solidFill>
            </a:endParaRPr>
          </a:p>
          <a:p>
            <a:pPr marL="342891" indent="-334890">
              <a:spcBef>
                <a:spcPts val="560"/>
              </a:spcBef>
              <a:buSzPct val="59999"/>
            </a:pPr>
            <a:r>
              <a:rPr lang="en" sz="2400" dirty="0">
                <a:solidFill>
                  <a:schemeClr val="tx1"/>
                </a:solidFill>
              </a:rPr>
              <a:t>DBMS enforces protocols</a:t>
            </a:r>
            <a:endParaRPr sz="2400" dirty="0">
              <a:solidFill>
                <a:schemeClr val="tx1"/>
              </a:solidFill>
            </a:endParaRPr>
          </a:p>
          <a:p>
            <a:pPr marL="742932" lvl="1" indent="-278932">
              <a:spcBef>
                <a:spcPts val="520"/>
              </a:spcBef>
              <a:buSzPct val="59583"/>
            </a:pPr>
            <a:r>
              <a:rPr lang="en" sz="2000" dirty="0">
                <a:solidFill>
                  <a:schemeClr val="tx1"/>
                </a:solidFill>
              </a:rPr>
              <a:t>Set of rules to ensure serializability</a:t>
            </a:r>
            <a:endParaRPr sz="2000" dirty="0">
              <a:solidFill>
                <a:schemeClr val="tx1"/>
              </a:solidFill>
            </a:endParaRPr>
          </a:p>
        </p:txBody>
      </p:sp>
      <p:sp>
        <p:nvSpPr>
          <p:cNvPr id="430" name="Google Shape;430;p58"/>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9"/>
          <p:cNvSpPr txBox="1">
            <a:spLocks noGrp="1"/>
          </p:cNvSpPr>
          <p:nvPr>
            <p:ph type="title"/>
          </p:nvPr>
        </p:nvSpPr>
        <p:spPr>
          <a:xfrm>
            <a:off x="1086627" y="768394"/>
            <a:ext cx="10306049" cy="994200"/>
          </a:xfrm>
          <a:prstGeom prst="rect">
            <a:avLst/>
          </a:prstGeom>
          <a:noFill/>
          <a:ln>
            <a:noFill/>
          </a:ln>
        </p:spPr>
        <p:txBody>
          <a:bodyPr spcFirstLastPara="1" vert="horz" wrap="square" lIns="91425" tIns="45700" rIns="91425" bIns="45700" rtlCol="0" anchor="b" anchorCtr="0">
            <a:normAutofit fontScale="90000"/>
          </a:bodyPr>
          <a:lstStyle/>
          <a:p>
            <a:r>
              <a:rPr lang="en" b="1" dirty="0">
                <a:solidFill>
                  <a:schemeClr val="tx1"/>
                </a:solidFill>
              </a:rPr>
              <a:t>View Equivalence and View Serializability</a:t>
            </a:r>
            <a:endParaRPr b="1" dirty="0">
              <a:solidFill>
                <a:schemeClr val="tx1"/>
              </a:solidFill>
            </a:endParaRPr>
          </a:p>
        </p:txBody>
      </p:sp>
      <p:sp>
        <p:nvSpPr>
          <p:cNvPr id="436" name="Google Shape;436;p59"/>
          <p:cNvSpPr txBox="1">
            <a:spLocks noGrp="1"/>
          </p:cNvSpPr>
          <p:nvPr>
            <p:ph idx="1"/>
          </p:nvPr>
        </p:nvSpPr>
        <p:spPr>
          <a:xfrm>
            <a:off x="1210259" y="1845862"/>
            <a:ext cx="10014468" cy="3263400"/>
          </a:xfrm>
          <a:prstGeom prst="rect">
            <a:avLst/>
          </a:prstGeom>
          <a:noFill/>
          <a:ln>
            <a:noFill/>
          </a:ln>
        </p:spPr>
        <p:txBody>
          <a:bodyPr spcFirstLastPara="1" vert="horz" wrap="square" lIns="91425" tIns="45700" rIns="0" bIns="45700" rtlCol="0" anchor="t" anchorCtr="0">
            <a:normAutofit/>
          </a:bodyPr>
          <a:lstStyle/>
          <a:p>
            <a:pPr marL="251451" indent="0">
              <a:spcBef>
                <a:spcPts val="0"/>
              </a:spcBef>
              <a:buSzPts val="1680"/>
              <a:buNone/>
            </a:pPr>
            <a:r>
              <a:rPr lang="en" sz="2800" b="1" dirty="0">
                <a:solidFill>
                  <a:schemeClr val="tx1"/>
                </a:solidFill>
              </a:rPr>
              <a:t>View equivalence of two schedules</a:t>
            </a:r>
            <a:endParaRPr sz="2800" b="1" dirty="0">
              <a:solidFill>
                <a:schemeClr val="tx1"/>
              </a:solidFill>
            </a:endParaRPr>
          </a:p>
          <a:p>
            <a:pPr marL="1108698" lvl="3" indent="-285750">
              <a:spcBef>
                <a:spcPts val="520"/>
              </a:spcBef>
              <a:buSzPts val="1430"/>
              <a:buFont typeface="Arial" panose="020B0604020202020204" pitchFamily="34" charset="0"/>
              <a:buChar char="•"/>
            </a:pPr>
            <a:r>
              <a:rPr lang="en" sz="2000" dirty="0">
                <a:solidFill>
                  <a:schemeClr val="tx1"/>
                </a:solidFill>
              </a:rPr>
              <a:t>As long as each read operation of a transaction reads the result of the same write operation in both schedules, the write operations of each transaction must produce the same results</a:t>
            </a:r>
            <a:endParaRPr sz="2000" dirty="0">
              <a:solidFill>
                <a:schemeClr val="tx1"/>
              </a:solidFill>
            </a:endParaRPr>
          </a:p>
          <a:p>
            <a:pPr marL="1108698" lvl="3" indent="-285750">
              <a:spcBef>
                <a:spcPts val="520"/>
              </a:spcBef>
              <a:buSzPts val="1430"/>
              <a:buFont typeface="Arial" panose="020B0604020202020204" pitchFamily="34" charset="0"/>
              <a:buChar char="•"/>
            </a:pPr>
            <a:r>
              <a:rPr lang="en" sz="2000" dirty="0">
                <a:solidFill>
                  <a:schemeClr val="tx1"/>
                </a:solidFill>
              </a:rPr>
              <a:t>Read operations said to see the same view in both schedules</a:t>
            </a:r>
          </a:p>
          <a:p>
            <a:pPr marL="457188" lvl="1" indent="0">
              <a:spcBef>
                <a:spcPts val="520"/>
              </a:spcBef>
              <a:buSzPts val="1430"/>
              <a:buNone/>
            </a:pPr>
            <a:r>
              <a:rPr lang="en" sz="2400" b="1" dirty="0">
                <a:solidFill>
                  <a:schemeClr val="tx1"/>
                </a:solidFill>
              </a:rPr>
              <a:t>View serializable schedule </a:t>
            </a:r>
            <a:endParaRPr sz="2400" b="1" dirty="0">
              <a:solidFill>
                <a:schemeClr val="tx1"/>
              </a:solidFill>
            </a:endParaRPr>
          </a:p>
          <a:p>
            <a:pPr marL="1108698" lvl="3" indent="-285750">
              <a:spcBef>
                <a:spcPts val="520"/>
              </a:spcBef>
              <a:buSzPts val="1430"/>
              <a:buFont typeface="Arial" panose="020B0604020202020204" pitchFamily="34" charset="0"/>
              <a:buChar char="•"/>
            </a:pPr>
            <a:r>
              <a:rPr lang="en" sz="2000" dirty="0">
                <a:solidFill>
                  <a:schemeClr val="tx1"/>
                </a:solidFill>
              </a:rPr>
              <a:t>View equivalent to a serial schedule</a:t>
            </a:r>
            <a:endParaRPr sz="2000" dirty="0">
              <a:solidFill>
                <a:schemeClr val="tx1"/>
              </a:solidFill>
            </a:endParaRPr>
          </a:p>
        </p:txBody>
      </p:sp>
      <p:sp>
        <p:nvSpPr>
          <p:cNvPr id="437" name="Google Shape;437;p59"/>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4" name="Google Shape;444;p60"/>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13</a:t>
            </a:fld>
            <a:endParaRPr/>
          </a:p>
        </p:txBody>
      </p:sp>
      <p:pic>
        <p:nvPicPr>
          <p:cNvPr id="445" name="Google Shape;445;p60"/>
          <p:cNvPicPr preferRelativeResize="0"/>
          <p:nvPr/>
        </p:nvPicPr>
        <p:blipFill rotWithShape="1">
          <a:blip r:embed="rId3">
            <a:alphaModFix/>
          </a:blip>
          <a:srcRect/>
          <a:stretch/>
        </p:blipFill>
        <p:spPr>
          <a:xfrm>
            <a:off x="288473" y="350646"/>
            <a:ext cx="7693478" cy="2318800"/>
          </a:xfrm>
          <a:prstGeom prst="rect">
            <a:avLst/>
          </a:prstGeom>
          <a:noFill/>
          <a:ln>
            <a:noFill/>
          </a:ln>
        </p:spPr>
      </p:pic>
      <p:pic>
        <p:nvPicPr>
          <p:cNvPr id="446" name="Google Shape;446;p60"/>
          <p:cNvPicPr preferRelativeResize="0"/>
          <p:nvPr/>
        </p:nvPicPr>
        <p:blipFill rotWithShape="1">
          <a:blip r:embed="rId4">
            <a:alphaModFix/>
          </a:blip>
          <a:srcRect/>
          <a:stretch/>
        </p:blipFill>
        <p:spPr>
          <a:xfrm>
            <a:off x="3327252" y="3110679"/>
            <a:ext cx="5284904" cy="3095645"/>
          </a:xfrm>
          <a:prstGeom prst="rect">
            <a:avLst/>
          </a:prstGeom>
          <a:noFill/>
          <a:ln>
            <a:noFill/>
          </a:ln>
        </p:spPr>
      </p:pic>
      <p:pic>
        <p:nvPicPr>
          <p:cNvPr id="447" name="Google Shape;447;p60"/>
          <p:cNvPicPr preferRelativeResize="0"/>
          <p:nvPr/>
        </p:nvPicPr>
        <p:blipFill rotWithShape="1">
          <a:blip r:embed="rId5">
            <a:alphaModFix/>
          </a:blip>
          <a:srcRect/>
          <a:stretch/>
        </p:blipFill>
        <p:spPr>
          <a:xfrm>
            <a:off x="7895442" y="187502"/>
            <a:ext cx="3357276" cy="26450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4" name="Google Shape;454;p61"/>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25" tIns="45700" rIns="91425" bIns="45700" rtlCol="0" anchor="b" anchorCtr="0">
            <a:noAutofit/>
          </a:bodyPr>
          <a:lstStyle/>
          <a:p>
            <a:fld id="{00000000-1234-1234-1234-123412341234}" type="slidenum">
              <a:rPr lang="en"/>
              <a:pPr/>
              <a:t>14</a:t>
            </a:fld>
            <a:endParaRPr/>
          </a:p>
        </p:txBody>
      </p:sp>
      <p:pic>
        <p:nvPicPr>
          <p:cNvPr id="455" name="Google Shape;455;p61"/>
          <p:cNvPicPr preferRelativeResize="0"/>
          <p:nvPr/>
        </p:nvPicPr>
        <p:blipFill rotWithShape="1">
          <a:blip r:embed="rId3">
            <a:alphaModFix/>
          </a:blip>
          <a:srcRect/>
          <a:stretch/>
        </p:blipFill>
        <p:spPr>
          <a:xfrm>
            <a:off x="2232855" y="2512268"/>
            <a:ext cx="7079095" cy="3429000"/>
          </a:xfrm>
          <a:prstGeom prst="rect">
            <a:avLst/>
          </a:prstGeom>
          <a:noFill/>
          <a:ln>
            <a:noFill/>
          </a:ln>
        </p:spPr>
      </p:pic>
      <p:pic>
        <p:nvPicPr>
          <p:cNvPr id="456" name="Google Shape;456;p61"/>
          <p:cNvPicPr preferRelativeResize="0"/>
          <p:nvPr/>
        </p:nvPicPr>
        <p:blipFill rotWithShape="1">
          <a:blip r:embed="rId4">
            <a:alphaModFix/>
          </a:blip>
          <a:srcRect/>
          <a:stretch/>
        </p:blipFill>
        <p:spPr>
          <a:xfrm>
            <a:off x="2889380" y="145978"/>
            <a:ext cx="5648130" cy="20340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4" name="Google Shape;464;p62"/>
          <p:cNvPicPr preferRelativeResize="0"/>
          <p:nvPr/>
        </p:nvPicPr>
        <p:blipFill rotWithShape="1">
          <a:blip r:embed="rId3">
            <a:alphaModFix/>
          </a:blip>
          <a:srcRect/>
          <a:stretch/>
        </p:blipFill>
        <p:spPr>
          <a:xfrm>
            <a:off x="1979278" y="219883"/>
            <a:ext cx="7743220" cy="4501406"/>
          </a:xfrm>
          <a:prstGeom prst="rect">
            <a:avLst/>
          </a:prstGeom>
          <a:noFill/>
          <a:ln>
            <a:noFill/>
          </a:ln>
        </p:spPr>
      </p:pic>
      <p:pic>
        <p:nvPicPr>
          <p:cNvPr id="465" name="Google Shape;465;p62"/>
          <p:cNvPicPr preferRelativeResize="0"/>
          <p:nvPr/>
        </p:nvPicPr>
        <p:blipFill rotWithShape="1">
          <a:blip r:embed="rId4">
            <a:alphaModFix/>
          </a:blip>
          <a:srcRect/>
          <a:stretch/>
        </p:blipFill>
        <p:spPr>
          <a:xfrm>
            <a:off x="2747087" y="4721289"/>
            <a:ext cx="6443566" cy="159286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View Equivalent</a:t>
            </a:r>
          </a:p>
        </p:txBody>
      </p:sp>
      <p:sp>
        <p:nvSpPr>
          <p:cNvPr id="3" name="Content Placeholder 2"/>
          <p:cNvSpPr>
            <a:spLocks noGrp="1"/>
          </p:cNvSpPr>
          <p:nvPr>
            <p:ph idx="1"/>
          </p:nvPr>
        </p:nvSpPr>
        <p:spPr/>
        <p:txBody>
          <a:bodyPr>
            <a:noAutofit/>
          </a:bodyPr>
          <a:lstStyle/>
          <a:p>
            <a:pPr marL="0" indent="0">
              <a:buNone/>
            </a:pPr>
            <a:r>
              <a:rPr lang="en-US" sz="1733" dirty="0"/>
              <a:t>Two schedules T1 and T2 are said to be view equivalent, if they satisfy all the following conditions:</a:t>
            </a:r>
          </a:p>
          <a:p>
            <a:pPr marL="0" indent="0">
              <a:buNone/>
            </a:pPr>
            <a:r>
              <a:rPr lang="en-US" sz="1733" dirty="0"/>
              <a:t>1. </a:t>
            </a:r>
            <a:r>
              <a:rPr lang="en-US" sz="1733" b="1" dirty="0"/>
              <a:t>Initial Read: </a:t>
            </a:r>
            <a:r>
              <a:rPr lang="en-US" sz="1733" dirty="0"/>
              <a:t>Initial read of each data item in transactions must match in both schedules. For example, if transaction T1 reads a data item X before transaction T2 in schedule S1 then in schedule S2, T1 should read X before T2.</a:t>
            </a:r>
          </a:p>
          <a:p>
            <a:r>
              <a:rPr lang="en-US" sz="1733" dirty="0"/>
              <a:t>Read vs Initial Read: You may be confused by the term initial read. Here initial read means the first read operation on a data item, for example, a data item X can be read multiple times in a schedule but the first read operation on X is called the initial read. </a:t>
            </a:r>
          </a:p>
          <a:p>
            <a:pPr marL="0" indent="0">
              <a:buNone/>
            </a:pPr>
            <a:r>
              <a:rPr lang="en-US" sz="1733" dirty="0"/>
              <a:t>2</a:t>
            </a:r>
            <a:r>
              <a:rPr lang="en-US" sz="1733" b="1" dirty="0"/>
              <a:t>. Final Write: </a:t>
            </a:r>
            <a:r>
              <a:rPr lang="en-US" sz="1733" dirty="0"/>
              <a:t>Final write operations on each data item must match in both the schedules. For example, a data item X is last written by Transaction T1 in schedule S1 then in S2, the last write operation on X should be performed by the transaction T1.</a:t>
            </a:r>
          </a:p>
          <a:p>
            <a:pPr marL="0" indent="0">
              <a:buNone/>
            </a:pPr>
            <a:r>
              <a:rPr lang="en-US" sz="1733" b="1" dirty="0"/>
              <a:t>Update Read: </a:t>
            </a:r>
            <a:r>
              <a:rPr lang="en-US" sz="1733" dirty="0"/>
              <a:t>If in schedule S1, the transaction T1 is reading a data item updated by T2 then in schedule S2, T1 should read the value after the write operation of T2 on same data item. For example, In schedule S1, T1 performs a read operation on X after the write operation on X by T2 then in S2, T1 should read the X after T2 performs write on X.</a:t>
            </a:r>
          </a:p>
        </p:txBody>
      </p:sp>
    </p:spTree>
    <p:extLst>
      <p:ext uri="{BB962C8B-B14F-4D97-AF65-F5344CB8AC3E}">
        <p14:creationId xmlns:p14="http://schemas.microsoft.com/office/powerpoint/2010/main" val="951193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Serializable schedule</a:t>
            </a:r>
          </a:p>
        </p:txBody>
      </p:sp>
      <p:pic>
        <p:nvPicPr>
          <p:cNvPr id="4" name="Content Placeholder 3"/>
          <p:cNvPicPr>
            <a:picLocks noGrp="1" noChangeAspect="1"/>
          </p:cNvPicPr>
          <p:nvPr>
            <p:ph idx="1"/>
          </p:nvPr>
        </p:nvPicPr>
        <p:blipFill>
          <a:blip r:embed="rId2"/>
          <a:stretch>
            <a:fillRect/>
          </a:stretch>
        </p:blipFill>
        <p:spPr>
          <a:xfrm>
            <a:off x="3495589" y="1935540"/>
            <a:ext cx="4330700" cy="4038600"/>
          </a:xfrm>
          <a:prstGeom prst="rect">
            <a:avLst/>
          </a:prstGeom>
        </p:spPr>
      </p:pic>
    </p:spTree>
    <p:extLst>
      <p:ext uri="{BB962C8B-B14F-4D97-AF65-F5344CB8AC3E}">
        <p14:creationId xmlns:p14="http://schemas.microsoft.com/office/powerpoint/2010/main" val="1801707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B2BC-1863-7703-8D7F-9F4E1B958812}"/>
              </a:ext>
            </a:extLst>
          </p:cNvPr>
          <p:cNvSpPr>
            <a:spLocks noGrp="1"/>
          </p:cNvSpPr>
          <p:nvPr>
            <p:ph type="title"/>
          </p:nvPr>
        </p:nvSpPr>
        <p:spPr/>
        <p:txBody>
          <a:bodyPr/>
          <a:lstStyle/>
          <a:p>
            <a:r>
              <a:rPr lang="en-US" dirty="0"/>
              <a:t>Transection support in SQL</a:t>
            </a:r>
          </a:p>
        </p:txBody>
      </p:sp>
      <p:pic>
        <p:nvPicPr>
          <p:cNvPr id="5" name="Content Placeholder 4">
            <a:extLst>
              <a:ext uri="{FF2B5EF4-FFF2-40B4-BE49-F238E27FC236}">
                <a16:creationId xmlns:a16="http://schemas.microsoft.com/office/drawing/2014/main" id="{AE7D7CA3-2BC2-9A44-8FB2-35BE421860D1}"/>
              </a:ext>
            </a:extLst>
          </p:cNvPr>
          <p:cNvPicPr>
            <a:picLocks noGrp="1" noChangeAspect="1"/>
          </p:cNvPicPr>
          <p:nvPr>
            <p:ph idx="1"/>
          </p:nvPr>
        </p:nvPicPr>
        <p:blipFill>
          <a:blip r:embed="rId2"/>
          <a:stretch>
            <a:fillRect/>
          </a:stretch>
        </p:blipFill>
        <p:spPr>
          <a:xfrm>
            <a:off x="942392" y="1876232"/>
            <a:ext cx="10797776" cy="4153675"/>
          </a:xfrm>
        </p:spPr>
      </p:pic>
    </p:spTree>
    <p:extLst>
      <p:ext uri="{BB962C8B-B14F-4D97-AF65-F5344CB8AC3E}">
        <p14:creationId xmlns:p14="http://schemas.microsoft.com/office/powerpoint/2010/main" val="88485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212087-5AC8-AB28-4744-623739EF5751}"/>
              </a:ext>
            </a:extLst>
          </p:cNvPr>
          <p:cNvPicPr>
            <a:picLocks noChangeAspect="1"/>
          </p:cNvPicPr>
          <p:nvPr/>
        </p:nvPicPr>
        <p:blipFill>
          <a:blip r:embed="rId2"/>
          <a:stretch>
            <a:fillRect/>
          </a:stretch>
        </p:blipFill>
        <p:spPr>
          <a:xfrm>
            <a:off x="1257092" y="1554844"/>
            <a:ext cx="9677815" cy="3529012"/>
          </a:xfrm>
          <a:prstGeom prst="rect">
            <a:avLst/>
          </a:prstGeom>
        </p:spPr>
      </p:pic>
    </p:spTree>
    <p:extLst>
      <p:ext uri="{BB962C8B-B14F-4D97-AF65-F5344CB8AC3E}">
        <p14:creationId xmlns:p14="http://schemas.microsoft.com/office/powerpoint/2010/main" val="2458394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44A56C-53D4-1E6D-3E31-A0FD32A13D35}"/>
              </a:ext>
            </a:extLst>
          </p:cNvPr>
          <p:cNvPicPr>
            <a:picLocks noGrp="1" noChangeAspect="1"/>
          </p:cNvPicPr>
          <p:nvPr>
            <p:ph idx="1"/>
          </p:nvPr>
        </p:nvPicPr>
        <p:blipFill>
          <a:blip r:embed="rId2"/>
          <a:stretch>
            <a:fillRect/>
          </a:stretch>
        </p:blipFill>
        <p:spPr>
          <a:xfrm>
            <a:off x="932179" y="973147"/>
            <a:ext cx="10535851" cy="4602153"/>
          </a:xfrm>
        </p:spPr>
      </p:pic>
    </p:spTree>
    <p:extLst>
      <p:ext uri="{BB962C8B-B14F-4D97-AF65-F5344CB8AC3E}">
        <p14:creationId xmlns:p14="http://schemas.microsoft.com/office/powerpoint/2010/main" val="411873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19504DB-D0FC-1EC5-C566-A440FC778DB5}"/>
              </a:ext>
            </a:extLst>
          </p:cNvPr>
          <p:cNvPicPr>
            <a:picLocks noGrp="1" noChangeAspect="1"/>
          </p:cNvPicPr>
          <p:nvPr>
            <p:ph idx="1"/>
          </p:nvPr>
        </p:nvPicPr>
        <p:blipFill>
          <a:blip r:embed="rId2"/>
          <a:stretch>
            <a:fillRect/>
          </a:stretch>
        </p:blipFill>
        <p:spPr>
          <a:xfrm>
            <a:off x="968767" y="482600"/>
            <a:ext cx="10254465" cy="5549900"/>
          </a:xfrm>
        </p:spPr>
      </p:pic>
    </p:spTree>
    <p:extLst>
      <p:ext uri="{BB962C8B-B14F-4D97-AF65-F5344CB8AC3E}">
        <p14:creationId xmlns:p14="http://schemas.microsoft.com/office/powerpoint/2010/main" val="3355414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white text with black text&#10;&#10;Description automatically generated">
            <a:extLst>
              <a:ext uri="{FF2B5EF4-FFF2-40B4-BE49-F238E27FC236}">
                <a16:creationId xmlns:a16="http://schemas.microsoft.com/office/drawing/2014/main" id="{0F801C08-96BD-E782-B9E5-E953D6859EFF}"/>
              </a:ext>
            </a:extLst>
          </p:cNvPr>
          <p:cNvPicPr>
            <a:picLocks noChangeAspect="1"/>
          </p:cNvPicPr>
          <p:nvPr/>
        </p:nvPicPr>
        <p:blipFill>
          <a:blip r:embed="rId2"/>
          <a:stretch>
            <a:fillRect/>
          </a:stretch>
        </p:blipFill>
        <p:spPr>
          <a:xfrm>
            <a:off x="1120409" y="643467"/>
            <a:ext cx="9951182" cy="5050225"/>
          </a:xfrm>
          <a:prstGeom prst="rect">
            <a:avLst/>
          </a:prstGeom>
        </p:spPr>
      </p:pic>
    </p:spTree>
    <p:extLst>
      <p:ext uri="{BB962C8B-B14F-4D97-AF65-F5344CB8AC3E}">
        <p14:creationId xmlns:p14="http://schemas.microsoft.com/office/powerpoint/2010/main" val="45305116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3743</TotalTime>
  <Words>783</Words>
  <Application>Microsoft Office PowerPoint</Application>
  <PresentationFormat>Widescreen</PresentationFormat>
  <Paragraphs>72</Paragraphs>
  <Slides>22</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Calibri</vt:lpstr>
      <vt:lpstr>Times New Roman</vt:lpstr>
      <vt:lpstr>Retrospect</vt:lpstr>
      <vt:lpstr> Database Systems</vt:lpstr>
      <vt:lpstr>Characterizing Schedules Based on Recoverability (cont’d.)</vt:lpstr>
      <vt:lpstr>PowerPoint Presentation</vt:lpstr>
      <vt:lpstr>Characterizing Schedules Based on Serializability</vt:lpstr>
      <vt:lpstr>PowerPoint Presentation</vt:lpstr>
      <vt:lpstr>Characterizing Schedules Based on Serializability (cont’d.)</vt:lpstr>
      <vt:lpstr>Characterizing Schedules Based on Serializability (cont’d.)</vt:lpstr>
      <vt:lpstr>Characterizing Schedules Based on Serializability (cont’d.)</vt:lpstr>
      <vt:lpstr>Characterizing Schedules Based on Serializability (cont’d.)</vt:lpstr>
      <vt:lpstr>PowerPoint Presentation</vt:lpstr>
      <vt:lpstr>How Serializability is Used for Concurrency Control</vt:lpstr>
      <vt:lpstr>View Equivalence and View Serializability</vt:lpstr>
      <vt:lpstr>PowerPoint Presentation</vt:lpstr>
      <vt:lpstr>PowerPoint Presentation</vt:lpstr>
      <vt:lpstr>PowerPoint Presentation</vt:lpstr>
      <vt:lpstr>View Equivalent</vt:lpstr>
      <vt:lpstr>View Serializable schedule</vt:lpstr>
      <vt:lpstr>Transection support in SQL</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46</cp:revision>
  <dcterms:created xsi:type="dcterms:W3CDTF">2024-08-09T06:58:16Z</dcterms:created>
  <dcterms:modified xsi:type="dcterms:W3CDTF">2024-11-12T14:10:56Z</dcterms:modified>
</cp:coreProperties>
</file>