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g"/>
  <Override PartName="/ppt/media/image8.jpg" ContentType="image/jpg"/>
  <Override PartName="/ppt/media/image9.jpg" ContentType="image/jpg"/>
  <Override PartName="/ppt/media/image10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73" r:id="rId3"/>
    <p:sldId id="274" r:id="rId4"/>
    <p:sldId id="275" r:id="rId5"/>
    <p:sldId id="297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70" r:id="rId23"/>
    <p:sldId id="272" r:id="rId24"/>
    <p:sldId id="29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C6855-F1E8-4276-852A-F2D45C8B7AA4}" v="72" dt="2024-10-09T15:43:54.023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40.458" v="59" actId="14100"/>
        <pc:sldMkLst>
          <pc:docMk/>
          <pc:sldMk cId="0" sldId="260"/>
        </pc:sldMkLst>
        <pc:spChg chg="mod">
          <ac:chgData name="Ms Alina Arshad" userId="cccdfd85-d35d-4453-9c6f-a463aae40722" providerId="ADAL" clId="{CC6B5282-6613-48F0-886F-796865211BB0}" dt="2024-09-11T12:44:27.952" v="56" actId="207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40.458" v="59" actId="14100"/>
          <ac:spMkLst>
            <pc:docMk/>
            <pc:sldMk cId="0" sldId="260"/>
            <ac:spMk id="121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44:31.775" v="57" actId="1076"/>
          <ac:picMkLst>
            <pc:docMk/>
            <pc:sldMk cId="0" sldId="260"/>
            <ac:picMk id="12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4:48.316" v="89" actId="1076"/>
        <pc:sldMkLst>
          <pc:docMk/>
          <pc:sldMk cId="0" sldId="262"/>
        </pc:sldMkLst>
        <pc:spChg chg="mod">
          <ac:chgData name="Ms Alina Arshad" userId="cccdfd85-d35d-4453-9c6f-a463aae40722" providerId="ADAL" clId="{CC6B5282-6613-48F0-886F-796865211BB0}" dt="2024-09-11T12:52:23.498" v="77" actId="207"/>
          <ac:spMkLst>
            <pc:docMk/>
            <pc:sldMk cId="0" sldId="262"/>
            <ac:spMk id="13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2:27.292" v="78" actId="1076"/>
          <ac:picMkLst>
            <pc:docMk/>
            <pc:sldMk cId="0" sldId="262"/>
            <ac:picMk id="137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4:48.316" v="89" actId="1076"/>
          <ac:picMkLst>
            <pc:docMk/>
            <pc:sldMk cId="0" sldId="262"/>
            <ac:picMk id="138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5T06:19:30.561" v="556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1T14:04:34.994" v="467" actId="47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1T12:54:58.981" v="34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1T14:04:34.994" v="467" actId="478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3:30:38.068" v="308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0:16.720" v="302" actId="21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1T13:30:38.068" v="308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1T13:02:29.387" v="178" actId="478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1T13:30:26.238" v="305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1T13:25:04.537" v="209" actId="1076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25:04.537" v="209" actId="1076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1T13:26:01.834" v="235" actId="1076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26:01.834" v="235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3:59:26.397" v="36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9:14.659" v="367" actId="12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4:01:14.991" v="415" actId="1076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4:00:49.747" v="406" actId="1076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1T14:02:32.106" v="454" actId="1076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4:02:12.866" v="446" actId="12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5T06:10:42.379" v="500" actId="403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0:42.379" v="500" actId="403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5T06:11:24.366" v="517" actId="14100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5T06:10:59.179" v="503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1:24.366" v="517" actId="14100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5T06:19:30.561" v="556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9:30.561" v="556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663C6855-F1E8-4276-852A-F2D45C8B7AA4}"/>
    <pc:docChg chg="undo custSel addSld delSld modSld">
      <pc:chgData name="Ms Alina Arshad" userId="cccdfd85-d35d-4453-9c6f-a463aae40722" providerId="ADAL" clId="{663C6855-F1E8-4276-852A-F2D45C8B7AA4}" dt="2024-10-10T17:32:49.755" v="603" actId="20577"/>
      <pc:docMkLst>
        <pc:docMk/>
      </pc:docMkLst>
      <pc:sldChg chg="modSp mod">
        <pc:chgData name="Ms Alina Arshad" userId="cccdfd85-d35d-4453-9c6f-a463aae40722" providerId="ADAL" clId="{663C6855-F1E8-4276-852A-F2D45C8B7AA4}" dt="2024-10-10T17:32:49.755" v="60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63C6855-F1E8-4276-852A-F2D45C8B7AA4}" dt="2024-10-10T17:32:49.755" v="60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663C6855-F1E8-4276-852A-F2D45C8B7AA4}" dt="2024-10-06T12:56:19.294" v="1" actId="47"/>
        <pc:sldMkLst>
          <pc:docMk/>
          <pc:sldMk cId="0" sldId="257"/>
        </pc:sldMkLst>
      </pc:sldChg>
      <pc:sldChg chg="del">
        <pc:chgData name="Ms Alina Arshad" userId="cccdfd85-d35d-4453-9c6f-a463aae40722" providerId="ADAL" clId="{663C6855-F1E8-4276-852A-F2D45C8B7AA4}" dt="2024-10-06T12:56:20.644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663C6855-F1E8-4276-852A-F2D45C8B7AA4}" dt="2024-10-06T12:56:20.896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663C6855-F1E8-4276-852A-F2D45C8B7AA4}" dt="2024-10-06T12:56:21.096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663C6855-F1E8-4276-852A-F2D45C8B7AA4}" dt="2024-10-06T12:56:21.411" v="5" actId="47"/>
        <pc:sldMkLst>
          <pc:docMk/>
          <pc:sldMk cId="0" sldId="261"/>
        </pc:sldMkLst>
      </pc:sldChg>
      <pc:sldChg chg="del">
        <pc:chgData name="Ms Alina Arshad" userId="cccdfd85-d35d-4453-9c6f-a463aae40722" providerId="ADAL" clId="{663C6855-F1E8-4276-852A-F2D45C8B7AA4}" dt="2024-10-06T12:56:21.675" v="6" actId="47"/>
        <pc:sldMkLst>
          <pc:docMk/>
          <pc:sldMk cId="0" sldId="262"/>
        </pc:sldMkLst>
      </pc:sldChg>
      <pc:sldChg chg="del">
        <pc:chgData name="Ms Alina Arshad" userId="cccdfd85-d35d-4453-9c6f-a463aae40722" providerId="ADAL" clId="{663C6855-F1E8-4276-852A-F2D45C8B7AA4}" dt="2024-10-06T12:56:22.030" v="7" actId="47"/>
        <pc:sldMkLst>
          <pc:docMk/>
          <pc:sldMk cId="0" sldId="263"/>
        </pc:sldMkLst>
      </pc:sldChg>
      <pc:sldChg chg="del">
        <pc:chgData name="Ms Alina Arshad" userId="cccdfd85-d35d-4453-9c6f-a463aae40722" providerId="ADAL" clId="{663C6855-F1E8-4276-852A-F2D45C8B7AA4}" dt="2024-10-06T12:56:22.356" v="8" actId="47"/>
        <pc:sldMkLst>
          <pc:docMk/>
          <pc:sldMk cId="0" sldId="264"/>
        </pc:sldMkLst>
      </pc:sldChg>
      <pc:sldChg chg="del">
        <pc:chgData name="Ms Alina Arshad" userId="cccdfd85-d35d-4453-9c6f-a463aae40722" providerId="ADAL" clId="{663C6855-F1E8-4276-852A-F2D45C8B7AA4}" dt="2024-10-06T12:56:22.800" v="9" actId="47"/>
        <pc:sldMkLst>
          <pc:docMk/>
          <pc:sldMk cId="0" sldId="265"/>
        </pc:sldMkLst>
      </pc:sldChg>
      <pc:sldChg chg="del">
        <pc:chgData name="Ms Alina Arshad" userId="cccdfd85-d35d-4453-9c6f-a463aae40722" providerId="ADAL" clId="{663C6855-F1E8-4276-852A-F2D45C8B7AA4}" dt="2024-10-06T12:56:23.212" v="10" actId="47"/>
        <pc:sldMkLst>
          <pc:docMk/>
          <pc:sldMk cId="0" sldId="266"/>
        </pc:sldMkLst>
      </pc:sldChg>
      <pc:sldChg chg="del">
        <pc:chgData name="Ms Alina Arshad" userId="cccdfd85-d35d-4453-9c6f-a463aae40722" providerId="ADAL" clId="{663C6855-F1E8-4276-852A-F2D45C8B7AA4}" dt="2024-10-06T12:56:23.775" v="11" actId="47"/>
        <pc:sldMkLst>
          <pc:docMk/>
          <pc:sldMk cId="0" sldId="267"/>
        </pc:sldMkLst>
      </pc:sldChg>
      <pc:sldChg chg="del">
        <pc:chgData name="Ms Alina Arshad" userId="cccdfd85-d35d-4453-9c6f-a463aae40722" providerId="ADAL" clId="{663C6855-F1E8-4276-852A-F2D45C8B7AA4}" dt="2024-10-06T12:56:24.243" v="12" actId="47"/>
        <pc:sldMkLst>
          <pc:docMk/>
          <pc:sldMk cId="0" sldId="268"/>
        </pc:sldMkLst>
      </pc:sldChg>
      <pc:sldChg chg="del">
        <pc:chgData name="Ms Alina Arshad" userId="cccdfd85-d35d-4453-9c6f-a463aae40722" providerId="ADAL" clId="{663C6855-F1E8-4276-852A-F2D45C8B7AA4}" dt="2024-10-06T12:56:24.804" v="13" actId="47"/>
        <pc:sldMkLst>
          <pc:docMk/>
          <pc:sldMk cId="0" sldId="269"/>
        </pc:sldMkLst>
      </pc:sldChg>
      <pc:sldChg chg="modSp add del mod">
        <pc:chgData name="Ms Alina Arshad" userId="cccdfd85-d35d-4453-9c6f-a463aae40722" providerId="ADAL" clId="{663C6855-F1E8-4276-852A-F2D45C8B7AA4}" dt="2024-10-09T15:44:49.217" v="598" actId="207"/>
        <pc:sldMkLst>
          <pc:docMk/>
          <pc:sldMk cId="0" sldId="270"/>
        </pc:sldMkLst>
        <pc:spChg chg="mod">
          <ac:chgData name="Ms Alina Arshad" userId="cccdfd85-d35d-4453-9c6f-a463aae40722" providerId="ADAL" clId="{663C6855-F1E8-4276-852A-F2D45C8B7AA4}" dt="2024-10-09T15:34:12.510" v="502" actId="207"/>
          <ac:spMkLst>
            <pc:docMk/>
            <pc:sldMk cId="0" sldId="270"/>
            <ac:spMk id="49154" creationId="{2507E295-998A-6483-E45B-14B4B798E1B3}"/>
          </ac:spMkLst>
        </pc:spChg>
        <pc:spChg chg="mod">
          <ac:chgData name="Ms Alina Arshad" userId="cccdfd85-d35d-4453-9c6f-a463aae40722" providerId="ADAL" clId="{663C6855-F1E8-4276-852A-F2D45C8B7AA4}" dt="2024-10-09T15:34:10.135" v="501" actId="1076"/>
          <ac:spMkLst>
            <pc:docMk/>
            <pc:sldMk cId="0" sldId="270"/>
            <ac:spMk id="49155" creationId="{8B3FF0D0-2E1E-E8A0-E1B9-98572DF04F26}"/>
          </ac:spMkLst>
        </pc:spChg>
        <pc:spChg chg="mod">
          <ac:chgData name="Ms Alina Arshad" userId="cccdfd85-d35d-4453-9c6f-a463aae40722" providerId="ADAL" clId="{663C6855-F1E8-4276-852A-F2D45C8B7AA4}" dt="2024-10-09T15:34:02.214" v="499" actId="20577"/>
          <ac:spMkLst>
            <pc:docMk/>
            <pc:sldMk cId="0" sldId="270"/>
            <ac:spMk id="49369" creationId="{78055808-873D-0CCC-9A43-85F98BFA5EBC}"/>
          </ac:spMkLst>
        </pc:spChg>
        <pc:spChg chg="mod">
          <ac:chgData name="Ms Alina Arshad" userId="cccdfd85-d35d-4453-9c6f-a463aae40722" providerId="ADAL" clId="{663C6855-F1E8-4276-852A-F2D45C8B7AA4}" dt="2024-10-09T15:34:46.187" v="512" actId="207"/>
          <ac:spMkLst>
            <pc:docMk/>
            <pc:sldMk cId="0" sldId="270"/>
            <ac:spMk id="49380" creationId="{6058DFA8-6508-4477-01AD-C142F7D230E1}"/>
          </ac:spMkLst>
        </pc:spChg>
        <pc:graphicFrameChg chg="mod modGraphic">
          <ac:chgData name="Ms Alina Arshad" userId="cccdfd85-d35d-4453-9c6f-a463aae40722" providerId="ADAL" clId="{663C6855-F1E8-4276-852A-F2D45C8B7AA4}" dt="2024-10-09T15:44:49.217" v="598" actId="207"/>
          <ac:graphicFrameMkLst>
            <pc:docMk/>
            <pc:sldMk cId="0" sldId="270"/>
            <ac:graphicFrameMk id="49427" creationId="{FF9655EF-8915-D926-8BF0-7A373A5F4CFE}"/>
          </ac:graphicFrameMkLst>
        </pc:graphicFrameChg>
      </pc:sldChg>
      <pc:sldChg chg="modSp add del mod">
        <pc:chgData name="Ms Alina Arshad" userId="cccdfd85-d35d-4453-9c6f-a463aae40722" providerId="ADAL" clId="{663C6855-F1E8-4276-852A-F2D45C8B7AA4}" dt="2024-10-09T15:38:38.936" v="534" actId="47"/>
        <pc:sldMkLst>
          <pc:docMk/>
          <pc:sldMk cId="0" sldId="271"/>
        </pc:sldMkLst>
        <pc:spChg chg="mod">
          <ac:chgData name="Ms Alina Arshad" userId="cccdfd85-d35d-4453-9c6f-a463aae40722" providerId="ADAL" clId="{663C6855-F1E8-4276-852A-F2D45C8B7AA4}" dt="2024-10-09T15:37:35.530" v="515" actId="14100"/>
          <ac:spMkLst>
            <pc:docMk/>
            <pc:sldMk cId="0" sldId="271"/>
            <ac:spMk id="50178" creationId="{BB658D10-295F-E84A-7FE0-02D31C128E43}"/>
          </ac:spMkLst>
        </pc:spChg>
        <pc:spChg chg="mod">
          <ac:chgData name="Ms Alina Arshad" userId="cccdfd85-d35d-4453-9c6f-a463aae40722" providerId="ADAL" clId="{663C6855-F1E8-4276-852A-F2D45C8B7AA4}" dt="2024-10-09T15:38:13.424" v="533" actId="207"/>
          <ac:spMkLst>
            <pc:docMk/>
            <pc:sldMk cId="0" sldId="271"/>
            <ac:spMk id="50179" creationId="{76C038B6-1C96-1DCD-2394-FF40211AB214}"/>
          </ac:spMkLst>
        </pc:spChg>
        <pc:spChg chg="mod">
          <ac:chgData name="Ms Alina Arshad" userId="cccdfd85-d35d-4453-9c6f-a463aae40722" providerId="ADAL" clId="{663C6855-F1E8-4276-852A-F2D45C8B7AA4}" dt="2024-10-09T15:38:09.246" v="532" actId="20577"/>
          <ac:spMkLst>
            <pc:docMk/>
            <pc:sldMk cId="0" sldId="271"/>
            <ac:spMk id="50181" creationId="{AB2046A4-E45E-47F3-D799-5F3422289324}"/>
          </ac:spMkLst>
        </pc:spChg>
      </pc:sldChg>
      <pc:sldChg chg="modSp add del mod">
        <pc:chgData name="Ms Alina Arshad" userId="cccdfd85-d35d-4453-9c6f-a463aae40722" providerId="ADAL" clId="{663C6855-F1E8-4276-852A-F2D45C8B7AA4}" dt="2024-10-09T15:44:57.365" v="599" actId="207"/>
        <pc:sldMkLst>
          <pc:docMk/>
          <pc:sldMk cId="0" sldId="272"/>
        </pc:sldMkLst>
        <pc:spChg chg="mod">
          <ac:chgData name="Ms Alina Arshad" userId="cccdfd85-d35d-4453-9c6f-a463aae40722" providerId="ADAL" clId="{663C6855-F1E8-4276-852A-F2D45C8B7AA4}" dt="2024-10-09T15:38:48.543" v="535" actId="207"/>
          <ac:spMkLst>
            <pc:docMk/>
            <pc:sldMk cId="0" sldId="272"/>
            <ac:spMk id="51202" creationId="{D3D95058-BBD3-CC41-065F-FB9ED4A27664}"/>
          </ac:spMkLst>
        </pc:spChg>
        <pc:spChg chg="mod">
          <ac:chgData name="Ms Alina Arshad" userId="cccdfd85-d35d-4453-9c6f-a463aae40722" providerId="ADAL" clId="{663C6855-F1E8-4276-852A-F2D45C8B7AA4}" dt="2024-10-09T15:40:17.370" v="548" actId="1076"/>
          <ac:spMkLst>
            <pc:docMk/>
            <pc:sldMk cId="0" sldId="272"/>
            <ac:spMk id="51433" creationId="{9BA81CA5-C5D4-502C-C806-402184E9D755}"/>
          </ac:spMkLst>
        </pc:spChg>
        <pc:spChg chg="mod">
          <ac:chgData name="Ms Alina Arshad" userId="cccdfd85-d35d-4453-9c6f-a463aae40722" providerId="ADAL" clId="{663C6855-F1E8-4276-852A-F2D45C8B7AA4}" dt="2024-10-09T15:38:56.489" v="538" actId="207"/>
          <ac:spMkLst>
            <pc:docMk/>
            <pc:sldMk cId="0" sldId="272"/>
            <ac:spMk id="51434" creationId="{76719D01-898F-07A8-5A20-4433F9F59DF4}"/>
          </ac:spMkLst>
        </pc:spChg>
        <pc:spChg chg="mod">
          <ac:chgData name="Ms Alina Arshad" userId="cccdfd85-d35d-4453-9c6f-a463aae40722" providerId="ADAL" clId="{663C6855-F1E8-4276-852A-F2D45C8B7AA4}" dt="2024-10-09T15:40:32.944" v="552" actId="1076"/>
          <ac:spMkLst>
            <pc:docMk/>
            <pc:sldMk cId="0" sldId="272"/>
            <ac:spMk id="51435" creationId="{84E0DD70-80C4-DE8F-34E7-C3CF2323A3D9}"/>
          </ac:spMkLst>
        </pc:spChg>
        <pc:graphicFrameChg chg="mod modGraphic">
          <ac:chgData name="Ms Alina Arshad" userId="cccdfd85-d35d-4453-9c6f-a463aae40722" providerId="ADAL" clId="{663C6855-F1E8-4276-852A-F2D45C8B7AA4}" dt="2024-10-09T15:44:57.365" v="599" actId="207"/>
          <ac:graphicFrameMkLst>
            <pc:docMk/>
            <pc:sldMk cId="0" sldId="272"/>
            <ac:graphicFrameMk id="51436" creationId="{2A03EC4D-B903-38FF-462B-93257E0B54D6}"/>
          </ac:graphicFrameMkLst>
        </pc:graphicFrameChg>
      </pc:sldChg>
      <pc:sldChg chg="modSp add mod">
        <pc:chgData name="Ms Alina Arshad" userId="cccdfd85-d35d-4453-9c6f-a463aae40722" providerId="ADAL" clId="{663C6855-F1E8-4276-852A-F2D45C8B7AA4}" dt="2024-10-06T12:57:17.488" v="25" actId="1076"/>
        <pc:sldMkLst>
          <pc:docMk/>
          <pc:sldMk cId="0" sldId="273"/>
        </pc:sldMkLst>
        <pc:spChg chg="mod">
          <ac:chgData name="Ms Alina Arshad" userId="cccdfd85-d35d-4453-9c6f-a463aae40722" providerId="ADAL" clId="{663C6855-F1E8-4276-852A-F2D45C8B7AA4}" dt="2024-10-06T12:57:11.039" v="24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2:57:07.206" v="23" actId="1076"/>
          <ac:spMkLst>
            <pc:docMk/>
            <pc:sldMk cId="0" sldId="273"/>
            <ac:spMk id="3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6T12:57:17.488" v="25" actId="1076"/>
          <ac:picMkLst>
            <pc:docMk/>
            <pc:sldMk cId="0" sldId="273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7T15:01:08.066" v="190" actId="207"/>
        <pc:sldMkLst>
          <pc:docMk/>
          <pc:sldMk cId="0" sldId="274"/>
        </pc:sldMkLst>
        <pc:spChg chg="mod">
          <ac:chgData name="Ms Alina Arshad" userId="cccdfd85-d35d-4453-9c6f-a463aae40722" providerId="ADAL" clId="{663C6855-F1E8-4276-852A-F2D45C8B7AA4}" dt="2024-10-07T14:59:42.906" v="189" actId="113"/>
          <ac:spMkLst>
            <pc:docMk/>
            <pc:sldMk cId="0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01:08.066" v="190" actId="207"/>
          <ac:spMkLst>
            <pc:docMk/>
            <pc:sldMk cId="0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02:02.500" v="195" actId="20577"/>
        <pc:sldMkLst>
          <pc:docMk/>
          <pc:sldMk cId="0" sldId="275"/>
        </pc:sldMkLst>
        <pc:spChg chg="mod">
          <ac:chgData name="Ms Alina Arshad" userId="cccdfd85-d35d-4453-9c6f-a463aae40722" providerId="ADAL" clId="{663C6855-F1E8-4276-852A-F2D45C8B7AA4}" dt="2024-10-07T15:01:42.338" v="191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02:02.500" v="195" actId="20577"/>
          <ac:spMkLst>
            <pc:docMk/>
            <pc:sldMk cId="0" sldId="27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23:41.419" v="199" actId="20577"/>
        <pc:sldMkLst>
          <pc:docMk/>
          <pc:sldMk cId="0" sldId="276"/>
        </pc:sldMkLst>
        <pc:spChg chg="mod">
          <ac:chgData name="Ms Alina Arshad" userId="cccdfd85-d35d-4453-9c6f-a463aae40722" providerId="ADAL" clId="{663C6855-F1E8-4276-852A-F2D45C8B7AA4}" dt="2024-10-06T12:59:31.571" v="73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23:41.419" v="199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32:14.657" v="201" actId="1076"/>
        <pc:sldMkLst>
          <pc:docMk/>
          <pc:sldMk cId="0" sldId="277"/>
        </pc:sldMkLst>
        <pc:spChg chg="mod">
          <ac:chgData name="Ms Alina Arshad" userId="cccdfd85-d35d-4453-9c6f-a463aae40722" providerId="ADAL" clId="{663C6855-F1E8-4276-852A-F2D45C8B7AA4}" dt="2024-10-07T15:32:14.657" v="201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0:50.163" v="99" actId="14100"/>
          <ac:spMkLst>
            <pc:docMk/>
            <pc:sldMk cId="0" sldId="277"/>
            <ac:spMk id="3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1:51.850" v="120" actId="20577"/>
          <ac:spMkLst>
            <pc:docMk/>
            <pc:sldMk cId="0" sldId="277"/>
            <ac:spMk id="4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6T13:00:16.016" v="87" actId="1076"/>
          <ac:picMkLst>
            <pc:docMk/>
            <pc:sldMk cId="0" sldId="27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6T13:03:32.511" v="159" actId="15"/>
        <pc:sldMkLst>
          <pc:docMk/>
          <pc:sldMk cId="0" sldId="278"/>
        </pc:sldMkLst>
        <pc:spChg chg="mod">
          <ac:chgData name="Ms Alina Arshad" userId="cccdfd85-d35d-4453-9c6f-a463aae40722" providerId="ADAL" clId="{663C6855-F1E8-4276-852A-F2D45C8B7AA4}" dt="2024-10-06T13:02:08.867" v="123" actId="113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3:32.511" v="159" actId="15"/>
          <ac:spMkLst>
            <pc:docMk/>
            <pc:sldMk cId="0" sldId="27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6T13:04:12.202" v="173" actId="20577"/>
        <pc:sldMkLst>
          <pc:docMk/>
          <pc:sldMk cId="0" sldId="279"/>
        </pc:sldMkLst>
        <pc:spChg chg="mod">
          <ac:chgData name="Ms Alina Arshad" userId="cccdfd85-d35d-4453-9c6f-a463aae40722" providerId="ADAL" clId="{663C6855-F1E8-4276-852A-F2D45C8B7AA4}" dt="2024-10-06T13:03:46.065" v="162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4:12.202" v="173" actId="20577"/>
          <ac:spMkLst>
            <pc:docMk/>
            <pc:sldMk cId="0" sldId="27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6T13:04:35.200" v="179" actId="1076"/>
        <pc:sldMkLst>
          <pc:docMk/>
          <pc:sldMk cId="0" sldId="280"/>
        </pc:sldMkLst>
        <pc:spChg chg="mod">
          <ac:chgData name="Ms Alina Arshad" userId="cccdfd85-d35d-4453-9c6f-a463aae40722" providerId="ADAL" clId="{663C6855-F1E8-4276-852A-F2D45C8B7AA4}" dt="2024-10-06T13:04:27.981" v="176" actId="1076"/>
          <ac:spMkLst>
            <pc:docMk/>
            <pc:sldMk cId="0" sldId="280"/>
            <ac:spMk id="2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6T13:04:35.200" v="179" actId="1076"/>
          <ac:picMkLst>
            <pc:docMk/>
            <pc:sldMk cId="0" sldId="280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6T13:05:03.093" v="187" actId="1076"/>
        <pc:sldMkLst>
          <pc:docMk/>
          <pc:sldMk cId="0" sldId="281"/>
        </pc:sldMkLst>
        <pc:spChg chg="mod">
          <ac:chgData name="Ms Alina Arshad" userId="cccdfd85-d35d-4453-9c6f-a463aae40722" providerId="ADAL" clId="{663C6855-F1E8-4276-852A-F2D45C8B7AA4}" dt="2024-10-06T13:04:48.741" v="183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5:03.093" v="187" actId="1076"/>
          <ac:spMkLst>
            <pc:docMk/>
            <pc:sldMk cId="0" sldId="28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46:42.761" v="226" actId="15"/>
        <pc:sldMkLst>
          <pc:docMk/>
          <pc:sldMk cId="0" sldId="282"/>
        </pc:sldMkLst>
        <pc:spChg chg="mod">
          <ac:chgData name="Ms Alina Arshad" userId="cccdfd85-d35d-4453-9c6f-a463aae40722" providerId="ADAL" clId="{663C6855-F1E8-4276-852A-F2D45C8B7AA4}" dt="2024-10-07T15:43:37.067" v="204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46:42.761" v="226" actId="15"/>
          <ac:spMkLst>
            <pc:docMk/>
            <pc:sldMk cId="0" sldId="282"/>
            <ac:spMk id="3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7T15:43:46.565" v="206" actId="1076"/>
          <ac:picMkLst>
            <pc:docMk/>
            <pc:sldMk cId="0" sldId="282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8T12:28:33.398" v="379" actId="20577"/>
        <pc:sldMkLst>
          <pc:docMk/>
          <pc:sldMk cId="0" sldId="283"/>
        </pc:sldMkLst>
        <pc:spChg chg="mod">
          <ac:chgData name="Ms Alina Arshad" userId="cccdfd85-d35d-4453-9c6f-a463aae40722" providerId="ADAL" clId="{663C6855-F1E8-4276-852A-F2D45C8B7AA4}" dt="2024-10-07T15:48:41.388" v="228" actId="207"/>
          <ac:spMkLst>
            <pc:docMk/>
            <pc:sldMk cId="0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28:33.398" v="379" actId="20577"/>
          <ac:spMkLst>
            <pc:docMk/>
            <pc:sldMk cId="0" sldId="28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29:09.912" v="389" actId="1076"/>
        <pc:sldMkLst>
          <pc:docMk/>
          <pc:sldMk cId="0" sldId="284"/>
        </pc:sldMkLst>
        <pc:spChg chg="mod">
          <ac:chgData name="Ms Alina Arshad" userId="cccdfd85-d35d-4453-9c6f-a463aae40722" providerId="ADAL" clId="{663C6855-F1E8-4276-852A-F2D45C8B7AA4}" dt="2024-10-08T12:29:09.912" v="38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29:06.853" v="388" actId="1076"/>
          <ac:spMkLst>
            <pc:docMk/>
            <pc:sldMk cId="0" sldId="28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42:37.580" v="488" actId="20577"/>
        <pc:sldMkLst>
          <pc:docMk/>
          <pc:sldMk cId="0" sldId="285"/>
        </pc:sldMkLst>
        <pc:spChg chg="mod">
          <ac:chgData name="Ms Alina Arshad" userId="cccdfd85-d35d-4453-9c6f-a463aae40722" providerId="ADAL" clId="{663C6855-F1E8-4276-852A-F2D45C8B7AA4}" dt="2024-10-08T12:29:19.283" v="391" actId="207"/>
          <ac:spMkLst>
            <pc:docMk/>
            <pc:sldMk cId="0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42:37.580" v="488" actId="20577"/>
          <ac:spMkLst>
            <pc:docMk/>
            <pc:sldMk cId="0" sldId="28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30:40.591" v="420" actId="113"/>
        <pc:sldMkLst>
          <pc:docMk/>
          <pc:sldMk cId="0" sldId="286"/>
        </pc:sldMkLst>
        <pc:spChg chg="mod">
          <ac:chgData name="Ms Alina Arshad" userId="cccdfd85-d35d-4453-9c6f-a463aae40722" providerId="ADAL" clId="{663C6855-F1E8-4276-852A-F2D45C8B7AA4}" dt="2024-10-08T12:30:40.591" v="420" actId="113"/>
          <ac:spMkLst>
            <pc:docMk/>
            <pc:sldMk cId="0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0:20.633" v="414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31:18.633" v="432" actId="20577"/>
        <pc:sldMkLst>
          <pc:docMk/>
          <pc:sldMk cId="0" sldId="287"/>
        </pc:sldMkLst>
        <pc:spChg chg="mod">
          <ac:chgData name="Ms Alina Arshad" userId="cccdfd85-d35d-4453-9c6f-a463aae40722" providerId="ADAL" clId="{663C6855-F1E8-4276-852A-F2D45C8B7AA4}" dt="2024-10-08T12:30:36.054" v="419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1:18.633" v="432" actId="20577"/>
          <ac:spMkLst>
            <pc:docMk/>
            <pc:sldMk cId="0" sldId="28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4:16:18.193" v="489" actId="20577"/>
        <pc:sldMkLst>
          <pc:docMk/>
          <pc:sldMk cId="0" sldId="288"/>
        </pc:sldMkLst>
        <pc:spChg chg="mod">
          <ac:chgData name="Ms Alina Arshad" userId="cccdfd85-d35d-4453-9c6f-a463aae40722" providerId="ADAL" clId="{663C6855-F1E8-4276-852A-F2D45C8B7AA4}" dt="2024-10-08T12:31:35.327" v="436" actId="113"/>
          <ac:spMkLst>
            <pc:docMk/>
            <pc:sldMk cId="0" sldId="288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4:16:18.193" v="489" actId="20577"/>
          <ac:spMkLst>
            <pc:docMk/>
            <pc:sldMk cId="0" sldId="28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4:18:20.470" v="492" actId="20577"/>
        <pc:sldMkLst>
          <pc:docMk/>
          <pc:sldMk cId="0" sldId="289"/>
        </pc:sldMkLst>
        <pc:spChg chg="mod">
          <ac:chgData name="Ms Alina Arshad" userId="cccdfd85-d35d-4453-9c6f-a463aae40722" providerId="ADAL" clId="{663C6855-F1E8-4276-852A-F2D45C8B7AA4}" dt="2024-10-08T12:32:01.316" v="445" actId="207"/>
          <ac:spMkLst>
            <pc:docMk/>
            <pc:sldMk cId="0" sldId="289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4:18:20.470" v="492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33:47.284" v="481" actId="1076"/>
        <pc:sldMkLst>
          <pc:docMk/>
          <pc:sldMk cId="0" sldId="290"/>
        </pc:sldMkLst>
        <pc:spChg chg="mod">
          <ac:chgData name="Ms Alina Arshad" userId="cccdfd85-d35d-4453-9c6f-a463aae40722" providerId="ADAL" clId="{663C6855-F1E8-4276-852A-F2D45C8B7AA4}" dt="2024-10-08T12:32:45.087" v="458" actId="1076"/>
          <ac:spMkLst>
            <pc:docMk/>
            <pc:sldMk cId="0" sldId="290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3:23.531" v="472" actId="1076"/>
          <ac:spMkLst>
            <pc:docMk/>
            <pc:sldMk cId="0" sldId="290"/>
            <ac:spMk id="4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3:47.284" v="481" actId="1076"/>
          <ac:spMkLst>
            <pc:docMk/>
            <pc:sldMk cId="0" sldId="290"/>
            <ac:spMk id="5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8T12:32:58.946" v="464" actId="1076"/>
          <ac:picMkLst>
            <pc:docMk/>
            <pc:sldMk cId="0" sldId="290"/>
            <ac:picMk id="3" creationId="{00000000-0000-0000-0000-000000000000}"/>
          </ac:picMkLst>
        </pc:picChg>
      </pc:sldChg>
      <pc:sldChg chg="add">
        <pc:chgData name="Ms Alina Arshad" userId="cccdfd85-d35d-4453-9c6f-a463aae40722" providerId="ADAL" clId="{663C6855-F1E8-4276-852A-F2D45C8B7AA4}" dt="2024-10-09T15:31:27.818" v="493"/>
        <pc:sldMkLst>
          <pc:docMk/>
          <pc:sldMk cId="0" sldId="291"/>
        </pc:sldMkLst>
      </pc:sldChg>
      <pc:sldChg chg="addSp modSp new del">
        <pc:chgData name="Ms Alina Arshad" userId="cccdfd85-d35d-4453-9c6f-a463aae40722" providerId="ADAL" clId="{663C6855-F1E8-4276-852A-F2D45C8B7AA4}" dt="2024-10-07T15:51:08.612" v="232" actId="47"/>
        <pc:sldMkLst>
          <pc:docMk/>
          <pc:sldMk cId="3881823252" sldId="291"/>
        </pc:sldMkLst>
        <pc:spChg chg="add mod">
          <ac:chgData name="Ms Alina Arshad" userId="cccdfd85-d35d-4453-9c6f-a463aae40722" providerId="ADAL" clId="{663C6855-F1E8-4276-852A-F2D45C8B7AA4}" dt="2024-10-07T15:50:49.740" v="231"/>
          <ac:spMkLst>
            <pc:docMk/>
            <pc:sldMk cId="3881823252" sldId="291"/>
            <ac:spMk id="4" creationId="{33B6A16F-C741-97B0-D26B-04F45BD968AA}"/>
          </ac:spMkLst>
        </pc:spChg>
        <pc:spChg chg="add mod">
          <ac:chgData name="Ms Alina Arshad" userId="cccdfd85-d35d-4453-9c6f-a463aae40722" providerId="ADAL" clId="{663C6855-F1E8-4276-852A-F2D45C8B7AA4}" dt="2024-10-07T15:50:46.804" v="230"/>
          <ac:spMkLst>
            <pc:docMk/>
            <pc:sldMk cId="3881823252" sldId="291"/>
            <ac:spMk id="5" creationId="{9F101B7A-DAFB-0C1C-26D3-035D9E8B2958}"/>
          </ac:spMkLst>
        </pc:spChg>
        <pc:picChg chg="add mod">
          <ac:chgData name="Ms Alina Arshad" userId="cccdfd85-d35d-4453-9c6f-a463aae40722" providerId="ADAL" clId="{663C6855-F1E8-4276-852A-F2D45C8B7AA4}" dt="2024-10-07T15:50:46.804" v="230"/>
          <ac:picMkLst>
            <pc:docMk/>
            <pc:sldMk cId="3881823252" sldId="291"/>
            <ac:picMk id="6" creationId="{E535B505-35FB-321C-AEFF-AD47B295CE97}"/>
          </ac:picMkLst>
        </pc:picChg>
      </pc:sldChg>
      <pc:sldChg chg="addSp delSp modSp add mod">
        <pc:chgData name="Ms Alina Arshad" userId="cccdfd85-d35d-4453-9c6f-a463aae40722" providerId="ADAL" clId="{663C6855-F1E8-4276-852A-F2D45C8B7AA4}" dt="2024-10-07T15:54:42.693" v="375" actId="207"/>
        <pc:sldMkLst>
          <pc:docMk/>
          <pc:sldMk cId="0" sldId="297"/>
        </pc:sldMkLst>
        <pc:spChg chg="add del mod">
          <ac:chgData name="Ms Alina Arshad" userId="cccdfd85-d35d-4453-9c6f-a463aae40722" providerId="ADAL" clId="{663C6855-F1E8-4276-852A-F2D45C8B7AA4}" dt="2024-10-07T15:52:00.433" v="243" actId="478"/>
          <ac:spMkLst>
            <pc:docMk/>
            <pc:sldMk cId="0" sldId="297"/>
            <ac:spMk id="3" creationId="{CE811E2E-90A7-3374-CD77-6171FCB8FD77}"/>
          </ac:spMkLst>
        </pc:spChg>
        <pc:spChg chg="add del mod">
          <ac:chgData name="Ms Alina Arshad" userId="cccdfd85-d35d-4453-9c6f-a463aae40722" providerId="ADAL" clId="{663C6855-F1E8-4276-852A-F2D45C8B7AA4}" dt="2024-10-07T15:52:13.633" v="252" actId="478"/>
          <ac:spMkLst>
            <pc:docMk/>
            <pc:sldMk cId="0" sldId="297"/>
            <ac:spMk id="5" creationId="{ABA36636-1EDD-C0CA-9645-B3B6020E3C6C}"/>
          </ac:spMkLst>
        </pc:spChg>
        <pc:spChg chg="add del mod">
          <ac:chgData name="Ms Alina Arshad" userId="cccdfd85-d35d-4453-9c6f-a463aae40722" providerId="ADAL" clId="{663C6855-F1E8-4276-852A-F2D45C8B7AA4}" dt="2024-10-07T15:52:20.324" v="254" actId="478"/>
          <ac:spMkLst>
            <pc:docMk/>
            <pc:sldMk cId="0" sldId="297"/>
            <ac:spMk id="7" creationId="{8A0286C8-C100-C81C-FD7D-C97F70C8B22C}"/>
          </ac:spMkLst>
        </pc:spChg>
        <pc:spChg chg="add del mod">
          <ac:chgData name="Ms Alina Arshad" userId="cccdfd85-d35d-4453-9c6f-a463aae40722" providerId="ADAL" clId="{663C6855-F1E8-4276-852A-F2D45C8B7AA4}" dt="2024-10-07T15:52:37.696" v="262" actId="22"/>
          <ac:spMkLst>
            <pc:docMk/>
            <pc:sldMk cId="0" sldId="297"/>
            <ac:spMk id="9" creationId="{F927775F-7D4A-722B-6A69-5410F712E875}"/>
          </ac:spMkLst>
        </pc:spChg>
        <pc:spChg chg="add mod">
          <ac:chgData name="Ms Alina Arshad" userId="cccdfd85-d35d-4453-9c6f-a463aae40722" providerId="ADAL" clId="{663C6855-F1E8-4276-852A-F2D45C8B7AA4}" dt="2024-10-07T15:54:34.675" v="374" actId="20577"/>
          <ac:spMkLst>
            <pc:docMk/>
            <pc:sldMk cId="0" sldId="297"/>
            <ac:spMk id="11" creationId="{32BB0010-EFA5-0819-2976-83CB5C91C014}"/>
          </ac:spMkLst>
        </pc:spChg>
        <pc:spChg chg="add mod">
          <ac:chgData name="Ms Alina Arshad" userId="cccdfd85-d35d-4453-9c6f-a463aae40722" providerId="ADAL" clId="{663C6855-F1E8-4276-852A-F2D45C8B7AA4}" dt="2024-10-07T15:53:20.081" v="273" actId="1076"/>
          <ac:spMkLst>
            <pc:docMk/>
            <pc:sldMk cId="0" sldId="297"/>
            <ac:spMk id="14" creationId="{C2DBA617-F4D5-ADA7-EA00-D0A9E8C92F0F}"/>
          </ac:spMkLst>
        </pc:spChg>
        <pc:spChg chg="add mod">
          <ac:chgData name="Ms Alina Arshad" userId="cccdfd85-d35d-4453-9c6f-a463aae40722" providerId="ADAL" clId="{663C6855-F1E8-4276-852A-F2D45C8B7AA4}" dt="2024-10-07T15:53:47.782" v="294" actId="1038"/>
          <ac:spMkLst>
            <pc:docMk/>
            <pc:sldMk cId="0" sldId="297"/>
            <ac:spMk id="15" creationId="{FAE823C1-040F-D415-48E6-DC7B6BDC6B4F}"/>
          </ac:spMkLst>
        </pc:spChg>
        <pc:spChg chg="add mod">
          <ac:chgData name="Ms Alina Arshad" userId="cccdfd85-d35d-4453-9c6f-a463aae40722" providerId="ADAL" clId="{663C6855-F1E8-4276-852A-F2D45C8B7AA4}" dt="2024-10-07T15:54:00.808" v="372" actId="1036"/>
          <ac:spMkLst>
            <pc:docMk/>
            <pc:sldMk cId="0" sldId="297"/>
            <ac:spMk id="16" creationId="{FBCE2B93-B005-5D0C-E849-AD0F20D70C2A}"/>
          </ac:spMkLst>
        </pc:spChg>
        <pc:spChg chg="add mod">
          <ac:chgData name="Ms Alina Arshad" userId="cccdfd85-d35d-4453-9c6f-a463aae40722" providerId="ADAL" clId="{663C6855-F1E8-4276-852A-F2D45C8B7AA4}" dt="2024-10-07T15:53:35.208" v="280" actId="1038"/>
          <ac:spMkLst>
            <pc:docMk/>
            <pc:sldMk cId="0" sldId="297"/>
            <ac:spMk id="1032" creationId="{0B3AE7D0-0667-D1EF-03A0-53CBA6E11F73}"/>
          </ac:spMkLst>
        </pc:spChg>
        <pc:spChg chg="mod">
          <ac:chgData name="Ms Alina Arshad" userId="cccdfd85-d35d-4453-9c6f-a463aae40722" providerId="ADAL" clId="{663C6855-F1E8-4276-852A-F2D45C8B7AA4}" dt="2024-10-07T15:51:15.926" v="235" actId="113"/>
          <ac:spMkLst>
            <pc:docMk/>
            <pc:sldMk cId="0" sldId="297"/>
            <ac:spMk id="1035" creationId="{D2FD35C5-CB71-62F9-21E2-B7E426E10F4D}"/>
          </ac:spMkLst>
        </pc:spChg>
        <pc:spChg chg="mod">
          <ac:chgData name="Ms Alina Arshad" userId="cccdfd85-d35d-4453-9c6f-a463aae40722" providerId="ADAL" clId="{663C6855-F1E8-4276-852A-F2D45C8B7AA4}" dt="2024-10-07T15:54:42.693" v="375" actId="207"/>
          <ac:spMkLst>
            <pc:docMk/>
            <pc:sldMk cId="0" sldId="297"/>
            <ac:spMk id="1036" creationId="{18D63AFD-AF87-5227-FFF6-F06CB61CFB91}"/>
          </ac:spMkLst>
        </pc:spChg>
        <pc:graphicFrameChg chg="add del mod replId">
          <ac:chgData name="Ms Alina Arshad" userId="cccdfd85-d35d-4453-9c6f-a463aae40722" providerId="ADAL" clId="{663C6855-F1E8-4276-852A-F2D45C8B7AA4}" dt="2024-10-07T15:53:03.375" v="269"/>
          <ac:graphicFrameMkLst>
            <pc:docMk/>
            <pc:sldMk cId="0" sldId="297"/>
            <ac:graphicFrameMk id="12" creationId="{0B3AE7D0-0667-D1EF-03A0-53CBA6E11F73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1:55.246" v="240" actId="478"/>
          <ac:graphicFrameMkLst>
            <pc:docMk/>
            <pc:sldMk cId="0" sldId="297"/>
            <ac:graphicFrameMk id="1026" creationId="{1FA20F2B-FBA2-78DE-8176-0FE650E38D3D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1:56.558" v="241" actId="478"/>
          <ac:graphicFrameMkLst>
            <pc:docMk/>
            <pc:sldMk cId="0" sldId="297"/>
            <ac:graphicFrameMk id="1027" creationId="{7193EB67-EAF2-5D9F-EAE1-AE7021A2B5F7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1:53.397" v="239" actId="478"/>
          <ac:graphicFrameMkLst>
            <pc:docMk/>
            <pc:sldMk cId="0" sldId="297"/>
            <ac:graphicFrameMk id="1028" creationId="{27C7DBDB-E615-8ED2-2F7F-FB551947DFBD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01.774" v="244" actId="478"/>
          <ac:graphicFrameMkLst>
            <pc:docMk/>
            <pc:sldMk cId="0" sldId="297"/>
            <ac:graphicFrameMk id="1029" creationId="{7FBD1CB5-8661-5889-9D4A-F9F9F2647097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23.483" v="256" actId="478"/>
          <ac:graphicFrameMkLst>
            <pc:docMk/>
            <pc:sldMk cId="0" sldId="297"/>
            <ac:graphicFrameMk id="1030" creationId="{6A087D69-67E5-AB1C-4C4F-CFD3BA462551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24.904" v="257" actId="478"/>
          <ac:graphicFrameMkLst>
            <pc:docMk/>
            <pc:sldMk cId="0" sldId="297"/>
            <ac:graphicFrameMk id="1031" creationId="{8D98AF5E-27DE-85B0-0DA8-1AC464908E8E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21.859" v="255" actId="478"/>
          <ac:graphicFrameMkLst>
            <pc:docMk/>
            <pc:sldMk cId="0" sldId="297"/>
            <ac:graphicFrameMk id="1033" creationId="{F29CED8C-D910-DA98-C1F0-7DABCC0AE7D4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04.152" v="245" actId="478"/>
          <ac:graphicFrameMkLst>
            <pc:docMk/>
            <pc:sldMk cId="0" sldId="297"/>
            <ac:graphicFrameMk id="1034" creationId="{2E2A8740-A0A7-8671-9A25-6026B5EE4510}"/>
          </ac:graphicFrameMkLst>
        </pc:graphicFrameChg>
      </pc:sldChg>
      <pc:sldChg chg="modSp add mod">
        <pc:chgData name="Ms Alina Arshad" userId="cccdfd85-d35d-4453-9c6f-a463aae40722" providerId="ADAL" clId="{663C6855-F1E8-4276-852A-F2D45C8B7AA4}" dt="2024-10-09T15:45:07.222" v="601" actId="207"/>
        <pc:sldMkLst>
          <pc:docMk/>
          <pc:sldMk cId="0" sldId="298"/>
        </pc:sldMkLst>
        <pc:spChg chg="mod">
          <ac:chgData name="Ms Alina Arshad" userId="cccdfd85-d35d-4453-9c6f-a463aae40722" providerId="ADAL" clId="{663C6855-F1E8-4276-852A-F2D45C8B7AA4}" dt="2024-10-09T15:42:25.247" v="582" actId="1076"/>
          <ac:spMkLst>
            <pc:docMk/>
            <pc:sldMk cId="0" sldId="298"/>
            <ac:spMk id="52227" creationId="{F1DDC528-7D9B-D443-AB34-72ED16BD9B53}"/>
          </ac:spMkLst>
        </pc:spChg>
        <pc:spChg chg="mod">
          <ac:chgData name="Ms Alina Arshad" userId="cccdfd85-d35d-4453-9c6f-a463aae40722" providerId="ADAL" clId="{663C6855-F1E8-4276-852A-F2D45C8B7AA4}" dt="2024-10-09T15:43:17.001" v="595" actId="20577"/>
          <ac:spMkLst>
            <pc:docMk/>
            <pc:sldMk cId="0" sldId="298"/>
            <ac:spMk id="52228" creationId="{6864004C-6D7D-79C7-4324-9005135C5DEF}"/>
          </ac:spMkLst>
        </pc:spChg>
        <pc:spChg chg="mod">
          <ac:chgData name="Ms Alina Arshad" userId="cccdfd85-d35d-4453-9c6f-a463aae40722" providerId="ADAL" clId="{663C6855-F1E8-4276-852A-F2D45C8B7AA4}" dt="2024-10-09T15:42:28.886" v="583" actId="1076"/>
          <ac:spMkLst>
            <pc:docMk/>
            <pc:sldMk cId="0" sldId="298"/>
            <ac:spMk id="52229" creationId="{98A78E15-D314-9974-6B3F-ED93DF99C1E7}"/>
          </ac:spMkLst>
        </pc:spChg>
        <pc:spChg chg="mod">
          <ac:chgData name="Ms Alina Arshad" userId="cccdfd85-d35d-4453-9c6f-a463aae40722" providerId="ADAL" clId="{663C6855-F1E8-4276-852A-F2D45C8B7AA4}" dt="2024-10-09T15:43:54.023" v="597" actId="20577"/>
          <ac:spMkLst>
            <pc:docMk/>
            <pc:sldMk cId="0" sldId="298"/>
            <ac:spMk id="52415" creationId="{A59D3125-0774-9B50-D400-9C575DB08678}"/>
          </ac:spMkLst>
        </pc:spChg>
        <pc:graphicFrameChg chg="mod modGraphic">
          <ac:chgData name="Ms Alina Arshad" userId="cccdfd85-d35d-4453-9c6f-a463aae40722" providerId="ADAL" clId="{663C6855-F1E8-4276-852A-F2D45C8B7AA4}" dt="2024-10-09T15:45:07.222" v="601" actId="207"/>
          <ac:graphicFrameMkLst>
            <pc:docMk/>
            <pc:sldMk cId="0" sldId="298"/>
            <ac:graphicFrameMk id="52416" creationId="{72307FC5-D7D7-1C50-3042-0215F4F542A0}"/>
          </ac:graphicFrameMkLst>
        </pc:graphicFrameChg>
        <pc:graphicFrameChg chg="mod modGraphic">
          <ac:chgData name="Ms Alina Arshad" userId="cccdfd85-d35d-4453-9c6f-a463aae40722" providerId="ADAL" clId="{663C6855-F1E8-4276-852A-F2D45C8B7AA4}" dt="2024-10-09T15:45:04.010" v="600" actId="207"/>
          <ac:graphicFrameMkLst>
            <pc:docMk/>
            <pc:sldMk cId="0" sldId="298"/>
            <ac:graphicFrameMk id="52417" creationId="{E964AC76-5D92-31C7-521E-1FA2D5146FA2}"/>
          </ac:graphicFrameMkLst>
        </pc:graphicFrameChg>
      </pc:sldChg>
      <pc:sldMasterChg chg="delSldLayout">
        <pc:chgData name="Ms Alina Arshad" userId="cccdfd85-d35d-4453-9c6f-a463aae40722" providerId="ADAL" clId="{663C6855-F1E8-4276-852A-F2D45C8B7AA4}" dt="2024-10-06T12:56:25.409" v="1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663C6855-F1E8-4276-852A-F2D45C8B7AA4}" dt="2024-10-06T12:56:25.409" v="1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2:20.799" v="112" actId="207"/>
        <pc:sldMkLst>
          <pc:docMk/>
          <pc:sldMk cId="0" sldId="259"/>
        </pc:sldMkLst>
        <pc:spChg chg="mod">
          <ac:chgData name="Ms Alina Arshad" userId="cccdfd85-d35d-4453-9c6f-a463aae40722" providerId="ADAL" clId="{0CB232A2-0B42-4DBF-AC2D-50B32D7285CF}" dt="2024-09-15T13:42:20.799" v="112" actId="20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27E6A4-E2D3-186D-1314-17FBA87C7F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30B2B97-7B2F-32F3-F470-497399AEE7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1222729-B714-3496-3E11-47EFAB799C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CA00CD-E289-4592-87EA-5A82FD9BBD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892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400" b="1">
                <a:solidFill>
                  <a:schemeClr val="tx1"/>
                </a:solidFill>
                <a:cs typeface="Times New Roman" panose="02020603050405020304" pitchFamily="18" charset="0"/>
              </a:rPr>
              <a:t>Lecture 2-</a:t>
            </a:r>
            <a:r>
              <a:rPr lang="en-US" sz="4400" b="1">
                <a:solidFill>
                  <a:schemeClr val="tx1"/>
                </a:solidFill>
              </a:rPr>
              <a:t>Chapter </a:t>
            </a:r>
            <a:r>
              <a:rPr lang="en-US" sz="4400" b="1" dirty="0">
                <a:solidFill>
                  <a:schemeClr val="tx1"/>
                </a:solidFill>
              </a:rPr>
              <a:t># 14</a:t>
            </a:r>
          </a:p>
          <a:p>
            <a:pPr algn="ctr"/>
            <a:r>
              <a:rPr lang="en-US" sz="4000" b="1" spc="-5" dirty="0">
                <a:solidFill>
                  <a:schemeClr val="tx1"/>
                </a:solidFill>
                <a:cs typeface="Tahoma"/>
              </a:rPr>
              <a:t>D</a:t>
            </a:r>
            <a:r>
              <a:rPr lang="en-US" sz="4000" b="1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-130" dirty="0">
                <a:solidFill>
                  <a:schemeClr val="tx1"/>
                </a:solidFill>
                <a:cs typeface="Tahoma"/>
              </a:rPr>
              <a:t>TABASE</a:t>
            </a:r>
            <a:r>
              <a:rPr lang="en-US" sz="4000" b="1" spc="-7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254" dirty="0">
                <a:solidFill>
                  <a:schemeClr val="tx1"/>
                </a:solidFill>
                <a:cs typeface="Tahoma"/>
              </a:rPr>
              <a:t>DES</a:t>
            </a:r>
            <a:r>
              <a:rPr lang="en-US" sz="4000" b="1" spc="-180" dirty="0">
                <a:solidFill>
                  <a:schemeClr val="tx1"/>
                </a:solidFill>
                <a:cs typeface="Tahoma"/>
              </a:rPr>
              <a:t>I</a:t>
            </a:r>
            <a:r>
              <a:rPr lang="en-US" sz="4000" b="1" spc="65" dirty="0">
                <a:solidFill>
                  <a:schemeClr val="tx1"/>
                </a:solidFill>
                <a:cs typeface="Tahoma"/>
              </a:rPr>
              <a:t>GN</a:t>
            </a:r>
            <a:r>
              <a:rPr lang="en-US" sz="4000" b="1" spc="-6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165" dirty="0">
                <a:solidFill>
                  <a:schemeClr val="tx1"/>
                </a:solidFill>
                <a:cs typeface="Tahoma"/>
              </a:rPr>
              <a:t>THEORY</a:t>
            </a:r>
            <a:r>
              <a:rPr lang="en-US" sz="4000" b="1" spc="-5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25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30" dirty="0">
                <a:solidFill>
                  <a:schemeClr val="tx1"/>
                </a:solidFill>
                <a:cs typeface="Tahoma"/>
              </a:rPr>
              <a:t>N</a:t>
            </a:r>
            <a:r>
              <a:rPr lang="en-US" sz="4000" b="1" spc="-114" dirty="0">
                <a:solidFill>
                  <a:schemeClr val="tx1"/>
                </a:solidFill>
                <a:cs typeface="Tahoma"/>
              </a:rPr>
              <a:t>D</a:t>
            </a:r>
            <a:r>
              <a:rPr lang="en-US" sz="4000" b="1" spc="-6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130" dirty="0">
                <a:solidFill>
                  <a:schemeClr val="tx1"/>
                </a:solidFill>
                <a:cs typeface="Tahoma"/>
              </a:rPr>
              <a:t>NORMALI</a:t>
            </a:r>
            <a:r>
              <a:rPr lang="en-US" sz="4000" b="1" spc="-110" dirty="0">
                <a:solidFill>
                  <a:schemeClr val="tx1"/>
                </a:solidFill>
                <a:cs typeface="Tahoma"/>
              </a:rPr>
              <a:t>Z</a:t>
            </a:r>
            <a:r>
              <a:rPr lang="en-US" sz="4000" b="1" spc="100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-400" dirty="0">
                <a:solidFill>
                  <a:schemeClr val="tx1"/>
                </a:solidFill>
                <a:cs typeface="Tahoma"/>
              </a:rPr>
              <a:t>T</a:t>
            </a:r>
            <a:r>
              <a:rPr lang="en-US" sz="4000" b="1" spc="-110" dirty="0">
                <a:solidFill>
                  <a:schemeClr val="tx1"/>
                </a:solidFill>
                <a:cs typeface="Tahoma"/>
              </a:rPr>
              <a:t>ION</a:t>
            </a:r>
            <a:endParaRPr lang="en-US" sz="4000" b="1"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3806" y="147559"/>
            <a:ext cx="7593960" cy="627736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Generation</a:t>
            </a:r>
            <a:r>
              <a:rPr sz="4000" spc="-155" dirty="0"/>
              <a:t> </a:t>
            </a:r>
            <a:r>
              <a:rPr sz="4000" dirty="0"/>
              <a:t>of</a:t>
            </a:r>
            <a:r>
              <a:rPr sz="4000" spc="-120" dirty="0"/>
              <a:t> </a:t>
            </a:r>
            <a:r>
              <a:rPr sz="4000" spc="-25" dirty="0"/>
              <a:t>Spurious</a:t>
            </a:r>
            <a:r>
              <a:rPr sz="4000" spc="-135" dirty="0"/>
              <a:t> </a:t>
            </a:r>
            <a:r>
              <a:rPr sz="4000" spc="-35" dirty="0"/>
              <a:t>Tuples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3771911" y="718775"/>
            <a:ext cx="6706234" cy="10566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tuples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present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original </a:t>
            </a:r>
            <a:r>
              <a:rPr sz="2600" dirty="0">
                <a:latin typeface="Calibri"/>
                <a:cs typeface="Calibri"/>
              </a:rPr>
              <a:t>table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spurious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tuples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because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they </a:t>
            </a:r>
            <a:r>
              <a:rPr sz="2600" spc="-10" dirty="0">
                <a:latin typeface="Calibri"/>
                <a:cs typeface="Calibri"/>
              </a:rPr>
              <a:t>represent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spurious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00" y="461427"/>
            <a:ext cx="11046567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639589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0" dirty="0">
                <a:solidFill>
                  <a:schemeClr val="tx1"/>
                </a:solidFill>
              </a:rPr>
              <a:t>Guideline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66800" y="1845735"/>
            <a:ext cx="10683922" cy="292426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159385" indent="-227329"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chemeClr val="tx1"/>
                </a:solidFill>
              </a:rPr>
              <a:t>Design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relation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schemas</a:t>
            </a:r>
            <a:r>
              <a:rPr sz="2800" spc="-4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so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that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they</a:t>
            </a:r>
            <a:r>
              <a:rPr sz="2800" spc="-6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can</a:t>
            </a:r>
            <a:r>
              <a:rPr sz="2800" spc="-7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be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joined </a:t>
            </a:r>
            <a:r>
              <a:rPr sz="2800" dirty="0">
                <a:solidFill>
                  <a:schemeClr val="tx1"/>
                </a:solidFill>
              </a:rPr>
              <a:t>with</a:t>
            </a:r>
            <a:r>
              <a:rPr sz="2800" spc="-8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equality</a:t>
            </a:r>
            <a:r>
              <a:rPr sz="2800" spc="-7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conditions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on</a:t>
            </a:r>
            <a:r>
              <a:rPr sz="2800" spc="-8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attributes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that</a:t>
            </a:r>
            <a:r>
              <a:rPr sz="2800" spc="-90" dirty="0">
                <a:solidFill>
                  <a:schemeClr val="tx1"/>
                </a:solidFill>
              </a:rPr>
              <a:t> </a:t>
            </a:r>
            <a:r>
              <a:rPr sz="2800" spc="-25" dirty="0">
                <a:solidFill>
                  <a:schemeClr val="tx1"/>
                </a:solidFill>
              </a:rPr>
              <a:t>are </a:t>
            </a:r>
            <a:r>
              <a:rPr sz="2800" spc="-10" dirty="0">
                <a:solidFill>
                  <a:schemeClr val="tx1"/>
                </a:solidFill>
              </a:rPr>
              <a:t>appropriately</a:t>
            </a:r>
            <a:r>
              <a:rPr sz="2800" spc="-12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related</a:t>
            </a:r>
            <a:r>
              <a:rPr sz="2800" spc="-114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(primary</a:t>
            </a:r>
            <a:r>
              <a:rPr sz="2800" spc="-105" dirty="0">
                <a:solidFill>
                  <a:schemeClr val="tx1"/>
                </a:solidFill>
              </a:rPr>
              <a:t> </a:t>
            </a:r>
            <a:r>
              <a:rPr sz="2800" spc="-60" dirty="0">
                <a:solidFill>
                  <a:schemeClr val="tx1"/>
                </a:solidFill>
              </a:rPr>
              <a:t>key,</a:t>
            </a:r>
            <a:r>
              <a:rPr sz="2800" spc="-10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foreign</a:t>
            </a:r>
            <a:r>
              <a:rPr sz="2800" spc="-114" dirty="0">
                <a:solidFill>
                  <a:schemeClr val="tx1"/>
                </a:solidFill>
              </a:rPr>
              <a:t> </a:t>
            </a:r>
            <a:r>
              <a:rPr sz="2800" spc="-20" dirty="0">
                <a:solidFill>
                  <a:schemeClr val="tx1"/>
                </a:solidFill>
              </a:rPr>
              <a:t>key) </a:t>
            </a:r>
            <a:r>
              <a:rPr sz="2800" dirty="0">
                <a:solidFill>
                  <a:schemeClr val="tx1"/>
                </a:solidFill>
              </a:rPr>
              <a:t>pairs</a:t>
            </a:r>
            <a:r>
              <a:rPr sz="2800" spc="-3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in</a:t>
            </a:r>
            <a:r>
              <a:rPr sz="2800" spc="-6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a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way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that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guarantees</a:t>
            </a:r>
            <a:r>
              <a:rPr sz="2800" spc="-5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that</a:t>
            </a:r>
            <a:r>
              <a:rPr sz="2800" spc="-4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no</a:t>
            </a:r>
            <a:r>
              <a:rPr sz="2800" spc="-4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spurious </a:t>
            </a:r>
            <a:r>
              <a:rPr sz="2800" dirty="0">
                <a:solidFill>
                  <a:schemeClr val="tx1"/>
                </a:solidFill>
              </a:rPr>
              <a:t>tuples</a:t>
            </a:r>
            <a:r>
              <a:rPr sz="2800" spc="-4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are</a:t>
            </a:r>
            <a:r>
              <a:rPr sz="2800" spc="-5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generated.</a:t>
            </a:r>
            <a:endParaRPr sz="2800" dirty="0">
              <a:solidFill>
                <a:schemeClr val="tx1"/>
              </a:solidFill>
            </a:endParaRPr>
          </a:p>
          <a:p>
            <a:pPr marL="240029" marR="5080" indent="-227329"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chemeClr val="tx1"/>
                </a:solidFill>
              </a:rPr>
              <a:t>Avoid</a:t>
            </a:r>
            <a:r>
              <a:rPr sz="2800" spc="-12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relations</a:t>
            </a:r>
            <a:r>
              <a:rPr sz="2800" spc="-114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that</a:t>
            </a:r>
            <a:r>
              <a:rPr sz="2800" spc="-11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contain</a:t>
            </a:r>
            <a:r>
              <a:rPr sz="2800" spc="-114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matching</a:t>
            </a:r>
            <a:r>
              <a:rPr sz="2800" spc="-10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attributes </a:t>
            </a:r>
            <a:r>
              <a:rPr sz="2800" dirty="0">
                <a:solidFill>
                  <a:schemeClr val="tx1"/>
                </a:solidFill>
              </a:rPr>
              <a:t>that</a:t>
            </a:r>
            <a:r>
              <a:rPr sz="2800" spc="-7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are</a:t>
            </a:r>
            <a:r>
              <a:rPr sz="2800" spc="-9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not</a:t>
            </a:r>
            <a:r>
              <a:rPr sz="2800" spc="-7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(foreign</a:t>
            </a:r>
            <a:r>
              <a:rPr sz="2800" spc="-95" dirty="0">
                <a:solidFill>
                  <a:schemeClr val="tx1"/>
                </a:solidFill>
              </a:rPr>
              <a:t> </a:t>
            </a:r>
            <a:r>
              <a:rPr sz="2800" spc="-60" dirty="0">
                <a:solidFill>
                  <a:schemeClr val="tx1"/>
                </a:solidFill>
              </a:rPr>
              <a:t>key,</a:t>
            </a:r>
            <a:r>
              <a:rPr sz="2800" spc="-8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primary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key)</a:t>
            </a:r>
            <a:r>
              <a:rPr sz="2800" spc="-9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combinations </a:t>
            </a:r>
            <a:r>
              <a:rPr sz="2800" dirty="0">
                <a:solidFill>
                  <a:schemeClr val="tx1"/>
                </a:solidFill>
              </a:rPr>
              <a:t>because</a:t>
            </a:r>
            <a:r>
              <a:rPr sz="2800" spc="-7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joining</a:t>
            </a:r>
            <a:r>
              <a:rPr sz="2800" spc="-6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on</a:t>
            </a:r>
            <a:r>
              <a:rPr sz="2800" spc="-7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such</a:t>
            </a:r>
            <a:r>
              <a:rPr sz="2800" spc="-5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attributes</a:t>
            </a:r>
            <a:r>
              <a:rPr sz="2800" spc="-7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may</a:t>
            </a:r>
            <a:r>
              <a:rPr sz="2800" spc="-8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produce </a:t>
            </a:r>
            <a:r>
              <a:rPr sz="2800" dirty="0">
                <a:solidFill>
                  <a:schemeClr val="tx1"/>
                </a:solidFill>
              </a:rPr>
              <a:t>spurious</a:t>
            </a:r>
            <a:r>
              <a:rPr sz="2800" spc="-8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tuples.</a:t>
            </a: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734" y="849721"/>
            <a:ext cx="5725102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5" dirty="0">
                <a:solidFill>
                  <a:schemeClr val="tx1"/>
                </a:solidFill>
              </a:rPr>
              <a:t>Spurious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65" dirty="0">
                <a:solidFill>
                  <a:schemeClr val="tx1"/>
                </a:solidFill>
              </a:rPr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218" y="1830696"/>
            <a:ext cx="10934131" cy="245964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1788795" indent="-227329">
              <a:lnSpc>
                <a:spcPts val="3020"/>
              </a:lnSpc>
              <a:spcBef>
                <a:spcPts val="480"/>
              </a:spcBef>
              <a:buClr>
                <a:srgbClr val="C00000"/>
              </a:buClr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properties</a:t>
            </a:r>
            <a:r>
              <a:rPr lang="en-US" sz="2800" spc="-60" dirty="0">
                <a:latin typeface="Calibri"/>
                <a:cs typeface="Calibri"/>
              </a:rPr>
              <a:t> of </a:t>
            </a:r>
            <a:r>
              <a:rPr sz="2800" spc="-10" dirty="0">
                <a:latin typeface="Calibri"/>
                <a:cs typeface="Calibri"/>
              </a:rPr>
              <a:t>decompositions:</a:t>
            </a:r>
            <a:endParaRPr sz="2800" dirty="0">
              <a:latin typeface="Calibri"/>
              <a:cs typeface="Calibri"/>
            </a:endParaRPr>
          </a:p>
          <a:p>
            <a:pPr marL="697230" lvl="1" indent="-227329"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10" dirty="0">
                <a:latin typeface="Calibri"/>
                <a:cs typeface="Calibri"/>
              </a:rPr>
              <a:t>Non-</a:t>
            </a:r>
            <a:r>
              <a:rPr sz="2400" b="1" dirty="0">
                <a:latin typeface="Calibri"/>
                <a:cs typeface="Calibri"/>
              </a:rPr>
              <a:t>additive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losslessness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corresponding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join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10" dirty="0">
                <a:latin typeface="Calibri"/>
                <a:cs typeface="Calibri"/>
              </a:rPr>
              <a:t>Preservation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functional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dependencies.</a:t>
            </a:r>
            <a:endParaRPr lang="en-US" sz="2400" spc="-10" dirty="0">
              <a:latin typeface="Calibri"/>
              <a:cs typeface="Calibri"/>
            </a:endParaRPr>
          </a:p>
          <a:p>
            <a:pPr marL="240030" indent="-227329">
              <a:spcBef>
                <a:spcPts val="220"/>
              </a:spcBef>
              <a:buClr>
                <a:srgbClr val="C00000"/>
              </a:buClr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latin typeface="Calibri"/>
                <a:cs typeface="Calibri"/>
              </a:rPr>
              <a:t>Note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that:</a:t>
            </a:r>
            <a:endParaRPr sz="2800" dirty="0">
              <a:latin typeface="Calibri"/>
              <a:cs typeface="Calibri"/>
            </a:endParaRPr>
          </a:p>
          <a:p>
            <a:pPr marL="697230" lvl="1" indent="-227329">
              <a:lnSpc>
                <a:spcPts val="2740"/>
              </a:lnSpc>
              <a:spcBef>
                <a:spcPts val="24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Property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extremely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cannot</a:t>
            </a:r>
            <a:r>
              <a:rPr sz="2400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sacrificed.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Property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stringent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sacrificed.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2">
            <a:extLst>
              <a:ext uri="{FF2B5EF4-FFF2-40B4-BE49-F238E27FC236}">
                <a16:creationId xmlns:a16="http://schemas.microsoft.com/office/drawing/2014/main" id="{D2FD35C5-CB71-62F9-21E2-B7E426E10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Lossless Decomposition</a:t>
            </a:r>
          </a:p>
        </p:txBody>
      </p:sp>
      <p:sp>
        <p:nvSpPr>
          <p:cNvPr id="1036" name="Rectangle 3">
            <a:extLst>
              <a:ext uri="{FF2B5EF4-FFF2-40B4-BE49-F238E27FC236}">
                <a16:creationId xmlns:a16="http://schemas.microsoft.com/office/drawing/2014/main" id="{18D63AFD-AF87-5227-FFF6-F06CB61CFB9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6233" y="1752600"/>
            <a:ext cx="106680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Decomposition means dividing a table into multiple tables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Decomposition is lossless (or </a:t>
            </a:r>
            <a:r>
              <a:rPr lang="en-US" altLang="en-US" sz="2600" dirty="0" err="1">
                <a:solidFill>
                  <a:schemeClr val="tx1"/>
                </a:solidFill>
              </a:rPr>
              <a:t>nonloss</a:t>
            </a:r>
            <a:r>
              <a:rPr lang="en-US" altLang="en-US" sz="2600" dirty="0">
                <a:solidFill>
                  <a:schemeClr val="tx1"/>
                </a:solidFill>
              </a:rPr>
              <a:t>) if it is possible to reconstruct R from decomposed relations using JOINs.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Condition for lossless join when R was decomposed into R1, R2, … Rn.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chemeClr val="tx1"/>
                </a:solidFill>
              </a:rPr>
              <a:t>R = R1   R2    R3   ….    Rn, where  means JOIN operation.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Object 14">
                <a:extLst>
                  <a:ext uri="{FF2B5EF4-FFF2-40B4-BE49-F238E27FC236}">
                    <a16:creationId xmlns:a16="http://schemas.microsoft.com/office/drawing/2014/main" id="{0B3AE7D0-0667-D1EF-03A0-53CBA6E11F73}"/>
                  </a:ext>
                </a:extLst>
              </p:cNvPr>
              <p:cNvSpPr txBox="1"/>
              <p:nvPr/>
            </p:nvSpPr>
            <p:spPr bwMode="auto">
              <a:xfrm>
                <a:off x="2254156" y="3599279"/>
                <a:ext cx="457200" cy="369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2" name="Object 14">
                <a:extLst>
                  <a:ext uri="{FF2B5EF4-FFF2-40B4-BE49-F238E27FC236}">
                    <a16:creationId xmlns:a16="http://schemas.microsoft.com/office/drawing/2014/main" id="{0B3AE7D0-0667-D1EF-03A0-53CBA6E11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4156" y="3599279"/>
                <a:ext cx="457200" cy="369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2BB0010-EFA5-0819-2976-83CB5C91C014}"/>
              </a:ext>
            </a:extLst>
          </p:cNvPr>
          <p:cNvSpPr txBox="1"/>
          <p:nvPr/>
        </p:nvSpPr>
        <p:spPr>
          <a:xfrm>
            <a:off x="921540" y="4067794"/>
            <a:ext cx="609372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Lossy decomposition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R ≠  R1    R2    R3   ….    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C2DBA617-F4D5-ADA7-EA00-D0A9E8C92F0F}"/>
                  </a:ext>
                </a:extLst>
              </p:cNvPr>
              <p:cNvSpPr txBox="1"/>
              <p:nvPr/>
            </p:nvSpPr>
            <p:spPr bwMode="auto">
              <a:xfrm>
                <a:off x="1756012" y="3582280"/>
                <a:ext cx="457200" cy="369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C2DBA617-F4D5-ADA7-EA00-D0A9E8C92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6012" y="3582280"/>
                <a:ext cx="457200" cy="369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FAE823C1-040F-D415-48E6-DC7B6BDC6B4F}"/>
                  </a:ext>
                </a:extLst>
              </p:cNvPr>
              <p:cNvSpPr txBox="1"/>
              <p:nvPr/>
            </p:nvSpPr>
            <p:spPr bwMode="auto">
              <a:xfrm>
                <a:off x="2162036" y="4428001"/>
                <a:ext cx="457200" cy="369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FAE823C1-040F-D415-48E6-DC7B6BDC6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036" y="4428001"/>
                <a:ext cx="457200" cy="3696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FBCE2B93-B005-5D0C-E849-AD0F20D70C2A}"/>
                  </a:ext>
                </a:extLst>
              </p:cNvPr>
              <p:cNvSpPr txBox="1"/>
              <p:nvPr/>
            </p:nvSpPr>
            <p:spPr bwMode="auto">
              <a:xfrm>
                <a:off x="2736370" y="4408228"/>
                <a:ext cx="457200" cy="369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FBCE2B93-B005-5D0C-E849-AD0F20D70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6370" y="4408228"/>
                <a:ext cx="457200" cy="3696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0900" y="639589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Functional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923" y="1793190"/>
            <a:ext cx="10495128" cy="353827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113664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dependency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constraint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database.</a:t>
            </a:r>
            <a:endParaRPr sz="2800" dirty="0">
              <a:latin typeface="Calibri"/>
              <a:cs typeface="Calibri"/>
            </a:endParaRPr>
          </a:p>
          <a:p>
            <a:pPr marL="12700">
              <a:spcBef>
                <a:spcPts val="620"/>
              </a:spcBef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Definition.</a:t>
            </a:r>
            <a:endParaRPr sz="2800" dirty="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dependency, </a:t>
            </a:r>
            <a:r>
              <a:rPr sz="2800" dirty="0">
                <a:latin typeface="Calibri"/>
                <a:cs typeface="Calibri"/>
              </a:rPr>
              <a:t>denoted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→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Y,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subsets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possible </a:t>
            </a:r>
            <a:r>
              <a:rPr sz="2800" dirty="0">
                <a:latin typeface="Calibri"/>
                <a:cs typeface="Calibri"/>
              </a:rPr>
              <a:t>tuples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20" dirty="0">
                <a:latin typeface="Calibri"/>
                <a:cs typeface="Calibri"/>
              </a:rPr>
              <a:t>constraint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tuples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t1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r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t1[X]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t2[X],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t1[Y]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t2[Y].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187" y="881389"/>
            <a:ext cx="934564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Defining</a:t>
            </a:r>
            <a:r>
              <a:rPr b="1" spc="-125" dirty="0"/>
              <a:t> </a:t>
            </a:r>
            <a:r>
              <a:rPr b="1" dirty="0"/>
              <a:t>Functional</a:t>
            </a:r>
            <a:r>
              <a:rPr b="1" spc="-125" dirty="0"/>
              <a:t> </a:t>
            </a:r>
            <a:r>
              <a:rPr b="1" spc="-10" dirty="0"/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899" y="1814295"/>
            <a:ext cx="11300346" cy="7141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attributes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relation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functionally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dependent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(denoted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B),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associated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with </a:t>
            </a:r>
            <a:r>
              <a:rPr sz="2400" b="1" spc="-10" dirty="0">
                <a:latin typeface="Calibri"/>
                <a:cs typeface="Calibri"/>
              </a:rPr>
              <a:t>exactly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R.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207" y="3376222"/>
            <a:ext cx="11533837" cy="2777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X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Symbol"/>
                <a:cs typeface="Symbol"/>
              </a:rPr>
              <a:t>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whenever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they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must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have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Y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t1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t2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r(R):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If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t1[X]=t2[X],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then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t1[Y]=t2[Y]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73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400" dirty="0">
                <a:latin typeface="Calibri"/>
                <a:cs typeface="Calibri"/>
              </a:rPr>
              <a:t>X </a:t>
            </a:r>
            <a:r>
              <a:rPr lang="en-US" sz="2400" dirty="0">
                <a:latin typeface="Symbol"/>
                <a:cs typeface="Symbol"/>
              </a:rPr>
              <a:t>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constraint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r(R)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ts val="2725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Written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Symbol"/>
                <a:cs typeface="Symbol"/>
              </a:rPr>
              <a:t>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Calibri"/>
                <a:cs typeface="Calibri"/>
              </a:rPr>
              <a:t>Y;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displayed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graphically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schema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Figures.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arrow:</a:t>
            </a:r>
            <a:r>
              <a:rPr sz="2400" spc="-25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constraints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7728" y="2709242"/>
            <a:ext cx="3112565" cy="512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00349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Examples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14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FD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55" dirty="0">
                <a:solidFill>
                  <a:schemeClr val="tx1"/>
                </a:solidFill>
              </a:rPr>
              <a:t>constraints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5427" y="1880007"/>
            <a:ext cx="10492854" cy="330090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029" indent="-227329">
              <a:spcBef>
                <a:spcPts val="38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security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determines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name</a:t>
            </a:r>
            <a:r>
              <a:rPr lang="en-US" sz="2800" spc="-20" dirty="0">
                <a:latin typeface="Calibri"/>
                <a:cs typeface="Calibri"/>
              </a:rPr>
              <a:t> </a:t>
            </a:r>
          </a:p>
          <a:p>
            <a:pPr marL="1154429" lvl="2" indent="-227329">
              <a:spcBef>
                <a:spcPts val="3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SSN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Symbol"/>
                <a:cs typeface="Symbol"/>
              </a:rPr>
              <a:t></a:t>
            </a:r>
            <a:r>
              <a:rPr sz="2800" spc="-2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Calibri"/>
                <a:cs typeface="Calibri"/>
              </a:rPr>
              <a:t>ENAME</a:t>
            </a:r>
            <a:endParaRPr sz="2400" dirty="0">
              <a:latin typeface="Calibri"/>
              <a:cs typeface="Calibri"/>
            </a:endParaRPr>
          </a:p>
          <a:p>
            <a:pPr marL="240029" marR="808990" indent="-227329">
              <a:lnSpc>
                <a:spcPts val="302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determines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spc="-10" dirty="0">
                <a:latin typeface="Calibri"/>
                <a:cs typeface="Calibri"/>
              </a:rPr>
              <a:t>location</a:t>
            </a:r>
            <a:r>
              <a:rPr lang="en-US" sz="2800" spc="-10" dirty="0">
                <a:latin typeface="Calibri"/>
                <a:cs typeface="Calibri"/>
              </a:rPr>
              <a:t> </a:t>
            </a:r>
          </a:p>
          <a:p>
            <a:pPr marL="1154429" marR="808990" lvl="2" indent="-227329">
              <a:lnSpc>
                <a:spcPts val="302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PNUMBER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Symbol"/>
                <a:cs typeface="Symbol"/>
              </a:rPr>
              <a:t>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{PNAME,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PLOCATION}</a:t>
            </a:r>
            <a:endParaRPr sz="2400" dirty="0">
              <a:latin typeface="Calibri"/>
              <a:cs typeface="Calibri"/>
            </a:endParaRPr>
          </a:p>
          <a:p>
            <a:pPr marL="240029" marR="196850" indent="-227329">
              <a:lnSpc>
                <a:spcPct val="90000"/>
              </a:lnSpc>
              <a:spcBef>
                <a:spcPts val="8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ssn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determines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hours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week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project</a:t>
            </a:r>
            <a:r>
              <a:rPr lang="en-US" sz="2800" spc="-10" dirty="0">
                <a:latin typeface="Calibri"/>
                <a:cs typeface="Calibri"/>
              </a:rPr>
              <a:t> </a:t>
            </a:r>
          </a:p>
          <a:p>
            <a:pPr marL="1154429" marR="196850" lvl="2" indent="-227329">
              <a:lnSpc>
                <a:spcPct val="90000"/>
              </a:lnSpc>
              <a:spcBef>
                <a:spcPts val="8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{SSN,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PNUMBER}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Symbol"/>
                <a:cs typeface="Symbol"/>
              </a:rPr>
              <a:t> 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HOURS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598646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0" dirty="0">
                <a:solidFill>
                  <a:schemeClr val="tx1"/>
                </a:solidFill>
              </a:rPr>
              <a:t>Defining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FDs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from</a:t>
            </a:r>
            <a:r>
              <a:rPr b="1" spc="-22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instances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1" y="1759661"/>
            <a:ext cx="10440536" cy="32512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166370" indent="-227329">
              <a:lnSpc>
                <a:spcPct val="8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8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order</a:t>
            </a:r>
            <a:r>
              <a:rPr sz="2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define</a:t>
            </a:r>
            <a:r>
              <a:rPr sz="28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FDs,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need</a:t>
            </a:r>
            <a:r>
              <a:rPr sz="28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lang="en-US"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understand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meaning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attributes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involved</a:t>
            </a:r>
            <a:r>
              <a:rPr lang="en-US"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relationship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between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them.</a:t>
            </a:r>
            <a:endParaRPr sz="2800" dirty="0">
              <a:latin typeface="Calibri"/>
              <a:cs typeface="Calibri"/>
            </a:endParaRPr>
          </a:p>
          <a:p>
            <a:pPr marL="240029" marR="152400" indent="-227329">
              <a:lnSpc>
                <a:spcPts val="269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property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schema </a:t>
            </a:r>
            <a:r>
              <a:rPr sz="2800" spc="-50" dirty="0">
                <a:latin typeface="Calibri"/>
                <a:cs typeface="Calibri"/>
              </a:rPr>
              <a:t>R</a:t>
            </a:r>
            <a:endParaRPr sz="2800" dirty="0">
              <a:latin typeface="Calibri"/>
              <a:cs typeface="Calibri"/>
            </a:endParaRPr>
          </a:p>
          <a:p>
            <a:pPr marL="240029" marR="54610" indent="-227329">
              <a:lnSpc>
                <a:spcPct val="800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instance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(population)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conclude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i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may</a:t>
            </a:r>
            <a:r>
              <a:rPr sz="2800" i="1" u="sng" spc="-65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 </a:t>
            </a:r>
            <a:r>
              <a:rPr sz="2800" i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exist</a:t>
            </a:r>
            <a:r>
              <a:rPr sz="2800" i="1" u="sng" spc="-5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	</a:t>
            </a:r>
            <a:r>
              <a:rPr sz="2800" dirty="0">
                <a:latin typeface="Calibri"/>
                <a:cs typeface="Calibri"/>
              </a:rPr>
              <a:t>certain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attributes.</a:t>
            </a:r>
            <a:endParaRPr sz="2800" dirty="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definitely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conclude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certain 	</a:t>
            </a:r>
            <a:r>
              <a:rPr sz="2800" dirty="0">
                <a:latin typeface="Calibri"/>
                <a:cs typeface="Calibri"/>
              </a:rPr>
              <a:t>FDs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i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do</a:t>
            </a:r>
            <a:r>
              <a:rPr sz="2800" i="1" u="sng" spc="-75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 </a:t>
            </a:r>
            <a:r>
              <a:rPr sz="2800" i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not</a:t>
            </a:r>
            <a:r>
              <a:rPr sz="2800" i="1" u="sng" spc="-8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 </a:t>
            </a:r>
            <a:r>
              <a:rPr sz="2800" i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exist</a:t>
            </a:r>
            <a:r>
              <a:rPr sz="2800" i="1" u="sng" spc="-6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tuples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show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violation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dependencies.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954567"/>
            <a:ext cx="10058400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40" dirty="0">
                <a:solidFill>
                  <a:schemeClr val="tx1"/>
                </a:solidFill>
              </a:rPr>
              <a:t>Determining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Functional </a:t>
            </a:r>
            <a:r>
              <a:rPr b="1" spc="-10" dirty="0">
                <a:solidFill>
                  <a:schemeClr val="tx1"/>
                </a:solidFill>
              </a:rPr>
              <a:t>Dependencies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607" y="2262135"/>
            <a:ext cx="8834786" cy="3156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1482" y="732849"/>
            <a:ext cx="7144470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5" dirty="0">
                <a:solidFill>
                  <a:schemeClr val="tx1"/>
                </a:solidFill>
              </a:rPr>
              <a:t>Important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9765" y="1838840"/>
            <a:ext cx="10192470" cy="3996607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spcBef>
                <a:spcPts val="36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Calibri"/>
                <a:cs typeface="Calibri"/>
              </a:rPr>
              <a:t>Determinant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-20" dirty="0">
                <a:latin typeface="Calibri"/>
                <a:cs typeface="Calibri"/>
              </a:rPr>
              <a:t>Refers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group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attributes,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left-</a:t>
            </a:r>
            <a:r>
              <a:rPr sz="2000" dirty="0">
                <a:latin typeface="Calibri"/>
                <a:cs typeface="Calibri"/>
              </a:rPr>
              <a:t>hand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side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arrow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dependency.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latin typeface="Calibri"/>
                <a:cs typeface="Calibri"/>
              </a:rPr>
              <a:t>Full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Functional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dependency:</a:t>
            </a:r>
            <a:endParaRPr sz="2000" dirty="0">
              <a:latin typeface="Calibri"/>
              <a:cs typeface="Calibri"/>
            </a:endParaRPr>
          </a:p>
          <a:p>
            <a:pPr marL="698500" marR="310515" lvl="1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-10" dirty="0">
                <a:latin typeface="Calibri"/>
                <a:cs typeface="Calibri"/>
              </a:rPr>
              <a:t>Indicates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fully </a:t>
            </a:r>
            <a:r>
              <a:rPr sz="2000" dirty="0">
                <a:latin typeface="Calibri"/>
                <a:cs typeface="Calibri"/>
              </a:rPr>
              <a:t>functionally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A,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subset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A.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spcBef>
                <a:spcPts val="24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10" dirty="0">
                <a:latin typeface="Calibri"/>
                <a:cs typeface="Calibri"/>
              </a:rPr>
              <a:t>{StaffNo,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StaffName}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BranchNo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spcBef>
                <a:spcPts val="254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StaffNo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BranchNo</a:t>
            </a:r>
            <a:endParaRPr sz="2000" dirty="0">
              <a:latin typeface="Calibri"/>
              <a:cs typeface="Calibri"/>
            </a:endParaRPr>
          </a:p>
          <a:p>
            <a:pPr marL="297180" indent="-284480">
              <a:spcBef>
                <a:spcPts val="745"/>
              </a:spcBef>
              <a:buFont typeface="Arial MT"/>
              <a:buChar char="•"/>
              <a:tabLst>
                <a:tab pos="297180" algn="l"/>
              </a:tabLst>
            </a:pPr>
            <a:r>
              <a:rPr sz="2000" b="1" spc="-20" dirty="0">
                <a:latin typeface="Calibri"/>
                <a:cs typeface="Calibri"/>
              </a:rPr>
              <a:t>Transitive</a:t>
            </a:r>
            <a:r>
              <a:rPr sz="2000" b="1" spc="-10" dirty="0">
                <a:latin typeface="Calibri"/>
                <a:cs typeface="Calibri"/>
              </a:rPr>
              <a:t> Dependency</a:t>
            </a:r>
            <a:endParaRPr sz="2000" dirty="0">
              <a:latin typeface="Calibri"/>
              <a:cs typeface="Calibri"/>
            </a:endParaRPr>
          </a:p>
          <a:p>
            <a:pPr marL="698500" marR="70485" lvl="1" indent="-228600">
              <a:lnSpc>
                <a:spcPts val="216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→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→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transitively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B </a:t>
            </a:r>
            <a:r>
              <a:rPr sz="2000" dirty="0">
                <a:latin typeface="Calibri"/>
                <a:cs typeface="Calibri"/>
              </a:rPr>
              <a:t>(provided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C).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70241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chemeClr val="tx1"/>
                </a:solidFill>
              </a:rPr>
              <a:t>Example</a:t>
            </a:r>
            <a:r>
              <a:rPr spc="-155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Transitive</a:t>
            </a:r>
            <a:r>
              <a:rPr spc="-14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Dependency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627" y="4118831"/>
            <a:ext cx="10972800" cy="1882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0050">
              <a:lnSpc>
                <a:spcPct val="124800"/>
              </a:lnSpc>
              <a:spcBef>
                <a:spcPts val="100"/>
              </a:spcBef>
              <a:tabLst>
                <a:tab pos="309880" algn="l"/>
              </a:tabLst>
            </a:pPr>
            <a:r>
              <a:rPr sz="2400" b="1" dirty="0">
                <a:latin typeface="Calibri"/>
                <a:cs typeface="Calibri"/>
              </a:rPr>
              <a:t>Consider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functional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dependencies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Staff-</a:t>
            </a:r>
            <a:r>
              <a:rPr sz="2400" b="1" dirty="0">
                <a:latin typeface="Calibri"/>
                <a:cs typeface="Calibri"/>
              </a:rPr>
              <a:t>Branch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relation </a:t>
            </a:r>
            <a:endParaRPr lang="en-US" sz="2400" b="1" spc="-10" dirty="0">
              <a:latin typeface="Calibri"/>
              <a:cs typeface="Calibri"/>
            </a:endParaRPr>
          </a:p>
          <a:p>
            <a:pPr marL="812800" marR="400050" lvl="1" indent="-342900">
              <a:lnSpc>
                <a:spcPct val="1248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sz="2400" b="1" dirty="0" err="1">
                <a:latin typeface="Calibri"/>
                <a:cs typeface="Calibri"/>
              </a:rPr>
              <a:t>staffNo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sName,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position,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salary,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branchNo,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bAddress 	</a:t>
            </a:r>
            <a:endParaRPr lang="en-US" sz="2400" b="1" spc="-10" dirty="0">
              <a:latin typeface="Calibri"/>
              <a:cs typeface="Calibri"/>
            </a:endParaRPr>
          </a:p>
          <a:p>
            <a:pPr marL="812800" marR="400050" lvl="1" indent="-342900">
              <a:lnSpc>
                <a:spcPct val="1248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sz="2400" b="1" dirty="0" err="1">
                <a:latin typeface="Calibri"/>
                <a:cs typeface="Calibri"/>
              </a:rPr>
              <a:t>branchNo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bAddress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710"/>
              </a:spcBef>
              <a:buFont typeface="Calibri"/>
              <a:buChar char="•"/>
              <a:tabLst>
                <a:tab pos="240029" algn="l"/>
              </a:tabLst>
            </a:pPr>
            <a:r>
              <a:rPr sz="2400" b="1" spc="-20" dirty="0">
                <a:latin typeface="Calibri"/>
                <a:cs typeface="Calibri"/>
              </a:rPr>
              <a:t>Transitive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dependency,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b="1" dirty="0" err="1">
                <a:latin typeface="Calibri"/>
                <a:cs typeface="Calibri"/>
              </a:rPr>
              <a:t>branchNo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bAddress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exists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staffNo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via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 err="1">
                <a:latin typeface="Calibri"/>
                <a:cs typeface="Calibri"/>
              </a:rPr>
              <a:t>branchNo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5292" y="1347762"/>
            <a:ext cx="6592647" cy="25174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234" y="639589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chemeClr val="tx1"/>
                </a:solidFill>
              </a:rPr>
              <a:t>Normalization</a:t>
            </a:r>
            <a:r>
              <a:rPr spc="-1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Relations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1695" y="1797761"/>
            <a:ext cx="10426889" cy="3877856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Definition.</a:t>
            </a:r>
            <a:r>
              <a:rPr sz="2600" b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highest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meets,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hence </a:t>
            </a:r>
            <a:r>
              <a:rPr sz="2600" dirty="0">
                <a:latin typeface="Calibri"/>
                <a:cs typeface="Calibri"/>
              </a:rPr>
              <a:t>indicates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degree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been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normalized.</a:t>
            </a:r>
            <a:endParaRPr sz="2600" dirty="0">
              <a:latin typeface="Calibri"/>
              <a:cs typeface="Calibri"/>
            </a:endParaRPr>
          </a:p>
          <a:p>
            <a:pPr marL="241300" marR="229870" indent="-228600" algn="just">
              <a:lnSpc>
                <a:spcPts val="281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Normalization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data: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analyzing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given </a:t>
            </a:r>
            <a:r>
              <a:rPr sz="2600" dirty="0">
                <a:latin typeface="Calibri"/>
                <a:cs typeface="Calibri"/>
              </a:rPr>
              <a:t>relation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schemas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FDs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primary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keys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achieve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desirable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properties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</a:t>
            </a:r>
            <a:endParaRPr sz="2600" dirty="0">
              <a:latin typeface="Calibri"/>
              <a:cs typeface="Calibri"/>
            </a:endParaRPr>
          </a:p>
          <a:p>
            <a:pPr marL="926465" lvl="1" indent="-456565">
              <a:spcBef>
                <a:spcPts val="220"/>
              </a:spcBef>
              <a:buAutoNum type="arabicParenBoth"/>
              <a:tabLst>
                <a:tab pos="926465" algn="l"/>
              </a:tabLst>
            </a:pPr>
            <a:r>
              <a:rPr sz="2200" dirty="0">
                <a:latin typeface="Calibri"/>
                <a:cs typeface="Calibri"/>
              </a:rPr>
              <a:t>minimizing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redundancy</a:t>
            </a:r>
            <a:endParaRPr sz="2200" dirty="0">
              <a:latin typeface="Calibri"/>
              <a:cs typeface="Calibri"/>
            </a:endParaRPr>
          </a:p>
          <a:p>
            <a:pPr marL="926465" lvl="1" indent="-456565">
              <a:spcBef>
                <a:spcPts val="229"/>
              </a:spcBef>
              <a:buAutoNum type="arabicParenBoth"/>
              <a:tabLst>
                <a:tab pos="926465" algn="l"/>
              </a:tabLst>
            </a:pPr>
            <a:r>
              <a:rPr sz="2200" dirty="0">
                <a:latin typeface="Calibri"/>
                <a:cs typeface="Calibri"/>
              </a:rPr>
              <a:t>minimizing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insertion,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deletion,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anomalies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Normal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form:</a:t>
            </a:r>
            <a:endParaRPr sz="2600" dirty="0">
              <a:latin typeface="Calibri"/>
              <a:cs typeface="Calibri"/>
            </a:endParaRPr>
          </a:p>
          <a:p>
            <a:pPr marL="697865" indent="-227965">
              <a:lnSpc>
                <a:spcPts val="2510"/>
              </a:lnSpc>
              <a:spcBef>
                <a:spcPts val="254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keys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FDs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certify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whether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relation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schema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particular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20" dirty="0">
                <a:latin typeface="Calibri"/>
                <a:cs typeface="Calibri"/>
              </a:rPr>
              <a:t> form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631498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chemeClr val="tx1"/>
                </a:solidFill>
              </a:rPr>
              <a:t>Normalization</a:t>
            </a:r>
            <a:r>
              <a:rPr spc="-1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Relations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05" y="1974928"/>
            <a:ext cx="10591009" cy="357854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60" dirty="0">
                <a:latin typeface="Calibri"/>
                <a:cs typeface="Calibri"/>
              </a:rPr>
              <a:t>2NF,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3NF,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BCNF</a:t>
            </a:r>
            <a:endParaRPr sz="2800" dirty="0">
              <a:latin typeface="Calibri"/>
              <a:cs typeface="Calibri"/>
            </a:endParaRPr>
          </a:p>
          <a:p>
            <a:pPr marL="697230" lvl="1" indent="-227329" algn="just"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schema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Calibri"/>
                <a:cs typeface="Calibri"/>
              </a:rPr>
              <a:t>4NF</a:t>
            </a:r>
            <a:endParaRPr sz="2800" dirty="0">
              <a:latin typeface="Calibri"/>
              <a:cs typeface="Calibri"/>
            </a:endParaRPr>
          </a:p>
          <a:p>
            <a:pPr marL="697230" lvl="1" indent="-227329" algn="just">
              <a:spcBef>
                <a:spcPts val="24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valued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MVDs;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Calibri"/>
                <a:cs typeface="Calibri"/>
              </a:rPr>
              <a:t>5NF</a:t>
            </a:r>
            <a:endParaRPr sz="2800" dirty="0">
              <a:latin typeface="Calibri"/>
              <a:cs typeface="Calibri"/>
            </a:endParaRPr>
          </a:p>
          <a:p>
            <a:pPr marL="697230" lvl="1" indent="-227329" algn="just"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JDs</a:t>
            </a:r>
            <a:endParaRPr sz="24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properties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(lossless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join,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dependency 	preservation)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16549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chemeClr val="tx1"/>
                </a:solidFill>
              </a:rPr>
              <a:t>Practical</a:t>
            </a:r>
            <a:r>
              <a:rPr spc="-17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Use</a:t>
            </a:r>
            <a:r>
              <a:rPr spc="-17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155" dirty="0">
                <a:solidFill>
                  <a:schemeClr val="tx1"/>
                </a:solidFill>
              </a:rPr>
              <a:t> </a:t>
            </a:r>
            <a:r>
              <a:rPr spc="-30" dirty="0">
                <a:solidFill>
                  <a:schemeClr val="tx1"/>
                </a:solidFill>
              </a:rPr>
              <a:t>Normal</a:t>
            </a:r>
            <a:r>
              <a:rPr spc="-17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896207"/>
            <a:ext cx="10178955" cy="1718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59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need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not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normalize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highest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form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(usually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3NF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BCNF.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4NF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rarely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practice.)</a:t>
            </a:r>
            <a:endParaRPr sz="2200" dirty="0">
              <a:latin typeface="Calibri"/>
              <a:cs typeface="Calibri"/>
            </a:endParaRPr>
          </a:p>
          <a:p>
            <a:pPr marL="240029" indent="-227329">
              <a:lnSpc>
                <a:spcPts val="2870"/>
              </a:lnSpc>
              <a:spcBef>
                <a:spcPts val="41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normalization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 lvl="1">
              <a:lnSpc>
                <a:spcPts val="2370"/>
              </a:lnSpc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join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form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relatio</a:t>
            </a:r>
            <a:r>
              <a:rPr lang="en-US" sz="2200" spc="-10">
                <a:latin typeface="Calibri"/>
                <a:cs typeface="Calibri"/>
              </a:rPr>
              <a:t>n </a:t>
            </a:r>
            <a:r>
              <a:rPr sz="2200">
                <a:latin typeface="Calibri"/>
                <a:cs typeface="Calibri"/>
              </a:rPr>
              <a:t>which</a:t>
            </a:r>
            <a:r>
              <a:rPr sz="2200" spc="-5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form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531" y="463081"/>
            <a:ext cx="10974837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35" dirty="0">
                <a:solidFill>
                  <a:schemeClr val="tx1"/>
                </a:solidFill>
              </a:rPr>
              <a:t>Definitions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Keys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Attributes </a:t>
            </a:r>
            <a:r>
              <a:rPr b="1" dirty="0">
                <a:solidFill>
                  <a:schemeClr val="tx1"/>
                </a:solidFill>
              </a:rPr>
              <a:t>Participating</a:t>
            </a:r>
            <a:r>
              <a:rPr b="1" spc="-13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</a:t>
            </a:r>
            <a:r>
              <a:rPr b="1" spc="-12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Keys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710" y="1956962"/>
            <a:ext cx="10856658" cy="257442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29209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schema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key,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candidate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 dirty="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candidate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arbitrarily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primary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key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secondary keys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Prime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attribute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some</a:t>
            </a:r>
            <a:r>
              <a:rPr lang="en-US" sz="2800" i="1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candidate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</a:t>
            </a:r>
            <a:endParaRPr sz="2800" dirty="0">
              <a:latin typeface="Calibri"/>
              <a:cs typeface="Calibri"/>
            </a:endParaRPr>
          </a:p>
          <a:p>
            <a:pPr marL="240029" marR="45974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Nonprime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attribute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candidate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463" y="872680"/>
            <a:ext cx="11081073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70" dirty="0">
                <a:solidFill>
                  <a:schemeClr val="tx1"/>
                </a:solidFill>
              </a:rPr>
              <a:t>Non-</a:t>
            </a:r>
            <a:r>
              <a:rPr b="1" spc="-35" dirty="0">
                <a:solidFill>
                  <a:schemeClr val="tx1"/>
                </a:solidFill>
              </a:rPr>
              <a:t>additive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or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Lossless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Join </a:t>
            </a:r>
            <a:r>
              <a:rPr b="1" spc="-10" dirty="0">
                <a:solidFill>
                  <a:schemeClr val="tx1"/>
                </a:solidFill>
              </a:rPr>
              <a:t>Decomposition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55463" y="1709258"/>
            <a:ext cx="10044752" cy="42238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tx1"/>
                </a:solidFill>
              </a:rPr>
              <a:t>If</a:t>
            </a:r>
            <a:r>
              <a:rPr spc="-5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we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decompose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relation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into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relations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R1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R2,</a:t>
            </a:r>
          </a:p>
          <a:p>
            <a:pPr marL="697865" lvl="1" indent="-227965">
              <a:lnSpc>
                <a:spcPts val="262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Decomposition</a:t>
            </a:r>
            <a:r>
              <a:rPr sz="2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2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lossy</a:t>
            </a:r>
            <a:r>
              <a:rPr sz="2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if</a:t>
            </a:r>
            <a:r>
              <a:rPr sz="22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R1</a:t>
            </a:r>
            <a:r>
              <a:rPr sz="2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mbria Math"/>
                <a:cs typeface="Cambria Math"/>
              </a:rPr>
              <a:t>⋈</a:t>
            </a:r>
            <a:r>
              <a:rPr sz="2200" spc="-5" dirty="0">
                <a:solidFill>
                  <a:schemeClr val="tx1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R2</a:t>
            </a: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mbria Math"/>
                <a:cs typeface="Cambria Math"/>
              </a:rPr>
              <a:t>⊃</a:t>
            </a:r>
            <a:r>
              <a:rPr sz="2200" spc="-10" dirty="0">
                <a:solidFill>
                  <a:schemeClr val="tx1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chemeClr val="tx1"/>
                </a:solidFill>
                <a:latin typeface="Calibri"/>
                <a:cs typeface="Calibri"/>
              </a:rPr>
              <a:t>R</a:t>
            </a:r>
            <a:endParaRPr sz="2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Decomposition</a:t>
            </a:r>
            <a:r>
              <a:rPr sz="2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sz="2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lossless</a:t>
            </a:r>
            <a:r>
              <a:rPr sz="2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if</a:t>
            </a:r>
            <a:r>
              <a:rPr sz="2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R1 </a:t>
            </a:r>
            <a:r>
              <a:rPr sz="2200" dirty="0">
                <a:solidFill>
                  <a:schemeClr val="tx1"/>
                </a:solidFill>
                <a:latin typeface="Cambria Math"/>
                <a:cs typeface="Cambria Math"/>
              </a:rPr>
              <a:t>⋈</a:t>
            </a:r>
            <a:r>
              <a:rPr sz="2200" spc="-5" dirty="0">
                <a:solidFill>
                  <a:schemeClr val="tx1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R2</a:t>
            </a:r>
            <a:r>
              <a:rPr sz="22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=</a:t>
            </a:r>
            <a:r>
              <a:rPr sz="2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chemeClr val="tx1"/>
                </a:solidFill>
                <a:latin typeface="Calibri"/>
                <a:cs typeface="Calibri"/>
              </a:rPr>
              <a:t>R</a:t>
            </a:r>
            <a:endParaRPr sz="2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41300" marR="358775" indent="-228600">
              <a:lnSpc>
                <a:spcPct val="8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pc="-114" dirty="0">
                <a:solidFill>
                  <a:schemeClr val="tx1"/>
                </a:solidFill>
              </a:rPr>
              <a:t>To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check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for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lossless</a:t>
            </a:r>
            <a:r>
              <a:rPr spc="-6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join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decomposition</a:t>
            </a:r>
            <a:r>
              <a:rPr spc="-6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using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FD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set, </a:t>
            </a:r>
            <a:r>
              <a:rPr dirty="0">
                <a:solidFill>
                  <a:schemeClr val="tx1"/>
                </a:solidFill>
              </a:rPr>
              <a:t>following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conditions</a:t>
            </a:r>
            <a:r>
              <a:rPr spc="-10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must</a:t>
            </a:r>
            <a:r>
              <a:rPr spc="-11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hold:</a:t>
            </a:r>
          </a:p>
          <a:p>
            <a:pPr marL="697865" lvl="1" indent="-227965">
              <a:lnSpc>
                <a:spcPts val="236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Union</a:t>
            </a:r>
            <a:r>
              <a:rPr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Attributes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R1</a:t>
            </a:r>
            <a:r>
              <a:rPr sz="2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R2</a:t>
            </a:r>
            <a:r>
              <a:rPr sz="2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must</a:t>
            </a:r>
            <a:r>
              <a:rPr sz="2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sz="2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equal</a:t>
            </a:r>
            <a:r>
              <a:rPr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tx1"/>
                </a:solidFill>
                <a:latin typeface="Calibri"/>
                <a:cs typeface="Calibri"/>
              </a:rPr>
              <a:t>attribute</a:t>
            </a:r>
            <a:r>
              <a:rPr sz="2200" spc="-25" dirty="0">
                <a:solidFill>
                  <a:schemeClr val="tx1"/>
                </a:solidFill>
                <a:latin typeface="Calibri"/>
                <a:cs typeface="Calibri"/>
              </a:rPr>
              <a:t> of</a:t>
            </a:r>
            <a:r>
              <a:rPr lang="en-US" sz="2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R.</a:t>
            </a:r>
            <a:r>
              <a:rPr lang="en-US" sz="2200" spc="-4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spc="-4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attribute</a:t>
            </a:r>
            <a:r>
              <a:rPr lang="en-US" sz="2200" spc="-2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spc="-3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</a:t>
            </a:r>
            <a:r>
              <a:rPr lang="en-US" sz="2200" spc="-35" dirty="0">
                <a:solidFill>
                  <a:schemeClr val="tx1"/>
                </a:solidFill>
              </a:rPr>
              <a:t>  </a:t>
            </a:r>
            <a:r>
              <a:rPr lang="en-US" sz="2200" dirty="0">
                <a:solidFill>
                  <a:schemeClr val="tx1"/>
                </a:solidFill>
              </a:rPr>
              <a:t>must</a:t>
            </a:r>
            <a:r>
              <a:rPr lang="en-US" sz="2200" spc="-25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spc="-4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either</a:t>
            </a:r>
            <a:r>
              <a:rPr lang="en-US" sz="2200" spc="-2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spc="-4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R1</a:t>
            </a:r>
            <a:r>
              <a:rPr lang="en-US" sz="2200" spc="-25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spc="-4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spc="-50" dirty="0">
                <a:solidFill>
                  <a:schemeClr val="tx1"/>
                </a:solidFill>
              </a:rPr>
              <a:t> </a:t>
            </a:r>
            <a:r>
              <a:rPr lang="en-US" sz="2200" spc="-25" dirty="0">
                <a:solidFill>
                  <a:schemeClr val="tx1"/>
                </a:solidFill>
              </a:rPr>
              <a:t>R2.</a:t>
            </a:r>
            <a:endParaRPr lang="en-US" sz="2200" dirty="0">
              <a:solidFill>
                <a:schemeClr val="tx1"/>
              </a:solidFill>
            </a:endParaRPr>
          </a:p>
          <a:p>
            <a:pPr marL="1209040" lvl="2" indent="-282575">
              <a:lnSpc>
                <a:spcPts val="2260"/>
              </a:lnSpc>
              <a:spcBef>
                <a:spcPts val="60"/>
              </a:spcBef>
              <a:buFont typeface="Arial MT"/>
              <a:buChar char="•"/>
              <a:tabLst>
                <a:tab pos="1209040" algn="l"/>
              </a:tabLst>
            </a:pPr>
            <a:r>
              <a:rPr lang="en-US" sz="19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1900" b="1" spc="-10" dirty="0">
                <a:solidFill>
                  <a:schemeClr val="tx1"/>
                </a:solidFill>
                <a:latin typeface="Calibri"/>
                <a:cs typeface="Calibri"/>
              </a:rPr>
              <a:t>(R1)</a:t>
            </a:r>
            <a:r>
              <a:rPr lang="en-US" sz="19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Calibri"/>
              </a:rPr>
              <a:t>U</a:t>
            </a:r>
            <a:r>
              <a:rPr lang="en-US" sz="19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1900" b="1" spc="-10" dirty="0">
                <a:solidFill>
                  <a:schemeClr val="tx1"/>
                </a:solidFill>
                <a:latin typeface="Calibri"/>
                <a:cs typeface="Calibri"/>
              </a:rPr>
              <a:t>(R2)</a:t>
            </a:r>
            <a:r>
              <a:rPr lang="en-US" sz="19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Calibri"/>
              </a:rPr>
              <a:t>=</a:t>
            </a:r>
            <a:r>
              <a:rPr lang="en-US" sz="19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1900" b="1" spc="-10" dirty="0">
                <a:solidFill>
                  <a:schemeClr val="tx1"/>
                </a:solidFill>
                <a:latin typeface="Calibri"/>
                <a:cs typeface="Calibri"/>
              </a:rPr>
              <a:t>(R)</a:t>
            </a:r>
            <a:endParaRPr lang="en-US" sz="19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697865" lvl="1" indent="-227965">
              <a:lnSpc>
                <a:spcPts val="2620"/>
              </a:lnSpc>
              <a:buFont typeface="Arial MT"/>
              <a:buChar char="•"/>
              <a:tabLst>
                <a:tab pos="697865" algn="l"/>
              </a:tabLst>
            </a:pPr>
            <a:r>
              <a:rPr lang="en-US" sz="2200" spc="-10" dirty="0">
                <a:solidFill>
                  <a:schemeClr val="tx1"/>
                </a:solidFill>
                <a:latin typeface="Calibri"/>
                <a:cs typeface="Calibri"/>
              </a:rPr>
              <a:t>Intersection</a:t>
            </a:r>
            <a:r>
              <a:rPr lang="en-US" sz="2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Calibri"/>
                <a:cs typeface="Calibri"/>
              </a:rPr>
              <a:t>Attributes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R1</a:t>
            </a:r>
            <a:r>
              <a:rPr lang="en-US" sz="22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2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R2</a:t>
            </a:r>
            <a:r>
              <a:rPr lang="en-US"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must</a:t>
            </a:r>
            <a:r>
              <a:rPr lang="en-US" sz="22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not</a:t>
            </a:r>
            <a:r>
              <a:rPr lang="en-US" sz="22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lang="en-US" sz="22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Calibri"/>
                <a:cs typeface="Calibri"/>
              </a:rPr>
              <a:t>NULL.</a:t>
            </a:r>
            <a:endParaRPr lang="en-US" sz="2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09040" lvl="2" indent="-282575">
              <a:lnSpc>
                <a:spcPts val="2260"/>
              </a:lnSpc>
              <a:spcBef>
                <a:spcPts val="55"/>
              </a:spcBef>
              <a:buFont typeface="Arial MT"/>
              <a:buChar char="•"/>
              <a:tabLst>
                <a:tab pos="1209040" algn="l"/>
              </a:tabLst>
            </a:pPr>
            <a:r>
              <a:rPr lang="en-US" sz="19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1900" b="1" spc="-10" dirty="0">
                <a:solidFill>
                  <a:schemeClr val="tx1"/>
                </a:solidFill>
                <a:latin typeface="Calibri"/>
                <a:cs typeface="Calibri"/>
              </a:rPr>
              <a:t>(R1)</a:t>
            </a:r>
            <a:r>
              <a:rPr lang="en-US" sz="19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Calibri"/>
              </a:rPr>
              <a:t>∩</a:t>
            </a:r>
            <a:r>
              <a:rPr lang="en-US" sz="19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1900" b="1" spc="-10" dirty="0">
                <a:solidFill>
                  <a:schemeClr val="tx1"/>
                </a:solidFill>
                <a:latin typeface="Calibri"/>
                <a:cs typeface="Calibri"/>
              </a:rPr>
              <a:t>(R2)</a:t>
            </a:r>
            <a:r>
              <a:rPr lang="en-US" sz="19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Calibri"/>
              </a:rPr>
              <a:t>≠</a:t>
            </a:r>
            <a:r>
              <a:rPr lang="en-US" sz="19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l-GR" sz="1900" b="1" spc="-50" dirty="0">
                <a:solidFill>
                  <a:schemeClr val="tx1"/>
                </a:solidFill>
                <a:latin typeface="Calibri"/>
                <a:cs typeface="Calibri"/>
              </a:rPr>
              <a:t>Φ</a:t>
            </a:r>
            <a:endParaRPr lang="el-GR" sz="19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697865" marR="132080" lvl="1" indent="-228600">
              <a:lnSpc>
                <a:spcPct val="80000"/>
              </a:lnSpc>
              <a:spcBef>
                <a:spcPts val="509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Common</a:t>
            </a:r>
            <a:r>
              <a:rPr lang="en-US" sz="2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attribute</a:t>
            </a:r>
            <a:r>
              <a:rPr lang="en-US" sz="2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must</a:t>
            </a:r>
            <a:r>
              <a:rPr lang="en-US" sz="2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lang="en-US" sz="2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key</a:t>
            </a:r>
            <a:r>
              <a:rPr lang="en-US" sz="22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lang="en-US" sz="2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at</a:t>
            </a:r>
            <a:r>
              <a:rPr lang="en-US" sz="22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least</a:t>
            </a:r>
            <a:r>
              <a:rPr lang="en-US" sz="2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one</a:t>
            </a:r>
            <a:r>
              <a:rPr lang="en-US" sz="2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relation</a:t>
            </a:r>
            <a:r>
              <a:rPr lang="en-US" sz="22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spc="-25" dirty="0">
                <a:solidFill>
                  <a:schemeClr val="tx1"/>
                </a:solidFill>
                <a:latin typeface="Calibri"/>
                <a:cs typeface="Calibri"/>
              </a:rPr>
              <a:t>(R1 </a:t>
            </a:r>
            <a:r>
              <a:rPr lang="en-US" sz="2200" dirty="0">
                <a:solidFill>
                  <a:schemeClr val="tx1"/>
                </a:solidFill>
                <a:latin typeface="Calibri"/>
                <a:cs typeface="Calibri"/>
              </a:rPr>
              <a:t>or</a:t>
            </a:r>
            <a:r>
              <a:rPr lang="en-US" sz="22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spc="-25" dirty="0">
                <a:solidFill>
                  <a:schemeClr val="tx1"/>
                </a:solidFill>
                <a:latin typeface="Calibri"/>
                <a:cs typeface="Calibri"/>
              </a:rPr>
              <a:t>R2)</a:t>
            </a:r>
            <a:endParaRPr lang="en-US" sz="2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62000" lvl="1" indent="-292100">
              <a:lnSpc>
                <a:spcPts val="2615"/>
              </a:lnSpc>
              <a:buFont typeface="Arial MT"/>
              <a:buChar char="•"/>
              <a:tabLst>
                <a:tab pos="762000" algn="l"/>
              </a:tabLst>
            </a:pPr>
            <a:r>
              <a:rPr lang="en-US" sz="22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2200" b="1" spc="-10" dirty="0">
                <a:solidFill>
                  <a:schemeClr val="tx1"/>
                </a:solidFill>
                <a:latin typeface="Calibri"/>
                <a:cs typeface="Calibri"/>
              </a:rPr>
              <a:t>(R1)</a:t>
            </a:r>
            <a:r>
              <a:rPr lang="en-US" sz="2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libri"/>
                <a:cs typeface="Calibri"/>
              </a:rPr>
              <a:t>∩</a:t>
            </a:r>
            <a:r>
              <a:rPr lang="en-US" sz="22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2200" b="1" spc="-10" dirty="0">
                <a:solidFill>
                  <a:schemeClr val="tx1"/>
                </a:solidFill>
                <a:latin typeface="Calibri"/>
                <a:cs typeface="Calibri"/>
              </a:rPr>
              <a:t>(R2)</a:t>
            </a:r>
            <a:r>
              <a:rPr lang="en-US" sz="22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2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r>
              <a:rPr lang="en-US" sz="2200" b="1" dirty="0">
                <a:solidFill>
                  <a:schemeClr val="tx1"/>
                </a:solidFill>
                <a:latin typeface="Calibri"/>
                <a:cs typeface="Calibri"/>
              </a:rPr>
              <a:t>&gt;</a:t>
            </a:r>
            <a:r>
              <a:rPr lang="en-US" sz="2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2200" b="1" spc="-10" dirty="0">
                <a:solidFill>
                  <a:schemeClr val="tx1"/>
                </a:solidFill>
                <a:latin typeface="Calibri"/>
                <a:cs typeface="Calibri"/>
              </a:rPr>
              <a:t>(R1)</a:t>
            </a:r>
            <a:r>
              <a:rPr lang="en-US" sz="2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libri"/>
                <a:cs typeface="Calibri"/>
              </a:rPr>
              <a:t>or</a:t>
            </a:r>
            <a:r>
              <a:rPr lang="en-US" sz="2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2200" b="1" spc="-10" dirty="0">
                <a:solidFill>
                  <a:schemeClr val="tx1"/>
                </a:solidFill>
                <a:latin typeface="Calibri"/>
                <a:cs typeface="Calibri"/>
              </a:rPr>
              <a:t>(R1)</a:t>
            </a:r>
            <a:r>
              <a:rPr lang="en-US" sz="22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libri"/>
                <a:cs typeface="Calibri"/>
              </a:rPr>
              <a:t>∩</a:t>
            </a:r>
            <a:r>
              <a:rPr lang="en-US" sz="2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2200" b="1" spc="-10" dirty="0">
                <a:solidFill>
                  <a:schemeClr val="tx1"/>
                </a:solidFill>
                <a:latin typeface="Calibri"/>
                <a:cs typeface="Calibri"/>
              </a:rPr>
              <a:t>(R2)</a:t>
            </a:r>
            <a:r>
              <a:rPr lang="en-US" sz="22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2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r>
              <a:rPr lang="en-US" sz="2200" b="1" dirty="0">
                <a:solidFill>
                  <a:schemeClr val="tx1"/>
                </a:solidFill>
                <a:latin typeface="Calibri"/>
                <a:cs typeface="Calibri"/>
              </a:rPr>
              <a:t>&gt;</a:t>
            </a:r>
            <a:r>
              <a:rPr lang="en-US" sz="2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200" b="1" spc="-10" dirty="0" err="1">
                <a:solidFill>
                  <a:schemeClr val="tx1"/>
                </a:solidFill>
                <a:latin typeface="Calibri"/>
                <a:cs typeface="Calibri"/>
              </a:rPr>
              <a:t>Att</a:t>
            </a:r>
            <a:r>
              <a:rPr lang="en-US" sz="2200" b="1" spc="-10" dirty="0">
                <a:solidFill>
                  <a:schemeClr val="tx1"/>
                </a:solidFill>
                <a:latin typeface="Calibri"/>
                <a:cs typeface="Calibri"/>
              </a:rPr>
              <a:t>(R2)</a:t>
            </a:r>
            <a:endParaRPr lang="en-US" sz="2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889" y="650013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889" y="1706841"/>
            <a:ext cx="10835412" cy="374910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D)</a:t>
            </a:r>
            <a:endParaRPr sz="2800" dirty="0">
              <a:latin typeface="Calibri"/>
              <a:cs typeface="Calibri"/>
            </a:endParaRPr>
          </a:p>
          <a:p>
            <a:pPr marL="240029" marR="22034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FD: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{A-</a:t>
            </a:r>
            <a:r>
              <a:rPr sz="2800" dirty="0">
                <a:latin typeface="Calibri"/>
                <a:cs typeface="Calibri"/>
              </a:rPr>
              <a:t>&gt;BC}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decomposed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R1(ABC)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R2(AD)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lossless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decomposition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as:</a:t>
            </a:r>
            <a:endParaRPr sz="2800" dirty="0">
              <a:latin typeface="Calibri"/>
              <a:cs typeface="Calibri"/>
            </a:endParaRPr>
          </a:p>
          <a:p>
            <a:pPr marL="240029" marR="45910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Att(R1)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Att(R2)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= 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(ABC)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(ABCD)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10" dirty="0">
                <a:latin typeface="Calibri"/>
                <a:cs typeface="Calibri"/>
              </a:rPr>
              <a:t>Att(R).</a:t>
            </a:r>
            <a:endParaRPr sz="28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Second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Att(R1)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Att(R2)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= </a:t>
            </a:r>
            <a:r>
              <a:rPr sz="2800" dirty="0">
                <a:latin typeface="Calibri"/>
                <a:cs typeface="Calibri"/>
              </a:rPr>
              <a:t>(ABC)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∩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≠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Φ</a:t>
            </a:r>
            <a:endParaRPr sz="2800" dirty="0">
              <a:latin typeface="Calibri"/>
              <a:cs typeface="Calibri"/>
            </a:endParaRPr>
          </a:p>
          <a:p>
            <a:pPr marL="240029" marR="2095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Third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Att(R1)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Att(R2)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R1(ABC)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A-</a:t>
            </a:r>
            <a:r>
              <a:rPr sz="2800" dirty="0">
                <a:latin typeface="Calibri"/>
                <a:cs typeface="Calibri"/>
              </a:rPr>
              <a:t>&gt;BC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given.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880" y="954276"/>
            <a:ext cx="10058400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40" dirty="0">
                <a:solidFill>
                  <a:schemeClr val="tx1"/>
                </a:solidFill>
              </a:rPr>
              <a:t>Dependency</a:t>
            </a:r>
            <a:r>
              <a:rPr spc="-160" dirty="0">
                <a:solidFill>
                  <a:schemeClr val="tx1"/>
                </a:solidFill>
              </a:rPr>
              <a:t> </a:t>
            </a:r>
            <a:r>
              <a:rPr spc="-35" dirty="0">
                <a:solidFill>
                  <a:schemeClr val="tx1"/>
                </a:solidFill>
              </a:rPr>
              <a:t>Preserving </a:t>
            </a:r>
            <a:r>
              <a:rPr spc="-10" dirty="0">
                <a:solidFill>
                  <a:schemeClr val="tx1"/>
                </a:solidFill>
              </a:rPr>
              <a:t>Decomposition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253" y="1913265"/>
            <a:ext cx="10713493" cy="3031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decompose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R1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R2,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dependencies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 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R1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R2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derivable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20" dirty="0">
                <a:latin typeface="Calibri"/>
                <a:cs typeface="Calibri"/>
              </a:rPr>
              <a:t>FD’s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R1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R2.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For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Example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  <a:p>
            <a:pPr marL="240029" marR="126364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R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(A,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B,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C,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D)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FD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set{A-</a:t>
            </a:r>
            <a:r>
              <a:rPr sz="2800" b="1" dirty="0">
                <a:latin typeface="Calibri"/>
                <a:cs typeface="Calibri"/>
              </a:rPr>
              <a:t>&gt;BC}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decomposed 	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R1(ABC)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R2(AD)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dependency </a:t>
            </a:r>
            <a:r>
              <a:rPr lang="en-US" sz="2800" spc="-10">
                <a:latin typeface="Calibri"/>
                <a:cs typeface="Calibri"/>
              </a:rPr>
              <a:t>p</a:t>
            </a:r>
            <a:r>
              <a:rPr sz="2800">
                <a:latin typeface="Calibri"/>
                <a:cs typeface="Calibri"/>
              </a:rPr>
              <a:t>reserving</a:t>
            </a:r>
            <a:r>
              <a:rPr sz="2800" spc="-3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A-</a:t>
            </a:r>
            <a:r>
              <a:rPr sz="2800" b="1" dirty="0">
                <a:latin typeface="Calibri"/>
                <a:cs typeface="Calibri"/>
              </a:rPr>
              <a:t>&gt;BC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R1(ABC)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023" y="817336"/>
            <a:ext cx="6420543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FIRST</a:t>
            </a:r>
            <a:r>
              <a:rPr spc="-220" dirty="0"/>
              <a:t> </a:t>
            </a:r>
            <a:r>
              <a:rPr spc="-30" dirty="0"/>
              <a:t>NORMAL</a:t>
            </a:r>
            <a:r>
              <a:rPr spc="-210" dirty="0"/>
              <a:t> </a:t>
            </a:r>
            <a:r>
              <a:rPr spc="-20" dirty="0"/>
              <a:t>FORM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9748" y="149274"/>
            <a:ext cx="4671918" cy="59624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7469" y="5237225"/>
            <a:ext cx="3038738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42669" algn="r">
              <a:spcBef>
                <a:spcPts val="95"/>
              </a:spcBef>
            </a:pPr>
            <a:r>
              <a:rPr sz="1400" b="1" dirty="0">
                <a:latin typeface="+mj-lt"/>
                <a:cs typeface="Verdana"/>
              </a:rPr>
              <a:t>Figure</a:t>
            </a:r>
            <a:r>
              <a:rPr sz="1400" b="1" spc="-35" dirty="0">
                <a:latin typeface="+mj-lt"/>
                <a:cs typeface="Verdana"/>
              </a:rPr>
              <a:t> </a:t>
            </a:r>
            <a:r>
              <a:rPr sz="1400" b="1" spc="-20" dirty="0">
                <a:latin typeface="+mj-lt"/>
                <a:cs typeface="Verdana"/>
              </a:rPr>
              <a:t>14.9 </a:t>
            </a:r>
            <a:r>
              <a:rPr sz="1400" dirty="0">
                <a:latin typeface="+mj-lt"/>
                <a:cs typeface="Verdana"/>
              </a:rPr>
              <a:t>Normalization</a:t>
            </a:r>
            <a:r>
              <a:rPr sz="1400" spc="-4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into</a:t>
            </a:r>
            <a:r>
              <a:rPr sz="1400" spc="-4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1NF.</a:t>
            </a:r>
            <a:r>
              <a:rPr sz="1400" spc="-35" dirty="0">
                <a:latin typeface="+mj-lt"/>
                <a:cs typeface="Verdana"/>
              </a:rPr>
              <a:t> </a:t>
            </a:r>
            <a:r>
              <a:rPr sz="1400" spc="-25" dirty="0">
                <a:latin typeface="+mj-lt"/>
                <a:cs typeface="Verdana"/>
              </a:rPr>
              <a:t>(a)</a:t>
            </a:r>
            <a:r>
              <a:rPr sz="1400" spc="500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A</a:t>
            </a:r>
            <a:r>
              <a:rPr sz="1400" spc="-30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relation</a:t>
            </a:r>
            <a:r>
              <a:rPr sz="1400" spc="-2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schema</a:t>
            </a:r>
            <a:r>
              <a:rPr sz="1400" spc="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that</a:t>
            </a:r>
            <a:r>
              <a:rPr sz="1400" spc="-2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is</a:t>
            </a:r>
            <a:r>
              <a:rPr sz="1400" spc="-35" dirty="0">
                <a:latin typeface="+mj-lt"/>
                <a:cs typeface="Verdana"/>
              </a:rPr>
              <a:t> </a:t>
            </a:r>
            <a:r>
              <a:rPr sz="1400" spc="-25" dirty="0">
                <a:latin typeface="+mj-lt"/>
                <a:cs typeface="Verdana"/>
              </a:rPr>
              <a:t>not </a:t>
            </a:r>
            <a:r>
              <a:rPr sz="1400" dirty="0">
                <a:latin typeface="+mj-lt"/>
                <a:cs typeface="Verdana"/>
              </a:rPr>
              <a:t>in</a:t>
            </a:r>
            <a:r>
              <a:rPr sz="1400" spc="-40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1NF.</a:t>
            </a:r>
            <a:r>
              <a:rPr sz="1400" spc="-20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(b)</a:t>
            </a:r>
            <a:r>
              <a:rPr sz="1400" spc="-3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Sample</a:t>
            </a:r>
            <a:r>
              <a:rPr sz="1400" spc="-2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state </a:t>
            </a:r>
            <a:r>
              <a:rPr sz="1400" spc="-25" dirty="0">
                <a:latin typeface="+mj-lt"/>
                <a:cs typeface="Verdana"/>
              </a:rPr>
              <a:t>of </a:t>
            </a:r>
            <a:r>
              <a:rPr sz="1400" dirty="0">
                <a:latin typeface="+mj-lt"/>
                <a:cs typeface="Verdana"/>
              </a:rPr>
              <a:t>relation</a:t>
            </a:r>
            <a:r>
              <a:rPr sz="1400" spc="-30" dirty="0">
                <a:latin typeface="+mj-lt"/>
                <a:cs typeface="Verdana"/>
              </a:rPr>
              <a:t> </a:t>
            </a:r>
            <a:r>
              <a:rPr sz="1400" spc="-10" dirty="0">
                <a:latin typeface="+mj-lt"/>
                <a:cs typeface="Verdana"/>
              </a:rPr>
              <a:t>DEPARTMENT.</a:t>
            </a:r>
            <a:r>
              <a:rPr sz="1400" dirty="0">
                <a:latin typeface="+mj-lt"/>
                <a:cs typeface="Verdana"/>
              </a:rPr>
              <a:t> </a:t>
            </a:r>
            <a:r>
              <a:rPr sz="1400" spc="-25" dirty="0">
                <a:latin typeface="+mj-lt"/>
                <a:cs typeface="Verdana"/>
              </a:rPr>
              <a:t>(c) </a:t>
            </a:r>
            <a:r>
              <a:rPr sz="1400" dirty="0">
                <a:latin typeface="+mj-lt"/>
                <a:cs typeface="Verdana"/>
              </a:rPr>
              <a:t>1NF</a:t>
            </a:r>
            <a:r>
              <a:rPr sz="1400" spc="-2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version</a:t>
            </a:r>
            <a:r>
              <a:rPr sz="1400" spc="-10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of</a:t>
            </a:r>
            <a:r>
              <a:rPr sz="1400" spc="-25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the</a:t>
            </a:r>
            <a:r>
              <a:rPr sz="1400" spc="-20" dirty="0">
                <a:latin typeface="+mj-lt"/>
                <a:cs typeface="Verdana"/>
              </a:rPr>
              <a:t> same </a:t>
            </a:r>
            <a:r>
              <a:rPr sz="1400" dirty="0">
                <a:latin typeface="+mj-lt"/>
                <a:cs typeface="Verdana"/>
              </a:rPr>
              <a:t>relation</a:t>
            </a:r>
            <a:r>
              <a:rPr sz="1400" spc="-30" dirty="0">
                <a:latin typeface="+mj-lt"/>
                <a:cs typeface="Verdana"/>
              </a:rPr>
              <a:t> </a:t>
            </a:r>
            <a:r>
              <a:rPr sz="1400" dirty="0">
                <a:latin typeface="+mj-lt"/>
                <a:cs typeface="Verdana"/>
              </a:rPr>
              <a:t>with</a:t>
            </a:r>
            <a:r>
              <a:rPr sz="1400" spc="-45" dirty="0">
                <a:latin typeface="+mj-lt"/>
                <a:cs typeface="Verdana"/>
              </a:rPr>
              <a:t> </a:t>
            </a:r>
            <a:r>
              <a:rPr sz="1400" spc="-10" dirty="0">
                <a:latin typeface="+mj-lt"/>
                <a:cs typeface="Verdana"/>
              </a:rPr>
              <a:t>redundancy.</a:t>
            </a:r>
            <a:endParaRPr sz="1400" dirty="0">
              <a:latin typeface="+mj-lt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023" y="1890109"/>
            <a:ext cx="5478986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states </a:t>
            </a:r>
            <a:r>
              <a:rPr sz="2000" spc="-20" dirty="0">
                <a:latin typeface="Arial MT"/>
                <a:cs typeface="Arial MT"/>
              </a:rPr>
              <a:t>that</a:t>
            </a:r>
            <a:r>
              <a:rPr lang="en-US"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domain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attribute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include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atomic </a:t>
            </a:r>
            <a:r>
              <a:rPr sz="2000" dirty="0">
                <a:latin typeface="Arial MT"/>
                <a:cs typeface="Arial MT"/>
              </a:rPr>
              <a:t>(simple,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indivisible)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values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US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any </a:t>
            </a:r>
            <a:r>
              <a:rPr sz="2000" dirty="0">
                <a:latin typeface="Arial MT"/>
                <a:cs typeface="Arial MT"/>
              </a:rPr>
              <a:t>attribute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tuple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single value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domain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ts val="2115"/>
              </a:lnSpc>
            </a:pP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attribute.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5134" y="356246"/>
            <a:ext cx="5390866" cy="1329467"/>
          </a:xfrm>
          <a:prstGeom prst="rect">
            <a:avLst/>
          </a:prstGeom>
        </p:spPr>
        <p:txBody>
          <a:bodyPr vert="horz" wrap="square" lIns="0" tIns="88900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1" spc="-10" dirty="0">
                <a:solidFill>
                  <a:schemeClr val="tx1"/>
                </a:solidFill>
              </a:rPr>
              <a:t>Normalizing </a:t>
            </a:r>
            <a:r>
              <a:rPr lang="en-US" sz="4800" b="1" dirty="0">
                <a:solidFill>
                  <a:schemeClr val="tx1"/>
                </a:solidFill>
                <a:cs typeface="Calibri Light"/>
              </a:rPr>
              <a:t>nested </a:t>
            </a:r>
            <a:r>
              <a:rPr lang="en-US" sz="4800" b="1" spc="-10" dirty="0">
                <a:solidFill>
                  <a:schemeClr val="tx1"/>
                </a:solidFill>
                <a:cs typeface="Calibri Light"/>
              </a:rPr>
              <a:t>relations </a:t>
            </a:r>
            <a:r>
              <a:rPr b="1" dirty="0">
                <a:solidFill>
                  <a:schemeClr val="tx1"/>
                </a:solidFill>
              </a:rPr>
              <a:t>into</a:t>
            </a:r>
            <a:r>
              <a:rPr b="1" spc="-8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1NF.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5908548" cy="64419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8508" y="1840782"/>
            <a:ext cx="5297491" cy="3098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1000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Figure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14.10 </a:t>
            </a:r>
            <a:r>
              <a:rPr dirty="0">
                <a:latin typeface="Calibri"/>
                <a:cs typeface="Calibri"/>
              </a:rPr>
              <a:t>Normalizing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nested </a:t>
            </a:r>
            <a:r>
              <a:rPr dirty="0">
                <a:latin typeface="Calibri"/>
                <a:cs typeface="Calibri"/>
              </a:rPr>
              <a:t>relations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1NF.</a:t>
            </a:r>
            <a:endParaRPr lang="en-US" dirty="0">
              <a:latin typeface="Calibri"/>
              <a:cs typeface="Calibri"/>
            </a:endParaRPr>
          </a:p>
          <a:p>
            <a:pPr marL="12700" marR="381000">
              <a:spcBef>
                <a:spcPts val="100"/>
              </a:spcBef>
            </a:pPr>
            <a:endParaRPr lang="en-US" spc="-35" dirty="0">
              <a:latin typeface="Calibri"/>
              <a:cs typeface="Calibri"/>
            </a:endParaRPr>
          </a:p>
          <a:p>
            <a:pPr marL="12700" marR="3810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(a)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Schema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EMP_PROJ </a:t>
            </a:r>
            <a:r>
              <a:rPr dirty="0">
                <a:latin typeface="Calibri"/>
                <a:cs typeface="Calibri"/>
              </a:rPr>
              <a:t>relation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nested </a:t>
            </a:r>
            <a:r>
              <a:rPr dirty="0">
                <a:latin typeface="Calibri"/>
                <a:cs typeface="Calibri"/>
              </a:rPr>
              <a:t>relation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attribute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PROJS.</a:t>
            </a:r>
            <a:endParaRPr lang="en-US" spc="-10" dirty="0">
              <a:latin typeface="Calibri"/>
              <a:cs typeface="Calibri"/>
            </a:endParaRPr>
          </a:p>
          <a:p>
            <a:pPr marL="12700" marR="381000">
              <a:spcBef>
                <a:spcPts val="100"/>
              </a:spcBef>
            </a:pPr>
            <a:endParaRPr dirty="0">
              <a:latin typeface="Calibri"/>
              <a:cs typeface="Calibri"/>
            </a:endParaRPr>
          </a:p>
          <a:p>
            <a:pPr marL="12700" marR="67310"/>
            <a:r>
              <a:rPr dirty="0">
                <a:latin typeface="Calibri"/>
                <a:cs typeface="Calibri"/>
              </a:rPr>
              <a:t>(b)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Sample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extension</a:t>
            </a:r>
            <a:r>
              <a:rPr spc="-25" dirty="0">
                <a:latin typeface="Calibri"/>
                <a:cs typeface="Calibri"/>
              </a:rPr>
              <a:t> of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EMP_PROJ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relation </a:t>
            </a:r>
            <a:r>
              <a:rPr dirty="0">
                <a:latin typeface="Calibri"/>
                <a:cs typeface="Calibri"/>
              </a:rPr>
              <a:t>showing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nested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relations </a:t>
            </a:r>
            <a:r>
              <a:rPr dirty="0">
                <a:latin typeface="Calibri"/>
                <a:cs typeface="Calibri"/>
              </a:rPr>
              <a:t>within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tuple.</a:t>
            </a:r>
            <a:r>
              <a:rPr spc="-60" dirty="0">
                <a:latin typeface="Calibri"/>
                <a:cs typeface="Calibri"/>
              </a:rPr>
              <a:t> </a:t>
            </a:r>
            <a:endParaRPr lang="en-US" spc="-60" dirty="0">
              <a:latin typeface="Calibri"/>
              <a:cs typeface="Calibri"/>
            </a:endParaRPr>
          </a:p>
          <a:p>
            <a:pPr marL="12700" marR="67310"/>
            <a:endParaRPr lang="en-US" spc="-60" dirty="0">
              <a:latin typeface="Calibri"/>
              <a:cs typeface="Calibri"/>
            </a:endParaRPr>
          </a:p>
          <a:p>
            <a:pPr marL="12700" marR="67310"/>
            <a:r>
              <a:rPr spc="-25" dirty="0">
                <a:latin typeface="Calibri"/>
                <a:cs typeface="Calibri"/>
              </a:rPr>
              <a:t>(c) </a:t>
            </a:r>
            <a:r>
              <a:rPr spc="-10" dirty="0">
                <a:latin typeface="Calibri"/>
                <a:cs typeface="Calibri"/>
              </a:rPr>
              <a:t>Decomposition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of </a:t>
            </a:r>
            <a:r>
              <a:rPr dirty="0">
                <a:latin typeface="Calibri"/>
                <a:cs typeface="Calibri"/>
              </a:rPr>
              <a:t>EMP_PROJ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relations </a:t>
            </a:r>
            <a:r>
              <a:rPr dirty="0">
                <a:latin typeface="Calibri"/>
                <a:cs typeface="Calibri"/>
              </a:rPr>
              <a:t>EMP_PROJ1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EMP_PROJ2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by</a:t>
            </a:r>
            <a:endParaRPr dirty="0">
              <a:latin typeface="Calibri"/>
              <a:cs typeface="Calibri"/>
            </a:endParaRPr>
          </a:p>
          <a:p>
            <a:pPr marL="12700" marR="127000">
              <a:spcBef>
                <a:spcPts val="5"/>
              </a:spcBef>
            </a:pPr>
            <a:r>
              <a:rPr dirty="0">
                <a:latin typeface="Calibri"/>
                <a:cs typeface="Calibri"/>
              </a:rPr>
              <a:t>propagating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primary </a:t>
            </a:r>
            <a:r>
              <a:rPr spc="-20" dirty="0">
                <a:latin typeface="Calibri"/>
                <a:cs typeface="Calibri"/>
              </a:rPr>
              <a:t>key.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507E295-998A-6483-E45B-14B4B798E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altLang="en-US" dirty="0">
                <a:solidFill>
                  <a:schemeClr val="tx1"/>
                </a:solidFill>
              </a:rPr>
              <a:t>First Normal Form (1NF)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8B3FF0D0-2E1E-E8A0-E1B9-98572DF04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1760057"/>
            <a:ext cx="647709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sz="2400" b="1" dirty="0">
                <a:latin typeface="Times New Roman" panose="02020603050405020304" pitchFamily="18" charset="0"/>
              </a:rPr>
              <a:t>Unnormalized form (UNF)</a:t>
            </a:r>
          </a:p>
          <a:p>
            <a:pPr eaLnBrk="1" hangingPunct="1"/>
            <a:r>
              <a:rPr lang="fi-FI" altLang="en-US" sz="2400" dirty="0">
                <a:latin typeface="Times New Roman" panose="02020603050405020304" pitchFamily="18" charset="0"/>
              </a:rPr>
              <a:t>A table that contains one or more repeating groups.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9427" name="Group 275">
            <a:extLst>
              <a:ext uri="{FF2B5EF4-FFF2-40B4-BE49-F238E27FC236}">
                <a16:creationId xmlns:a16="http://schemas.microsoft.com/office/drawing/2014/main" id="{FF9655EF-8915-D926-8BF0-7A373A5F4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179548"/>
              </p:ext>
            </p:extLst>
          </p:nvPr>
        </p:nvGraphicFramePr>
        <p:xfrm>
          <a:off x="1097280" y="2715904"/>
          <a:ext cx="9889166" cy="3107449"/>
        </p:xfrm>
        <a:graphic>
          <a:graphicData uri="http://schemas.openxmlformats.org/drawingml/2006/table">
            <a:tbl>
              <a:tblPr/>
              <a:tblGrid>
                <a:gridCol w="105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6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12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ClientNo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cName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propertyNo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pAddress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rentStart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rentFinish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ownerNo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oName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4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CR76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John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kay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 lawrence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St,Glasgow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 Novar Dr,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1-Jul-00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31-Aug-01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350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450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CO40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Tina Murphy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82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Stewart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PG36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 lawrence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St,Glasgow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 Manor Rd,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 Novar Dr,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1-Sep-99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10-Oct-00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1-Nov-02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10-Jun-00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1-Dec-01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1-Aug-03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350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450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CO40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Tina Murphy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369" name="Text Box 217">
            <a:extLst>
              <a:ext uri="{FF2B5EF4-FFF2-40B4-BE49-F238E27FC236}">
                <a16:creationId xmlns:a16="http://schemas.microsoft.com/office/drawing/2014/main" id="{78055808-873D-0CCC-9A43-85F98BFA5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859464"/>
            <a:ext cx="398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dirty="0">
                <a:latin typeface="Times New Roman" panose="02020603050405020304" pitchFamily="18" charset="0"/>
              </a:rPr>
              <a:t>Figure  ClientRental unnormalized table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9380" name="AutoShape 228">
            <a:extLst>
              <a:ext uri="{FF2B5EF4-FFF2-40B4-BE49-F238E27FC236}">
                <a16:creationId xmlns:a16="http://schemas.microsoft.com/office/drawing/2014/main" id="{6058DFA8-6508-4477-01AD-C142F7D23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094" y="998536"/>
            <a:ext cx="4757993" cy="990600"/>
          </a:xfrm>
          <a:prstGeom prst="wedgeRoundRectCallout">
            <a:avLst>
              <a:gd name="adj1" fmla="val 5060"/>
              <a:gd name="adj2" fmla="val 9599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r>
              <a:rPr lang="fi-FI" altLang="en-US" b="1" dirty="0">
                <a:latin typeface="Times New Roman" panose="02020603050405020304" pitchFamily="18" charset="0"/>
              </a:rPr>
              <a:t>Repeating group = (propertyNo, pAddress, rentStart, rentFinish, rent, ownerNo, oName)</a:t>
            </a:r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369" grpId="0" autoUpdateAnimBg="0"/>
      <p:bldP spid="49380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3D95058-BBD3-CC41-065F-FB9ED4A27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altLang="en-US" sz="2500" b="1" dirty="0">
                <a:solidFill>
                  <a:schemeClr val="tx1"/>
                </a:solidFill>
              </a:rPr>
              <a:t>1NF ClientRental relation with the first approach</a:t>
            </a:r>
            <a:endParaRPr lang="en-US" altLang="en-US" sz="2500" b="1" dirty="0">
              <a:solidFill>
                <a:schemeClr val="tx1"/>
              </a:solidFill>
            </a:endParaRPr>
          </a:p>
        </p:txBody>
      </p:sp>
      <p:graphicFrame>
        <p:nvGraphicFramePr>
          <p:cNvPr id="51436" name="Group 236">
            <a:extLst>
              <a:ext uri="{FF2B5EF4-FFF2-40B4-BE49-F238E27FC236}">
                <a16:creationId xmlns:a16="http://schemas.microsoft.com/office/drawing/2014/main" id="{2A03EC4D-B903-38FF-462B-93257E0B5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033134"/>
              </p:ext>
            </p:extLst>
          </p:nvPr>
        </p:nvGraphicFramePr>
        <p:xfrm>
          <a:off x="1116012" y="2873400"/>
          <a:ext cx="10399594" cy="3360714"/>
        </p:xfrm>
        <a:graphic>
          <a:graphicData uri="http://schemas.openxmlformats.org/drawingml/2006/table">
            <a:tbl>
              <a:tblPr/>
              <a:tblGrid>
                <a:gridCol w="1134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9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90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9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58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ClientNo</a:t>
                      </a:r>
                      <a:endParaRPr kumimoji="0" 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propertyNo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cName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pAddress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rentStart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rentFinish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ownerNo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oName</a:t>
                      </a:r>
                      <a:endParaRPr kumimoji="0" 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0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CR76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PG4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John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Kay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 lawrence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St,Glasgow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1-Jul-00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31-Aug-01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350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CO40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Tina Murphy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4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CR76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John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Kay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 Novar Dr,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450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1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PG4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Stewart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 lawrence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St,Glasgow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1-Sep-99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10-Jun-00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350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CO40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Tina Murphy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PG36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Stewart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 Manor Rd,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10-Oct-00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1-Dec-01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370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i-FI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PG16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Stewart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 Novar Dr,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1-Nov-02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1-Aug-03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450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433" name="Text Box 233">
            <a:extLst>
              <a:ext uri="{FF2B5EF4-FFF2-40B4-BE49-F238E27FC236}">
                <a16:creationId xmlns:a16="http://schemas.microsoft.com/office/drawing/2014/main" id="{9BA81CA5-C5D4-502C-C806-402184E9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91" y="6446044"/>
            <a:ext cx="556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dirty="0">
                <a:latin typeface="Times New Roman" panose="02020603050405020304" pitchFamily="18" charset="0"/>
              </a:rPr>
              <a:t>Figure  1NF ClientRental relation with the first approach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1434" name="Text Box 234">
            <a:extLst>
              <a:ext uri="{FF2B5EF4-FFF2-40B4-BE49-F238E27FC236}">
                <a16:creationId xmlns:a16="http://schemas.microsoft.com/office/drawing/2014/main" id="{76719D01-898F-07A8-5A20-4433F9F59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1793876"/>
            <a:ext cx="997870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sz="2400" dirty="0">
                <a:latin typeface="Times New Roman" panose="02020603050405020304" pitchFamily="18" charset="0"/>
              </a:rPr>
              <a:t>The ClientRental relation is defined as follows,</a:t>
            </a:r>
          </a:p>
          <a:p>
            <a:pPr eaLnBrk="1" hangingPunct="1"/>
            <a:r>
              <a:rPr lang="fi-FI" altLang="en-US" b="1" dirty="0">
                <a:latin typeface="Times New Roman" panose="02020603050405020304" pitchFamily="18" charset="0"/>
              </a:rPr>
              <a:t>ClientRental ( </a:t>
            </a:r>
            <a:r>
              <a:rPr lang="fi-FI" altLang="en-US" b="1" u="sng" dirty="0">
                <a:latin typeface="Times New Roman" panose="02020603050405020304" pitchFamily="18" charset="0"/>
              </a:rPr>
              <a:t>clientNo</a:t>
            </a:r>
            <a:r>
              <a:rPr lang="fi-FI" altLang="en-US" b="1" dirty="0">
                <a:latin typeface="Times New Roman" panose="02020603050405020304" pitchFamily="18" charset="0"/>
              </a:rPr>
              <a:t>, </a:t>
            </a:r>
            <a:r>
              <a:rPr lang="fi-FI" altLang="en-US" b="1" u="sng" dirty="0">
                <a:latin typeface="Times New Roman" panose="02020603050405020304" pitchFamily="18" charset="0"/>
              </a:rPr>
              <a:t>propertyNo</a:t>
            </a:r>
            <a:r>
              <a:rPr lang="fi-FI" altLang="en-US" b="1" dirty="0">
                <a:latin typeface="Times New Roman" panose="02020603050405020304" pitchFamily="18" charset="0"/>
              </a:rPr>
              <a:t>, cName, pAddress, rentStart, rentFinish, rent, 	ownerNo, oName)</a:t>
            </a:r>
            <a:endParaRPr lang="en-US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1435" name="Text Box 235">
            <a:extLst>
              <a:ext uri="{FF2B5EF4-FFF2-40B4-BE49-F238E27FC236}">
                <a16:creationId xmlns:a16="http://schemas.microsoft.com/office/drawing/2014/main" id="{84E0DD70-80C4-DE8F-34E7-C3CF2323A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8102"/>
            <a:ext cx="61229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sz="2000" dirty="0">
                <a:latin typeface="Times New Roman" panose="02020603050405020304" pitchFamily="18" charset="0"/>
              </a:rPr>
              <a:t>With the first approach, we remove the repeating group</a:t>
            </a:r>
          </a:p>
          <a:p>
            <a:pPr eaLnBrk="1" hangingPunct="1"/>
            <a:r>
              <a:rPr lang="fi-FI" altLang="en-US" sz="2000" dirty="0">
                <a:latin typeface="Times New Roman" panose="02020603050405020304" pitchFamily="18" charset="0"/>
              </a:rPr>
              <a:t>(property rented details) by entering the appropriate client </a:t>
            </a:r>
          </a:p>
          <a:p>
            <a:pPr eaLnBrk="1" hangingPunct="1"/>
            <a:r>
              <a:rPr lang="fi-FI" altLang="en-US" sz="2000" dirty="0">
                <a:latin typeface="Times New Roman" panose="02020603050405020304" pitchFamily="18" charset="0"/>
              </a:rPr>
              <a:t>data into each row.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433" grpId="0" autoUpdateAnimBg="0"/>
      <p:bldP spid="51434" grpId="0" autoUpdateAnimBg="0"/>
      <p:bldP spid="5143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>
            <a:extLst>
              <a:ext uri="{FF2B5EF4-FFF2-40B4-BE49-F238E27FC236}">
                <a16:creationId xmlns:a16="http://schemas.microsoft.com/office/drawing/2014/main" id="{F1DDC528-7D9B-D443-AB34-72ED16BD9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8456" y="223030"/>
            <a:ext cx="10058400" cy="754254"/>
          </a:xfrm>
          <a:noFill/>
        </p:spPr>
        <p:txBody>
          <a:bodyPr anchor="ctr"/>
          <a:lstStyle/>
          <a:p>
            <a:pPr eaLnBrk="1" hangingPunct="1"/>
            <a:r>
              <a:rPr lang="fi-FI" altLang="en-US" sz="2500" b="1" dirty="0">
                <a:solidFill>
                  <a:schemeClr val="tx1"/>
                </a:solidFill>
              </a:rPr>
              <a:t>1NF ClientRental relation with the second approach</a:t>
            </a:r>
            <a:endParaRPr lang="en-US" altLang="en-US" sz="2500" b="1" dirty="0">
              <a:solidFill>
                <a:schemeClr val="tx1"/>
              </a:solidFill>
            </a:endParaRP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6864004C-6D7D-79C7-4324-9005135C5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05" y="4918909"/>
            <a:ext cx="111513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sz="2400" dirty="0">
                <a:latin typeface="Times New Roman" panose="02020603050405020304" pitchFamily="18" charset="0"/>
              </a:rPr>
              <a:t>With the second approach, we remove the repeating group (property rented details) by placing the repeating data along with a copy of the original key attribute (clientNo) in a separte relation.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98A78E15-D314-9974-6B3F-ED93DF99C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03" y="738762"/>
            <a:ext cx="8305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Client </a:t>
            </a:r>
            <a:r>
              <a:rPr lang="fi-FI" altLang="en-US" sz="2000" dirty="0">
                <a:latin typeface="Times New Roman" panose="02020603050405020304" pitchFamily="18" charset="0"/>
              </a:rPr>
              <a:t>(</a:t>
            </a:r>
            <a:r>
              <a:rPr lang="fi-FI" altLang="en-US" sz="2000" u="sng" dirty="0">
                <a:latin typeface="Times New Roman" panose="02020603050405020304" pitchFamily="18" charset="0"/>
              </a:rPr>
              <a:t>clientNo</a:t>
            </a:r>
            <a:r>
              <a:rPr lang="fi-FI" altLang="en-US" sz="2000" dirty="0">
                <a:latin typeface="Times New Roman" panose="02020603050405020304" pitchFamily="18" charset="0"/>
              </a:rPr>
              <a:t>, cName)</a:t>
            </a:r>
          </a:p>
          <a:p>
            <a:pPr eaLnBrk="1" hangingPunct="1"/>
            <a:r>
              <a:rPr lang="fi-FI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PropertyRentalOwner </a:t>
            </a:r>
            <a:r>
              <a:rPr lang="fi-FI" altLang="en-US" sz="2000" dirty="0">
                <a:latin typeface="Times New Roman" panose="02020603050405020304" pitchFamily="18" charset="0"/>
              </a:rPr>
              <a:t>(</a:t>
            </a:r>
            <a:r>
              <a:rPr lang="fi-FI" altLang="en-US" sz="2000" u="sng" dirty="0">
                <a:latin typeface="Times New Roman" panose="02020603050405020304" pitchFamily="18" charset="0"/>
              </a:rPr>
              <a:t>clientNo</a:t>
            </a:r>
            <a:r>
              <a:rPr lang="fi-FI" altLang="en-US" sz="2000" dirty="0">
                <a:latin typeface="Times New Roman" panose="02020603050405020304" pitchFamily="18" charset="0"/>
              </a:rPr>
              <a:t>, </a:t>
            </a:r>
            <a:r>
              <a:rPr lang="fi-FI" altLang="en-US" sz="2000" u="sng" dirty="0">
                <a:latin typeface="Times New Roman" panose="02020603050405020304" pitchFamily="18" charset="0"/>
              </a:rPr>
              <a:t>propertyNo</a:t>
            </a:r>
            <a:r>
              <a:rPr lang="fi-FI" altLang="en-US" sz="2000" dirty="0">
                <a:latin typeface="Times New Roman" panose="02020603050405020304" pitchFamily="18" charset="0"/>
              </a:rPr>
              <a:t>, pAddress, rentStart, 				rentFinish, rent, ownerNo, oName)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2416" name="Group 192">
            <a:extLst>
              <a:ext uri="{FF2B5EF4-FFF2-40B4-BE49-F238E27FC236}">
                <a16:creationId xmlns:a16="http://schemas.microsoft.com/office/drawing/2014/main" id="{72307FC5-D7D7-1C50-3042-0215F4F54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613910"/>
              </p:ext>
            </p:extLst>
          </p:nvPr>
        </p:nvGraphicFramePr>
        <p:xfrm>
          <a:off x="462886" y="1860905"/>
          <a:ext cx="2057400" cy="1072596"/>
        </p:xfrm>
        <a:graphic>
          <a:graphicData uri="http://schemas.openxmlformats.org/drawingml/2006/table">
            <a:tbl>
              <a:tblPr/>
              <a:tblGrid>
                <a:gridCol w="1038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9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ClientNo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cName</a:t>
                      </a:r>
                      <a:endParaRPr kumimoji="0" 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CR76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John  Kay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Aline  Stewart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417" name="Group 193">
            <a:extLst>
              <a:ext uri="{FF2B5EF4-FFF2-40B4-BE49-F238E27FC236}">
                <a16:creationId xmlns:a16="http://schemas.microsoft.com/office/drawing/2014/main" id="{E964AC76-5D92-31C7-521E-1FA2D5146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40083"/>
              </p:ext>
            </p:extLst>
          </p:nvPr>
        </p:nvGraphicFramePr>
        <p:xfrm>
          <a:off x="2622360" y="1826166"/>
          <a:ext cx="8749352" cy="2311354"/>
        </p:xfrm>
        <a:graphic>
          <a:graphicData uri="http://schemas.openxmlformats.org/drawingml/2006/table">
            <a:tbl>
              <a:tblPr/>
              <a:tblGrid>
                <a:gridCol w="106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6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8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2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4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ClientNo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propertyNo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pAddress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rentStart</a:t>
                      </a:r>
                      <a:endParaRPr kumimoji="0" 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rentFinish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rent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ownerNo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oName</a:t>
                      </a:r>
                      <a:endParaRPr kumimoji="0" 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CR76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PG4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 lawrence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St,Glasgow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1-Jul-00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31-Aug-01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350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CO40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Tina Murphy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CR76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 Novar Dr,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450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PG4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 lawrence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St,Glasgow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1-Sep-99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10-Jun-00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350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CO40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Tina Murphy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PG36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 Manor Rd,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10-Oct-00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1-Dec-01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370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CR56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PG16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 Novar Dr,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Glasgow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1-Nov-02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1-Aug-03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450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CO93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i-FI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Tony Shaw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415" name="Text Box 191">
            <a:extLst>
              <a:ext uri="{FF2B5EF4-FFF2-40B4-BE49-F238E27FC236}">
                <a16:creationId xmlns:a16="http://schemas.microsoft.com/office/drawing/2014/main" id="{A59D3125-0774-9B50-D400-9C575DB08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360" y="4286050"/>
            <a:ext cx="5829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fi-FI" altLang="en-US" dirty="0">
                <a:latin typeface="Times New Roman" panose="02020603050405020304" pitchFamily="18" charset="0"/>
              </a:rPr>
              <a:t>Figure 1NF ClientRental relation with the second approach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utoUpdateAnimBg="0"/>
      <p:bldP spid="52228" grpId="0" autoUpdateAnimBg="0"/>
      <p:bldP spid="52229" grpId="0" autoUpdateAnimBg="0"/>
      <p:bldP spid="52415" grpId="0" autoUpdateAnimBg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2011</TotalTime>
  <Words>2044</Words>
  <Application>Microsoft Office PowerPoint</Application>
  <PresentationFormat>Widescreen</PresentationFormat>
  <Paragraphs>356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Aptos</vt:lpstr>
      <vt:lpstr>Arial</vt:lpstr>
      <vt:lpstr>Arial MT</vt:lpstr>
      <vt:lpstr>Calibri</vt:lpstr>
      <vt:lpstr>Calibri Light</vt:lpstr>
      <vt:lpstr>Cambria Math</vt:lpstr>
      <vt:lpstr>Microsoft Sans Serif</vt:lpstr>
      <vt:lpstr>Symbol</vt:lpstr>
      <vt:lpstr>Tahoma</vt:lpstr>
      <vt:lpstr>Times New Roman</vt:lpstr>
      <vt:lpstr>Verdana</vt:lpstr>
      <vt:lpstr>Wingdings</vt:lpstr>
      <vt:lpstr>Retrospect</vt:lpstr>
      <vt:lpstr> Database Systems</vt:lpstr>
      <vt:lpstr>Generation of Spurious Tuples</vt:lpstr>
      <vt:lpstr>Guideline 4</vt:lpstr>
      <vt:lpstr>Spurious Tuples</vt:lpstr>
      <vt:lpstr>Lossless Decomposition</vt:lpstr>
      <vt:lpstr>Functional Dependencies</vt:lpstr>
      <vt:lpstr>Defining Functional Dependencies</vt:lpstr>
      <vt:lpstr>Examples of FD constraints (1)</vt:lpstr>
      <vt:lpstr>Defining FDs from instances</vt:lpstr>
      <vt:lpstr>Determining Functional Dependencies</vt:lpstr>
      <vt:lpstr>Important Definitions</vt:lpstr>
      <vt:lpstr>Example Transitive Dependency</vt:lpstr>
      <vt:lpstr>Normalization of Relations</vt:lpstr>
      <vt:lpstr>Normalization of Relations</vt:lpstr>
      <vt:lpstr>Practical Use of Normal Forms</vt:lpstr>
      <vt:lpstr>Definitions of Keys and Attributes Participating in Keys</vt:lpstr>
      <vt:lpstr>Non-additive or Lossless Join Decomposition</vt:lpstr>
      <vt:lpstr>Example</vt:lpstr>
      <vt:lpstr>Dependency Preserving Decomposition</vt:lpstr>
      <vt:lpstr>FIRST NORMAL FORM</vt:lpstr>
      <vt:lpstr>Normalizing nested relations into 1NF.</vt:lpstr>
      <vt:lpstr>First Normal Form (1NF)</vt:lpstr>
      <vt:lpstr>1NF ClientRental relation with the first approach</vt:lpstr>
      <vt:lpstr>1NF ClientRental relation with the second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2024-10-10T17:32:51Z</dcterms:modified>
</cp:coreProperties>
</file>