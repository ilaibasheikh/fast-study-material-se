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27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74" autoAdjust="0"/>
    <p:restoredTop sz="94061" autoAdjust="0"/>
  </p:normalViewPr>
  <p:slideViewPr>
    <p:cSldViewPr snapToGrid="0">
      <p:cViewPr varScale="1">
        <p:scale>
          <a:sx n="74" d="100"/>
          <a:sy n="74" d="100"/>
        </p:scale>
        <p:origin x="54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0" sldId="265"/>
        </pc:sldMkLst>
        <pc:spChg chg="mod">
          <ac:chgData name="Ms Alina Arshad" userId="cccdfd85-d35d-4453-9c6f-a463aae40722" providerId="ADAL" clId="{3DC40453-2615-4ACE-A024-C61DE1A47E6A}" dt="2024-09-08T08:41:22.601" v="5" actId="20577"/>
          <ac:spMkLst>
            <pc:docMk/>
            <pc:sldMk cId="0"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0" sldId="266"/>
        </pc:sldMkLst>
        <pc:spChg chg="mod">
          <ac:chgData name="Ms Alina Arshad" userId="cccdfd85-d35d-4453-9c6f-a463aae40722" providerId="ADAL" clId="{3DC40453-2615-4ACE-A024-C61DE1A47E6A}" dt="2024-09-08T08:42:20.927" v="9" actId="403"/>
          <ac:spMkLst>
            <pc:docMk/>
            <pc:sldMk cId="0"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0" sldId="267"/>
        </pc:sldMkLst>
        <pc:spChg chg="mod">
          <ac:chgData name="Ms Alina Arshad" userId="cccdfd85-d35d-4453-9c6f-a463aae40722" providerId="ADAL" clId="{3DC40453-2615-4ACE-A024-C61DE1A47E6A}" dt="2024-09-08T08:50:50.297" v="15" actId="1076"/>
          <ac:spMkLst>
            <pc:docMk/>
            <pc:sldMk cId="0"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0" sldId="270"/>
        </pc:sldMkLst>
        <pc:picChg chg="mod">
          <ac:chgData name="Ms Alina Arshad" userId="cccdfd85-d35d-4453-9c6f-a463aae40722" providerId="ADAL" clId="{3DC40453-2615-4ACE-A024-C61DE1A47E6A}" dt="2024-09-08T08:52:25.007" v="17" actId="1035"/>
          <ac:picMkLst>
            <pc:docMk/>
            <pc:sldMk cId="0"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0" sldId="272"/>
        </pc:sldMkLst>
        <pc:spChg chg="mod">
          <ac:chgData name="Ms Alina Arshad" userId="cccdfd85-d35d-4453-9c6f-a463aae40722" providerId="ADAL" clId="{3DC40453-2615-4ACE-A024-C61DE1A47E6A}" dt="2024-09-08T08:53:48.350" v="21" actId="113"/>
          <ac:spMkLst>
            <pc:docMk/>
            <pc:sldMk cId="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0" sldId="275"/>
        </pc:sldMkLst>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addSp delSp modSp mod">
        <pc:chgData name="Ms Alina Arshad" userId="cccdfd85-d35d-4453-9c6f-a463aae40722" providerId="ADAL" clId="{5B8A6D22-27A2-4EF9-83C4-9A1491FF93A7}" dt="2024-09-16T08:06:46.187" v="660" actId="22"/>
        <pc:sldMkLst>
          <pc:docMk/>
          <pc:sldMk cId="3322361034" sldId="256"/>
        </pc:sldMkLst>
        <pc:spChg chg="add del mod">
          <ac:chgData name="Ms Alina Arshad" userId="cccdfd85-d35d-4453-9c6f-a463aae40722" providerId="ADAL" clId="{5B8A6D22-27A2-4EF9-83C4-9A1491FF93A7}" dt="2024-09-16T08:06:46.187" v="660" actId="22"/>
          <ac:spMkLst>
            <pc:docMk/>
            <pc:sldMk cId="3322361034" sldId="256"/>
            <ac:spMk id="6" creationId="{72021E80-E761-54BE-AD10-FD26DBA73B2D}"/>
          </ac:spMkLst>
        </pc:spChg>
      </pc:sldChg>
      <pc:sldChg chg="modSp mod">
        <pc:chgData name="Ms Alina Arshad" userId="cccdfd85-d35d-4453-9c6f-a463aae40722" providerId="ADAL" clId="{5B8A6D22-27A2-4EF9-83C4-9A1491FF93A7}" dt="2024-09-13T05:11:00.601" v="148" actId="1076"/>
        <pc:sldMkLst>
          <pc:docMk/>
          <pc:sldMk cId="0" sldId="268"/>
        </pc:sldMkLst>
        <pc:spChg chg="mod">
          <ac:chgData name="Ms Alina Arshad" userId="cccdfd85-d35d-4453-9c6f-a463aae40722" providerId="ADAL" clId="{5B8A6D22-27A2-4EF9-83C4-9A1491FF93A7}" dt="2024-09-13T05:11:00.601" v="148" actId="1076"/>
          <ac:spMkLst>
            <pc:docMk/>
            <pc:sldMk cId="0"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0"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0" sldId="269"/>
        </pc:sldMkLst>
        <pc:spChg chg="mod">
          <ac:chgData name="Ms Alina Arshad" userId="cccdfd85-d35d-4453-9c6f-a463aae40722" providerId="ADAL" clId="{5B8A6D22-27A2-4EF9-83C4-9A1491FF93A7}" dt="2024-09-12T06:49:19.888" v="4" actId="1076"/>
          <ac:spMkLst>
            <pc:docMk/>
            <pc:sldMk cId="0"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0"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0"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0"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0"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0" sldId="270"/>
        </pc:sldMkLst>
        <pc:spChg chg="mod">
          <ac:chgData name="Ms Alina Arshad" userId="cccdfd85-d35d-4453-9c6f-a463aae40722" providerId="ADAL" clId="{5B8A6D22-27A2-4EF9-83C4-9A1491FF93A7}" dt="2024-09-12T06:51:01.318" v="30" actId="113"/>
          <ac:spMkLst>
            <pc:docMk/>
            <pc:sldMk cId="0"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0"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0"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0" sldId="271"/>
        </pc:sldMkLst>
        <pc:spChg chg="mod">
          <ac:chgData name="Ms Alina Arshad" userId="cccdfd85-d35d-4453-9c6f-a463aae40722" providerId="ADAL" clId="{5B8A6D22-27A2-4EF9-83C4-9A1491FF93A7}" dt="2024-09-12T06:51:52.566" v="40" actId="1076"/>
          <ac:spMkLst>
            <pc:docMk/>
            <pc:sldMk cId="0"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0"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0"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0" sldId="272"/>
        </pc:sldMkLst>
        <pc:spChg chg="mod">
          <ac:chgData name="Ms Alina Arshad" userId="cccdfd85-d35d-4453-9c6f-a463aae40722" providerId="ADAL" clId="{5B8A6D22-27A2-4EF9-83C4-9A1491FF93A7}" dt="2024-09-12T06:52:22.609" v="47" actId="207"/>
          <ac:spMkLst>
            <pc:docMk/>
            <pc:sldMk cId="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0" sldId="273"/>
        </pc:sldMkLst>
        <pc:spChg chg="mod">
          <ac:chgData name="Ms Alina Arshad" userId="cccdfd85-d35d-4453-9c6f-a463aae40722" providerId="ADAL" clId="{5B8A6D22-27A2-4EF9-83C4-9A1491FF93A7}" dt="2024-09-12T06:54:22.495" v="54" actId="1076"/>
          <ac:spMkLst>
            <pc:docMk/>
            <pc:sldMk cId="0"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0"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0"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0" sldId="274"/>
        </pc:sldMkLst>
        <pc:spChg chg="mod">
          <ac:chgData name="Ms Alina Arshad" userId="cccdfd85-d35d-4453-9c6f-a463aae40722" providerId="ADAL" clId="{5B8A6D22-27A2-4EF9-83C4-9A1491FF93A7}" dt="2024-09-12T06:55:27.971" v="63" actId="1076"/>
          <ac:spMkLst>
            <pc:docMk/>
            <pc:sldMk cId="0"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0"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0"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0" sldId="275"/>
        </pc:sldMkLst>
        <pc:spChg chg="mod">
          <ac:chgData name="Ms Alina Arshad" userId="cccdfd85-d35d-4453-9c6f-a463aae40722" providerId="ADAL" clId="{5B8A6D22-27A2-4EF9-83C4-9A1491FF93A7}" dt="2024-09-12T06:55:57.639" v="70" actId="1076"/>
          <ac:spMkLst>
            <pc:docMk/>
            <pc:sldMk cId="0"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0"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0" sldId="276"/>
        </pc:sldMkLst>
        <pc:spChg chg="mod">
          <ac:chgData name="Ms Alina Arshad" userId="cccdfd85-d35d-4453-9c6f-a463aae40722" providerId="ADAL" clId="{5B8A6D22-27A2-4EF9-83C4-9A1491FF93A7}" dt="2024-09-12T06:56:16.816" v="74" actId="27636"/>
          <ac:spMkLst>
            <pc:docMk/>
            <pc:sldMk cId="0"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0"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0" sldId="278"/>
        </pc:sldMkLst>
        <pc:spChg chg="mod">
          <ac:chgData name="Ms Alina Arshad" userId="cccdfd85-d35d-4453-9c6f-a463aae40722" providerId="ADAL" clId="{5B8A6D22-27A2-4EF9-83C4-9A1491FF93A7}" dt="2024-09-12T06:58:59.110" v="95" actId="1076"/>
          <ac:spMkLst>
            <pc:docMk/>
            <pc:sldMk cId="0"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0"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0"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0"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0"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0" sldId="281"/>
        </pc:sldMkLst>
        <pc:spChg chg="mod">
          <ac:chgData name="Ms Alina Arshad" userId="cccdfd85-d35d-4453-9c6f-a463aae40722" providerId="ADAL" clId="{5B8A6D22-27A2-4EF9-83C4-9A1491FF93A7}" dt="2024-09-12T07:01:57.063" v="107" actId="1076"/>
          <ac:spMkLst>
            <pc:docMk/>
            <pc:sldMk cId="0"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0"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0" sldId="282"/>
        </pc:sldMkLst>
        <pc:spChg chg="mod">
          <ac:chgData name="Ms Alina Arshad" userId="cccdfd85-d35d-4453-9c6f-a463aae40722" providerId="ADAL" clId="{5B8A6D22-27A2-4EF9-83C4-9A1491FF93A7}" dt="2024-09-12T07:02:13.645" v="113" actId="14100"/>
          <ac:spMkLst>
            <pc:docMk/>
            <pc:sldMk cId="0"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0"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0" sldId="283"/>
        </pc:sldMkLst>
        <pc:spChg chg="mod">
          <ac:chgData name="Ms Alina Arshad" userId="cccdfd85-d35d-4453-9c6f-a463aae40722" providerId="ADAL" clId="{5B8A6D22-27A2-4EF9-83C4-9A1491FF93A7}" dt="2024-09-12T07:02:32.578" v="122" actId="27636"/>
          <ac:spMkLst>
            <pc:docMk/>
            <pc:sldMk cId="0"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0"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0" sldId="284"/>
        </pc:sldMkLst>
        <pc:spChg chg="mod">
          <ac:chgData name="Ms Alina Arshad" userId="cccdfd85-d35d-4453-9c6f-a463aae40722" providerId="ADAL" clId="{5B8A6D22-27A2-4EF9-83C4-9A1491FF93A7}" dt="2024-09-12T07:02:45.877" v="129" actId="14100"/>
          <ac:spMkLst>
            <pc:docMk/>
            <pc:sldMk cId="0"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0"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0" sldId="285"/>
        </pc:sldMkLst>
        <pc:spChg chg="mod">
          <ac:chgData name="Ms Alina Arshad" userId="cccdfd85-d35d-4453-9c6f-a463aae40722" providerId="ADAL" clId="{5B8A6D22-27A2-4EF9-83C4-9A1491FF93A7}" dt="2024-09-12T07:06:10.037" v="136" actId="113"/>
          <ac:spMkLst>
            <pc:docMk/>
            <pc:sldMk cId="0"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0"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0" sldId="287"/>
        </pc:sldMkLst>
        <pc:spChg chg="mod">
          <ac:chgData name="Ms Alina Arshad" userId="cccdfd85-d35d-4453-9c6f-a463aae40722" providerId="ADAL" clId="{5B8A6D22-27A2-4EF9-83C4-9A1491FF93A7}" dt="2024-09-12T07:09:15.575" v="145" actId="1076"/>
          <ac:spMkLst>
            <pc:docMk/>
            <pc:sldMk cId="0"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0"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0" sldId="288"/>
        </pc:sldMkLst>
        <pc:spChg chg="mod">
          <ac:chgData name="Ms Alina Arshad" userId="cccdfd85-d35d-4453-9c6f-a463aae40722" providerId="ADAL" clId="{5B8A6D22-27A2-4EF9-83C4-9A1491FF93A7}" dt="2024-09-13T05:15:04.952" v="208" actId="14100"/>
          <ac:spMkLst>
            <pc:docMk/>
            <pc:sldMk cId="0"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0"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0"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0CB232A2-0B42-4DBF-AC2D-50B32D7285CF}"/>
    <pc:docChg chg="custSel addSld modSld sldOrd">
      <pc:chgData name="Ms Alina Arshad" userId="cccdfd85-d35d-4453-9c6f-a463aae40722" providerId="ADAL" clId="{0CB232A2-0B42-4DBF-AC2D-50B32D7285CF}" dt="2024-09-15T14:10:32.357" v="138" actId="113"/>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5T13:42:20.799" v="112" actId="207"/>
        <pc:sldMkLst>
          <pc:docMk/>
          <pc:sldMk cId="0" sldId="259"/>
        </pc:sldMkLst>
        <pc:spChg chg="mod">
          <ac:chgData name="Ms Alina Arshad" userId="cccdfd85-d35d-4453-9c6f-a463aae40722" providerId="ADAL" clId="{0CB232A2-0B42-4DBF-AC2D-50B32D7285CF}" dt="2024-09-15T13:42:20.799" v="112" actId="207"/>
          <ac:spMkLst>
            <pc:docMk/>
            <pc:sldMk cId="0" sldId="259"/>
            <ac:spMk id="112" creationId="{00000000-0000-0000-0000-000000000000}"/>
          </ac:spMkLst>
        </pc:spChg>
      </pc:sldChg>
      <pc:sldChg chg="modSp mod">
        <pc:chgData name="Ms Alina Arshad" userId="cccdfd85-d35d-4453-9c6f-a463aae40722" providerId="ADAL" clId="{0CB232A2-0B42-4DBF-AC2D-50B32D7285CF}" dt="2024-09-15T13:40:10.232" v="105" actId="14100"/>
        <pc:sldMkLst>
          <pc:docMk/>
          <pc:sldMk cId="0" sldId="260"/>
        </pc:sldMkLst>
        <pc:picChg chg="mod">
          <ac:chgData name="Ms Alina Arshad" userId="cccdfd85-d35d-4453-9c6f-a463aae40722" providerId="ADAL" clId="{0CB232A2-0B42-4DBF-AC2D-50B32D7285CF}" dt="2024-09-15T13:40:10.232" v="105" actId="14100"/>
          <ac:picMkLst>
            <pc:docMk/>
            <pc:sldMk cId="0" sldId="260"/>
            <ac:picMk id="120" creationId="{00000000-0000-0000-0000-000000000000}"/>
          </ac:picMkLst>
        </pc:picChg>
      </pc:sldChg>
      <pc:sldChg chg="modSp mod">
        <pc:chgData name="Ms Alina Arshad" userId="cccdfd85-d35d-4453-9c6f-a463aae40722" providerId="ADAL" clId="{0CB232A2-0B42-4DBF-AC2D-50B32D7285CF}" dt="2024-09-14T10:46:51.265" v="3" actId="1076"/>
        <pc:sldMkLst>
          <pc:docMk/>
          <pc:sldMk cId="0" sldId="269"/>
        </pc:sldMkLst>
        <pc:spChg chg="mod">
          <ac:chgData name="Ms Alina Arshad" userId="cccdfd85-d35d-4453-9c6f-a463aae40722" providerId="ADAL" clId="{0CB232A2-0B42-4DBF-AC2D-50B32D7285CF}" dt="2024-09-14T10:46:51.265" v="3" actId="1076"/>
          <ac:spMkLst>
            <pc:docMk/>
            <pc:sldMk cId="0"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0"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0" sldId="270"/>
        </pc:sldMkLst>
        <pc:spChg chg="mod">
          <ac:chgData name="Ms Alina Arshad" userId="cccdfd85-d35d-4453-9c6f-a463aae40722" providerId="ADAL" clId="{0CB232A2-0B42-4DBF-AC2D-50B32D7285CF}" dt="2024-09-15T13:45:36.793" v="117" actId="113"/>
          <ac:spMkLst>
            <pc:docMk/>
            <pc:sldMk cId="0"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0"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0" sldId="271"/>
        </pc:sldMkLst>
        <pc:spChg chg="mod">
          <ac:chgData name="Ms Alina Arshad" userId="cccdfd85-d35d-4453-9c6f-a463aae40722" providerId="ADAL" clId="{0CB232A2-0B42-4DBF-AC2D-50B32D7285CF}" dt="2024-09-14T11:11:07.043" v="52" actId="20577"/>
          <ac:spMkLst>
            <pc:docMk/>
            <pc:sldMk cId="0"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0"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0" sldId="265"/>
        </pc:sldMkLst>
        <pc:spChg chg="mod">
          <ac:chgData name="Ms Alina Arshad" userId="cccdfd85-d35d-4453-9c6f-a463aae40722" providerId="ADAL" clId="{57485560-A1FA-415A-BF02-476F12996002}" dt="2024-09-01T04:58:29.544" v="188" actId="113"/>
          <ac:spMkLst>
            <pc:docMk/>
            <pc:sldMk cId="0"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0" sldId="266"/>
        </pc:sldMkLst>
        <pc:spChg chg="mod">
          <ac:chgData name="Ms Alina Arshad" userId="cccdfd85-d35d-4453-9c6f-a463aae40722" providerId="ADAL" clId="{57485560-A1FA-415A-BF02-476F12996002}" dt="2024-09-01T05:03:09.408" v="210" actId="20577"/>
          <ac:spMkLst>
            <pc:docMk/>
            <pc:sldMk cId="0"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0"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0" sldId="267"/>
        </pc:sldMkLst>
        <pc:spChg chg="mod">
          <ac:chgData name="Ms Alina Arshad" userId="cccdfd85-d35d-4453-9c6f-a463aae40722" providerId="ADAL" clId="{57485560-A1FA-415A-BF02-476F12996002}" dt="2024-09-01T05:05:30.761" v="212" actId="20577"/>
          <ac:spMkLst>
            <pc:docMk/>
            <pc:sldMk cId="0"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0" sldId="268"/>
        </pc:sldMkLst>
        <pc:spChg chg="mod">
          <ac:chgData name="Ms Alina Arshad" userId="cccdfd85-d35d-4453-9c6f-a463aae40722" providerId="ADAL" clId="{57485560-A1FA-415A-BF02-476F12996002}" dt="2024-09-01T05:09:01.570" v="220" actId="255"/>
          <ac:spMkLst>
            <pc:docMk/>
            <pc:sldMk cId="0"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0" sldId="269"/>
        </pc:sldMkLst>
        <pc:spChg chg="mod">
          <ac:chgData name="Ms Alina Arshad" userId="cccdfd85-d35d-4453-9c6f-a463aae40722" providerId="ADAL" clId="{57485560-A1FA-415A-BF02-476F12996002}" dt="2024-09-01T05:11:03.383" v="223" actId="20577"/>
          <ac:spMkLst>
            <pc:docMk/>
            <pc:sldMk cId="0"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0" sldId="270"/>
        </pc:sldMkLst>
        <pc:spChg chg="mod">
          <ac:chgData name="Ms Alina Arshad" userId="cccdfd85-d35d-4453-9c6f-a463aae40722" providerId="ADAL" clId="{57485560-A1FA-415A-BF02-476F12996002}" dt="2024-09-01T05:11:09.635" v="224" actId="207"/>
          <ac:spMkLst>
            <pc:docMk/>
            <pc:sldMk cId="0"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0"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0" sldId="271"/>
        </pc:sldMkLst>
        <pc:spChg chg="mod">
          <ac:chgData name="Ms Alina Arshad" userId="cccdfd85-d35d-4453-9c6f-a463aae40722" providerId="ADAL" clId="{57485560-A1FA-415A-BF02-476F12996002}" dt="2024-08-31T05:25:06.082" v="0" actId="207"/>
          <ac:spMkLst>
            <pc:docMk/>
            <pc:sldMk cId="0"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0"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0" sldId="397"/>
        </pc:sldMkLst>
        <pc:spChg chg="add mod">
          <ac:chgData name="Ms Alina Arshad" userId="cccdfd85-d35d-4453-9c6f-a463aae40722" providerId="ADAL" clId="{57485560-A1FA-415A-BF02-476F12996002}" dt="2024-09-01T05:25:12.124" v="266" actId="1076"/>
          <ac:spMkLst>
            <pc:docMk/>
            <pc:sldMk cId="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0" sldId="397"/>
            <ac:cxnSpMk id="10" creationId="{8A2E3792-997B-B08B-40C7-96693FDD8B19}"/>
          </ac:cxnSpMkLst>
        </pc:cxn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44:19.755" v="55" actId="12"/>
        <pc:sldMkLst>
          <pc:docMk/>
          <pc:sldMk cId="0" sldId="259"/>
        </pc:sldMkLst>
        <pc:spChg chg="mod">
          <ac:chgData name="Ms Alina Arshad" userId="cccdfd85-d35d-4453-9c6f-a463aae40722" providerId="ADAL" clId="{CC6B5282-6613-48F0-886F-796865211BB0}" dt="2024-09-11T12:43:56.283" v="51" actId="14100"/>
          <ac:spMkLst>
            <pc:docMk/>
            <pc:sldMk cId="0" sldId="259"/>
            <ac:spMk id="112" creationId="{00000000-0000-0000-0000-000000000000}"/>
          </ac:spMkLst>
        </pc:spChg>
        <pc:spChg chg="mod">
          <ac:chgData name="Ms Alina Arshad" userId="cccdfd85-d35d-4453-9c6f-a463aae40722" providerId="ADAL" clId="{CC6B5282-6613-48F0-886F-796865211BB0}" dt="2024-09-11T12:44:19.755" v="55" actId="12"/>
          <ac:spMkLst>
            <pc:docMk/>
            <pc:sldMk cId="0" sldId="259"/>
            <ac:spMk id="113" creationId="{00000000-0000-0000-0000-000000000000}"/>
          </ac:spMkLst>
        </pc:spChg>
      </pc:sldChg>
      <pc:sldChg chg="modSp add del mod">
        <pc:chgData name="Ms Alina Arshad" userId="cccdfd85-d35d-4453-9c6f-a463aae40722" providerId="ADAL" clId="{CC6B5282-6613-48F0-886F-796865211BB0}" dt="2024-09-11T12:44:40.458" v="59" actId="14100"/>
        <pc:sldMkLst>
          <pc:docMk/>
          <pc:sldMk cId="0" sldId="260"/>
        </pc:sldMkLst>
        <pc:spChg chg="mod">
          <ac:chgData name="Ms Alina Arshad" userId="cccdfd85-d35d-4453-9c6f-a463aae40722" providerId="ADAL" clId="{CC6B5282-6613-48F0-886F-796865211BB0}" dt="2024-09-11T12:44:27.952" v="56" actId="207"/>
          <ac:spMkLst>
            <pc:docMk/>
            <pc:sldMk cId="0" sldId="260"/>
            <ac:spMk id="119" creationId="{00000000-0000-0000-0000-000000000000}"/>
          </ac:spMkLst>
        </pc:spChg>
        <pc:spChg chg="mod">
          <ac:chgData name="Ms Alina Arshad" userId="cccdfd85-d35d-4453-9c6f-a463aae40722" providerId="ADAL" clId="{CC6B5282-6613-48F0-886F-796865211BB0}" dt="2024-09-11T12:44:40.458" v="59" actId="14100"/>
          <ac:spMkLst>
            <pc:docMk/>
            <pc:sldMk cId="0" sldId="260"/>
            <ac:spMk id="121" creationId="{00000000-0000-0000-0000-000000000000}"/>
          </ac:spMkLst>
        </pc:spChg>
        <pc:picChg chg="mod">
          <ac:chgData name="Ms Alina Arshad" userId="cccdfd85-d35d-4453-9c6f-a463aae40722" providerId="ADAL" clId="{CC6B5282-6613-48F0-886F-796865211BB0}" dt="2024-09-11T12:44:31.775" v="57" actId="1076"/>
          <ac:picMkLst>
            <pc:docMk/>
            <pc:sldMk cId="0" sldId="260"/>
            <ac:picMk id="120" creationId="{00000000-0000-0000-0000-000000000000}"/>
          </ac:picMkLst>
        </pc:pic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4:48.316" v="89" actId="1076"/>
        <pc:sldMkLst>
          <pc:docMk/>
          <pc:sldMk cId="0" sldId="262"/>
        </pc:sldMkLst>
        <pc:spChg chg="mod">
          <ac:chgData name="Ms Alina Arshad" userId="cccdfd85-d35d-4453-9c6f-a463aae40722" providerId="ADAL" clId="{CC6B5282-6613-48F0-886F-796865211BB0}" dt="2024-09-11T12:52:23.498" v="77" actId="207"/>
          <ac:spMkLst>
            <pc:docMk/>
            <pc:sldMk cId="0" sldId="262"/>
            <ac:spMk id="136" creationId="{00000000-0000-0000-0000-000000000000}"/>
          </ac:spMkLst>
        </pc:spChg>
        <pc:picChg chg="mod">
          <ac:chgData name="Ms Alina Arshad" userId="cccdfd85-d35d-4453-9c6f-a463aae40722" providerId="ADAL" clId="{CC6B5282-6613-48F0-886F-796865211BB0}" dt="2024-09-11T12:52:27.292" v="78" actId="1076"/>
          <ac:picMkLst>
            <pc:docMk/>
            <pc:sldMk cId="0" sldId="262"/>
            <ac:picMk id="137" creationId="{00000000-0000-0000-0000-000000000000}"/>
          </ac:picMkLst>
        </pc:picChg>
        <pc:picChg chg="mod">
          <ac:chgData name="Ms Alina Arshad" userId="cccdfd85-d35d-4453-9c6f-a463aae40722" providerId="ADAL" clId="{CC6B5282-6613-48F0-886F-796865211BB0}" dt="2024-09-11T13:04:48.316" v="89" actId="1076"/>
          <ac:picMkLst>
            <pc:docMk/>
            <pc:sldMk cId="0" sldId="262"/>
            <ac:picMk id="138"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0" sldId="265"/>
        </pc:sldMkLst>
        <pc:spChg chg="mod">
          <ac:chgData name="Ms Alina Arshad" userId="cccdfd85-d35d-4453-9c6f-a463aae40722" providerId="ADAL" clId="{CC6B5282-6613-48F0-886F-796865211BB0}" dt="2024-09-11T13:05:48.001" v="98" actId="14100"/>
          <ac:spMkLst>
            <pc:docMk/>
            <pc:sldMk cId="0"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0"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0" sldId="266"/>
        </pc:sldMkLst>
        <pc:spChg chg="mod">
          <ac:chgData name="Ms Alina Arshad" userId="cccdfd85-d35d-4453-9c6f-a463aae40722" providerId="ADAL" clId="{CC6B5282-6613-48F0-886F-796865211BB0}" dt="2024-09-11T13:06:03.598" v="101" actId="1076"/>
          <ac:spMkLst>
            <pc:docMk/>
            <pc:sldMk cId="0"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0"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0"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0" sldId="267"/>
        </pc:sldMkLst>
        <pc:spChg chg="mod">
          <ac:chgData name="Ms Alina Arshad" userId="cccdfd85-d35d-4453-9c6f-a463aae40722" providerId="ADAL" clId="{CC6B5282-6613-48F0-886F-796865211BB0}" dt="2024-09-11T13:06:55.957" v="114" actId="1076"/>
          <ac:spMkLst>
            <pc:docMk/>
            <pc:sldMk cId="0"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0"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0"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0" sldId="268"/>
        </pc:sldMkLst>
        <pc:spChg chg="mod">
          <ac:chgData name="Ms Alina Arshad" userId="cccdfd85-d35d-4453-9c6f-a463aae40722" providerId="ADAL" clId="{CC6B5282-6613-48F0-886F-796865211BB0}" dt="2024-09-11T13:07:15.560" v="120" actId="1076"/>
          <ac:spMkLst>
            <pc:docMk/>
            <pc:sldMk cId="0"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0"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0"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0" sldId="269"/>
        </pc:sldMkLst>
      </pc:sldChg>
      <pc:sldChg chg="add del">
        <pc:chgData name="Ms Alina Arshad" userId="cccdfd85-d35d-4453-9c6f-a463aae40722" providerId="ADAL" clId="{CC6B5282-6613-48F0-886F-796865211BB0}" dt="2024-09-11T12:42:03.189" v="17"/>
        <pc:sldMkLst>
          <pc:docMk/>
          <pc:sldMk cId="0" sldId="270"/>
        </pc:sldMkLst>
      </pc:sldChg>
      <pc:sldChg chg="add del">
        <pc:chgData name="Ms Alina Arshad" userId="cccdfd85-d35d-4453-9c6f-a463aae40722" providerId="ADAL" clId="{CC6B5282-6613-48F0-886F-796865211BB0}" dt="2024-09-11T12:42:03.189" v="17"/>
        <pc:sldMkLst>
          <pc:docMk/>
          <pc:sldMk cId="0" sldId="271"/>
        </pc:sldMkLst>
      </pc:sldChg>
      <pc:sldChg chg="add del">
        <pc:chgData name="Ms Alina Arshad" userId="cccdfd85-d35d-4453-9c6f-a463aae40722" providerId="ADAL" clId="{CC6B5282-6613-48F0-886F-796865211BB0}" dt="2024-09-11T12:42:03.189" v="17"/>
        <pc:sldMkLst>
          <pc:docMk/>
          <pc:sldMk cId="0" sldId="272"/>
        </pc:sldMkLst>
      </pc:sldChg>
      <pc:sldChg chg="add del">
        <pc:chgData name="Ms Alina Arshad" userId="cccdfd85-d35d-4453-9c6f-a463aae40722" providerId="ADAL" clId="{CC6B5282-6613-48F0-886F-796865211BB0}" dt="2024-09-11T12:42:03.189" v="17"/>
        <pc:sldMkLst>
          <pc:docMk/>
          <pc:sldMk cId="0" sldId="273"/>
        </pc:sldMkLst>
      </pc:sldChg>
      <pc:sldChg chg="add del">
        <pc:chgData name="Ms Alina Arshad" userId="cccdfd85-d35d-4453-9c6f-a463aae40722" providerId="ADAL" clId="{CC6B5282-6613-48F0-886F-796865211BB0}" dt="2024-09-11T12:42:03.189" v="17"/>
        <pc:sldMkLst>
          <pc:docMk/>
          <pc:sldMk cId="0" sldId="274"/>
        </pc:sldMkLst>
      </pc:sldChg>
      <pc:sldChg chg="modSp add mod">
        <pc:chgData name="Ms Alina Arshad" userId="cccdfd85-d35d-4453-9c6f-a463aae40722" providerId="ADAL" clId="{CC6B5282-6613-48F0-886F-796865211BB0}" dt="2024-09-11T12:42:03.381" v="23" actId="27636"/>
        <pc:sldMkLst>
          <pc:docMk/>
          <pc:sldMk cId="0" sldId="275"/>
        </pc:sldMkLst>
        <pc:spChg chg="mod">
          <ac:chgData name="Ms Alina Arshad" userId="cccdfd85-d35d-4453-9c6f-a463aae40722" providerId="ADAL" clId="{CC6B5282-6613-48F0-886F-796865211BB0}" dt="2024-09-11T12:42:03.381" v="23" actId="27636"/>
          <ac:spMkLst>
            <pc:docMk/>
            <pc:sldMk cId="0"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0"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0" sldId="278"/>
        </pc:sldMkLst>
      </pc:sldChg>
      <pc:sldChg chg="modSp add del mod">
        <pc:chgData name="Ms Alina Arshad" userId="cccdfd85-d35d-4453-9c6f-a463aae40722" providerId="ADAL" clId="{CC6B5282-6613-48F0-886F-796865211BB0}" dt="2024-09-11T12:42:44.828" v="35" actId="47"/>
        <pc:sldMkLst>
          <pc:docMk/>
          <pc:sldMk cId="0" sldId="280"/>
        </pc:sldMkLst>
        <pc:spChg chg="mod">
          <ac:chgData name="Ms Alina Arshad" userId="cccdfd85-d35d-4453-9c6f-a463aae40722" providerId="ADAL" clId="{CC6B5282-6613-48F0-886F-796865211BB0}" dt="2024-09-11T12:42:42.317" v="34" actId="6549"/>
          <ac:spMkLst>
            <pc:docMk/>
            <pc:sldMk cId="0"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0" sldId="281"/>
        </pc:sldMkLst>
      </pc:sldChg>
      <pc:sldChg chg="add">
        <pc:chgData name="Ms Alina Arshad" userId="cccdfd85-d35d-4453-9c6f-a463aae40722" providerId="ADAL" clId="{CC6B5282-6613-48F0-886F-796865211BB0}" dt="2024-09-11T12:42:03.189" v="17"/>
        <pc:sldMkLst>
          <pc:docMk/>
          <pc:sldMk cId="0" sldId="282"/>
        </pc:sldMkLst>
      </pc:sldChg>
      <pc:sldChg chg="add">
        <pc:chgData name="Ms Alina Arshad" userId="cccdfd85-d35d-4453-9c6f-a463aae40722" providerId="ADAL" clId="{CC6B5282-6613-48F0-886F-796865211BB0}" dt="2024-09-11T12:42:03.189" v="17"/>
        <pc:sldMkLst>
          <pc:docMk/>
          <pc:sldMk cId="0" sldId="283"/>
        </pc:sldMkLst>
      </pc:sldChg>
      <pc:sldChg chg="add">
        <pc:chgData name="Ms Alina Arshad" userId="cccdfd85-d35d-4453-9c6f-a463aae40722" providerId="ADAL" clId="{CC6B5282-6613-48F0-886F-796865211BB0}" dt="2024-09-11T12:42:03.189" v="17"/>
        <pc:sldMkLst>
          <pc:docMk/>
          <pc:sldMk cId="0" sldId="284"/>
        </pc:sldMkLst>
      </pc:sldChg>
      <pc:sldChg chg="add">
        <pc:chgData name="Ms Alina Arshad" userId="cccdfd85-d35d-4453-9c6f-a463aae40722" providerId="ADAL" clId="{CC6B5282-6613-48F0-886F-796865211BB0}" dt="2024-09-11T12:42:03.189" v="17"/>
        <pc:sldMkLst>
          <pc:docMk/>
          <pc:sldMk cId="0"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0" sldId="287"/>
        </pc:sldMkLst>
      </pc:sldChg>
      <pc:sldChg chg="add">
        <pc:chgData name="Ms Alina Arshad" userId="cccdfd85-d35d-4453-9c6f-a463aae40722" providerId="ADAL" clId="{CC6B5282-6613-48F0-886F-796865211BB0}" dt="2024-09-11T12:42:03.189" v="17"/>
        <pc:sldMkLst>
          <pc:docMk/>
          <pc:sldMk cId="0"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437BCB49-6CE3-4982-B6B3-07B47BFC59B1}"/>
    <pc:docChg chg="delSld modSld">
      <pc:chgData name="Ms Alina Arshad" userId="cccdfd85-d35d-4453-9c6f-a463aae40722" providerId="ADAL" clId="{437BCB49-6CE3-4982-B6B3-07B47BFC59B1}" dt="2024-09-19T05:06:34.697" v="51" actId="47"/>
      <pc:docMkLst>
        <pc:docMk/>
      </pc:docMkLst>
      <pc:sldChg chg="modSp mod">
        <pc:chgData name="Ms Alina Arshad" userId="cccdfd85-d35d-4453-9c6f-a463aae40722" providerId="ADAL" clId="{437BCB49-6CE3-4982-B6B3-07B47BFC59B1}" dt="2024-09-19T05:06:20.740" v="1" actId="20577"/>
        <pc:sldMkLst>
          <pc:docMk/>
          <pc:sldMk cId="3322361034" sldId="256"/>
        </pc:sldMkLst>
        <pc:spChg chg="mod">
          <ac:chgData name="Ms Alina Arshad" userId="cccdfd85-d35d-4453-9c6f-a463aae40722" providerId="ADAL" clId="{437BCB49-6CE3-4982-B6B3-07B47BFC59B1}" dt="2024-09-19T05:06:20.740" v="1" actId="20577"/>
          <ac:spMkLst>
            <pc:docMk/>
            <pc:sldMk cId="3322361034" sldId="256"/>
            <ac:spMk id="3" creationId="{44E9F82C-BBA7-3495-1097-BEDB54FFFDF4}"/>
          </ac:spMkLst>
        </pc:spChg>
      </pc:sldChg>
      <pc:sldChg chg="del">
        <pc:chgData name="Ms Alina Arshad" userId="cccdfd85-d35d-4453-9c6f-a463aae40722" providerId="ADAL" clId="{437BCB49-6CE3-4982-B6B3-07B47BFC59B1}" dt="2024-09-19T05:06:23.721" v="2" actId="47"/>
        <pc:sldMkLst>
          <pc:docMk/>
          <pc:sldMk cId="0" sldId="258"/>
        </pc:sldMkLst>
      </pc:sldChg>
      <pc:sldChg chg="del">
        <pc:chgData name="Ms Alina Arshad" userId="cccdfd85-d35d-4453-9c6f-a463aae40722" providerId="ADAL" clId="{437BCB49-6CE3-4982-B6B3-07B47BFC59B1}" dt="2024-09-19T05:06:23.958" v="3" actId="47"/>
        <pc:sldMkLst>
          <pc:docMk/>
          <pc:sldMk cId="0" sldId="259"/>
        </pc:sldMkLst>
      </pc:sldChg>
      <pc:sldChg chg="del">
        <pc:chgData name="Ms Alina Arshad" userId="cccdfd85-d35d-4453-9c6f-a463aae40722" providerId="ADAL" clId="{437BCB49-6CE3-4982-B6B3-07B47BFC59B1}" dt="2024-09-19T05:06:24.130" v="4" actId="47"/>
        <pc:sldMkLst>
          <pc:docMk/>
          <pc:sldMk cId="0" sldId="260"/>
        </pc:sldMkLst>
      </pc:sldChg>
      <pc:sldChg chg="del">
        <pc:chgData name="Ms Alina Arshad" userId="cccdfd85-d35d-4453-9c6f-a463aae40722" providerId="ADAL" clId="{437BCB49-6CE3-4982-B6B3-07B47BFC59B1}" dt="2024-09-19T05:06:24.301" v="5" actId="47"/>
        <pc:sldMkLst>
          <pc:docMk/>
          <pc:sldMk cId="0" sldId="261"/>
        </pc:sldMkLst>
      </pc:sldChg>
      <pc:sldChg chg="del">
        <pc:chgData name="Ms Alina Arshad" userId="cccdfd85-d35d-4453-9c6f-a463aae40722" providerId="ADAL" clId="{437BCB49-6CE3-4982-B6B3-07B47BFC59B1}" dt="2024-09-19T05:06:24.473" v="6" actId="47"/>
        <pc:sldMkLst>
          <pc:docMk/>
          <pc:sldMk cId="0" sldId="262"/>
        </pc:sldMkLst>
      </pc:sldChg>
      <pc:sldChg chg="del">
        <pc:chgData name="Ms Alina Arshad" userId="cccdfd85-d35d-4453-9c6f-a463aae40722" providerId="ADAL" clId="{437BCB49-6CE3-4982-B6B3-07B47BFC59B1}" dt="2024-09-19T05:06:24.614" v="7" actId="47"/>
        <pc:sldMkLst>
          <pc:docMk/>
          <pc:sldMk cId="0" sldId="263"/>
        </pc:sldMkLst>
      </pc:sldChg>
      <pc:sldChg chg="del">
        <pc:chgData name="Ms Alina Arshad" userId="cccdfd85-d35d-4453-9c6f-a463aae40722" providerId="ADAL" clId="{437BCB49-6CE3-4982-B6B3-07B47BFC59B1}" dt="2024-09-19T05:06:24.801" v="8" actId="47"/>
        <pc:sldMkLst>
          <pc:docMk/>
          <pc:sldMk cId="0" sldId="264"/>
        </pc:sldMkLst>
      </pc:sldChg>
      <pc:sldChg chg="del">
        <pc:chgData name="Ms Alina Arshad" userId="cccdfd85-d35d-4453-9c6f-a463aae40722" providerId="ADAL" clId="{437BCB49-6CE3-4982-B6B3-07B47BFC59B1}" dt="2024-09-19T05:06:24.943" v="9" actId="47"/>
        <pc:sldMkLst>
          <pc:docMk/>
          <pc:sldMk cId="0" sldId="266"/>
        </pc:sldMkLst>
      </pc:sldChg>
      <pc:sldChg chg="del">
        <pc:chgData name="Ms Alina Arshad" userId="cccdfd85-d35d-4453-9c6f-a463aae40722" providerId="ADAL" clId="{437BCB49-6CE3-4982-B6B3-07B47BFC59B1}" dt="2024-09-19T05:06:25.115" v="10" actId="47"/>
        <pc:sldMkLst>
          <pc:docMk/>
          <pc:sldMk cId="0" sldId="267"/>
        </pc:sldMkLst>
      </pc:sldChg>
      <pc:sldChg chg="del">
        <pc:chgData name="Ms Alina Arshad" userId="cccdfd85-d35d-4453-9c6f-a463aae40722" providerId="ADAL" clId="{437BCB49-6CE3-4982-B6B3-07B47BFC59B1}" dt="2024-09-19T05:06:25.318" v="11" actId="47"/>
        <pc:sldMkLst>
          <pc:docMk/>
          <pc:sldMk cId="0" sldId="268"/>
        </pc:sldMkLst>
      </pc:sldChg>
      <pc:sldChg chg="del">
        <pc:chgData name="Ms Alina Arshad" userId="cccdfd85-d35d-4453-9c6f-a463aae40722" providerId="ADAL" clId="{437BCB49-6CE3-4982-B6B3-07B47BFC59B1}" dt="2024-09-19T05:06:25.443" v="12" actId="47"/>
        <pc:sldMkLst>
          <pc:docMk/>
          <pc:sldMk cId="0" sldId="269"/>
        </pc:sldMkLst>
      </pc:sldChg>
      <pc:sldChg chg="del">
        <pc:chgData name="Ms Alina Arshad" userId="cccdfd85-d35d-4453-9c6f-a463aae40722" providerId="ADAL" clId="{437BCB49-6CE3-4982-B6B3-07B47BFC59B1}" dt="2024-09-19T05:06:25.615" v="13" actId="47"/>
        <pc:sldMkLst>
          <pc:docMk/>
          <pc:sldMk cId="0" sldId="270"/>
        </pc:sldMkLst>
      </pc:sldChg>
      <pc:sldChg chg="del">
        <pc:chgData name="Ms Alina Arshad" userId="cccdfd85-d35d-4453-9c6f-a463aae40722" providerId="ADAL" clId="{437BCB49-6CE3-4982-B6B3-07B47BFC59B1}" dt="2024-09-19T05:06:25.787" v="14" actId="47"/>
        <pc:sldMkLst>
          <pc:docMk/>
          <pc:sldMk cId="0" sldId="271"/>
        </pc:sldMkLst>
      </pc:sldChg>
      <pc:sldChg chg="del">
        <pc:chgData name="Ms Alina Arshad" userId="cccdfd85-d35d-4453-9c6f-a463aae40722" providerId="ADAL" clId="{437BCB49-6CE3-4982-B6B3-07B47BFC59B1}" dt="2024-09-19T05:06:25.959" v="15" actId="47"/>
        <pc:sldMkLst>
          <pc:docMk/>
          <pc:sldMk cId="0" sldId="272"/>
        </pc:sldMkLst>
      </pc:sldChg>
      <pc:sldChg chg="del">
        <pc:chgData name="Ms Alina Arshad" userId="cccdfd85-d35d-4453-9c6f-a463aae40722" providerId="ADAL" clId="{437BCB49-6CE3-4982-B6B3-07B47BFC59B1}" dt="2024-09-19T05:06:26.130" v="16" actId="47"/>
        <pc:sldMkLst>
          <pc:docMk/>
          <pc:sldMk cId="0" sldId="273"/>
        </pc:sldMkLst>
      </pc:sldChg>
      <pc:sldChg chg="del">
        <pc:chgData name="Ms Alina Arshad" userId="cccdfd85-d35d-4453-9c6f-a463aae40722" providerId="ADAL" clId="{437BCB49-6CE3-4982-B6B3-07B47BFC59B1}" dt="2024-09-19T05:06:26.318" v="17" actId="47"/>
        <pc:sldMkLst>
          <pc:docMk/>
          <pc:sldMk cId="0" sldId="274"/>
        </pc:sldMkLst>
      </pc:sldChg>
      <pc:sldChg chg="del">
        <pc:chgData name="Ms Alina Arshad" userId="cccdfd85-d35d-4453-9c6f-a463aae40722" providerId="ADAL" clId="{437BCB49-6CE3-4982-B6B3-07B47BFC59B1}" dt="2024-09-19T05:06:26.848" v="18" actId="47"/>
        <pc:sldMkLst>
          <pc:docMk/>
          <pc:sldMk cId="0" sldId="275"/>
        </pc:sldMkLst>
      </pc:sldChg>
      <pc:sldChg chg="del">
        <pc:chgData name="Ms Alina Arshad" userId="cccdfd85-d35d-4453-9c6f-a463aae40722" providerId="ADAL" clId="{437BCB49-6CE3-4982-B6B3-07B47BFC59B1}" dt="2024-09-19T05:06:26.880" v="19" actId="47"/>
        <pc:sldMkLst>
          <pc:docMk/>
          <pc:sldMk cId="0" sldId="276"/>
        </pc:sldMkLst>
      </pc:sldChg>
      <pc:sldChg chg="del">
        <pc:chgData name="Ms Alina Arshad" userId="cccdfd85-d35d-4453-9c6f-a463aae40722" providerId="ADAL" clId="{437BCB49-6CE3-4982-B6B3-07B47BFC59B1}" dt="2024-09-19T05:06:26.942" v="20" actId="47"/>
        <pc:sldMkLst>
          <pc:docMk/>
          <pc:sldMk cId="0" sldId="277"/>
        </pc:sldMkLst>
      </pc:sldChg>
      <pc:sldChg chg="del">
        <pc:chgData name="Ms Alina Arshad" userId="cccdfd85-d35d-4453-9c6f-a463aae40722" providerId="ADAL" clId="{437BCB49-6CE3-4982-B6B3-07B47BFC59B1}" dt="2024-09-19T05:06:26.973" v="21" actId="47"/>
        <pc:sldMkLst>
          <pc:docMk/>
          <pc:sldMk cId="0" sldId="278"/>
        </pc:sldMkLst>
      </pc:sldChg>
      <pc:sldChg chg="del">
        <pc:chgData name="Ms Alina Arshad" userId="cccdfd85-d35d-4453-9c6f-a463aae40722" providerId="ADAL" clId="{437BCB49-6CE3-4982-B6B3-07B47BFC59B1}" dt="2024-09-19T05:06:27.036" v="23" actId="47"/>
        <pc:sldMkLst>
          <pc:docMk/>
          <pc:sldMk cId="0" sldId="281"/>
        </pc:sldMkLst>
      </pc:sldChg>
      <pc:sldChg chg="del">
        <pc:chgData name="Ms Alina Arshad" userId="cccdfd85-d35d-4453-9c6f-a463aae40722" providerId="ADAL" clId="{437BCB49-6CE3-4982-B6B3-07B47BFC59B1}" dt="2024-09-19T05:06:27.082" v="25" actId="47"/>
        <pc:sldMkLst>
          <pc:docMk/>
          <pc:sldMk cId="0" sldId="282"/>
        </pc:sldMkLst>
      </pc:sldChg>
      <pc:sldChg chg="del">
        <pc:chgData name="Ms Alina Arshad" userId="cccdfd85-d35d-4453-9c6f-a463aae40722" providerId="ADAL" clId="{437BCB49-6CE3-4982-B6B3-07B47BFC59B1}" dt="2024-09-19T05:06:27.161" v="27" actId="47"/>
        <pc:sldMkLst>
          <pc:docMk/>
          <pc:sldMk cId="0" sldId="283"/>
        </pc:sldMkLst>
      </pc:sldChg>
      <pc:sldChg chg="del">
        <pc:chgData name="Ms Alina Arshad" userId="cccdfd85-d35d-4453-9c6f-a463aae40722" providerId="ADAL" clId="{437BCB49-6CE3-4982-B6B3-07B47BFC59B1}" dt="2024-09-19T05:06:27.207" v="29" actId="47"/>
        <pc:sldMkLst>
          <pc:docMk/>
          <pc:sldMk cId="0" sldId="284"/>
        </pc:sldMkLst>
      </pc:sldChg>
      <pc:sldChg chg="del">
        <pc:chgData name="Ms Alina Arshad" userId="cccdfd85-d35d-4453-9c6f-a463aae40722" providerId="ADAL" clId="{437BCB49-6CE3-4982-B6B3-07B47BFC59B1}" dt="2024-09-19T05:06:28.768" v="31" actId="47"/>
        <pc:sldMkLst>
          <pc:docMk/>
          <pc:sldMk cId="0" sldId="286"/>
        </pc:sldMkLst>
      </pc:sldChg>
      <pc:sldChg chg="del">
        <pc:chgData name="Ms Alina Arshad" userId="cccdfd85-d35d-4453-9c6f-a463aae40722" providerId="ADAL" clId="{437BCB49-6CE3-4982-B6B3-07B47BFC59B1}" dt="2024-09-19T05:06:29.190" v="32" actId="47"/>
        <pc:sldMkLst>
          <pc:docMk/>
          <pc:sldMk cId="0" sldId="287"/>
        </pc:sldMkLst>
      </pc:sldChg>
      <pc:sldChg chg="del">
        <pc:chgData name="Ms Alina Arshad" userId="cccdfd85-d35d-4453-9c6f-a463aae40722" providerId="ADAL" clId="{437BCB49-6CE3-4982-B6B3-07B47BFC59B1}" dt="2024-09-19T05:06:29.393" v="33" actId="47"/>
        <pc:sldMkLst>
          <pc:docMk/>
          <pc:sldMk cId="0" sldId="288"/>
        </pc:sldMkLst>
      </pc:sldChg>
      <pc:sldChg chg="del">
        <pc:chgData name="Ms Alina Arshad" userId="cccdfd85-d35d-4453-9c6f-a463aae40722" providerId="ADAL" clId="{437BCB49-6CE3-4982-B6B3-07B47BFC59B1}" dt="2024-09-19T05:06:29.580" v="34" actId="47"/>
        <pc:sldMkLst>
          <pc:docMk/>
          <pc:sldMk cId="0" sldId="289"/>
        </pc:sldMkLst>
      </pc:sldChg>
      <pc:sldChg chg="del">
        <pc:chgData name="Ms Alina Arshad" userId="cccdfd85-d35d-4453-9c6f-a463aae40722" providerId="ADAL" clId="{437BCB49-6CE3-4982-B6B3-07B47BFC59B1}" dt="2024-09-19T05:06:29.955" v="35" actId="47"/>
        <pc:sldMkLst>
          <pc:docMk/>
          <pc:sldMk cId="0" sldId="290"/>
        </pc:sldMkLst>
      </pc:sldChg>
      <pc:sldChg chg="del">
        <pc:chgData name="Ms Alina Arshad" userId="cccdfd85-d35d-4453-9c6f-a463aae40722" providerId="ADAL" clId="{437BCB49-6CE3-4982-B6B3-07B47BFC59B1}" dt="2024-09-19T05:06:30.158" v="36" actId="47"/>
        <pc:sldMkLst>
          <pc:docMk/>
          <pc:sldMk cId="0" sldId="291"/>
        </pc:sldMkLst>
      </pc:sldChg>
      <pc:sldChg chg="del">
        <pc:chgData name="Ms Alina Arshad" userId="cccdfd85-d35d-4453-9c6f-a463aae40722" providerId="ADAL" clId="{437BCB49-6CE3-4982-B6B3-07B47BFC59B1}" dt="2024-09-19T05:06:30.345" v="37" actId="47"/>
        <pc:sldMkLst>
          <pc:docMk/>
          <pc:sldMk cId="0" sldId="292"/>
        </pc:sldMkLst>
      </pc:sldChg>
      <pc:sldChg chg="del">
        <pc:chgData name="Ms Alina Arshad" userId="cccdfd85-d35d-4453-9c6f-a463aae40722" providerId="ADAL" clId="{437BCB49-6CE3-4982-B6B3-07B47BFC59B1}" dt="2024-09-19T05:06:30.517" v="38" actId="47"/>
        <pc:sldMkLst>
          <pc:docMk/>
          <pc:sldMk cId="0" sldId="293"/>
        </pc:sldMkLst>
      </pc:sldChg>
      <pc:sldChg chg="del">
        <pc:chgData name="Ms Alina Arshad" userId="cccdfd85-d35d-4453-9c6f-a463aae40722" providerId="ADAL" clId="{437BCB49-6CE3-4982-B6B3-07B47BFC59B1}" dt="2024-09-19T05:06:30.814" v="39" actId="47"/>
        <pc:sldMkLst>
          <pc:docMk/>
          <pc:sldMk cId="0" sldId="294"/>
        </pc:sldMkLst>
      </pc:sldChg>
      <pc:sldChg chg="del">
        <pc:chgData name="Ms Alina Arshad" userId="cccdfd85-d35d-4453-9c6f-a463aae40722" providerId="ADAL" clId="{437BCB49-6CE3-4982-B6B3-07B47BFC59B1}" dt="2024-09-19T05:06:31.032" v="40" actId="47"/>
        <pc:sldMkLst>
          <pc:docMk/>
          <pc:sldMk cId="0" sldId="295"/>
        </pc:sldMkLst>
      </pc:sldChg>
      <pc:sldChg chg="del">
        <pc:chgData name="Ms Alina Arshad" userId="cccdfd85-d35d-4453-9c6f-a463aae40722" providerId="ADAL" clId="{437BCB49-6CE3-4982-B6B3-07B47BFC59B1}" dt="2024-09-19T05:06:31.157" v="41" actId="47"/>
        <pc:sldMkLst>
          <pc:docMk/>
          <pc:sldMk cId="0" sldId="296"/>
        </pc:sldMkLst>
      </pc:sldChg>
      <pc:sldChg chg="del">
        <pc:chgData name="Ms Alina Arshad" userId="cccdfd85-d35d-4453-9c6f-a463aae40722" providerId="ADAL" clId="{437BCB49-6CE3-4982-B6B3-07B47BFC59B1}" dt="2024-09-19T05:06:31.595" v="42" actId="47"/>
        <pc:sldMkLst>
          <pc:docMk/>
          <pc:sldMk cId="0" sldId="297"/>
        </pc:sldMkLst>
      </pc:sldChg>
      <pc:sldChg chg="del">
        <pc:chgData name="Ms Alina Arshad" userId="cccdfd85-d35d-4453-9c6f-a463aae40722" providerId="ADAL" clId="{437BCB49-6CE3-4982-B6B3-07B47BFC59B1}" dt="2024-09-19T05:06:31.833" v="43" actId="47"/>
        <pc:sldMkLst>
          <pc:docMk/>
          <pc:sldMk cId="0" sldId="298"/>
        </pc:sldMkLst>
      </pc:sldChg>
      <pc:sldChg chg="del">
        <pc:chgData name="Ms Alina Arshad" userId="cccdfd85-d35d-4453-9c6f-a463aae40722" providerId="ADAL" clId="{437BCB49-6CE3-4982-B6B3-07B47BFC59B1}" dt="2024-09-19T05:06:31.989" v="44" actId="47"/>
        <pc:sldMkLst>
          <pc:docMk/>
          <pc:sldMk cId="0" sldId="299"/>
        </pc:sldMkLst>
      </pc:sldChg>
      <pc:sldChg chg="del">
        <pc:chgData name="Ms Alina Arshad" userId="cccdfd85-d35d-4453-9c6f-a463aae40722" providerId="ADAL" clId="{437BCB49-6CE3-4982-B6B3-07B47BFC59B1}" dt="2024-09-19T05:06:32.364" v="45" actId="47"/>
        <pc:sldMkLst>
          <pc:docMk/>
          <pc:sldMk cId="0" sldId="300"/>
        </pc:sldMkLst>
      </pc:sldChg>
      <pc:sldChg chg="del">
        <pc:chgData name="Ms Alina Arshad" userId="cccdfd85-d35d-4453-9c6f-a463aae40722" providerId="ADAL" clId="{437BCB49-6CE3-4982-B6B3-07B47BFC59B1}" dt="2024-09-19T05:06:32.536" v="46" actId="47"/>
        <pc:sldMkLst>
          <pc:docMk/>
          <pc:sldMk cId="0" sldId="301"/>
        </pc:sldMkLst>
      </pc:sldChg>
      <pc:sldChg chg="del">
        <pc:chgData name="Ms Alina Arshad" userId="cccdfd85-d35d-4453-9c6f-a463aae40722" providerId="ADAL" clId="{437BCB49-6CE3-4982-B6B3-07B47BFC59B1}" dt="2024-09-19T05:06:32.957" v="47" actId="47"/>
        <pc:sldMkLst>
          <pc:docMk/>
          <pc:sldMk cId="0" sldId="302"/>
        </pc:sldMkLst>
      </pc:sldChg>
      <pc:sldChg chg="del">
        <pc:chgData name="Ms Alina Arshad" userId="cccdfd85-d35d-4453-9c6f-a463aae40722" providerId="ADAL" clId="{437BCB49-6CE3-4982-B6B3-07B47BFC59B1}" dt="2024-09-19T05:06:33.192" v="48" actId="47"/>
        <pc:sldMkLst>
          <pc:docMk/>
          <pc:sldMk cId="0" sldId="303"/>
        </pc:sldMkLst>
      </pc:sldChg>
      <pc:sldChg chg="del">
        <pc:chgData name="Ms Alina Arshad" userId="cccdfd85-d35d-4453-9c6f-a463aae40722" providerId="ADAL" clId="{437BCB49-6CE3-4982-B6B3-07B47BFC59B1}" dt="2024-09-19T05:06:33.619" v="49" actId="47"/>
        <pc:sldMkLst>
          <pc:docMk/>
          <pc:sldMk cId="0" sldId="304"/>
        </pc:sldMkLst>
      </pc:sldChg>
      <pc:sldChg chg="del">
        <pc:chgData name="Ms Alina Arshad" userId="cccdfd85-d35d-4453-9c6f-a463aae40722" providerId="ADAL" clId="{437BCB49-6CE3-4982-B6B3-07B47BFC59B1}" dt="2024-09-19T05:06:34.150" v="50" actId="47"/>
        <pc:sldMkLst>
          <pc:docMk/>
          <pc:sldMk cId="0" sldId="305"/>
        </pc:sldMkLst>
      </pc:sldChg>
      <pc:sldChg chg="del">
        <pc:chgData name="Ms Alina Arshad" userId="cccdfd85-d35d-4453-9c6f-a463aae40722" providerId="ADAL" clId="{437BCB49-6CE3-4982-B6B3-07B47BFC59B1}" dt="2024-09-19T05:06:34.697" v="51" actId="47"/>
        <pc:sldMkLst>
          <pc:docMk/>
          <pc:sldMk cId="0" sldId="306"/>
        </pc:sldMkLst>
      </pc:sldChg>
      <pc:sldChg chg="del">
        <pc:chgData name="Ms Alina Arshad" userId="cccdfd85-d35d-4453-9c6f-a463aae40722" providerId="ADAL" clId="{437BCB49-6CE3-4982-B6B3-07B47BFC59B1}" dt="2024-09-19T05:06:27.067" v="24" actId="47"/>
        <pc:sldMkLst>
          <pc:docMk/>
          <pc:sldMk cId="3233864465" sldId="338"/>
        </pc:sldMkLst>
      </pc:sldChg>
      <pc:sldChg chg="del">
        <pc:chgData name="Ms Alina Arshad" userId="cccdfd85-d35d-4453-9c6f-a463aae40722" providerId="ADAL" clId="{437BCB49-6CE3-4982-B6B3-07B47BFC59B1}" dt="2024-09-19T05:06:27.114" v="26" actId="47"/>
        <pc:sldMkLst>
          <pc:docMk/>
          <pc:sldMk cId="1267034377" sldId="339"/>
        </pc:sldMkLst>
      </pc:sldChg>
      <pc:sldChg chg="del">
        <pc:chgData name="Ms Alina Arshad" userId="cccdfd85-d35d-4453-9c6f-a463aae40722" providerId="ADAL" clId="{437BCB49-6CE3-4982-B6B3-07B47BFC59B1}" dt="2024-09-19T05:06:27.192" v="28" actId="47"/>
        <pc:sldMkLst>
          <pc:docMk/>
          <pc:sldMk cId="2400815569" sldId="340"/>
        </pc:sldMkLst>
      </pc:sldChg>
      <pc:sldChg chg="del">
        <pc:chgData name="Ms Alina Arshad" userId="cccdfd85-d35d-4453-9c6f-a463aae40722" providerId="ADAL" clId="{437BCB49-6CE3-4982-B6B3-07B47BFC59B1}" dt="2024-09-19T05:06:27.239" v="30" actId="47"/>
        <pc:sldMkLst>
          <pc:docMk/>
          <pc:sldMk cId="1204309406" sldId="341"/>
        </pc:sldMkLst>
      </pc:sldChg>
      <pc:sldChg chg="del">
        <pc:chgData name="Ms Alina Arshad" userId="cccdfd85-d35d-4453-9c6f-a463aae40722" providerId="ADAL" clId="{437BCB49-6CE3-4982-B6B3-07B47BFC59B1}" dt="2024-09-19T05:06:27.004" v="22" actId="47"/>
        <pc:sldMkLst>
          <pc:docMk/>
          <pc:sldMk cId="96607437" sldId="342"/>
        </pc:sldMkLst>
      </pc:sld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0" sldId="265"/>
        </pc:sldMkLst>
        <pc:spChg chg="mod">
          <ac:chgData name="Ms Alina Arshad" userId="cccdfd85-d35d-4453-9c6f-a463aae40722" providerId="ADAL" clId="{506AEF98-43AF-47E5-97BE-CEE6E380F332}" dt="2024-09-06T04:48:27.833" v="203" actId="1076"/>
          <ac:spMkLst>
            <pc:docMk/>
            <pc:sldMk cId="0"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0"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0" sldId="266"/>
        </pc:sldMkLst>
        <pc:spChg chg="mod">
          <ac:chgData name="Ms Alina Arshad" userId="cccdfd85-d35d-4453-9c6f-a463aae40722" providerId="ADAL" clId="{506AEF98-43AF-47E5-97BE-CEE6E380F332}" dt="2024-09-06T04:49:30.963" v="213" actId="113"/>
          <ac:spMkLst>
            <pc:docMk/>
            <pc:sldMk cId="0"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0"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0" sldId="267"/>
        </pc:sldMkLst>
        <pc:spChg chg="mod">
          <ac:chgData name="Ms Alina Arshad" userId="cccdfd85-d35d-4453-9c6f-a463aae40722" providerId="ADAL" clId="{506AEF98-43AF-47E5-97BE-CEE6E380F332}" dt="2024-09-06T04:50:58.749" v="233" actId="1076"/>
          <ac:spMkLst>
            <pc:docMk/>
            <pc:sldMk cId="0"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0"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0" sldId="268"/>
        </pc:sldMkLst>
        <pc:spChg chg="mod">
          <ac:chgData name="Ms Alina Arshad" userId="cccdfd85-d35d-4453-9c6f-a463aae40722" providerId="ADAL" clId="{506AEF98-43AF-47E5-97BE-CEE6E380F332}" dt="2024-09-06T04:51:55.847" v="246" actId="1076"/>
          <ac:spMkLst>
            <pc:docMk/>
            <pc:sldMk cId="0"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0"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0" sldId="269"/>
        </pc:sldMkLst>
        <pc:picChg chg="mod">
          <ac:chgData name="Ms Alina Arshad" userId="cccdfd85-d35d-4453-9c6f-a463aae40722" providerId="ADAL" clId="{506AEF98-43AF-47E5-97BE-CEE6E380F332}" dt="2024-09-06T04:52:10.571" v="252" actId="1076"/>
          <ac:picMkLst>
            <pc:docMk/>
            <pc:sldMk cId="0"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0" sldId="270"/>
        </pc:sldMkLst>
        <pc:picChg chg="mod">
          <ac:chgData name="Ms Alina Arshad" userId="cccdfd85-d35d-4453-9c6f-a463aae40722" providerId="ADAL" clId="{506AEF98-43AF-47E5-97BE-CEE6E380F332}" dt="2024-09-06T04:52:20.805" v="255" actId="1076"/>
          <ac:picMkLst>
            <pc:docMk/>
            <pc:sldMk cId="0"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0" sldId="271"/>
        </pc:sldMkLst>
        <pc:spChg chg="mod">
          <ac:chgData name="Ms Alina Arshad" userId="cccdfd85-d35d-4453-9c6f-a463aae40722" providerId="ADAL" clId="{506AEF98-43AF-47E5-97BE-CEE6E380F332}" dt="2024-09-06T04:52:59.227" v="271" actId="1076"/>
          <ac:spMkLst>
            <pc:docMk/>
            <pc:sldMk cId="0"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0"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0" sldId="272"/>
        </pc:sldMkLst>
        <pc:spChg chg="mod">
          <ac:chgData name="Ms Alina Arshad" userId="cccdfd85-d35d-4453-9c6f-a463aae40722" providerId="ADAL" clId="{506AEF98-43AF-47E5-97BE-CEE6E380F332}" dt="2024-09-06T04:53:12.362" v="275" actId="1076"/>
          <ac:spMkLst>
            <pc:docMk/>
            <pc:sldMk cId="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0" sldId="273"/>
        </pc:sldMkLst>
        <pc:spChg chg="mod">
          <ac:chgData name="Ms Alina Arshad" userId="cccdfd85-d35d-4453-9c6f-a463aae40722" providerId="ADAL" clId="{506AEF98-43AF-47E5-97BE-CEE6E380F332}" dt="2024-09-06T05:00:41.168" v="286" actId="113"/>
          <ac:spMkLst>
            <pc:docMk/>
            <pc:sldMk cId="0"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0"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0" sldId="274"/>
        </pc:sldMkLst>
        <pc:spChg chg="mod">
          <ac:chgData name="Ms Alina Arshad" userId="cccdfd85-d35d-4453-9c6f-a463aae40722" providerId="ADAL" clId="{506AEF98-43AF-47E5-97BE-CEE6E380F332}" dt="2024-09-06T05:01:05.870" v="295" actId="113"/>
          <ac:spMkLst>
            <pc:docMk/>
            <pc:sldMk cId="0"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0"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0" sldId="275"/>
        </pc:sldMkLst>
        <pc:spChg chg="mod">
          <ac:chgData name="Ms Alina Arshad" userId="cccdfd85-d35d-4453-9c6f-a463aae40722" providerId="ADAL" clId="{506AEF98-43AF-47E5-97BE-CEE6E380F332}" dt="2024-09-06T05:01:55.431" v="309" actId="1076"/>
          <ac:spMkLst>
            <pc:docMk/>
            <pc:sldMk cId="0"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0"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0" sldId="265"/>
        </pc:sldMkLst>
        <pc:spChg chg="mod">
          <ac:chgData name="Ms Alina Arshad" userId="cccdfd85-d35d-4453-9c6f-a463aae40722" providerId="ADAL" clId="{44991E72-28EC-43D4-9452-2984EF5D346D}" dt="2024-08-29T08:03:46.692" v="333" actId="207"/>
          <ac:spMkLst>
            <pc:docMk/>
            <pc:sldMk cId="0"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0"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0" sldId="266"/>
        </pc:sldMkLst>
        <pc:spChg chg="del">
          <ac:chgData name="Ms Alina Arshad" userId="cccdfd85-d35d-4453-9c6f-a463aae40722" providerId="ADAL" clId="{44991E72-28EC-43D4-9452-2984EF5D346D}" dt="2024-08-29T08:04:22.645" v="339" actId="478"/>
          <ac:spMkLst>
            <pc:docMk/>
            <pc:sldMk cId="0"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0"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0"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0"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0"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0"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0"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0"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0"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0"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0"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0" sldId="267"/>
        </pc:sldMkLst>
        <pc:spChg chg="mod">
          <ac:chgData name="Ms Alina Arshad" userId="cccdfd85-d35d-4453-9c6f-a463aae40722" providerId="ADAL" clId="{44991E72-28EC-43D4-9452-2984EF5D346D}" dt="2024-08-29T08:09:51.911" v="415" actId="1076"/>
          <ac:spMkLst>
            <pc:docMk/>
            <pc:sldMk cId="0"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0"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0"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0"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0" sldId="268"/>
        </pc:sldMkLst>
        <pc:spChg chg="mod">
          <ac:chgData name="Ms Alina Arshad" userId="cccdfd85-d35d-4453-9c6f-a463aae40722" providerId="ADAL" clId="{44991E72-28EC-43D4-9452-2984EF5D346D}" dt="2024-08-29T08:16:47.171" v="469" actId="403"/>
          <ac:spMkLst>
            <pc:docMk/>
            <pc:sldMk cId="0"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0"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0"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0" sldId="269"/>
        </pc:sldMkLst>
        <pc:spChg chg="mod">
          <ac:chgData name="Ms Alina Arshad" userId="cccdfd85-d35d-4453-9c6f-a463aae40722" providerId="ADAL" clId="{44991E72-28EC-43D4-9452-2984EF5D346D}" dt="2024-08-29T08:20:16.085" v="509" actId="113"/>
          <ac:spMkLst>
            <pc:docMk/>
            <pc:sldMk cId="0"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0"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0" sldId="270"/>
        </pc:sldMkLst>
        <pc:spChg chg="mod">
          <ac:chgData name="Ms Alina Arshad" userId="cccdfd85-d35d-4453-9c6f-a463aae40722" providerId="ADAL" clId="{44991E72-28EC-43D4-9452-2984EF5D346D}" dt="2024-08-29T08:21:51.679" v="543" actId="403"/>
          <ac:spMkLst>
            <pc:docMk/>
            <pc:sldMk cId="0"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0"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0" sldId="271"/>
        </pc:sldMkLst>
        <pc:spChg chg="mod">
          <ac:chgData name="Ms Alina Arshad" userId="cccdfd85-d35d-4453-9c6f-a463aae40722" providerId="ADAL" clId="{44991E72-28EC-43D4-9452-2984EF5D346D}" dt="2024-08-29T08:22:11.095" v="548" actId="403"/>
          <ac:spMkLst>
            <pc:docMk/>
            <pc:sldMk cId="0"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0"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0" sldId="272"/>
        </pc:sldMkLst>
        <pc:spChg chg="mod">
          <ac:chgData name="Ms Alina Arshad" userId="cccdfd85-d35d-4453-9c6f-a463aae40722" providerId="ADAL" clId="{44991E72-28EC-43D4-9452-2984EF5D346D}" dt="2024-08-29T08:38:00.463" v="578" actId="1076"/>
          <ac:spMkLst>
            <pc:docMk/>
            <pc:sldMk cId="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2EFA9127-9700-4CE6-A58F-18CD0F01E6EA}"/>
    <pc:docChg chg="modSld">
      <pc:chgData name="Ms Alina Arshad" userId="cccdfd85-d35d-4453-9c6f-a463aae40722" providerId="ADAL" clId="{2EFA9127-9700-4CE6-A58F-18CD0F01E6EA}" dt="2024-09-17T13:08:02.925" v="7" actId="20577"/>
      <pc:docMkLst>
        <pc:docMk/>
      </pc:docMkLst>
      <pc:sldChg chg="modSp mod">
        <pc:chgData name="Ms Alina Arshad" userId="cccdfd85-d35d-4453-9c6f-a463aae40722" providerId="ADAL" clId="{2EFA9127-9700-4CE6-A58F-18CD0F01E6EA}" dt="2024-09-17T08:03:05.474" v="0" actId="14100"/>
        <pc:sldMkLst>
          <pc:docMk/>
          <pc:sldMk cId="0" sldId="311"/>
        </pc:sldMkLst>
        <pc:spChg chg="mod">
          <ac:chgData name="Ms Alina Arshad" userId="cccdfd85-d35d-4453-9c6f-a463aae40722" providerId="ADAL" clId="{2EFA9127-9700-4CE6-A58F-18CD0F01E6EA}" dt="2024-09-17T08:03:05.474" v="0" actId="14100"/>
          <ac:spMkLst>
            <pc:docMk/>
            <pc:sldMk cId="0" sldId="311"/>
            <ac:spMk id="477" creationId="{00000000-0000-0000-0000-000000000000}"/>
          </ac:spMkLst>
        </pc:spChg>
      </pc:sldChg>
      <pc:sldChg chg="modSp mod">
        <pc:chgData name="Ms Alina Arshad" userId="cccdfd85-d35d-4453-9c6f-a463aae40722" providerId="ADAL" clId="{2EFA9127-9700-4CE6-A58F-18CD0F01E6EA}" dt="2024-09-17T08:11:37.985" v="2" actId="20577"/>
        <pc:sldMkLst>
          <pc:docMk/>
          <pc:sldMk cId="0" sldId="313"/>
        </pc:sldMkLst>
        <pc:spChg chg="mod">
          <ac:chgData name="Ms Alina Arshad" userId="cccdfd85-d35d-4453-9c6f-a463aae40722" providerId="ADAL" clId="{2EFA9127-9700-4CE6-A58F-18CD0F01E6EA}" dt="2024-09-17T08:11:37.985" v="2" actId="20577"/>
          <ac:spMkLst>
            <pc:docMk/>
            <pc:sldMk cId="0" sldId="313"/>
            <ac:spMk id="495" creationId="{00000000-0000-0000-0000-000000000000}"/>
          </ac:spMkLst>
        </pc:spChg>
      </pc:sldChg>
      <pc:sldChg chg="modSp mod">
        <pc:chgData name="Ms Alina Arshad" userId="cccdfd85-d35d-4453-9c6f-a463aae40722" providerId="ADAL" clId="{2EFA9127-9700-4CE6-A58F-18CD0F01E6EA}" dt="2024-09-17T12:51:05.753" v="5" actId="20577"/>
        <pc:sldMkLst>
          <pc:docMk/>
          <pc:sldMk cId="0" sldId="319"/>
        </pc:sldMkLst>
        <pc:spChg chg="mod">
          <ac:chgData name="Ms Alina Arshad" userId="cccdfd85-d35d-4453-9c6f-a463aae40722" providerId="ADAL" clId="{2EFA9127-9700-4CE6-A58F-18CD0F01E6EA}" dt="2024-09-17T12:51:05.753" v="5" actId="20577"/>
          <ac:spMkLst>
            <pc:docMk/>
            <pc:sldMk cId="0" sldId="319"/>
            <ac:spMk id="541" creationId="{00000000-0000-0000-0000-000000000000}"/>
          </ac:spMkLst>
        </pc:spChg>
      </pc:sldChg>
      <pc:sldChg chg="modSp mod">
        <pc:chgData name="Ms Alina Arshad" userId="cccdfd85-d35d-4453-9c6f-a463aae40722" providerId="ADAL" clId="{2EFA9127-9700-4CE6-A58F-18CD0F01E6EA}" dt="2024-09-17T13:08:02.925" v="7" actId="20577"/>
        <pc:sldMkLst>
          <pc:docMk/>
          <pc:sldMk cId="0" sldId="327"/>
        </pc:sldMkLst>
        <pc:spChg chg="mod">
          <ac:chgData name="Ms Alina Arshad" userId="cccdfd85-d35d-4453-9c6f-a463aae40722" providerId="ADAL" clId="{2EFA9127-9700-4CE6-A58F-18CD0F01E6EA}" dt="2024-09-17T13:08:02.925" v="7" actId="20577"/>
          <ac:spMkLst>
            <pc:docMk/>
            <pc:sldMk cId="0" sldId="327"/>
            <ac:spMk id="59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many cases we want to apply the aggregate functions to subgroups of tuples in a relation, where the subgroups are based on some attribute values. For example, we may want to find the average salary of employees in each department or the number </a:t>
            </a:r>
            <a:r>
              <a:rPr lang="en-US" sz="1200" b="0" i="0" u="none" strike="noStrike">
                <a:solidFill>
                  <a:schemeClr val="dk1"/>
                </a:solidFill>
                <a:latin typeface="Calibri"/>
                <a:ea typeface="Calibri"/>
                <a:cs typeface="Calibri"/>
                <a:sym typeface="Calibri"/>
              </a:rPr>
              <a:t>of employees who work </a:t>
            </a:r>
            <a:r>
              <a:rPr lang="en-US" sz="1200" b="0" i="1" u="none" strike="noStrike">
                <a:solidFill>
                  <a:schemeClr val="dk1"/>
                </a:solidFill>
                <a:latin typeface="Calibri"/>
                <a:ea typeface="Calibri"/>
                <a:cs typeface="Calibri"/>
                <a:sym typeface="Calibri"/>
              </a:rPr>
              <a:t>on each project</a:t>
            </a:r>
            <a:r>
              <a:rPr lang="en-US" sz="1200" b="0" i="0" u="none" strike="noStrike">
                <a:solidFill>
                  <a:schemeClr val="dk1"/>
                </a:solidFill>
                <a:latin typeface="Calibri"/>
                <a:ea typeface="Calibri"/>
                <a:cs typeface="Calibri"/>
                <a:sym typeface="Calibri"/>
              </a:rPr>
              <a:t>. In these cases we need to </a:t>
            </a:r>
            <a:r>
              <a:rPr lang="en-US" sz="1200" b="1" i="0" u="none" strike="noStrike">
                <a:solidFill>
                  <a:schemeClr val="dk1"/>
                </a:solidFill>
                <a:latin typeface="Calibri"/>
                <a:ea typeface="Calibri"/>
                <a:cs typeface="Calibri"/>
                <a:sym typeface="Calibri"/>
              </a:rPr>
              <a:t>partition </a:t>
            </a:r>
            <a:r>
              <a:rPr lang="en-US" sz="1200" b="0" i="0" u="none" strike="noStrike">
                <a:solidFill>
                  <a:schemeClr val="dk1"/>
                </a:solidFill>
                <a:latin typeface="Calibri"/>
                <a:ea typeface="Calibri"/>
                <a:cs typeface="Calibri"/>
                <a:sym typeface="Calibri"/>
              </a:rPr>
              <a:t>the relation into non-overlapping subsets (or </a:t>
            </a:r>
            <a:r>
              <a:rPr lang="en-US" sz="1200" b="1" i="0" u="none" strike="noStrike">
                <a:solidFill>
                  <a:schemeClr val="dk1"/>
                </a:solidFill>
                <a:latin typeface="Calibri"/>
                <a:ea typeface="Calibri"/>
                <a:cs typeface="Calibri"/>
                <a:sym typeface="Calibri"/>
              </a:rPr>
              <a:t>groups</a:t>
            </a:r>
            <a:r>
              <a:rPr lang="en-US" sz="1200" b="0" i="0" u="none" strike="noStrike">
                <a:solidFill>
                  <a:schemeClr val="dk1"/>
                </a:solidFill>
                <a:latin typeface="Calibri"/>
                <a:ea typeface="Calibri"/>
                <a:cs typeface="Calibri"/>
                <a:sym typeface="Calibri"/>
              </a:rPr>
              <a:t>) of tuples. Each group (partition) will consist of the tuples that have the same value of some attribute(s), called the </a:t>
            </a:r>
            <a:r>
              <a:rPr lang="en-US" sz="1200" b="1" i="0" u="none" strike="noStrike">
                <a:solidFill>
                  <a:schemeClr val="dk1"/>
                </a:solidFill>
                <a:latin typeface="Calibri"/>
                <a:ea typeface="Calibri"/>
                <a:cs typeface="Calibri"/>
                <a:sym typeface="Calibri"/>
              </a:rPr>
              <a:t>grouping attribute(s)</a:t>
            </a:r>
            <a:r>
              <a:rPr lang="en-US" sz="1200" b="0" i="0" u="none" strike="noStrike">
                <a:solidFill>
                  <a:schemeClr val="dk1"/>
                </a:solidFill>
                <a:latin typeface="Calibri"/>
                <a:ea typeface="Calibri"/>
                <a:cs typeface="Calibri"/>
                <a:sym typeface="Calibri"/>
              </a:rPr>
              <a: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 can then apply the function to each such group independently to produce summary information about each group. SQL has a </a:t>
            </a:r>
            <a:r>
              <a:rPr lang="en-US" sz="1200" b="1" i="0" u="none" strike="noStrike">
                <a:solidFill>
                  <a:schemeClr val="dk1"/>
                </a:solidFill>
                <a:latin typeface="Calibri"/>
                <a:ea typeface="Calibri"/>
                <a:cs typeface="Calibri"/>
                <a:sym typeface="Calibri"/>
              </a:rPr>
              <a:t>GROUP BY </a:t>
            </a:r>
            <a:r>
              <a:rPr lang="en-US" sz="1200" b="0" i="0" u="none" strike="noStrike">
                <a:solidFill>
                  <a:schemeClr val="dk1"/>
                </a:solidFill>
                <a:latin typeface="Calibri"/>
                <a:ea typeface="Calibri"/>
                <a:cs typeface="Calibri"/>
                <a:sym typeface="Calibri"/>
              </a:rPr>
              <a:t>clause for this purpose. The GROUP BY clause specifies the grouping attributes, which should </a:t>
            </a:r>
            <a:r>
              <a:rPr lang="en-US" sz="1200" b="0" i="1" u="none" strike="noStrike">
                <a:solidFill>
                  <a:schemeClr val="dk1"/>
                </a:solidFill>
                <a:latin typeface="Calibri"/>
                <a:ea typeface="Calibri"/>
                <a:cs typeface="Calibri"/>
                <a:sym typeface="Calibri"/>
              </a:rPr>
              <a:t>also appear in the SELECT clause, </a:t>
            </a:r>
            <a:r>
              <a:rPr lang="en-US" sz="1200" b="0" i="0" u="none" strike="noStrike">
                <a:solidFill>
                  <a:schemeClr val="dk1"/>
                </a:solidFill>
                <a:latin typeface="Calibri"/>
                <a:ea typeface="Calibri"/>
                <a:cs typeface="Calibri"/>
                <a:sym typeface="Calibri"/>
              </a:rPr>
              <a:t>so that the value resulting from applying each aggregate function to a group of tuples appears along with the value of the grouping attribute(s).</a:t>
            </a:r>
            <a:endParaRPr/>
          </a:p>
        </p:txBody>
      </p:sp>
      <p:sp>
        <p:nvSpPr>
          <p:cNvPr id="444" name="Google Shape;444;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If the grouping attribute has NULL as a possible value, then a separate group is created for the null value (e.g., null Dno in the above query)</a:t>
            </a:r>
            <a:endParaRPr/>
          </a:p>
          <a:p>
            <a:pPr marL="0" lvl="0" indent="0" algn="l" rtl="0">
              <a:spcBef>
                <a:spcPts val="0"/>
              </a:spcBef>
              <a:spcAft>
                <a:spcPts val="0"/>
              </a:spcAft>
              <a:buNone/>
            </a:pPr>
            <a:endParaRPr/>
          </a:p>
        </p:txBody>
      </p:sp>
      <p:sp>
        <p:nvSpPr>
          <p:cNvPr id="451" name="Google Shape;451;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Q25: SELECT Pnumber, Pname, COUNT (*)</a:t>
            </a:r>
            <a:endParaRPr/>
          </a:p>
          <a:p>
            <a:pPr marL="0" lvl="0" indent="0" algn="l" rtl="0">
              <a:spcBef>
                <a:spcPts val="0"/>
              </a:spcBef>
              <a:spcAft>
                <a:spcPts val="0"/>
              </a:spcAft>
              <a:buNone/>
            </a:pPr>
            <a:r>
              <a:rPr lang="en-US"/>
              <a:t>FROM PROJECT, WORKS_ON</a:t>
            </a:r>
            <a:endParaRPr/>
          </a:p>
          <a:p>
            <a:pPr marL="0" lvl="0" indent="0" algn="l" rtl="0">
              <a:spcBef>
                <a:spcPts val="0"/>
              </a:spcBef>
              <a:spcAft>
                <a:spcPts val="0"/>
              </a:spcAft>
              <a:buNone/>
            </a:pPr>
            <a:r>
              <a:rPr lang="en-US"/>
              <a:t>WHERE Pnumber = Pno</a:t>
            </a:r>
            <a:endParaRPr/>
          </a:p>
          <a:p>
            <a:pPr marL="0" lvl="0" indent="0" algn="l" rtl="0">
              <a:spcBef>
                <a:spcPts val="0"/>
              </a:spcBef>
              <a:spcAft>
                <a:spcPts val="0"/>
              </a:spcAft>
              <a:buNone/>
            </a:pPr>
            <a:r>
              <a:rPr lang="en-US"/>
              <a:t>GROUP BY </a:t>
            </a:r>
            <a:r>
              <a:rPr lang="en-US" b="1"/>
              <a:t>Pnumber, Pname;</a:t>
            </a:r>
            <a:endParaRPr/>
          </a:p>
        </p:txBody>
      </p:sp>
      <p:sp>
        <p:nvSpPr>
          <p:cNvPr id="460" name="Google Shape;460;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Q26: SELECT Pnumber, Pname, COUNT (*)</a:t>
            </a:r>
            <a:endParaRPr/>
          </a:p>
          <a:p>
            <a:pPr marL="0" lvl="0" indent="0" algn="l" rtl="0">
              <a:spcBef>
                <a:spcPts val="0"/>
              </a:spcBef>
              <a:spcAft>
                <a:spcPts val="0"/>
              </a:spcAft>
              <a:buNone/>
            </a:pPr>
            <a:r>
              <a:rPr lang="en-US"/>
              <a:t>FROM PROJECT, WORKS_ON</a:t>
            </a:r>
            <a:endParaRPr/>
          </a:p>
          <a:p>
            <a:pPr marL="0" lvl="0" indent="0" algn="l" rtl="0">
              <a:spcBef>
                <a:spcPts val="0"/>
              </a:spcBef>
              <a:spcAft>
                <a:spcPts val="0"/>
              </a:spcAft>
              <a:buNone/>
            </a:pPr>
            <a:r>
              <a:rPr lang="en-US"/>
              <a:t>WHERE Pnumber = Pno</a:t>
            </a:r>
            <a:endParaRPr/>
          </a:p>
          <a:p>
            <a:pPr marL="0" lvl="0" indent="0" algn="l" rtl="0">
              <a:spcBef>
                <a:spcPts val="0"/>
              </a:spcBef>
              <a:spcAft>
                <a:spcPts val="0"/>
              </a:spcAft>
              <a:buNone/>
            </a:pPr>
            <a:r>
              <a:rPr lang="en-US"/>
              <a:t>GROUP BY Pnumber, Pname</a:t>
            </a:r>
            <a:endParaRPr/>
          </a:p>
          <a:p>
            <a:pPr marL="0" lvl="0" indent="0" algn="l" rtl="0">
              <a:spcBef>
                <a:spcPts val="0"/>
              </a:spcBef>
              <a:spcAft>
                <a:spcPts val="0"/>
              </a:spcAft>
              <a:buNone/>
            </a:pPr>
            <a:r>
              <a:rPr lang="en-US"/>
              <a:t>HAVING COUNT (*) &gt; 2;</a:t>
            </a:r>
            <a:endParaRPr/>
          </a:p>
        </p:txBody>
      </p:sp>
      <p:sp>
        <p:nvSpPr>
          <p:cNvPr id="475" name="Google Shape;475;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Q27: SELECT Pnumber, Pname, COUNT (*)</a:t>
            </a:r>
            <a:endParaRPr/>
          </a:p>
          <a:p>
            <a:pPr marL="0" lvl="0" indent="0" algn="l" rtl="0">
              <a:spcBef>
                <a:spcPts val="0"/>
              </a:spcBef>
              <a:spcAft>
                <a:spcPts val="0"/>
              </a:spcAft>
              <a:buNone/>
            </a:pPr>
            <a:r>
              <a:rPr lang="en-US"/>
              <a:t>FROM PROJECT, WORKS_ON, EMPLOYEE</a:t>
            </a:r>
            <a:endParaRPr/>
          </a:p>
          <a:p>
            <a:pPr marL="0" lvl="0" indent="0" algn="l" rtl="0">
              <a:spcBef>
                <a:spcPts val="0"/>
              </a:spcBef>
              <a:spcAft>
                <a:spcPts val="0"/>
              </a:spcAft>
              <a:buNone/>
            </a:pPr>
            <a:r>
              <a:rPr lang="en-US"/>
              <a:t>WHERE Pnumber = Pno AND Ssn = Essn AND Dno = 5</a:t>
            </a:r>
            <a:endParaRPr/>
          </a:p>
          <a:p>
            <a:pPr marL="0" lvl="0" indent="0" algn="l" rtl="0">
              <a:spcBef>
                <a:spcPts val="0"/>
              </a:spcBef>
              <a:spcAft>
                <a:spcPts val="0"/>
              </a:spcAft>
              <a:buNone/>
            </a:pPr>
            <a:r>
              <a:rPr lang="en-US"/>
              <a:t>GROUP BY Pnumber, Pname;</a:t>
            </a:r>
            <a:endParaRPr/>
          </a:p>
        </p:txBody>
      </p:sp>
      <p:sp>
        <p:nvSpPr>
          <p:cNvPr id="483" name="Google Shape;483;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Dno, </a:t>
            </a:r>
            <a:r>
              <a:rPr lang="en-US" sz="1200" b="1" i="0" u="none" strike="noStrike">
                <a:solidFill>
                  <a:schemeClr val="dk1"/>
                </a:solidFill>
                <a:latin typeface="Calibri"/>
                <a:ea typeface="Calibri"/>
                <a:cs typeface="Calibri"/>
                <a:sym typeface="Calibri"/>
              </a:rPr>
              <a:t>COUNT </a:t>
            </a:r>
            <a:r>
              <a:rPr lang="en-US" sz="1200" b="0" i="0" u="none" strike="noStrike">
                <a:solidFill>
                  <a:schemeClr val="dk1"/>
                </a:solidFill>
                <a:latin typeface="Calibri"/>
                <a:ea typeface="Calibri"/>
                <a:cs typeface="Calibri"/>
                <a:sym typeface="Calibri"/>
              </a:rPr>
              <a: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Salary&gt;40000</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GROUP BY </a:t>
            </a:r>
            <a:r>
              <a:rPr lang="en-US" sz="1200" b="0" i="0" u="none" strike="noStrike">
                <a:solidFill>
                  <a:schemeClr val="dk1"/>
                </a:solidFill>
                <a:latin typeface="Calibri"/>
                <a:ea typeface="Calibri"/>
                <a:cs typeface="Calibri"/>
                <a:sym typeface="Calibri"/>
              </a:rPr>
              <a:t>Dno</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HAVING COUNT </a:t>
            </a:r>
            <a:r>
              <a:rPr lang="en-US" sz="1200" b="0" i="0" u="none" strike="noStrike">
                <a:solidFill>
                  <a:schemeClr val="dk1"/>
                </a:solidFill>
                <a:latin typeface="Calibri"/>
                <a:ea typeface="Calibri"/>
                <a:cs typeface="Calibri"/>
                <a:sym typeface="Calibri"/>
              </a:rPr>
              <a:t>(*) &gt; 5;</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is incorrect because it will select only departments that have more than five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employees </a:t>
            </a:r>
            <a:r>
              <a:rPr lang="en-US" sz="1200" b="0" i="1" u="none" strike="noStrike">
                <a:solidFill>
                  <a:schemeClr val="dk1"/>
                </a:solidFill>
                <a:latin typeface="Calibri"/>
                <a:ea typeface="Calibri"/>
                <a:cs typeface="Calibri"/>
                <a:sym typeface="Calibri"/>
              </a:rPr>
              <a:t>who each earn more than $40,000. </a:t>
            </a:r>
            <a:r>
              <a:rPr lang="en-US" sz="1200" b="0" i="0" u="none" strike="noStrike">
                <a:solidFill>
                  <a:schemeClr val="dk1"/>
                </a:solidFill>
                <a:latin typeface="Calibri"/>
                <a:ea typeface="Calibri"/>
                <a:cs typeface="Calibri"/>
                <a:sym typeface="Calibri"/>
              </a:rPr>
              <a:t>The rule is that the WHERE clause 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executed first, to select individual tuples or joined tuples; the HAVING clause 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applied later, to select individual groups of tuples. In the incorrect query, the tuples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are already restricted to employees who earn more than $40,000 </a:t>
            </a:r>
            <a:r>
              <a:rPr lang="en-US" sz="1200" b="0" i="1" u="none" strike="noStrike">
                <a:solidFill>
                  <a:schemeClr val="dk1"/>
                </a:solidFill>
                <a:latin typeface="Calibri"/>
                <a:ea typeface="Calibri"/>
                <a:cs typeface="Calibri"/>
                <a:sym typeface="Calibri"/>
              </a:rPr>
              <a:t>before </a:t>
            </a:r>
            <a:r>
              <a:rPr lang="en-US" sz="1200" b="0" i="0" u="none" strike="noStrike">
                <a:solidFill>
                  <a:schemeClr val="dk1"/>
                </a:solidFill>
                <a:latin typeface="Calibri"/>
                <a:ea typeface="Calibri"/>
                <a:cs typeface="Calibri"/>
                <a:sym typeface="Calibri"/>
              </a:rPr>
              <a:t>the function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the HAVING clause is applied. One way to write this query correctly is to use 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nested query, as shown in Query 28.</a:t>
            </a:r>
            <a:endParaRPr b="0"/>
          </a:p>
          <a:p>
            <a:pPr marL="0" lvl="0" indent="0" algn="l" rtl="0">
              <a:spcBef>
                <a:spcPts val="0"/>
              </a:spcBef>
              <a:spcAft>
                <a:spcPts val="0"/>
              </a:spcAft>
              <a:buNone/>
            </a:pPr>
            <a:endParaRPr/>
          </a:p>
        </p:txBody>
      </p:sp>
      <p:sp>
        <p:nvSpPr>
          <p:cNvPr id="492" name="Google Shape;492;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Q28: SELECT Dno, COUNT (*)</a:t>
            </a:r>
            <a:endParaRPr/>
          </a:p>
          <a:p>
            <a:pPr marL="0" lvl="0" indent="0" algn="l" rtl="0">
              <a:spcBef>
                <a:spcPts val="0"/>
              </a:spcBef>
              <a:spcAft>
                <a:spcPts val="0"/>
              </a:spcAft>
              <a:buNone/>
            </a:pPr>
            <a:r>
              <a:rPr lang="en-US" b="1"/>
              <a:t>FROM EMPLOYEE</a:t>
            </a:r>
            <a:endParaRPr/>
          </a:p>
          <a:p>
            <a:pPr marL="0" lvl="0" indent="0" algn="l" rtl="0">
              <a:spcBef>
                <a:spcPts val="0"/>
              </a:spcBef>
              <a:spcAft>
                <a:spcPts val="0"/>
              </a:spcAft>
              <a:buNone/>
            </a:pPr>
            <a:r>
              <a:rPr lang="en-US" b="1"/>
              <a:t>WHERE Salary&gt;40000 AND Dno IN</a:t>
            </a:r>
            <a:endParaRPr/>
          </a:p>
          <a:p>
            <a:pPr marL="0" lvl="0" indent="0" algn="l" rtl="0">
              <a:spcBef>
                <a:spcPts val="0"/>
              </a:spcBef>
              <a:spcAft>
                <a:spcPts val="0"/>
              </a:spcAft>
              <a:buNone/>
            </a:pPr>
            <a:r>
              <a:rPr lang="en-US" b="1"/>
              <a:t>( SELECT Dno</a:t>
            </a:r>
            <a:endParaRPr b="1"/>
          </a:p>
          <a:p>
            <a:pPr marL="0" lvl="0" indent="0" algn="l" rtl="0">
              <a:spcBef>
                <a:spcPts val="0"/>
              </a:spcBef>
              <a:spcAft>
                <a:spcPts val="0"/>
              </a:spcAft>
              <a:buNone/>
            </a:pPr>
            <a:r>
              <a:rPr lang="en-US" b="1"/>
              <a:t>FROM EMPLOYEE</a:t>
            </a:r>
            <a:endParaRPr/>
          </a:p>
          <a:p>
            <a:pPr marL="0" lvl="0" indent="0" algn="l" rtl="0">
              <a:spcBef>
                <a:spcPts val="0"/>
              </a:spcBef>
              <a:spcAft>
                <a:spcPts val="0"/>
              </a:spcAft>
              <a:buNone/>
            </a:pPr>
            <a:r>
              <a:rPr lang="en-US" b="1"/>
              <a:t>GROUP BY Dno</a:t>
            </a:r>
            <a:endParaRPr b="1"/>
          </a:p>
          <a:p>
            <a:pPr marL="0" lvl="0" indent="0" algn="l" rtl="0">
              <a:spcBef>
                <a:spcPts val="0"/>
              </a:spcBef>
              <a:spcAft>
                <a:spcPts val="0"/>
              </a:spcAft>
              <a:buNone/>
            </a:pPr>
            <a:r>
              <a:rPr lang="en-US" b="1"/>
              <a:t>HAVING COUNT (*) &gt; 5)</a:t>
            </a:r>
            <a:endParaRPr/>
          </a:p>
          <a:p>
            <a:pPr marL="0" lvl="0" indent="0" algn="l" rtl="0">
              <a:spcBef>
                <a:spcPts val="0"/>
              </a:spcBef>
              <a:spcAft>
                <a:spcPts val="0"/>
              </a:spcAft>
              <a:buNone/>
            </a:pPr>
            <a:r>
              <a:rPr lang="en-US" b="1"/>
              <a:t>GROUP BY Dno;</a:t>
            </a:r>
            <a:endParaRPr/>
          </a:p>
          <a:p>
            <a:pPr marL="0" lvl="0" indent="0" algn="l" rtl="0">
              <a:spcBef>
                <a:spcPts val="0"/>
              </a:spcBef>
              <a:spcAft>
                <a:spcPts val="0"/>
              </a:spcAft>
              <a:buNone/>
            </a:pPr>
            <a:endParaRPr b="1"/>
          </a:p>
          <a:p>
            <a:pPr marL="0" lvl="0" indent="0" algn="l" rtl="0">
              <a:spcBef>
                <a:spcPts val="0"/>
              </a:spcBef>
              <a:spcAft>
                <a:spcPts val="0"/>
              </a:spcAft>
              <a:buNone/>
            </a:pPr>
            <a:endParaRPr b="1"/>
          </a:p>
        </p:txBody>
      </p:sp>
      <p:sp>
        <p:nvSpPr>
          <p:cNvPr id="499" name="Google Shape;499;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SELECT clause lists the attributes or functions to be retrieved. The FROM clause specifies all relations (tables) needed in the query, including joined relations, but not those in nested queries. The WHERE clause specifies the conditions for selecting the tuples from these relations, including join conditions if needed. GROUP BY specifies grouping attributes, whereas HAVING specifies a condition on the groups being selected rather than on the individual tuples. The built-in aggregate functions COUNT, SUM, MIN, MAX, and AVG are used in conjunction with grouping, but they can also be applied to all the selected tuples in a query without a GROUP BY clause.</a:t>
            </a:r>
            <a:endParaRPr/>
          </a:p>
          <a:p>
            <a:pPr marL="0" lvl="0" indent="0" algn="l" rtl="0">
              <a:spcBef>
                <a:spcPts val="0"/>
              </a:spcBef>
              <a:spcAft>
                <a:spcPts val="0"/>
              </a:spcAft>
              <a:buNone/>
            </a:pPr>
            <a:r>
              <a:rPr lang="en-US"/>
              <a:t>Finally, ORDER BY specifies an order for displaying the result of a query.</a:t>
            </a:r>
            <a:endParaRPr/>
          </a:p>
          <a:p>
            <a:pPr marL="0" lvl="0" indent="0" algn="l" rtl="0">
              <a:spcBef>
                <a:spcPts val="0"/>
              </a:spcBef>
              <a:spcAft>
                <a:spcPts val="0"/>
              </a:spcAft>
              <a:buNone/>
            </a:pP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order to formulate queries correctly, it is useful to consider the steps that define the </a:t>
            </a:r>
            <a:r>
              <a:rPr lang="en-US" sz="1200" b="0" i="1" u="none" strike="noStrike">
                <a:solidFill>
                  <a:schemeClr val="dk1"/>
                </a:solidFill>
                <a:latin typeface="Calibri"/>
                <a:ea typeface="Calibri"/>
                <a:cs typeface="Calibri"/>
                <a:sym typeface="Calibri"/>
              </a:rPr>
              <a:t>meaning </a:t>
            </a:r>
            <a:r>
              <a:rPr lang="en-US" sz="1200" b="0" i="0" u="none" strike="noStrike">
                <a:solidFill>
                  <a:schemeClr val="dk1"/>
                </a:solidFill>
                <a:latin typeface="Calibri"/>
                <a:ea typeface="Calibri"/>
                <a:cs typeface="Calibri"/>
                <a:sym typeface="Calibri"/>
              </a:rPr>
              <a:t>or </a:t>
            </a:r>
            <a:r>
              <a:rPr lang="en-US" sz="1200" b="0" i="1" u="none" strike="noStrike">
                <a:solidFill>
                  <a:schemeClr val="dk1"/>
                </a:solidFill>
                <a:latin typeface="Calibri"/>
                <a:ea typeface="Calibri"/>
                <a:cs typeface="Calibri"/>
                <a:sym typeface="Calibri"/>
              </a:rPr>
              <a:t>semantics </a:t>
            </a:r>
            <a:r>
              <a:rPr lang="en-US" sz="1200" b="0" i="0" u="none" strike="noStrike">
                <a:solidFill>
                  <a:schemeClr val="dk1"/>
                </a:solidFill>
                <a:latin typeface="Calibri"/>
                <a:ea typeface="Calibri"/>
                <a:cs typeface="Calibri"/>
                <a:sym typeface="Calibri"/>
              </a:rPr>
              <a:t>of each query. A query is evaluated </a:t>
            </a:r>
            <a:r>
              <a:rPr lang="en-US" sz="1200" b="0" i="1" u="none" strike="noStrike">
                <a:solidFill>
                  <a:schemeClr val="dk1"/>
                </a:solidFill>
                <a:latin typeface="Calibri"/>
                <a:ea typeface="Calibri"/>
                <a:cs typeface="Calibri"/>
                <a:sym typeface="Calibri"/>
              </a:rPr>
              <a:t>conceptually</a:t>
            </a:r>
            <a:r>
              <a:rPr lang="en-US" sz="1200" b="0" i="0" u="none" strike="noStrike">
                <a:solidFill>
                  <a:schemeClr val="dk1"/>
                </a:solidFill>
                <a:latin typeface="Calibri"/>
                <a:ea typeface="Calibri"/>
                <a:cs typeface="Calibri"/>
                <a:sym typeface="Calibri"/>
              </a:rPr>
              <a:t> by first  applying the FROM clause (to identify all tables involved in the query or to materialize any joined tables), followed by the WHERE clause to select and join tuples, and then by GROUP BY and HAVING. Conceptually, ORDER BY is applied at the end to sort the query result. If none of the last three clauses (GROUP BY, HAVING, and ORDER BY) are specified, we can </a:t>
            </a:r>
            <a:r>
              <a:rPr lang="en-US" sz="1200" b="0" i="1" u="none" strike="noStrike">
                <a:solidFill>
                  <a:schemeClr val="dk1"/>
                </a:solidFill>
                <a:latin typeface="Calibri"/>
                <a:ea typeface="Calibri"/>
                <a:cs typeface="Calibri"/>
                <a:sym typeface="Calibri"/>
              </a:rPr>
              <a:t>think conceptually </a:t>
            </a:r>
            <a:r>
              <a:rPr lang="en-US" sz="1200" b="0" i="0" u="none" strike="noStrike">
                <a:solidFill>
                  <a:schemeClr val="dk1"/>
                </a:solidFill>
                <a:latin typeface="Calibri"/>
                <a:ea typeface="Calibri"/>
                <a:cs typeface="Calibri"/>
                <a:sym typeface="Calibri"/>
              </a:rPr>
              <a:t>of a query as being executed as follows: For </a:t>
            </a:r>
            <a:r>
              <a:rPr lang="en-US" sz="1200" b="0" i="1" u="none" strike="noStrike">
                <a:solidFill>
                  <a:schemeClr val="dk1"/>
                </a:solidFill>
                <a:latin typeface="Calibri"/>
                <a:ea typeface="Calibri"/>
                <a:cs typeface="Calibri"/>
                <a:sym typeface="Calibri"/>
              </a:rPr>
              <a:t>each combination of tuples</a:t>
            </a:r>
            <a:r>
              <a:rPr lang="en-US" sz="1200" b="0" i="0" u="none" strike="noStrike">
                <a:solidFill>
                  <a:schemeClr val="dk1"/>
                </a:solidFill>
                <a:latin typeface="Calibri"/>
                <a:ea typeface="Calibri"/>
                <a:cs typeface="Calibri"/>
                <a:sym typeface="Calibri"/>
              </a:rPr>
              <a:t>—one from each of the relations specified in the FROM clause—evaluate the WHERE clause; if it evaluates to TRUE, place the values of the attributes specified in the SELECT clause from this tuple combination in the result of the query.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course, this is not an efficient way to implement the query in a real system, and each DBMS has special query optimization routines to decide on an execution plan that is efficient to execute.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general, there are numerous ways to specify the same query in SQL. This flexibility in specifying queries has advantages and disadvantages. The main advantage is that users can choose the technique with which they are most comfortable when specifying a query. For example, many queries may be specified with join conditions in the WHERE clause, or by using joined relations in the FROM clause, or with some form of nested queries and the IN comparison operator. Some users may be more comfortable with one approach, whereas others may be more comfortable with another. From the programmer’s and the system’s point of view regarding query optimization, it is generally preferable to write a query with as little nesting and implied ordering as possible.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disadvantage of having numerous ways of specifying the same query is that this may confuse the user, who may not know which technique to use to specify particular types of queries.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Another problem is that it may be more efficient to execute a query specified in one way than the same query specified in an alternative way. Ideally, this should not be the case: The DBMS should process the same query in the same way regardless of how the query is specified. But this is quite difficult in practice, since each DBMS has different methods for processing queries specified in different ways.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Thus, an additional burden on the user is to determine which of the alternative specifications is the most efficient to execute. Ideally, the user should worry only about specifying the query correctly, whereas the DBMS would determine how to execute the query efficiently. In practice, however, it helps if the user is aware of which types of constructs in a query are more expensive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 process than others.</a:t>
            </a:r>
            <a:endParaRPr/>
          </a:p>
          <a:p>
            <a:pPr marL="0" lvl="0" indent="0" algn="l" rtl="0">
              <a:spcBef>
                <a:spcPts val="0"/>
              </a:spcBef>
              <a:spcAft>
                <a:spcPts val="0"/>
              </a:spcAft>
              <a:buNone/>
            </a:pPr>
            <a:endParaRPr/>
          </a:p>
        </p:txBody>
      </p:sp>
      <p:sp>
        <p:nvSpPr>
          <p:cNvPr id="509" name="Google Shape;509;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Concept of a View in SQL</a:t>
            </a:r>
            <a:endParaRPr/>
          </a:p>
          <a:p>
            <a:pPr marL="0" lvl="0" indent="0" algn="l" rtl="0">
              <a:spcBef>
                <a:spcPts val="0"/>
              </a:spcBef>
              <a:spcAft>
                <a:spcPts val="0"/>
              </a:spcAft>
              <a:buNone/>
            </a:pPr>
            <a:r>
              <a:rPr lang="en-US"/>
              <a:t>A view in SQL terminology is a single table that is derived from other tables. These other tables can be base tables or previously defined views. A view does not necessarily exist in physical form; it is considered to be a virtual table, in contrast to base tables, whose tuples are always physically stored in the database. This limits the possible update operations that can be applied to views, but it does not provide any limitations on querying a view.</a:t>
            </a:r>
            <a:endParaRPr/>
          </a:p>
          <a:p>
            <a:pPr marL="0" lvl="0" indent="0" algn="l" rtl="0">
              <a:spcBef>
                <a:spcPts val="0"/>
              </a:spcBef>
              <a:spcAft>
                <a:spcPts val="0"/>
              </a:spcAft>
              <a:buNone/>
            </a:pPr>
            <a:r>
              <a:rPr lang="en-US"/>
              <a:t>We can think of a view as a way of specifying a table that we need to reference frequently, even though it may not exist physically. For example, referring to the COMPANY database in Figure 5.5, we may frequently issue queries that retrieve the employee name and the project names that the employee works on. Rather than having to specify the join of the three tables EMPLOYEE, WORKS_ON, and PROJECT every time we issue this query, we can define a view that is specified as the result of these joins. Then we can issue queries on the view, which are specified as single table retrievals rather than as retrievals involving two joins on three tables. We call the EMPLOYEE, WORKS_ON, and PROJECT tables the defining tables of the view.</a:t>
            </a:r>
            <a:endParaRPr/>
          </a:p>
        </p:txBody>
      </p:sp>
      <p:sp>
        <p:nvSpPr>
          <p:cNvPr id="516" name="Google Shape;516;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Specification of Views in SQL</a:t>
            </a:r>
            <a:endParaRPr/>
          </a:p>
          <a:p>
            <a:pPr marL="0" lvl="0" indent="0" algn="l" rtl="0">
              <a:spcBef>
                <a:spcPts val="0"/>
              </a:spcBef>
              <a:spcAft>
                <a:spcPts val="0"/>
              </a:spcAft>
              <a:buNone/>
            </a:pPr>
            <a:r>
              <a:rPr lang="en-US"/>
              <a:t>In SQL, the command to specify a view is CREATE VIEW. The view is given a (virtual) table name (or view name), a list of attribute names, and a query to specify the contents of the view. If none of the view attributes results from applying functions or arithmetic operations, we do not have to specify new attribute names for the view, since they would be the same as the names of the attributes of the defining tables in the default case. </a:t>
            </a:r>
            <a:endParaRPr/>
          </a:p>
          <a:p>
            <a:pPr marL="0" lvl="0" indent="0" algn="l" rtl="0">
              <a:spcBef>
                <a:spcPts val="0"/>
              </a:spcBef>
              <a:spcAft>
                <a:spcPts val="0"/>
              </a:spcAft>
              <a:buNone/>
            </a:pPr>
            <a:r>
              <a:rPr lang="en-US"/>
              <a:t>The views in V1 and V2 create virtual tables whose schemas are illustrated in Figure 7.2 when applied to the database schema of Figure 5.5.</a:t>
            </a:r>
            <a:endParaRPr/>
          </a:p>
          <a:p>
            <a:pPr marL="0" lvl="0" indent="0" algn="l" rtl="0">
              <a:spcBef>
                <a:spcPts val="0"/>
              </a:spcBef>
              <a:spcAft>
                <a:spcPts val="0"/>
              </a:spcAft>
              <a:buNone/>
            </a:pPr>
            <a:endParaRPr/>
          </a:p>
          <a:p>
            <a:pPr marL="0" lvl="0" indent="0" algn="l" rtl="0">
              <a:spcBef>
                <a:spcPts val="0"/>
              </a:spcBef>
              <a:spcAft>
                <a:spcPts val="0"/>
              </a:spcAft>
              <a:buNone/>
            </a:pPr>
            <a:r>
              <a:rPr lang="en-US"/>
              <a:t>V1: CREATE VIEW WORKS_ON1</a:t>
            </a:r>
            <a:endParaRPr/>
          </a:p>
          <a:p>
            <a:pPr marL="0" lvl="0" indent="0" algn="l" rtl="0">
              <a:spcBef>
                <a:spcPts val="0"/>
              </a:spcBef>
              <a:spcAft>
                <a:spcPts val="0"/>
              </a:spcAft>
              <a:buNone/>
            </a:pPr>
            <a:r>
              <a:rPr lang="en-US"/>
              <a:t>AS SELECT Fname, Lname, Pname, Hours</a:t>
            </a:r>
            <a:endParaRPr/>
          </a:p>
          <a:p>
            <a:pPr marL="0" lvl="0" indent="0" algn="l" rtl="0">
              <a:spcBef>
                <a:spcPts val="0"/>
              </a:spcBef>
              <a:spcAft>
                <a:spcPts val="0"/>
              </a:spcAft>
              <a:buNone/>
            </a:pPr>
            <a:r>
              <a:rPr lang="en-US"/>
              <a:t>FROM EMPLOYEE, PROJECT, WORKS_ON</a:t>
            </a:r>
            <a:endParaRPr/>
          </a:p>
          <a:p>
            <a:pPr marL="0" lvl="0" indent="0" algn="l" rtl="0">
              <a:spcBef>
                <a:spcPts val="0"/>
              </a:spcBef>
              <a:spcAft>
                <a:spcPts val="0"/>
              </a:spcAft>
              <a:buNone/>
            </a:pPr>
            <a:r>
              <a:rPr lang="en-US"/>
              <a:t>WHERE Ssn = Essn AND Pno = Pnumber;</a:t>
            </a:r>
            <a:endParaRPr/>
          </a:p>
          <a:p>
            <a:pPr marL="0" lvl="0" indent="0" algn="l" rtl="0">
              <a:spcBef>
                <a:spcPts val="0"/>
              </a:spcBef>
              <a:spcAft>
                <a:spcPts val="0"/>
              </a:spcAft>
              <a:buNone/>
            </a:pPr>
            <a:endParaRPr/>
          </a:p>
          <a:p>
            <a:pPr marL="0" lvl="0" indent="0" algn="l" rtl="0">
              <a:spcBef>
                <a:spcPts val="0"/>
              </a:spcBef>
              <a:spcAft>
                <a:spcPts val="0"/>
              </a:spcAft>
              <a:buNone/>
            </a:pPr>
            <a:r>
              <a:rPr lang="en-US"/>
              <a:t>V2: CREATE VIEW DEPT_INFO(Dept_name, No_of_emps, Total_sal)</a:t>
            </a:r>
            <a:endParaRPr/>
          </a:p>
          <a:p>
            <a:pPr marL="0" lvl="0" indent="0" algn="l" rtl="0">
              <a:spcBef>
                <a:spcPts val="0"/>
              </a:spcBef>
              <a:spcAft>
                <a:spcPts val="0"/>
              </a:spcAft>
              <a:buNone/>
            </a:pPr>
            <a:r>
              <a:rPr lang="en-US"/>
              <a:t>AS SELECT Dname, COUNT (*), SUM (Salary)</a:t>
            </a:r>
            <a:endParaRPr/>
          </a:p>
          <a:p>
            <a:pPr marL="0" lvl="0" indent="0" algn="l" rtl="0">
              <a:spcBef>
                <a:spcPts val="0"/>
              </a:spcBef>
              <a:spcAft>
                <a:spcPts val="0"/>
              </a:spcAft>
              <a:buNone/>
            </a:pPr>
            <a:r>
              <a:rPr lang="en-US"/>
              <a:t>FROM DEPARTMENT, EMPLOYEE</a:t>
            </a:r>
            <a:endParaRPr/>
          </a:p>
          <a:p>
            <a:pPr marL="0" lvl="0" indent="0" algn="l" rtl="0">
              <a:spcBef>
                <a:spcPts val="0"/>
              </a:spcBef>
              <a:spcAft>
                <a:spcPts val="0"/>
              </a:spcAft>
              <a:buNone/>
            </a:pPr>
            <a:r>
              <a:rPr lang="en-US"/>
              <a:t>WHERE Dnumber = Dno</a:t>
            </a:r>
            <a:endParaRPr/>
          </a:p>
          <a:p>
            <a:pPr marL="0" lvl="0" indent="0" algn="l" rtl="0">
              <a:spcBef>
                <a:spcPts val="0"/>
              </a:spcBef>
              <a:spcAft>
                <a:spcPts val="0"/>
              </a:spcAft>
              <a:buNone/>
            </a:pPr>
            <a:r>
              <a:rPr lang="en-US"/>
              <a:t>GROUP BY Dname;</a:t>
            </a:r>
            <a:endParaRPr/>
          </a:p>
          <a:p>
            <a:pPr marL="0" lvl="0" indent="0" algn="l" rtl="0">
              <a:spcBef>
                <a:spcPts val="0"/>
              </a:spcBef>
              <a:spcAft>
                <a:spcPts val="0"/>
              </a:spcAft>
              <a:buNone/>
            </a:pPr>
            <a:endParaRPr/>
          </a:p>
          <a:p>
            <a:pPr marL="0" lvl="0" indent="0" algn="l" rtl="0">
              <a:spcBef>
                <a:spcPts val="0"/>
              </a:spcBef>
              <a:spcAft>
                <a:spcPts val="0"/>
              </a:spcAft>
              <a:buNone/>
            </a:pPr>
            <a:r>
              <a:rPr lang="en-US"/>
              <a:t>In V1, we did not specify any new attribute names for the view WORKS_ON1(although we could have); in this case, WORKS_ON1 inherits the names of the view attributes from the defining tables EMPLOYEE, PROJECT, and WORKS_ON.</a:t>
            </a:r>
            <a:endParaRPr/>
          </a:p>
          <a:p>
            <a:pPr marL="0" lvl="0" indent="0" algn="l" rtl="0">
              <a:spcBef>
                <a:spcPts val="0"/>
              </a:spcBef>
              <a:spcAft>
                <a:spcPts val="0"/>
              </a:spcAft>
              <a:buNone/>
            </a:pPr>
            <a:r>
              <a:rPr lang="en-US"/>
              <a:t>View V2 explicitly specifies new attribute names for the view DEPT_INFO, using a one-to-one correspondence between the attributes specified in the CREATE</a:t>
            </a:r>
            <a:endParaRPr/>
          </a:p>
          <a:p>
            <a:pPr marL="0" lvl="0" indent="0" algn="l" rtl="0">
              <a:spcBef>
                <a:spcPts val="0"/>
              </a:spcBef>
              <a:spcAft>
                <a:spcPts val="0"/>
              </a:spcAft>
              <a:buNone/>
            </a:pPr>
            <a:r>
              <a:rPr lang="en-US"/>
              <a:t>VIEW clause and those specified in the SELECT clause of the query that defines the view.</a:t>
            </a:r>
            <a:endParaRPr/>
          </a:p>
          <a:p>
            <a:pPr marL="0" lvl="0" indent="0" algn="l" rtl="0">
              <a:spcBef>
                <a:spcPts val="0"/>
              </a:spcBef>
              <a:spcAft>
                <a:spcPts val="0"/>
              </a:spcAft>
              <a:buNone/>
            </a:pPr>
            <a:endParaRPr/>
          </a:p>
          <a:p>
            <a:pPr marL="0" lvl="0" indent="0" algn="l" rtl="0">
              <a:spcBef>
                <a:spcPts val="0"/>
              </a:spcBef>
              <a:spcAft>
                <a:spcPts val="0"/>
              </a:spcAft>
              <a:buNone/>
            </a:pPr>
            <a:r>
              <a:rPr lang="en-US"/>
              <a:t>We can now specify SQL queries on a view—or virtual table—in the same way we specify queries involving base tables. For example, to retrieve the last name and first name of all employees who work on the ‘ProductX’ project, we can utilize the WORKS_ON1 view and specify the query as in QV1:</a:t>
            </a:r>
            <a:endParaRPr/>
          </a:p>
          <a:p>
            <a:pPr marL="0" lvl="0" indent="0" algn="l" rtl="0">
              <a:spcBef>
                <a:spcPts val="0"/>
              </a:spcBef>
              <a:spcAft>
                <a:spcPts val="0"/>
              </a:spcAft>
              <a:buNone/>
            </a:pPr>
            <a:endParaRPr/>
          </a:p>
          <a:p>
            <a:pPr marL="0" lvl="0" indent="0" algn="l" rtl="0">
              <a:spcBef>
                <a:spcPts val="0"/>
              </a:spcBef>
              <a:spcAft>
                <a:spcPts val="0"/>
              </a:spcAft>
              <a:buNone/>
            </a:pPr>
            <a:r>
              <a:rPr lang="en-US"/>
              <a:t>QV1: SELECT Fname, Lname</a:t>
            </a:r>
            <a:endParaRPr/>
          </a:p>
          <a:p>
            <a:pPr marL="0" lvl="0" indent="0" algn="l" rtl="0">
              <a:spcBef>
                <a:spcPts val="0"/>
              </a:spcBef>
              <a:spcAft>
                <a:spcPts val="0"/>
              </a:spcAft>
              <a:buNone/>
            </a:pPr>
            <a:r>
              <a:rPr lang="en-US"/>
              <a:t>FROM WORKS_ON1</a:t>
            </a:r>
            <a:endParaRPr/>
          </a:p>
          <a:p>
            <a:pPr marL="0" lvl="0" indent="0" algn="l" rtl="0">
              <a:spcBef>
                <a:spcPts val="0"/>
              </a:spcBef>
              <a:spcAft>
                <a:spcPts val="0"/>
              </a:spcAft>
              <a:buNone/>
            </a:pPr>
            <a:r>
              <a:rPr lang="en-US"/>
              <a:t>WHERE Pname = ‘ProductX’;</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The same query would require the specification of two joins if specified on the base relations directly; one of the main advantages of a view is to simplify the specification of certain queries. </a:t>
            </a:r>
            <a:endParaRPr/>
          </a:p>
          <a:p>
            <a:pPr marL="0" lvl="0" indent="0" algn="l" rtl="0">
              <a:spcBef>
                <a:spcPts val="0"/>
              </a:spcBef>
              <a:spcAft>
                <a:spcPts val="0"/>
              </a:spcAft>
              <a:buNone/>
            </a:pPr>
            <a:endParaRPr/>
          </a:p>
          <a:p>
            <a:pPr marL="0" lvl="0" indent="0" algn="l" rtl="0">
              <a:spcBef>
                <a:spcPts val="0"/>
              </a:spcBef>
              <a:spcAft>
                <a:spcPts val="0"/>
              </a:spcAft>
              <a:buNone/>
            </a:pPr>
            <a:r>
              <a:rPr lang="en-US"/>
              <a:t>Views are also used as a security and authorization mechanism</a:t>
            </a:r>
            <a:endParaRPr/>
          </a:p>
          <a:p>
            <a:pPr marL="0" lvl="0" indent="0" algn="l" rtl="0">
              <a:spcBef>
                <a:spcPts val="0"/>
              </a:spcBef>
              <a:spcAft>
                <a:spcPts val="0"/>
              </a:spcAft>
              <a:buNone/>
            </a:pPr>
            <a:endParaRPr/>
          </a:p>
          <a:p>
            <a:pPr marL="0" lvl="0" indent="0" algn="l" rtl="0">
              <a:spcBef>
                <a:spcPts val="0"/>
              </a:spcBef>
              <a:spcAft>
                <a:spcPts val="0"/>
              </a:spcAft>
              <a:buNone/>
            </a:pPr>
            <a:r>
              <a:rPr lang="en-US"/>
              <a:t>A view is supposed to be always up-to-date; if we modify the tuples in the base tables on which the view is defined, the view must automatically reflect these changes. Hence, the view does not have to be realized or materialized at the time of view definition but rather at the time when we specify a query on the view. It is the responsibility of the DBMS and not the user to make sure that the view is kept upto- date. </a:t>
            </a:r>
            <a:endParaRPr/>
          </a:p>
          <a:p>
            <a:pPr marL="0" lvl="0" indent="0" algn="l" rtl="0">
              <a:spcBef>
                <a:spcPts val="0"/>
              </a:spcBef>
              <a:spcAft>
                <a:spcPts val="0"/>
              </a:spcAft>
              <a:buNone/>
            </a:pPr>
            <a:endParaRPr/>
          </a:p>
          <a:p>
            <a:pPr marL="0" lvl="0" indent="0" algn="l" rtl="0">
              <a:spcBef>
                <a:spcPts val="0"/>
              </a:spcBef>
              <a:spcAft>
                <a:spcPts val="0"/>
              </a:spcAft>
              <a:buNone/>
            </a:pPr>
            <a:r>
              <a:rPr lang="en-US"/>
              <a:t>If we do not need a view anymore, we can use the DROP VIEW command to dispose of it. For example, to get rid of the view V1, we can use the SQL statement in V1A:</a:t>
            </a:r>
            <a:endParaRPr/>
          </a:p>
          <a:p>
            <a:pPr marL="0" lvl="0" indent="0" algn="l" rtl="0">
              <a:spcBef>
                <a:spcPts val="0"/>
              </a:spcBef>
              <a:spcAft>
                <a:spcPts val="0"/>
              </a:spcAft>
              <a:buNone/>
            </a:pPr>
            <a:r>
              <a:rPr lang="en-US"/>
              <a:t>V1A: DROP VIEW WORKS_ON1;</a:t>
            </a:r>
            <a:endParaRPr/>
          </a:p>
        </p:txBody>
      </p:sp>
      <p:sp>
        <p:nvSpPr>
          <p:cNvPr id="523" name="Google Shape;523;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view is supposed to be always up-to-date; if we modify the tuples in the base tables on which the view is defined, the view must automatically reflect these changes. Hence, the view does not have to be realized or materialized at the time of view definition but rather at the time when we specify a query on the view. It is the responsibility of the DBMS and not the user to make sure that the view is kept upto- date. </a:t>
            </a:r>
            <a:endParaRPr/>
          </a:p>
          <a:p>
            <a:pPr marL="0" lvl="0" indent="0" algn="l" rtl="0">
              <a:spcBef>
                <a:spcPts val="0"/>
              </a:spcBef>
              <a:spcAft>
                <a:spcPts val="0"/>
              </a:spcAft>
              <a:buNone/>
            </a:pPr>
            <a:endParaRPr/>
          </a:p>
          <a:p>
            <a:pPr marL="0" lvl="0" indent="0" algn="l" rtl="0">
              <a:spcBef>
                <a:spcPts val="0"/>
              </a:spcBef>
              <a:spcAft>
                <a:spcPts val="0"/>
              </a:spcAft>
              <a:buNone/>
            </a:pPr>
            <a:r>
              <a:rPr lang="en-US"/>
              <a:t>If we do not need a view anymore, we can use the DROP VIEW command to dispose of it. For example, to get rid of the view V1, we can use the SQL statement in V1A:</a:t>
            </a:r>
            <a:endParaRPr/>
          </a:p>
          <a:p>
            <a:pPr marL="0" lvl="0" indent="0" algn="l" rtl="0">
              <a:spcBef>
                <a:spcPts val="0"/>
              </a:spcBef>
              <a:spcAft>
                <a:spcPts val="0"/>
              </a:spcAft>
              <a:buNone/>
            </a:pPr>
            <a:r>
              <a:rPr lang="en-US"/>
              <a:t>V1A: DROP VIEW WORKS_ON1;</a:t>
            </a:r>
            <a:endParaRPr/>
          </a:p>
          <a:p>
            <a:pPr marL="0" lvl="0" indent="0" algn="l" rtl="0">
              <a:spcBef>
                <a:spcPts val="0"/>
              </a:spcBef>
              <a:spcAft>
                <a:spcPts val="0"/>
              </a:spcAft>
              <a:buNone/>
            </a:pPr>
            <a:endParaRPr/>
          </a:p>
        </p:txBody>
      </p:sp>
      <p:sp>
        <p:nvSpPr>
          <p:cNvPr id="531" name="Google Shape;531;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View Implementation, View Update, and Inline Views</a:t>
            </a:r>
            <a:endParaRPr/>
          </a:p>
          <a:p>
            <a:pPr marL="0" lvl="0" indent="0" algn="l" rtl="0">
              <a:spcBef>
                <a:spcPts val="0"/>
              </a:spcBef>
              <a:spcAft>
                <a:spcPts val="0"/>
              </a:spcAft>
              <a:buNone/>
            </a:pPr>
            <a:r>
              <a:rPr lang="en-US"/>
              <a:t>The problem of how a DBMS can efficiently implement a view for efficient querying is complex. </a:t>
            </a:r>
            <a:endParaRPr/>
          </a:p>
          <a:p>
            <a:pPr marL="0" lvl="0" indent="0" algn="l" rtl="0">
              <a:spcBef>
                <a:spcPts val="0"/>
              </a:spcBef>
              <a:spcAft>
                <a:spcPts val="0"/>
              </a:spcAft>
              <a:buNone/>
            </a:pPr>
            <a:r>
              <a:rPr lang="en-US"/>
              <a:t>Two main approaches have been suggested. </a:t>
            </a:r>
            <a:endParaRPr/>
          </a:p>
          <a:p>
            <a:pPr marL="0" lvl="0" indent="0" algn="l" rtl="0">
              <a:spcBef>
                <a:spcPts val="0"/>
              </a:spcBef>
              <a:spcAft>
                <a:spcPts val="0"/>
              </a:spcAft>
              <a:buNone/>
            </a:pPr>
            <a:r>
              <a:rPr lang="en-US"/>
              <a:t>One strategy, called query modification, involves modifying or transforming the view query (submitted by the </a:t>
            </a:r>
            <a:r>
              <a:rPr lang="en-US" sz="1200" b="0" i="0" u="none" strike="noStrike">
                <a:solidFill>
                  <a:schemeClr val="dk1"/>
                </a:solidFill>
                <a:latin typeface="Calibri"/>
                <a:ea typeface="Calibri"/>
                <a:cs typeface="Calibri"/>
                <a:sym typeface="Calibri"/>
              </a:rPr>
              <a:t>user) into a query on the underlying base tables. For example, the query QV1 would be automatically modified to the following query by the DBMS:</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Fname, Lname</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 PROJECT, 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Ssn = Essn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Pno = 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disadvantage of this approach is that it is inefficient for views defined via complex queries that are time-consuming to execute, especially if multiple view queries are going to be applied to the same view within a short period of time.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second strategy, called </a:t>
            </a:r>
            <a:r>
              <a:rPr lang="en-US" sz="1200" b="1" i="0" u="none" strike="noStrike">
                <a:solidFill>
                  <a:schemeClr val="dk1"/>
                </a:solidFill>
                <a:latin typeface="Calibri"/>
                <a:ea typeface="Calibri"/>
                <a:cs typeface="Calibri"/>
                <a:sym typeface="Calibri"/>
              </a:rPr>
              <a:t>view materialization</a:t>
            </a:r>
            <a:r>
              <a:rPr lang="en-US" sz="1200" b="0" i="0" u="none" strike="noStrike">
                <a:solidFill>
                  <a:schemeClr val="dk1"/>
                </a:solidFill>
                <a:latin typeface="Calibri"/>
                <a:ea typeface="Calibri"/>
                <a:cs typeface="Calibri"/>
                <a:sym typeface="Calibri"/>
              </a:rPr>
              <a:t>, involves physically creating a temporary or permanent view table when the view is first queried or created and keeping that table on the assumption that other queries on the view will follow.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this case, an efficient strategy for automatically updating the view table when the base tables are updated must be developed in order to keep the view up-to-date.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Techniques using the concept of </a:t>
            </a:r>
            <a:r>
              <a:rPr lang="en-US" sz="1200" b="1" i="0" u="none" strike="noStrike">
                <a:solidFill>
                  <a:schemeClr val="dk1"/>
                </a:solidFill>
                <a:latin typeface="Calibri"/>
                <a:ea typeface="Calibri"/>
                <a:cs typeface="Calibri"/>
                <a:sym typeface="Calibri"/>
              </a:rPr>
              <a:t>incremental update </a:t>
            </a:r>
            <a:r>
              <a:rPr lang="en-US" sz="1200" b="0" i="0" u="none" strike="noStrike">
                <a:solidFill>
                  <a:schemeClr val="dk1"/>
                </a:solidFill>
                <a:latin typeface="Calibri"/>
                <a:ea typeface="Calibri"/>
                <a:cs typeface="Calibri"/>
                <a:sym typeface="Calibri"/>
              </a:rPr>
              <a:t>have been developed for this purpose, where the DBMS can determine what new tuples must be inserted, deleted, or modified in a </a:t>
            </a:r>
            <a:r>
              <a:rPr lang="en-US" sz="1200" b="0" i="1" u="none" strike="noStrike">
                <a:solidFill>
                  <a:schemeClr val="dk1"/>
                </a:solidFill>
                <a:latin typeface="Calibri"/>
                <a:ea typeface="Calibri"/>
                <a:cs typeface="Calibri"/>
                <a:sym typeface="Calibri"/>
              </a:rPr>
              <a:t>materialized view table </a:t>
            </a:r>
            <a:r>
              <a:rPr lang="en-US" sz="1200" b="0" i="0" u="none" strike="noStrike">
                <a:solidFill>
                  <a:schemeClr val="dk1"/>
                </a:solidFill>
                <a:latin typeface="Calibri"/>
                <a:ea typeface="Calibri"/>
                <a:cs typeface="Calibri"/>
                <a:sym typeface="Calibri"/>
              </a:rPr>
              <a:t>when a database update is applied </a:t>
            </a:r>
            <a:r>
              <a:rPr lang="en-US" sz="1200" b="0" i="1" u="none" strike="noStrike">
                <a:solidFill>
                  <a:schemeClr val="dk1"/>
                </a:solidFill>
                <a:latin typeface="Calibri"/>
                <a:ea typeface="Calibri"/>
                <a:cs typeface="Calibri"/>
                <a:sym typeface="Calibri"/>
              </a:rPr>
              <a:t>to one of the defining base tables</a:t>
            </a:r>
            <a:r>
              <a:rPr lang="en-US" sz="1200" b="0" i="0" u="none" strike="noStrike">
                <a:solidFill>
                  <a:schemeClr val="dk1"/>
                </a:solidFill>
                <a:latin typeface="Calibri"/>
                <a:ea typeface="Calibri"/>
                <a:cs typeface="Calibri"/>
                <a:sym typeface="Calibri"/>
              </a:rPr>
              <a:t>. The view is generally kept as a materialized (physically stored) table as long as it is being queried. If the view is not queried for a certain period of time, the system may then automatically remove the physical table and recompute it from scratch when future queries reference the view.</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Different strategies as to when a materialized view is updated are possible.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immediate update </a:t>
            </a:r>
            <a:r>
              <a:rPr lang="en-US" sz="1200" b="0" i="0" u="none" strike="noStrike">
                <a:solidFill>
                  <a:schemeClr val="dk1"/>
                </a:solidFill>
                <a:latin typeface="Calibri"/>
                <a:ea typeface="Calibri"/>
                <a:cs typeface="Calibri"/>
                <a:sym typeface="Calibri"/>
              </a:rPr>
              <a:t>strategy updates a view as soon as the base tables are changed;</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lazy update </a:t>
            </a:r>
            <a:r>
              <a:rPr lang="en-US" sz="1200" b="0" i="0" u="none" strike="noStrike">
                <a:solidFill>
                  <a:schemeClr val="dk1"/>
                </a:solidFill>
                <a:latin typeface="Calibri"/>
                <a:ea typeface="Calibri"/>
                <a:cs typeface="Calibri"/>
                <a:sym typeface="Calibri"/>
              </a:rPr>
              <a:t>strategy updates the view when needed by a view query;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periodic update </a:t>
            </a:r>
            <a:r>
              <a:rPr lang="en-US" sz="1200" b="0" i="0" u="none" strike="noStrike">
                <a:solidFill>
                  <a:schemeClr val="dk1"/>
                </a:solidFill>
                <a:latin typeface="Calibri"/>
                <a:ea typeface="Calibri"/>
                <a:cs typeface="Calibri"/>
                <a:sym typeface="Calibri"/>
              </a:rPr>
              <a:t>strategy updates the view periodically (in the latter strategy,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view query may get a result that is not up-to-date).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user can always issue a retrieval query against any view. However, issuing an INSERT, DELETE, or UPDATE command on a view table </a:t>
            </a:r>
            <a:r>
              <a:rPr lang="en-US" sz="1200" b="1" i="0" u="none" strike="noStrike">
                <a:solidFill>
                  <a:schemeClr val="dk1"/>
                </a:solidFill>
                <a:latin typeface="Calibri"/>
                <a:ea typeface="Calibri"/>
                <a:cs typeface="Calibri"/>
                <a:sym typeface="Calibri"/>
              </a:rPr>
              <a:t>is in many cases not possible.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general, an update on a view defined on a </a:t>
            </a:r>
            <a:r>
              <a:rPr lang="en-US" sz="1200" b="0" i="1" u="none" strike="noStrike">
                <a:solidFill>
                  <a:schemeClr val="dk1"/>
                </a:solidFill>
                <a:latin typeface="Calibri"/>
                <a:ea typeface="Calibri"/>
                <a:cs typeface="Calibri"/>
                <a:sym typeface="Calibri"/>
              </a:rPr>
              <a:t>single table </a:t>
            </a:r>
            <a:r>
              <a:rPr lang="en-US" sz="1200" b="0" i="0" u="none" strike="noStrike">
                <a:solidFill>
                  <a:schemeClr val="dk1"/>
                </a:solidFill>
                <a:latin typeface="Calibri"/>
                <a:ea typeface="Calibri"/>
                <a:cs typeface="Calibri"/>
                <a:sym typeface="Calibri"/>
              </a:rPr>
              <a:t>without any </a:t>
            </a:r>
            <a:r>
              <a:rPr lang="en-US" sz="1200" b="0" i="1" u="none" strike="noStrike">
                <a:solidFill>
                  <a:schemeClr val="dk1"/>
                </a:solidFill>
                <a:latin typeface="Calibri"/>
                <a:ea typeface="Calibri"/>
                <a:cs typeface="Calibri"/>
                <a:sym typeface="Calibri"/>
              </a:rPr>
              <a:t>aggregate functions </a:t>
            </a:r>
            <a:r>
              <a:rPr lang="en-US" sz="1200" b="0" i="0" u="none" strike="noStrike">
                <a:solidFill>
                  <a:schemeClr val="dk1"/>
                </a:solidFill>
                <a:latin typeface="Calibri"/>
                <a:ea typeface="Calibri"/>
                <a:cs typeface="Calibri"/>
                <a:sym typeface="Calibri"/>
              </a:rPr>
              <a:t>can be mapped to an update on the underlying base table under certain conditions.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a view involving joins, an update operation may be mapped to update operations on the underlying base relations in </a:t>
            </a:r>
            <a:r>
              <a:rPr lang="en-US" sz="1200" b="0" i="1" u="none" strike="noStrike">
                <a:solidFill>
                  <a:schemeClr val="dk1"/>
                </a:solidFill>
                <a:latin typeface="Calibri"/>
                <a:ea typeface="Calibri"/>
                <a:cs typeface="Calibri"/>
                <a:sym typeface="Calibri"/>
              </a:rPr>
              <a:t>multiple ways</a:t>
            </a:r>
            <a:r>
              <a:rPr lang="en-US" sz="1200" b="0" i="0" u="none" strike="noStrike">
                <a:solidFill>
                  <a:schemeClr val="dk1"/>
                </a:solidFill>
                <a:latin typeface="Calibri"/>
                <a:ea typeface="Calibri"/>
                <a:cs typeface="Calibri"/>
                <a:sym typeface="Calibri"/>
              </a:rPr>
              <a:t>. Hence, it is often not possible for the DBMS to determine which of the updates is intended. To</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illustrate potential problems with updating a view defined on multiple tables,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Consider the WORKS_ON1 view, and suppose that we issue the command to update the PNAME attribute of ‘John Smith’ from ‘ProductX’ to ‘ProductY’.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view update is shown in UV1:</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UV1: UPDATE </a:t>
            </a:r>
            <a:r>
              <a:rPr lang="en-US" sz="1200" b="0" i="0" u="none" strike="noStrike">
                <a:solidFill>
                  <a:schemeClr val="dk1"/>
                </a:solidFill>
                <a:latin typeface="Calibri"/>
                <a:ea typeface="Calibri"/>
                <a:cs typeface="Calibri"/>
                <a:sym typeface="Calibri"/>
              </a:rPr>
              <a:t>WORKS_ON1</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query can be mapped into several updates on the base relations to give the desired update effect on the view. In addition, some of these updates will create additional side effects that affect the result of other queries.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here are two possible updates, (a) and (b), on the base relations corresponding to the view update operation in UV1:</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 UPDATE </a:t>
            </a:r>
            <a:r>
              <a:rPr lang="en-US" sz="1200" b="0" i="0" u="none" strike="noStrike">
                <a:solidFill>
                  <a:schemeClr val="dk1"/>
                </a:solidFill>
                <a:latin typeface="Calibri"/>
                <a:ea typeface="Calibri"/>
                <a:cs typeface="Calibri"/>
                <a:sym typeface="Calibri"/>
              </a:rPr>
              <a:t>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Essn </a:t>
            </a:r>
            <a:r>
              <a:rPr lang="en-US" sz="1200" b="1" i="0" u="none" strike="noStrike">
                <a:solidFill>
                  <a:schemeClr val="dk1"/>
                </a:solidFill>
                <a:latin typeface="Calibri"/>
                <a:ea typeface="Calibri"/>
                <a:cs typeface="Calibri"/>
                <a:sym typeface="Calibri"/>
              </a:rPr>
              <a:t>IN </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Ssn</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 </a:t>
            </a:r>
            <a:r>
              <a:rPr lang="en-US" sz="1200" b="1" i="0" u="none" strike="noStrike">
                <a:solidFill>
                  <a:schemeClr val="dk1"/>
                </a:solidFill>
                <a:latin typeface="Calibri"/>
                <a:ea typeface="Calibri"/>
                <a:cs typeface="Calibri"/>
                <a:sym typeface="Calibri"/>
              </a:rPr>
              <a:t>UPDATE </a:t>
            </a:r>
            <a:r>
              <a:rPr lang="en-US" sz="1200" b="0" i="0" u="none" strike="noStrike">
                <a:solidFill>
                  <a:schemeClr val="dk1"/>
                </a:solidFill>
                <a:latin typeface="Calibri"/>
                <a:ea typeface="Calibri"/>
                <a:cs typeface="Calibri"/>
                <a:sym typeface="Calibri"/>
              </a:rPr>
              <a:t>PROJECT </a:t>
            </a: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Update (a) relates ‘John Smith’ to the ‘ProductY’ PROJECT tuple instead of the ‘ProductX’ PROJECT tuple and is the most likely desired update.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However, (b) would also give the desired update effect on the view, but it accomplishes this by changing the name of the ‘ProductX’ tuple in the PROJECT relation to ‘ProductY’.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quite unlikely that the user who specified the view update UV1 wants the update to be interpreted as in (b), since it also has the side effect of changing all the view tuples with 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view updates may not make much sense;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modifying the Total_sal attribute of the DEPT_INFO view does not make sense because Total_sal is defined to be the sum of the individual employee salaries. This incorrect request is shown as UV2:</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UV2: UPDATE </a:t>
            </a:r>
            <a:r>
              <a:rPr lang="en-US" sz="1200" b="0" i="0" u="none" strike="noStrike">
                <a:solidFill>
                  <a:schemeClr val="dk1"/>
                </a:solidFill>
                <a:latin typeface="Calibri"/>
                <a:ea typeface="Calibri"/>
                <a:cs typeface="Calibri"/>
                <a:sym typeface="Calibri"/>
              </a:rPr>
              <a:t>DEPT_INFO</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Total_sal = 100000</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Dname = ‘Research’;</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Generally, a view update is feasible when only </a:t>
            </a:r>
            <a:r>
              <a:rPr lang="en-US" sz="1200" b="0" i="1" u="none" strike="noStrike">
                <a:solidFill>
                  <a:schemeClr val="dk1"/>
                </a:solidFill>
                <a:latin typeface="Calibri"/>
                <a:ea typeface="Calibri"/>
                <a:cs typeface="Calibri"/>
                <a:sym typeface="Calibri"/>
              </a:rPr>
              <a:t>one possible update </a:t>
            </a:r>
            <a:r>
              <a:rPr lang="en-US" sz="1200" b="0" i="0" u="none" strike="noStrike">
                <a:solidFill>
                  <a:schemeClr val="dk1"/>
                </a:solidFill>
                <a:latin typeface="Calibri"/>
                <a:ea typeface="Calibri"/>
                <a:cs typeface="Calibri"/>
                <a:sym typeface="Calibri"/>
              </a:rPr>
              <a:t>on the base relations can accomplish the desired update operation on the view. Whenever an update on the view can be mapped to </a:t>
            </a:r>
            <a:r>
              <a:rPr lang="en-US" sz="1200" b="0" i="1" u="none" strike="noStrike">
                <a:solidFill>
                  <a:schemeClr val="dk1"/>
                </a:solidFill>
                <a:latin typeface="Calibri"/>
                <a:ea typeface="Calibri"/>
                <a:cs typeface="Calibri"/>
                <a:sym typeface="Calibri"/>
              </a:rPr>
              <a:t>more than one update </a:t>
            </a:r>
            <a:r>
              <a:rPr lang="en-US" sz="1200" b="0" i="0" u="none" strike="noStrike">
                <a:solidFill>
                  <a:schemeClr val="dk1"/>
                </a:solidFill>
                <a:latin typeface="Calibri"/>
                <a:ea typeface="Calibri"/>
                <a:cs typeface="Calibri"/>
                <a:sym typeface="Calibri"/>
              </a:rPr>
              <a:t>on the underlying base relations, it is usually not permitted.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researchers have suggested that the DBMS have a certain procedure for choosing one of the possible updates as the most likely one. Some researchers have developed methods for choosing the most likely update, whereas other researchers prefer to have the user choose the desired update mapping during view definition. But these options are generally not available in most commercial DBMSs.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summary, we can make the following observations: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 view with a single defining table is updatable if the view attributes contain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primary key of the base relation, as well as all attributes with the NOT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NULL constraint </a:t>
            </a:r>
            <a:r>
              <a:rPr lang="en-US" sz="1200" b="0" i="1" u="none" strike="noStrike">
                <a:solidFill>
                  <a:schemeClr val="dk1"/>
                </a:solidFill>
                <a:latin typeface="Calibri"/>
                <a:ea typeface="Calibri"/>
                <a:cs typeface="Calibri"/>
                <a:sym typeface="Calibri"/>
              </a:rPr>
              <a:t>that do not have </a:t>
            </a:r>
            <a:r>
              <a:rPr lang="en-US" sz="1200" b="0" i="0" u="none" strike="noStrike">
                <a:solidFill>
                  <a:schemeClr val="dk1"/>
                </a:solidFill>
                <a:latin typeface="Calibri"/>
                <a:ea typeface="Calibri"/>
                <a:cs typeface="Calibri"/>
                <a:sym typeface="Calibri"/>
              </a:rPr>
              <a:t>default values specified.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on multiple tables using joins are generally not updatable.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using grouping and aggregate functions are not updatable.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SQL, the clause </a:t>
            </a:r>
            <a:r>
              <a:rPr lang="en-US" sz="1200" b="1" i="0" u="none" strike="noStrike">
                <a:solidFill>
                  <a:schemeClr val="dk1"/>
                </a:solidFill>
                <a:latin typeface="Calibri"/>
                <a:ea typeface="Calibri"/>
                <a:cs typeface="Calibri"/>
                <a:sym typeface="Calibri"/>
              </a:rPr>
              <a:t>WITH CHECK OPTION </a:t>
            </a:r>
            <a:r>
              <a:rPr lang="en-US" sz="1200" b="0" i="0" u="none" strike="noStrike">
                <a:solidFill>
                  <a:schemeClr val="dk1"/>
                </a:solidFill>
                <a:latin typeface="Calibri"/>
                <a:ea typeface="Calibri"/>
                <a:cs typeface="Calibri"/>
                <a:sym typeface="Calibri"/>
              </a:rPr>
              <a:t>should be added at the end of the view definition if a view </a:t>
            </a:r>
            <a:r>
              <a:rPr lang="en-US" sz="1200" b="0" i="1" u="none" strike="noStrike">
                <a:solidFill>
                  <a:schemeClr val="dk1"/>
                </a:solidFill>
                <a:latin typeface="Calibri"/>
                <a:ea typeface="Calibri"/>
                <a:cs typeface="Calibri"/>
                <a:sym typeface="Calibri"/>
              </a:rPr>
              <a:t>is to be updated </a:t>
            </a:r>
            <a:r>
              <a:rPr lang="en-US" sz="1200" b="0" i="0" u="none" strike="noStrike">
                <a:solidFill>
                  <a:schemeClr val="dk1"/>
                </a:solidFill>
                <a:latin typeface="Calibri"/>
                <a:ea typeface="Calibri"/>
                <a:cs typeface="Calibri"/>
                <a:sym typeface="Calibri"/>
              </a:rPr>
              <a:t>by INSERT, DELETE, or UPDATE statements.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allows the system to reject operations that violate the SQL rules for view updates. The full set of SQL rules for when a view may be modified by the user are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more complex than the rules stated earlier.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also possible to define a view table in the </a:t>
            </a:r>
            <a:r>
              <a:rPr lang="en-US" sz="1200" b="1" i="0" u="none" strike="noStrike">
                <a:solidFill>
                  <a:schemeClr val="dk1"/>
                </a:solidFill>
                <a:latin typeface="Calibri"/>
                <a:ea typeface="Calibri"/>
                <a:cs typeface="Calibri"/>
                <a:sym typeface="Calibri"/>
              </a:rPr>
              <a:t>FROM clause </a:t>
            </a:r>
            <a:r>
              <a:rPr lang="en-US" sz="1200" b="0" i="0" u="none" strike="noStrike">
                <a:solidFill>
                  <a:schemeClr val="dk1"/>
                </a:solidFill>
                <a:latin typeface="Calibri"/>
                <a:ea typeface="Calibri"/>
                <a:cs typeface="Calibri"/>
                <a:sym typeface="Calibri"/>
              </a:rPr>
              <a:t>of an SQL query. This is known as an </a:t>
            </a:r>
            <a:r>
              <a:rPr lang="en-US" sz="1200" b="1" i="0" u="none" strike="noStrike">
                <a:solidFill>
                  <a:schemeClr val="dk1"/>
                </a:solidFill>
                <a:latin typeface="Calibri"/>
                <a:ea typeface="Calibri"/>
                <a:cs typeface="Calibri"/>
                <a:sym typeface="Calibri"/>
              </a:rPr>
              <a:t>in-line view</a:t>
            </a:r>
            <a:r>
              <a:rPr lang="en-US" sz="1200" b="0" i="0" u="none" strike="noStrike">
                <a:solidFill>
                  <a:schemeClr val="dk1"/>
                </a:solidFill>
                <a:latin typeface="Calibri"/>
                <a:ea typeface="Calibri"/>
                <a:cs typeface="Calibri"/>
                <a:sym typeface="Calibri"/>
              </a:rPr>
              <a:t>. In this case, the view is defined within the query itself.</a:t>
            </a:r>
            <a:endParaRPr/>
          </a:p>
        </p:txBody>
      </p:sp>
      <p:sp>
        <p:nvSpPr>
          <p:cNvPr id="538" name="Google Shape;538;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View Implementation, View Update, and Inline Views</a:t>
            </a:r>
            <a:endParaRPr/>
          </a:p>
          <a:p>
            <a:pPr marL="0" lvl="0" indent="0" algn="l" rtl="0">
              <a:spcBef>
                <a:spcPts val="0"/>
              </a:spcBef>
              <a:spcAft>
                <a:spcPts val="0"/>
              </a:spcAft>
              <a:buNone/>
            </a:pPr>
            <a:r>
              <a:rPr lang="en-US"/>
              <a:t>The problem of how a DBMS can efficiently implement a view for efficient querying is complex. </a:t>
            </a:r>
            <a:endParaRPr/>
          </a:p>
          <a:p>
            <a:pPr marL="0" lvl="0" indent="0" algn="l" rtl="0">
              <a:spcBef>
                <a:spcPts val="0"/>
              </a:spcBef>
              <a:spcAft>
                <a:spcPts val="0"/>
              </a:spcAft>
              <a:buNone/>
            </a:pPr>
            <a:r>
              <a:rPr lang="en-US"/>
              <a:t>Two main approaches have been suggested. </a:t>
            </a:r>
            <a:endParaRPr/>
          </a:p>
          <a:p>
            <a:pPr marL="0" lvl="0" indent="0" algn="l" rtl="0">
              <a:spcBef>
                <a:spcPts val="0"/>
              </a:spcBef>
              <a:spcAft>
                <a:spcPts val="0"/>
              </a:spcAft>
              <a:buNone/>
            </a:pPr>
            <a:r>
              <a:rPr lang="en-US"/>
              <a:t>One strategy, called query modification, involves modifying or transforming the view query (submitted by the </a:t>
            </a:r>
            <a:r>
              <a:rPr lang="en-US" sz="1200" b="0" i="0" u="none" strike="noStrike">
                <a:solidFill>
                  <a:schemeClr val="dk1"/>
                </a:solidFill>
                <a:latin typeface="Calibri"/>
                <a:ea typeface="Calibri"/>
                <a:cs typeface="Calibri"/>
                <a:sym typeface="Calibri"/>
              </a:rPr>
              <a:t>user) into a query on the underlying base tables. For example, the query QV1 would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be automatically modified to the following query by the DBMS:</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Fname, Lname</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 PROJECT, 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Ssn = Essn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Pno = 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disadvantage of this approach is that it is inefficient for views defined via complex queries that are time-consuming to execute, especially if multiple view queries are going to be applied to the same view within a short period of time.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second strategy, called </a:t>
            </a:r>
            <a:r>
              <a:rPr lang="en-US" sz="1200" b="1" i="0" u="none" strike="noStrike">
                <a:solidFill>
                  <a:schemeClr val="dk1"/>
                </a:solidFill>
                <a:latin typeface="Calibri"/>
                <a:ea typeface="Calibri"/>
                <a:cs typeface="Calibri"/>
                <a:sym typeface="Calibri"/>
              </a:rPr>
              <a:t>view materialization</a:t>
            </a:r>
            <a:r>
              <a:rPr lang="en-US" sz="1200" b="0" i="0" u="none" strike="noStrike">
                <a:solidFill>
                  <a:schemeClr val="dk1"/>
                </a:solidFill>
                <a:latin typeface="Calibri"/>
                <a:ea typeface="Calibri"/>
                <a:cs typeface="Calibri"/>
                <a:sym typeface="Calibri"/>
              </a:rPr>
              <a:t>, involves physically creating a temporary or permanent view table when the view is first queried or created and keeping that table on the assumption that other queries on the view will follow.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this case, an efficient strategy for automatically updating the view table when the base tables are updated must be developed in order to keep the view up-to-date.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Techniques using the concept of </a:t>
            </a:r>
            <a:r>
              <a:rPr lang="en-US" sz="1200" b="1" i="0" u="none" strike="noStrike">
                <a:solidFill>
                  <a:schemeClr val="dk1"/>
                </a:solidFill>
                <a:latin typeface="Calibri"/>
                <a:ea typeface="Calibri"/>
                <a:cs typeface="Calibri"/>
                <a:sym typeface="Calibri"/>
              </a:rPr>
              <a:t>incremental update </a:t>
            </a:r>
            <a:r>
              <a:rPr lang="en-US" sz="1200" b="0" i="0" u="none" strike="noStrike">
                <a:solidFill>
                  <a:schemeClr val="dk1"/>
                </a:solidFill>
                <a:latin typeface="Calibri"/>
                <a:ea typeface="Calibri"/>
                <a:cs typeface="Calibri"/>
                <a:sym typeface="Calibri"/>
              </a:rPr>
              <a:t>have been developed for this purpose, where the DBMS can determine what new tuples must be inserted, deleted, or modified in a </a:t>
            </a:r>
            <a:r>
              <a:rPr lang="en-US" sz="1200" b="0" i="1" u="none" strike="noStrike">
                <a:solidFill>
                  <a:schemeClr val="dk1"/>
                </a:solidFill>
                <a:latin typeface="Calibri"/>
                <a:ea typeface="Calibri"/>
                <a:cs typeface="Calibri"/>
                <a:sym typeface="Calibri"/>
              </a:rPr>
              <a:t>materialized view table </a:t>
            </a:r>
            <a:r>
              <a:rPr lang="en-US" sz="1200" b="0" i="0" u="none" strike="noStrike">
                <a:solidFill>
                  <a:schemeClr val="dk1"/>
                </a:solidFill>
                <a:latin typeface="Calibri"/>
                <a:ea typeface="Calibri"/>
                <a:cs typeface="Calibri"/>
                <a:sym typeface="Calibri"/>
              </a:rPr>
              <a:t>when a database update is applied </a:t>
            </a:r>
            <a:r>
              <a:rPr lang="en-US" sz="1200" b="0" i="1" u="none" strike="noStrike">
                <a:solidFill>
                  <a:schemeClr val="dk1"/>
                </a:solidFill>
                <a:latin typeface="Calibri"/>
                <a:ea typeface="Calibri"/>
                <a:cs typeface="Calibri"/>
                <a:sym typeface="Calibri"/>
              </a:rPr>
              <a:t>to one of the defining base tables</a:t>
            </a:r>
            <a:r>
              <a:rPr lang="en-US" sz="1200" b="0" i="0" u="none" strike="noStrike">
                <a:solidFill>
                  <a:schemeClr val="dk1"/>
                </a:solidFill>
                <a:latin typeface="Calibri"/>
                <a:ea typeface="Calibri"/>
                <a:cs typeface="Calibri"/>
                <a:sym typeface="Calibri"/>
              </a:rPr>
              <a:t>. The view is generally kept as a materialized (physically stored) table as long as it is being queried. If the view is not queried for a certain period of time, the system may then automatically remove the physical table and recompute it from scratch when future queries reference the view.</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Different strategies as to when a materialized view is updated are possible.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immediate update </a:t>
            </a:r>
            <a:r>
              <a:rPr lang="en-US" sz="1200" b="0" i="0" u="none" strike="noStrike">
                <a:solidFill>
                  <a:schemeClr val="dk1"/>
                </a:solidFill>
                <a:latin typeface="Calibri"/>
                <a:ea typeface="Calibri"/>
                <a:cs typeface="Calibri"/>
                <a:sym typeface="Calibri"/>
              </a:rPr>
              <a:t>strategy updates a view as soon as the base tables are changed;</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lazy update </a:t>
            </a:r>
            <a:r>
              <a:rPr lang="en-US" sz="1200" b="0" i="0" u="none" strike="noStrike">
                <a:solidFill>
                  <a:schemeClr val="dk1"/>
                </a:solidFill>
                <a:latin typeface="Calibri"/>
                <a:ea typeface="Calibri"/>
                <a:cs typeface="Calibri"/>
                <a:sym typeface="Calibri"/>
              </a:rPr>
              <a:t>strategy updates the view when needed by a view query;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periodic update </a:t>
            </a:r>
            <a:r>
              <a:rPr lang="en-US" sz="1200" b="0" i="0" u="none" strike="noStrike">
                <a:solidFill>
                  <a:schemeClr val="dk1"/>
                </a:solidFill>
                <a:latin typeface="Calibri"/>
                <a:ea typeface="Calibri"/>
                <a:cs typeface="Calibri"/>
                <a:sym typeface="Calibri"/>
              </a:rPr>
              <a:t>strategy updates the view periodically (in the latter strategy,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view query may get a result that is not up-to-date).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user can always issue a retrieval query against any view. However, issuing an INSERT, DELETE, or UPDATE command on a view table </a:t>
            </a:r>
            <a:r>
              <a:rPr lang="en-US" sz="1200" b="1" i="0" u="none" strike="noStrike">
                <a:solidFill>
                  <a:schemeClr val="dk1"/>
                </a:solidFill>
                <a:latin typeface="Calibri"/>
                <a:ea typeface="Calibri"/>
                <a:cs typeface="Calibri"/>
                <a:sym typeface="Calibri"/>
              </a:rPr>
              <a:t>is in many cases not possible.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general, an update on a view defined on a </a:t>
            </a:r>
            <a:r>
              <a:rPr lang="en-US" sz="1200" b="0" i="1" u="none" strike="noStrike">
                <a:solidFill>
                  <a:schemeClr val="dk1"/>
                </a:solidFill>
                <a:latin typeface="Calibri"/>
                <a:ea typeface="Calibri"/>
                <a:cs typeface="Calibri"/>
                <a:sym typeface="Calibri"/>
              </a:rPr>
              <a:t>single table </a:t>
            </a:r>
            <a:r>
              <a:rPr lang="en-US" sz="1200" b="0" i="0" u="none" strike="noStrike">
                <a:solidFill>
                  <a:schemeClr val="dk1"/>
                </a:solidFill>
                <a:latin typeface="Calibri"/>
                <a:ea typeface="Calibri"/>
                <a:cs typeface="Calibri"/>
                <a:sym typeface="Calibri"/>
              </a:rPr>
              <a:t>without any </a:t>
            </a:r>
            <a:r>
              <a:rPr lang="en-US" sz="1200" b="0" i="1" u="none" strike="noStrike">
                <a:solidFill>
                  <a:schemeClr val="dk1"/>
                </a:solidFill>
                <a:latin typeface="Calibri"/>
                <a:ea typeface="Calibri"/>
                <a:cs typeface="Calibri"/>
                <a:sym typeface="Calibri"/>
              </a:rPr>
              <a:t>aggregate functions </a:t>
            </a:r>
            <a:r>
              <a:rPr lang="en-US" sz="1200" b="0" i="0" u="none" strike="noStrike">
                <a:solidFill>
                  <a:schemeClr val="dk1"/>
                </a:solidFill>
                <a:latin typeface="Calibri"/>
                <a:ea typeface="Calibri"/>
                <a:cs typeface="Calibri"/>
                <a:sym typeface="Calibri"/>
              </a:rPr>
              <a:t>can be mapped to an update on the underlying base table under certain conditions.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a view involving joins, an update operation may be mapped to update operations on the underlying base relations in </a:t>
            </a:r>
            <a:r>
              <a:rPr lang="en-US" sz="1200" b="0" i="1" u="none" strike="noStrike">
                <a:solidFill>
                  <a:schemeClr val="dk1"/>
                </a:solidFill>
                <a:latin typeface="Calibri"/>
                <a:ea typeface="Calibri"/>
                <a:cs typeface="Calibri"/>
                <a:sym typeface="Calibri"/>
              </a:rPr>
              <a:t>multiple ways</a:t>
            </a:r>
            <a:r>
              <a:rPr lang="en-US" sz="1200" b="0" i="0" u="none" strike="noStrike">
                <a:solidFill>
                  <a:schemeClr val="dk1"/>
                </a:solidFill>
                <a:latin typeface="Calibri"/>
                <a:ea typeface="Calibri"/>
                <a:cs typeface="Calibri"/>
                <a:sym typeface="Calibri"/>
              </a:rPr>
              <a:t>. Hence, it is often not possible for the DBMS to determine which of the updates is intended. To</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illustrate potential problems with updating a view defined on multiple tables,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Consider the WORKS_ON1 view, and suppose that we issue the command to update the PNAME attribute of ‘John Smith’ from ‘ProductX’ to ‘ProductY’.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view update is shown in UV1:</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UV1: UPDATE </a:t>
            </a:r>
            <a:r>
              <a:rPr lang="en-US" sz="1200" b="0" i="0" u="none" strike="noStrike">
                <a:solidFill>
                  <a:schemeClr val="dk1"/>
                </a:solidFill>
                <a:latin typeface="Calibri"/>
                <a:ea typeface="Calibri"/>
                <a:cs typeface="Calibri"/>
                <a:sym typeface="Calibri"/>
              </a:rPr>
              <a:t>WORKS_ON1</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query can be mapped into several updates on the base relations to give the desired update effect on the view. In addition, some of these updates will create additional side effects that affect the result of other queries.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here are two possible updates, (a) and (b), on the base relations corresponding to the view update operation in UV1:</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 UPDATE </a:t>
            </a:r>
            <a:r>
              <a:rPr lang="en-US" sz="1200" b="0" i="0" u="none" strike="noStrike">
                <a:solidFill>
                  <a:schemeClr val="dk1"/>
                </a:solidFill>
                <a:latin typeface="Calibri"/>
                <a:ea typeface="Calibri"/>
                <a:cs typeface="Calibri"/>
                <a:sym typeface="Calibri"/>
              </a:rPr>
              <a:t>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Essn </a:t>
            </a:r>
            <a:r>
              <a:rPr lang="en-US" sz="1200" b="1" i="0" u="none" strike="noStrike">
                <a:solidFill>
                  <a:schemeClr val="dk1"/>
                </a:solidFill>
                <a:latin typeface="Calibri"/>
                <a:ea typeface="Calibri"/>
                <a:cs typeface="Calibri"/>
                <a:sym typeface="Calibri"/>
              </a:rPr>
              <a:t>IN </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Ssn</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 </a:t>
            </a:r>
            <a:r>
              <a:rPr lang="en-US" sz="1200" b="1" i="0" u="none" strike="noStrike">
                <a:solidFill>
                  <a:schemeClr val="dk1"/>
                </a:solidFill>
                <a:latin typeface="Calibri"/>
                <a:ea typeface="Calibri"/>
                <a:cs typeface="Calibri"/>
                <a:sym typeface="Calibri"/>
              </a:rPr>
              <a:t>UPDATE </a:t>
            </a:r>
            <a:r>
              <a:rPr lang="en-US" sz="1200" b="0" i="0" u="none" strike="noStrike">
                <a:solidFill>
                  <a:schemeClr val="dk1"/>
                </a:solidFill>
                <a:latin typeface="Calibri"/>
                <a:ea typeface="Calibri"/>
                <a:cs typeface="Calibri"/>
                <a:sym typeface="Calibri"/>
              </a:rPr>
              <a:t>PROJECT </a:t>
            </a: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Update (a) relates ‘John Smith’ to the ‘ProductY’ PROJECT tuple instead of the ‘ProductX’ PROJECT tuple and is the most likely desired update.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However, (b) would also give the desired update effect on the view, but it accomplishes this by changing the name of the ‘ProductX’ tuple in the PROJECT relation to ‘ProductY’.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quite unlikely that the user who specified the view update UV1 wants the update to be interpreted as in (b), since it also has the side effect of changing all the view tuples with 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view updates may not make much sense;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modifying the Total_sal attribute of the DEPT_INFO view does not make sense because Total_sal is defined to be the sum of the individual employee salaries. This incorrect request is shown as UV2:</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UV2: UPDATE </a:t>
            </a:r>
            <a:r>
              <a:rPr lang="en-US" sz="1200" b="0" i="0" u="none" strike="noStrike">
                <a:solidFill>
                  <a:schemeClr val="dk1"/>
                </a:solidFill>
                <a:latin typeface="Calibri"/>
                <a:ea typeface="Calibri"/>
                <a:cs typeface="Calibri"/>
                <a:sym typeface="Calibri"/>
              </a:rPr>
              <a:t>DEPT_INFO</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Total_sal = 100000</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Dname = ‘Research’;</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Generally, a view update is feasible when only </a:t>
            </a:r>
            <a:r>
              <a:rPr lang="en-US" sz="1200" b="0" i="1" u="none" strike="noStrike">
                <a:solidFill>
                  <a:schemeClr val="dk1"/>
                </a:solidFill>
                <a:latin typeface="Calibri"/>
                <a:ea typeface="Calibri"/>
                <a:cs typeface="Calibri"/>
                <a:sym typeface="Calibri"/>
              </a:rPr>
              <a:t>one possible update </a:t>
            </a:r>
            <a:r>
              <a:rPr lang="en-US" sz="1200" b="0" i="0" u="none" strike="noStrike">
                <a:solidFill>
                  <a:schemeClr val="dk1"/>
                </a:solidFill>
                <a:latin typeface="Calibri"/>
                <a:ea typeface="Calibri"/>
                <a:cs typeface="Calibri"/>
                <a:sym typeface="Calibri"/>
              </a:rPr>
              <a:t>on the base relations can accomplish the desired update operation on the view. Whenever an update on the view can be mapped to </a:t>
            </a:r>
            <a:r>
              <a:rPr lang="en-US" sz="1200" b="0" i="1" u="none" strike="noStrike">
                <a:solidFill>
                  <a:schemeClr val="dk1"/>
                </a:solidFill>
                <a:latin typeface="Calibri"/>
                <a:ea typeface="Calibri"/>
                <a:cs typeface="Calibri"/>
                <a:sym typeface="Calibri"/>
              </a:rPr>
              <a:t>more than one update </a:t>
            </a:r>
            <a:r>
              <a:rPr lang="en-US" sz="1200" b="0" i="0" u="none" strike="noStrike">
                <a:solidFill>
                  <a:schemeClr val="dk1"/>
                </a:solidFill>
                <a:latin typeface="Calibri"/>
                <a:ea typeface="Calibri"/>
                <a:cs typeface="Calibri"/>
                <a:sym typeface="Calibri"/>
              </a:rPr>
              <a:t>on the underlying base relations, it is usually not permitted.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researchers have suggested that the DBMS have a certain procedure for choosing one of the possible updates as the most likely one. Some researchers have developed methods for choosing the most likely update, whereas other researchers prefer to have the user choose the desired update mapping during view definition. But these options are generally not available in most commercial DBMSs.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summary, we can make the following observations: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 view with a single defining table is updatable if the view attributes contain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primary key of the base relation, as well as all attributes with the NOT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NULL constraint </a:t>
            </a:r>
            <a:r>
              <a:rPr lang="en-US" sz="1200" b="0" i="1" u="none" strike="noStrike">
                <a:solidFill>
                  <a:schemeClr val="dk1"/>
                </a:solidFill>
                <a:latin typeface="Calibri"/>
                <a:ea typeface="Calibri"/>
                <a:cs typeface="Calibri"/>
                <a:sym typeface="Calibri"/>
              </a:rPr>
              <a:t>that do not have </a:t>
            </a:r>
            <a:r>
              <a:rPr lang="en-US" sz="1200" b="0" i="0" u="none" strike="noStrike">
                <a:solidFill>
                  <a:schemeClr val="dk1"/>
                </a:solidFill>
                <a:latin typeface="Calibri"/>
                <a:ea typeface="Calibri"/>
                <a:cs typeface="Calibri"/>
                <a:sym typeface="Calibri"/>
              </a:rPr>
              <a:t>default values specified.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on multiple tables using joins are generally not updatable.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using grouping and aggregate functions are not updatable.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SQL, the clause </a:t>
            </a:r>
            <a:r>
              <a:rPr lang="en-US" sz="1200" b="1" i="0" u="none" strike="noStrike">
                <a:solidFill>
                  <a:schemeClr val="dk1"/>
                </a:solidFill>
                <a:latin typeface="Calibri"/>
                <a:ea typeface="Calibri"/>
                <a:cs typeface="Calibri"/>
                <a:sym typeface="Calibri"/>
              </a:rPr>
              <a:t>WITH CHECK OPTION </a:t>
            </a:r>
            <a:r>
              <a:rPr lang="en-US" sz="1200" b="0" i="0" u="none" strike="noStrike">
                <a:solidFill>
                  <a:schemeClr val="dk1"/>
                </a:solidFill>
                <a:latin typeface="Calibri"/>
                <a:ea typeface="Calibri"/>
                <a:cs typeface="Calibri"/>
                <a:sym typeface="Calibri"/>
              </a:rPr>
              <a:t>should be added at the end of the view definition if a view </a:t>
            </a:r>
            <a:r>
              <a:rPr lang="en-US" sz="1200" b="0" i="1" u="none" strike="noStrike">
                <a:solidFill>
                  <a:schemeClr val="dk1"/>
                </a:solidFill>
                <a:latin typeface="Calibri"/>
                <a:ea typeface="Calibri"/>
                <a:cs typeface="Calibri"/>
                <a:sym typeface="Calibri"/>
              </a:rPr>
              <a:t>is to be updated </a:t>
            </a:r>
            <a:r>
              <a:rPr lang="en-US" sz="1200" b="0" i="0" u="none" strike="noStrike">
                <a:solidFill>
                  <a:schemeClr val="dk1"/>
                </a:solidFill>
                <a:latin typeface="Calibri"/>
                <a:ea typeface="Calibri"/>
                <a:cs typeface="Calibri"/>
                <a:sym typeface="Calibri"/>
              </a:rPr>
              <a:t>by INSERT, DELETE, or UPDATE statements.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allows the system to reject operations that violate the SQL rules for view updates. The full set of SQL rules for when a view may be modified by the user are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more complex than the rules stated earlier.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also possible to define a view table in the </a:t>
            </a:r>
            <a:r>
              <a:rPr lang="en-US" sz="1200" b="1" i="0" u="none" strike="noStrike">
                <a:solidFill>
                  <a:schemeClr val="dk1"/>
                </a:solidFill>
                <a:latin typeface="Calibri"/>
                <a:ea typeface="Calibri"/>
                <a:cs typeface="Calibri"/>
                <a:sym typeface="Calibri"/>
              </a:rPr>
              <a:t>FROM clause </a:t>
            </a:r>
            <a:r>
              <a:rPr lang="en-US" sz="1200" b="0" i="0" u="none" strike="noStrike">
                <a:solidFill>
                  <a:schemeClr val="dk1"/>
                </a:solidFill>
                <a:latin typeface="Calibri"/>
                <a:ea typeface="Calibri"/>
                <a:cs typeface="Calibri"/>
                <a:sym typeface="Calibri"/>
              </a:rPr>
              <a:t>of an SQL query. This is known as an </a:t>
            </a:r>
            <a:r>
              <a:rPr lang="en-US" sz="1200" b="1" i="0" u="none" strike="noStrike">
                <a:solidFill>
                  <a:schemeClr val="dk1"/>
                </a:solidFill>
                <a:latin typeface="Calibri"/>
                <a:ea typeface="Calibri"/>
                <a:cs typeface="Calibri"/>
                <a:sym typeface="Calibri"/>
              </a:rPr>
              <a:t>in-line view</a:t>
            </a:r>
            <a:r>
              <a:rPr lang="en-US" sz="1200" b="0" i="0" u="none" strike="noStrike">
                <a:solidFill>
                  <a:schemeClr val="dk1"/>
                </a:solidFill>
                <a:latin typeface="Calibri"/>
                <a:ea typeface="Calibri"/>
                <a:cs typeface="Calibri"/>
                <a:sym typeface="Calibri"/>
              </a:rPr>
              <a:t>. In this case, the view is defined within the query itself.</a:t>
            </a:r>
            <a:endParaRPr/>
          </a:p>
        </p:txBody>
      </p:sp>
      <p:sp>
        <p:nvSpPr>
          <p:cNvPr id="547" name="Google Shape;547;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CREATE MATERIALIZED VIEW</a:t>
            </a:r>
            <a:endParaRPr/>
          </a:p>
        </p:txBody>
      </p:sp>
      <p:sp>
        <p:nvSpPr>
          <p:cNvPr id="561" name="Google Shape;561;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7" name="Google Shape;567;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--create view my_view AS select * from (Employees Natural join Departments) natural join Locations;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--select * from my_view;</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--select * from (Employees Natural join Departments) natural join Locations;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/*update my_view</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set Salary=Salary+5000</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where State_Province='Washington';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Techniques using the concept of </a:t>
            </a:r>
            <a:r>
              <a:rPr lang="en-US" sz="1200" b="1" i="0" u="none" strike="noStrike">
                <a:solidFill>
                  <a:schemeClr val="dk1"/>
                </a:solidFill>
                <a:latin typeface="Calibri"/>
                <a:ea typeface="Calibri"/>
                <a:cs typeface="Calibri"/>
                <a:sym typeface="Calibri"/>
              </a:rPr>
              <a:t>incremental update </a:t>
            </a:r>
            <a:r>
              <a:rPr lang="en-US" sz="1200" b="0" i="0" u="none" strike="noStrike">
                <a:solidFill>
                  <a:schemeClr val="dk1"/>
                </a:solidFill>
                <a:latin typeface="Calibri"/>
                <a:ea typeface="Calibri"/>
                <a:cs typeface="Calibri"/>
                <a:sym typeface="Calibri"/>
              </a:rPr>
              <a:t>have been developed for this purpose, where the DBMS can determine what new tuples must be inserted, deleted, or modified in a </a:t>
            </a:r>
            <a:r>
              <a:rPr lang="en-US" sz="1200" b="0" i="1" u="none" strike="noStrike">
                <a:solidFill>
                  <a:schemeClr val="dk1"/>
                </a:solidFill>
                <a:latin typeface="Calibri"/>
                <a:ea typeface="Calibri"/>
                <a:cs typeface="Calibri"/>
                <a:sym typeface="Calibri"/>
              </a:rPr>
              <a:t>materialized view table </a:t>
            </a:r>
            <a:r>
              <a:rPr lang="en-US" sz="1200" b="0" i="0" u="none" strike="noStrike">
                <a:solidFill>
                  <a:schemeClr val="dk1"/>
                </a:solidFill>
                <a:latin typeface="Calibri"/>
                <a:ea typeface="Calibri"/>
                <a:cs typeface="Calibri"/>
                <a:sym typeface="Calibri"/>
              </a:rPr>
              <a:t>when a database update is applied </a:t>
            </a:r>
            <a:r>
              <a:rPr lang="en-US" sz="1200" b="0" i="1" u="none" strike="noStrike">
                <a:solidFill>
                  <a:schemeClr val="dk1"/>
                </a:solidFill>
                <a:latin typeface="Calibri"/>
                <a:ea typeface="Calibri"/>
                <a:cs typeface="Calibri"/>
                <a:sym typeface="Calibri"/>
              </a:rPr>
              <a:t>to one of the defining base tables</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The view is generally kept as a materialized (physically stored) table as long as it is being queried. If the view is not queried for a certain period of time, the system may then automatically remove the physical table and recompute it from scratch when future queries reference the view.</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Different strategies as to when a materialized view is updated are possible.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immediate update </a:t>
            </a:r>
            <a:r>
              <a:rPr lang="en-US" sz="1200" b="0" i="0" u="none" strike="noStrike">
                <a:solidFill>
                  <a:schemeClr val="dk1"/>
                </a:solidFill>
                <a:latin typeface="Calibri"/>
                <a:ea typeface="Calibri"/>
                <a:cs typeface="Calibri"/>
                <a:sym typeface="Calibri"/>
              </a:rPr>
              <a:t>strategy updates a view as soon as the base tables are changed;</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lazy update </a:t>
            </a:r>
            <a:r>
              <a:rPr lang="en-US" sz="1200" b="0" i="0" u="none" strike="noStrike">
                <a:solidFill>
                  <a:schemeClr val="dk1"/>
                </a:solidFill>
                <a:latin typeface="Calibri"/>
                <a:ea typeface="Calibri"/>
                <a:cs typeface="Calibri"/>
                <a:sym typeface="Calibri"/>
              </a:rPr>
              <a:t>strategy updates the view when needed by a view query;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periodic update </a:t>
            </a:r>
            <a:r>
              <a:rPr lang="en-US" sz="1200" b="0" i="0" u="none" strike="noStrike">
                <a:solidFill>
                  <a:schemeClr val="dk1"/>
                </a:solidFill>
                <a:latin typeface="Calibri"/>
                <a:ea typeface="Calibri"/>
                <a:cs typeface="Calibri"/>
                <a:sym typeface="Calibri"/>
              </a:rPr>
              <a:t>strategy updates the view periodically (in the latter strategy,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view query may get a result that is not up-to-date).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p:txBody>
      </p:sp>
      <p:sp>
        <p:nvSpPr>
          <p:cNvPr id="574" name="Google Shape;574;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user can always issue a retrieval query against any view. However, issuing an INSERT, DELETE, or UPDATE command on a view table </a:t>
            </a:r>
            <a:r>
              <a:rPr lang="en-US" sz="1200" b="1" i="0" u="none" strike="noStrike">
                <a:solidFill>
                  <a:schemeClr val="dk1"/>
                </a:solidFill>
                <a:latin typeface="Calibri"/>
                <a:ea typeface="Calibri"/>
                <a:cs typeface="Calibri"/>
                <a:sym typeface="Calibri"/>
              </a:rPr>
              <a:t>is in many cases not possible.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general, an update on a view defined on a </a:t>
            </a:r>
            <a:r>
              <a:rPr lang="en-US" sz="1200" b="0" i="1" u="none" strike="noStrike">
                <a:solidFill>
                  <a:schemeClr val="dk1"/>
                </a:solidFill>
                <a:latin typeface="Calibri"/>
                <a:ea typeface="Calibri"/>
                <a:cs typeface="Calibri"/>
                <a:sym typeface="Calibri"/>
              </a:rPr>
              <a:t>single table </a:t>
            </a:r>
            <a:r>
              <a:rPr lang="en-US" sz="1200" b="0" i="0" u="none" strike="noStrike">
                <a:solidFill>
                  <a:schemeClr val="dk1"/>
                </a:solidFill>
                <a:latin typeface="Calibri"/>
                <a:ea typeface="Calibri"/>
                <a:cs typeface="Calibri"/>
                <a:sym typeface="Calibri"/>
              </a:rPr>
              <a:t>without any </a:t>
            </a:r>
            <a:r>
              <a:rPr lang="en-US" sz="1200" b="0" i="1" u="none" strike="noStrike">
                <a:solidFill>
                  <a:schemeClr val="dk1"/>
                </a:solidFill>
                <a:latin typeface="Calibri"/>
                <a:ea typeface="Calibri"/>
                <a:cs typeface="Calibri"/>
                <a:sym typeface="Calibri"/>
              </a:rPr>
              <a:t>aggregate functions </a:t>
            </a:r>
            <a:r>
              <a:rPr lang="en-US" sz="1200" b="0" i="0" u="none" strike="noStrike">
                <a:solidFill>
                  <a:schemeClr val="dk1"/>
                </a:solidFill>
                <a:latin typeface="Calibri"/>
                <a:ea typeface="Calibri"/>
                <a:cs typeface="Calibri"/>
                <a:sym typeface="Calibri"/>
              </a:rPr>
              <a:t>can be mapped to an update on the underlying base table under certain conditions.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a view involving joins, an update operation may be mapped to update operations on the underlying base relations in </a:t>
            </a:r>
            <a:r>
              <a:rPr lang="en-US" sz="1200" b="0" i="1" u="none" strike="noStrike">
                <a:solidFill>
                  <a:schemeClr val="dk1"/>
                </a:solidFill>
                <a:latin typeface="Calibri"/>
                <a:ea typeface="Calibri"/>
                <a:cs typeface="Calibri"/>
                <a:sym typeface="Calibri"/>
              </a:rPr>
              <a:t>multiple ways</a:t>
            </a:r>
            <a:r>
              <a:rPr lang="en-US" sz="1200" b="0" i="0" u="none" strike="noStrike">
                <a:solidFill>
                  <a:schemeClr val="dk1"/>
                </a:solidFill>
                <a:latin typeface="Calibri"/>
                <a:ea typeface="Calibri"/>
                <a:cs typeface="Calibri"/>
                <a:sym typeface="Calibri"/>
              </a:rPr>
              <a:t>. Hence, it is often not possible for the DBMS to determine which of the updates is intended.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 illustrate potential problems with updating a view defined on multiple tables,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Consider the WORKS_ON1 view, and suppose that we issue the command to update the PNAME attribute of ‘John Smith’ from ‘ProductX’ to ‘ProductY’.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view update is shown in UV1:</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Fname, Lname</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 PROJECT, 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Ssn = Essn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Pno = 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UV1: UPDATE </a:t>
            </a:r>
            <a:r>
              <a:rPr lang="en-US" sz="1200" b="0" i="0" u="none" strike="noStrike">
                <a:solidFill>
                  <a:schemeClr val="dk1"/>
                </a:solidFill>
                <a:latin typeface="Calibri"/>
                <a:ea typeface="Calibri"/>
                <a:cs typeface="Calibri"/>
                <a:sym typeface="Calibri"/>
              </a:rPr>
              <a:t>WORKS_ON1</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query can be mapped into several updates on the base relations to give the desired update effect on the view. In addition, some of these updates will create additional side effects that affect the result of other queries.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here are two possible updates, (a) and (b), on the base relations corresponding to the view update operation in UV1:</a:t>
            </a:r>
            <a:endParaRPr/>
          </a:p>
          <a:p>
            <a:pPr marL="0" lvl="0" indent="0" algn="l" rtl="0">
              <a:spcBef>
                <a:spcPts val="0"/>
              </a:spcBef>
              <a:spcAft>
                <a:spcPts val="0"/>
              </a:spcAft>
              <a:buNone/>
            </a:pPr>
            <a:endParaRPr sz="1200" b="1"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 UPDATE </a:t>
            </a:r>
            <a:r>
              <a:rPr lang="en-US" sz="1200" b="0" i="0" u="none" strike="noStrike">
                <a:solidFill>
                  <a:schemeClr val="dk1"/>
                </a:solidFill>
                <a:latin typeface="Calibri"/>
                <a:ea typeface="Calibri"/>
                <a:cs typeface="Calibri"/>
                <a:sym typeface="Calibri"/>
              </a:rPr>
              <a:t>WORKS_ON</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‘ProductY’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Essn </a:t>
            </a:r>
            <a:r>
              <a:rPr lang="en-US" sz="1200" b="1" i="0" u="none" strike="noStrike">
                <a:solidFill>
                  <a:schemeClr val="dk1"/>
                </a:solidFill>
                <a:latin typeface="Calibri"/>
                <a:ea typeface="Calibri"/>
                <a:cs typeface="Calibri"/>
                <a:sym typeface="Calibri"/>
              </a:rPr>
              <a:t>IN </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Ssn</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EMPLOYEE</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Lname = ‘Smith’ </a:t>
            </a:r>
            <a:r>
              <a:rPr lang="en-US" sz="1200" b="1" i="0" u="none" strike="noStrike">
                <a:solidFill>
                  <a:schemeClr val="dk1"/>
                </a:solidFill>
                <a:latin typeface="Calibri"/>
                <a:ea typeface="Calibri"/>
                <a:cs typeface="Calibri"/>
                <a:sym typeface="Calibri"/>
              </a:rPr>
              <a:t>AND </a:t>
            </a:r>
            <a:r>
              <a:rPr lang="en-US" sz="1200" b="0" i="0" u="none" strike="noStrike">
                <a:solidFill>
                  <a:schemeClr val="dk1"/>
                </a:solidFill>
                <a:latin typeface="Calibri"/>
                <a:ea typeface="Calibri"/>
                <a:cs typeface="Calibri"/>
                <a:sym typeface="Calibri"/>
              </a:rPr>
              <a:t>Fname = ‘John’ )</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Pno = ( </a:t>
            </a:r>
            <a:r>
              <a:rPr lang="en-US" sz="1200" b="1" i="0" u="none" strike="noStrike">
                <a:solidFill>
                  <a:schemeClr val="dk1"/>
                </a:solidFill>
                <a:latin typeface="Calibri"/>
                <a:ea typeface="Calibri"/>
                <a:cs typeface="Calibri"/>
                <a:sym typeface="Calibri"/>
              </a:rPr>
              <a:t>SELECT </a:t>
            </a:r>
            <a:r>
              <a:rPr lang="en-US" sz="1200" b="0" i="0" u="none" strike="noStrike">
                <a:solidFill>
                  <a:schemeClr val="dk1"/>
                </a:solidFill>
                <a:latin typeface="Calibri"/>
                <a:ea typeface="Calibri"/>
                <a:cs typeface="Calibri"/>
                <a:sym typeface="Calibri"/>
              </a:rPr>
              <a:t>Pnumber</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FROM </a:t>
            </a:r>
            <a:r>
              <a:rPr lang="en-US" sz="1200" b="0" i="0" u="none" strike="noStrike">
                <a:solidFill>
                  <a:schemeClr val="dk1"/>
                </a:solidFill>
                <a:latin typeface="Calibri"/>
                <a:ea typeface="Calibri"/>
                <a:cs typeface="Calibri"/>
                <a:sym typeface="Calibri"/>
              </a:rPr>
              <a:t>PROJECT</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 </a:t>
            </a:r>
            <a:r>
              <a:rPr lang="en-US" sz="1200" b="1" i="0" u="none" strike="noStrike">
                <a:solidFill>
                  <a:schemeClr val="dk1"/>
                </a:solidFill>
                <a:latin typeface="Calibri"/>
                <a:ea typeface="Calibri"/>
                <a:cs typeface="Calibri"/>
                <a:sym typeface="Calibri"/>
              </a:rPr>
              <a:t>UPDATE </a:t>
            </a:r>
            <a:r>
              <a:rPr lang="en-US" sz="1200" b="0" i="0" u="none" strike="noStrike">
                <a:solidFill>
                  <a:schemeClr val="dk1"/>
                </a:solidFill>
                <a:latin typeface="Calibri"/>
                <a:ea typeface="Calibri"/>
                <a:cs typeface="Calibri"/>
                <a:sym typeface="Calibri"/>
              </a:rPr>
              <a:t>PROJECT </a:t>
            </a: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Pname = ‘ProductY’</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Update (a) relates ‘John Smith’ to the ‘ProductY’ PROJECT tuple instead of the ‘ProductX’ PROJECT tuple and is the most likely desired update.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However, (b) would also give the desired update effect on the view, but it accomplishes this by changing the name of the ‘ProductX’ tuple in the PROJECT relation to ‘ProductY’.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quite unlikely that the user who specified the view update UV1 wants the update to be interpreted as in (b), since it also has the side effect of changing all the view tuples with Pname = ‘ProductX’.</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view updates may not make much sense;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modifying the Total_sal attribute of the DEPT_INFO view does not make sense because Total_sal is defined to be the sum of the individual employee salaries. This incorrect request is shown as UV2:</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UV2: UPDATE </a:t>
            </a:r>
            <a:r>
              <a:rPr lang="en-US" sz="1200" b="0" i="0" u="none" strike="noStrike">
                <a:solidFill>
                  <a:schemeClr val="dk1"/>
                </a:solidFill>
                <a:latin typeface="Calibri"/>
                <a:ea typeface="Calibri"/>
                <a:cs typeface="Calibri"/>
                <a:sym typeface="Calibri"/>
              </a:rPr>
              <a:t>DEPT_INFO</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SET </a:t>
            </a:r>
            <a:r>
              <a:rPr lang="en-US" sz="1200" b="0" i="0" u="none" strike="noStrike">
                <a:solidFill>
                  <a:schemeClr val="dk1"/>
                </a:solidFill>
                <a:latin typeface="Calibri"/>
                <a:ea typeface="Calibri"/>
                <a:cs typeface="Calibri"/>
                <a:sym typeface="Calibri"/>
              </a:rPr>
              <a:t>Total_sal = 100000</a:t>
            </a:r>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WHERE </a:t>
            </a:r>
            <a:r>
              <a:rPr lang="en-US" sz="1200" b="0" i="0" u="none" strike="noStrike">
                <a:solidFill>
                  <a:schemeClr val="dk1"/>
                </a:solidFill>
                <a:latin typeface="Calibri"/>
                <a:ea typeface="Calibri"/>
                <a:cs typeface="Calibri"/>
                <a:sym typeface="Calibri"/>
              </a:rPr>
              <a:t>Dname = ‘Research’;</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Generally, a view update is feasible when only </a:t>
            </a:r>
            <a:r>
              <a:rPr lang="en-US" sz="1200" b="0" i="1" u="none" strike="noStrike">
                <a:solidFill>
                  <a:schemeClr val="dk1"/>
                </a:solidFill>
                <a:latin typeface="Calibri"/>
                <a:ea typeface="Calibri"/>
                <a:cs typeface="Calibri"/>
                <a:sym typeface="Calibri"/>
              </a:rPr>
              <a:t>one possible update </a:t>
            </a:r>
            <a:r>
              <a:rPr lang="en-US" sz="1200" b="0" i="0" u="none" strike="noStrike">
                <a:solidFill>
                  <a:schemeClr val="dk1"/>
                </a:solidFill>
                <a:latin typeface="Calibri"/>
                <a:ea typeface="Calibri"/>
                <a:cs typeface="Calibri"/>
                <a:sym typeface="Calibri"/>
              </a:rPr>
              <a:t>on the base relations can accomplish the desired update operation on the view. Whenever an update on the view can be mapped to </a:t>
            </a:r>
            <a:r>
              <a:rPr lang="en-US" sz="1200" b="0" i="1" u="none" strike="noStrike">
                <a:solidFill>
                  <a:schemeClr val="dk1"/>
                </a:solidFill>
                <a:latin typeface="Calibri"/>
                <a:ea typeface="Calibri"/>
                <a:cs typeface="Calibri"/>
                <a:sym typeface="Calibri"/>
              </a:rPr>
              <a:t>more than one update </a:t>
            </a:r>
            <a:r>
              <a:rPr lang="en-US" sz="1200" b="0" i="0" u="none" strike="noStrike">
                <a:solidFill>
                  <a:schemeClr val="dk1"/>
                </a:solidFill>
                <a:latin typeface="Calibri"/>
                <a:ea typeface="Calibri"/>
                <a:cs typeface="Calibri"/>
                <a:sym typeface="Calibri"/>
              </a:rPr>
              <a:t>on the underlying base relations, it is usually not permitted.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researchers have suggested that the DBMS have a certain procedure for choosing one of the possible updates as the most likely one. Some researchers have developed methods for choosing the most likely update, whereas other researchers prefer to have the user choose the desired update mapping during view definition. But these options are generally not available in most commercial DBMSs.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summary, we can make the following observations: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A view with a single defining table is updatable if the view attributes contain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primary key of the base relation, as well as all attributes with the NOT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NULL constraint </a:t>
            </a:r>
            <a:r>
              <a:rPr lang="en-US" sz="1200" b="0" i="1" u="none" strike="noStrike">
                <a:solidFill>
                  <a:schemeClr val="dk1"/>
                </a:solidFill>
                <a:latin typeface="Calibri"/>
                <a:ea typeface="Calibri"/>
                <a:cs typeface="Calibri"/>
                <a:sym typeface="Calibri"/>
              </a:rPr>
              <a:t>that do not have </a:t>
            </a:r>
            <a:r>
              <a:rPr lang="en-US" sz="1200" b="0" i="0" u="none" strike="noStrike">
                <a:solidFill>
                  <a:schemeClr val="dk1"/>
                </a:solidFill>
                <a:latin typeface="Calibri"/>
                <a:ea typeface="Calibri"/>
                <a:cs typeface="Calibri"/>
                <a:sym typeface="Calibri"/>
              </a:rPr>
              <a:t>default values specified.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on multiple tables using joins are generally not updatable.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Views defined using grouping and aggregate functions are not updatable.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SQL, the clause </a:t>
            </a:r>
            <a:r>
              <a:rPr lang="en-US" sz="1200" b="1" i="0" u="none" strike="noStrike">
                <a:solidFill>
                  <a:schemeClr val="dk1"/>
                </a:solidFill>
                <a:latin typeface="Calibri"/>
                <a:ea typeface="Calibri"/>
                <a:cs typeface="Calibri"/>
                <a:sym typeface="Calibri"/>
              </a:rPr>
              <a:t>WITH CHECK OPTION </a:t>
            </a:r>
            <a:r>
              <a:rPr lang="en-US" sz="1200" b="0" i="0" u="none" strike="noStrike">
                <a:solidFill>
                  <a:schemeClr val="dk1"/>
                </a:solidFill>
                <a:latin typeface="Calibri"/>
                <a:ea typeface="Calibri"/>
                <a:cs typeface="Calibri"/>
                <a:sym typeface="Calibri"/>
              </a:rPr>
              <a:t>should be added at the end of the view definition if a view </a:t>
            </a:r>
            <a:r>
              <a:rPr lang="en-US" sz="1200" b="0" i="1" u="none" strike="noStrike">
                <a:solidFill>
                  <a:schemeClr val="dk1"/>
                </a:solidFill>
                <a:latin typeface="Calibri"/>
                <a:ea typeface="Calibri"/>
                <a:cs typeface="Calibri"/>
                <a:sym typeface="Calibri"/>
              </a:rPr>
              <a:t>is to be updated </a:t>
            </a:r>
            <a:r>
              <a:rPr lang="en-US" sz="1200" b="0" i="0" u="none" strike="noStrike">
                <a:solidFill>
                  <a:schemeClr val="dk1"/>
                </a:solidFill>
                <a:latin typeface="Calibri"/>
                <a:ea typeface="Calibri"/>
                <a:cs typeface="Calibri"/>
                <a:sym typeface="Calibri"/>
              </a:rPr>
              <a:t>by INSERT, DELETE, or UPDATE statements.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allows the system to reject operations that violate the SQL rules for view updates. The full set of SQL rules for when a view may be modified by the user are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more complex than the rules stated earlier.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is also possible to define a view table in the </a:t>
            </a:r>
            <a:r>
              <a:rPr lang="en-US" sz="1200" b="1" i="0" u="none" strike="noStrike">
                <a:solidFill>
                  <a:schemeClr val="dk1"/>
                </a:solidFill>
                <a:latin typeface="Calibri"/>
                <a:ea typeface="Calibri"/>
                <a:cs typeface="Calibri"/>
                <a:sym typeface="Calibri"/>
              </a:rPr>
              <a:t>FROM clause </a:t>
            </a:r>
            <a:r>
              <a:rPr lang="en-US" sz="1200" b="0" i="0" u="none" strike="noStrike">
                <a:solidFill>
                  <a:schemeClr val="dk1"/>
                </a:solidFill>
                <a:latin typeface="Calibri"/>
                <a:ea typeface="Calibri"/>
                <a:cs typeface="Calibri"/>
                <a:sym typeface="Calibri"/>
              </a:rPr>
              <a:t>of an SQL query. This is known as an </a:t>
            </a:r>
            <a:r>
              <a:rPr lang="en-US" sz="1200" b="1" i="0" u="none" strike="noStrike">
                <a:solidFill>
                  <a:schemeClr val="dk1"/>
                </a:solidFill>
                <a:latin typeface="Calibri"/>
                <a:ea typeface="Calibri"/>
                <a:cs typeface="Calibri"/>
                <a:sym typeface="Calibri"/>
              </a:rPr>
              <a:t>in-line view</a:t>
            </a:r>
            <a:r>
              <a:rPr lang="en-US" sz="1200" b="0" i="0" u="none" strike="noStrike">
                <a:solidFill>
                  <a:schemeClr val="dk1"/>
                </a:solidFill>
                <a:latin typeface="Calibri"/>
                <a:ea typeface="Calibri"/>
                <a:cs typeface="Calibri"/>
                <a:sym typeface="Calibri"/>
              </a:rPr>
              <a:t>. In this case, the view is defined within the query itself.</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81" name="Google Shape;581;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SELECT * FROM</a:t>
            </a:r>
            <a:endParaRPr/>
          </a:p>
          <a:p>
            <a:pPr marL="0" lvl="0" indent="0" algn="l" rtl="0">
              <a:spcBef>
                <a:spcPts val="0"/>
              </a:spcBef>
              <a:spcAft>
                <a:spcPts val="0"/>
              </a:spcAft>
              <a:buNone/>
            </a:pPr>
            <a:r>
              <a:rPr lang="en-US"/>
              <a:t>Products WHERE ROWNUM &lt;= 10</a:t>
            </a:r>
            <a:endParaRPr/>
          </a:p>
          <a:p>
            <a:pPr marL="0" lvl="0" indent="0" algn="l" rtl="0">
              <a:spcBef>
                <a:spcPts val="0"/>
              </a:spcBef>
              <a:spcAft>
                <a:spcPts val="0"/>
              </a:spcAft>
              <a:buNone/>
            </a:pPr>
            <a:r>
              <a:rPr lang="en-US"/>
              <a:t>ORDER BY list_price DESC</a:t>
            </a:r>
            <a:endParaRPr/>
          </a:p>
          <a:p>
            <a:pPr marL="0" lvl="0" indent="0" algn="l" rtl="0">
              <a:spcBef>
                <a:spcPts val="0"/>
              </a:spcBef>
              <a:spcAft>
                <a:spcPts val="0"/>
              </a:spcAft>
              <a:buNone/>
            </a:pPr>
            <a:r>
              <a:rPr lang="en-US"/>
              <a:t>   </a:t>
            </a:r>
            <a:endParaRPr/>
          </a:p>
          <a:p>
            <a:pPr marL="0" lvl="0" indent="0" algn="l" rtl="0">
              <a:spcBef>
                <a:spcPts val="0"/>
              </a:spcBef>
              <a:spcAft>
                <a:spcPts val="0"/>
              </a:spcAft>
              <a:buNone/>
            </a:pPr>
            <a:r>
              <a:rPr lang="en-US"/>
              <a:t> </a:t>
            </a:r>
            <a:endParaRPr/>
          </a:p>
        </p:txBody>
      </p:sp>
      <p:sp>
        <p:nvSpPr>
          <p:cNvPr id="613" name="Google Shape;613;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describe SQL query authorization statements (GRANT and REVOKE) in detail in Chapter 30, when we present database security and authorization mechanisms. Here, we will just give a couple of simple examples to illustrate how views can be used to hide certain attributes or tuples from unauthorized users. </a:t>
            </a:r>
            <a:endParaRPr/>
          </a:p>
          <a:p>
            <a:pPr marL="0" lvl="0" indent="0" algn="l" rtl="0">
              <a:spcBef>
                <a:spcPts val="0"/>
              </a:spcBef>
              <a:spcAft>
                <a:spcPts val="0"/>
              </a:spcAft>
              <a:buNone/>
            </a:pPr>
            <a:endParaRPr/>
          </a:p>
          <a:p>
            <a:pPr marL="0" lvl="0" indent="0" algn="l" rtl="0">
              <a:spcBef>
                <a:spcPts val="0"/>
              </a:spcBef>
              <a:spcAft>
                <a:spcPts val="0"/>
              </a:spcAft>
              <a:buNone/>
            </a:pPr>
            <a:r>
              <a:rPr lang="en-US"/>
              <a:t>Suppose a certain user is only allowed to see employee information for employees who work for department 5; then we can create the following view DEPT5EMP and grant the user the privilege to query the view but not the base table EMPLOYEE itself. This user will only be able to retrieve employee information for employee tuples whose Dno = 5, and will not be able to see other employee tuples when the view is queried. CREATE VIEW DEPT5EMP AS SELECT * FROM EMPLOYEE WHERE Dno = 5; In a similar manner, a view can restrict a user to only see certain columns; for example, only the first name, last name, and address of an employee may be visible as follows: CREATE VIEW BASIC_EMP_DATA AS SELECT Fname, Lname, Address FROM EMPLOYEE; Thus by creating an appropriate view and granting certain users access to the view and not the base tables, they would be restricted to retrieving only the data specified in the view. Chapter 30 discusses security and authorization in detail, including the GRANT and REVOKE statements of SQL.</a:t>
            </a:r>
            <a:endParaRPr/>
          </a:p>
        </p:txBody>
      </p:sp>
      <p:sp>
        <p:nvSpPr>
          <p:cNvPr id="621" name="Google Shape;621;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3" name="Google Shape;633;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this section, we give an overview of the schema evolution commands available in SQL, which can be used to alter a schema by adding or dropping tables, attributes, constraints, and other schema elements. This can be done while the database is operational and does not require recompilation of the database schema. Certain checks must be done by the DBMS to ensure that the changes do not affect the rest of the database and make it inconsistent</a:t>
            </a:r>
            <a:endParaRPr/>
          </a:p>
        </p:txBody>
      </p:sp>
      <p:sp>
        <p:nvSpPr>
          <p:cNvPr id="634" name="Google Shape;634;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3" name="Google Shape;653;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 null constraint must be specified when the column is altered that’s why it is not mentioned over the slide. </a:t>
            </a:r>
            <a:endParaRPr/>
          </a:p>
        </p:txBody>
      </p:sp>
      <p:sp>
        <p:nvSpPr>
          <p:cNvPr id="654" name="Google Shape;654;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fontScale="92500"/>
          </a:bodyPr>
          <a:lstStyle/>
          <a:p>
            <a:pPr algn="ctr"/>
            <a:r>
              <a:rPr lang="en-US" sz="4400" b="1" dirty="0">
                <a:solidFill>
                  <a:schemeClr val="tx1"/>
                </a:solidFill>
                <a:cs typeface="Times New Roman" panose="02020603050405020304" pitchFamily="18" charset="0"/>
              </a:rPr>
              <a:t>Lecture 2-</a:t>
            </a:r>
            <a:r>
              <a:rPr lang="en-US" sz="4400" b="1" dirty="0">
                <a:solidFill>
                  <a:schemeClr val="tx1"/>
                </a:solidFill>
              </a:rPr>
              <a:t>Chapter # 7</a:t>
            </a:r>
            <a:endParaRPr lang="en-US" sz="4400" b="1" dirty="0">
              <a:solidFill>
                <a:schemeClr val="tx1"/>
              </a:solidFill>
              <a:cs typeface="Times New Roman" panose="02020603050405020304" pitchFamily="18" charset="0"/>
            </a:endParaRPr>
          </a:p>
          <a:p>
            <a:pPr>
              <a:spcBef>
                <a:spcPts val="1000"/>
              </a:spcBef>
              <a:spcAft>
                <a:spcPts val="0"/>
              </a:spcAft>
              <a:buClr>
                <a:schemeClr val="dk1"/>
              </a:buClr>
              <a:buSzPts val="2800"/>
            </a:pPr>
            <a:r>
              <a:rPr lang="en-US" sz="3500" b="1" dirty="0">
                <a:solidFill>
                  <a:schemeClr val="tx1"/>
                </a:solidFill>
              </a:rPr>
              <a:t>More SQL: Complex Queries, Triggers, Views, and Schema Modification</a:t>
            </a:r>
            <a:endParaRPr lang="en-US" sz="3500" dirty="0">
              <a:solidFill>
                <a:schemeClr val="tx1"/>
              </a:solidFill>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0"/>
          <p:cNvSpPr txBox="1">
            <a:spLocks noGrp="1"/>
          </p:cNvSpPr>
          <p:nvPr>
            <p:ph type="title"/>
          </p:nvPr>
        </p:nvSpPr>
        <p:spPr>
          <a:xfrm>
            <a:off x="1097280" y="286603"/>
            <a:ext cx="10927080"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Grouping: The GROUP BY and HAVING Clauses</a:t>
            </a:r>
            <a:endParaRPr b="1" dirty="0">
              <a:solidFill>
                <a:schemeClr val="tx1"/>
              </a:solidFill>
            </a:endParaRPr>
          </a:p>
        </p:txBody>
      </p:sp>
      <p:sp>
        <p:nvSpPr>
          <p:cNvPr id="447" name="Google Shape;447;p50"/>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GROUP BY: </a:t>
            </a:r>
            <a:r>
              <a:rPr lang="en-US" dirty="0">
                <a:solidFill>
                  <a:schemeClr val="tx1"/>
                </a:solidFill>
              </a:rPr>
              <a:t>specifies the grouping attributes</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For example, find the average salary of employees in each department or the number of employees who work on each project.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Grouping attributes must appear in the SELECT clause, so that the value resulting from applying each aggregate function to a group of tuples appears along with the value of the grouping attribute(s).</a:t>
            </a:r>
            <a:endParaRPr dirty="0">
              <a:solidFill>
                <a:schemeClr val="tx1"/>
              </a:solidFill>
            </a:endParaRPr>
          </a:p>
          <a:p>
            <a:pPr marL="228600" indent="-50800">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1"/>
          <p:cNvSpPr txBox="1">
            <a:spLocks noGrp="1"/>
          </p:cNvSpPr>
          <p:nvPr>
            <p:ph idx="1"/>
          </p:nvPr>
        </p:nvSpPr>
        <p:spPr>
          <a:xfrm>
            <a:off x="667512" y="371959"/>
            <a:ext cx="11311128" cy="5805004"/>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Query 24. For each department, retrieve the department number, the number of employees in the department, and their average salary.</a:t>
            </a:r>
            <a:endParaRPr b="1" dirty="0">
              <a:solidFill>
                <a:schemeClr val="tx1"/>
              </a:solidFill>
            </a:endParaRPr>
          </a:p>
          <a:p>
            <a:pPr marL="228600" indent="-50800">
              <a:spcBef>
                <a:spcPts val="1000"/>
              </a:spcBef>
              <a:spcAft>
                <a:spcPts val="0"/>
              </a:spcAft>
              <a:buClr>
                <a:schemeClr val="dk1"/>
              </a:buClr>
              <a:buSzPts val="2800"/>
              <a:buNone/>
            </a:pPr>
            <a:endParaRPr dirty="0"/>
          </a:p>
        </p:txBody>
      </p:sp>
      <p:pic>
        <p:nvPicPr>
          <p:cNvPr id="454" name="Google Shape;454;p51"/>
          <p:cNvPicPr preferRelativeResize="0"/>
          <p:nvPr/>
        </p:nvPicPr>
        <p:blipFill rotWithShape="1">
          <a:blip r:embed="rId3">
            <a:alphaModFix/>
          </a:blip>
          <a:srcRect t="10101" r="4441" b="33271"/>
          <a:stretch/>
        </p:blipFill>
        <p:spPr>
          <a:xfrm>
            <a:off x="1783591" y="1030637"/>
            <a:ext cx="8625840" cy="2456191"/>
          </a:xfrm>
          <a:prstGeom prst="rect">
            <a:avLst/>
          </a:prstGeom>
          <a:noFill/>
          <a:ln>
            <a:noFill/>
          </a:ln>
        </p:spPr>
      </p:pic>
      <p:sp>
        <p:nvSpPr>
          <p:cNvPr id="455" name="Google Shape;455;p51"/>
          <p:cNvSpPr/>
          <p:nvPr/>
        </p:nvSpPr>
        <p:spPr>
          <a:xfrm>
            <a:off x="992761" y="4240386"/>
            <a:ext cx="4791201" cy="923289"/>
          </a:xfrm>
          <a:prstGeom prst="rect">
            <a:avLst/>
          </a:prstGeom>
          <a:noFill/>
          <a:ln>
            <a:noFill/>
          </a:ln>
        </p:spPr>
        <p:txBody>
          <a:bodyPr spcFirstLastPara="1" wrap="square" lIns="91425" tIns="45700" rIns="91425" bIns="45700" anchor="t" anchorCtr="0">
            <a:spAutoFit/>
          </a:bodyPr>
          <a:lstStyle/>
          <a:p>
            <a:r>
              <a:rPr lang="en-US" dirty="0">
                <a:ea typeface="Calibri"/>
                <a:cs typeface="Calibri"/>
                <a:sym typeface="Calibri"/>
              </a:rPr>
              <a:t>Q24: SELECT </a:t>
            </a:r>
            <a:r>
              <a:rPr lang="en-US" dirty="0" err="1">
                <a:ea typeface="Calibri"/>
                <a:cs typeface="Calibri"/>
                <a:sym typeface="Calibri"/>
              </a:rPr>
              <a:t>Dno</a:t>
            </a:r>
            <a:r>
              <a:rPr lang="en-US" dirty="0">
                <a:ea typeface="Calibri"/>
                <a:cs typeface="Calibri"/>
                <a:sym typeface="Calibri"/>
              </a:rPr>
              <a:t>, COUNT (*), AVG (Salary)</a:t>
            </a:r>
            <a:endParaRPr dirty="0"/>
          </a:p>
          <a:p>
            <a:r>
              <a:rPr lang="en-US" dirty="0">
                <a:ea typeface="Calibri"/>
                <a:cs typeface="Calibri"/>
                <a:sym typeface="Calibri"/>
              </a:rPr>
              <a:t>FROM EMPLOYEE</a:t>
            </a:r>
            <a:endParaRPr dirty="0"/>
          </a:p>
          <a:p>
            <a:r>
              <a:rPr lang="en-US" dirty="0">
                <a:ea typeface="Calibri"/>
                <a:cs typeface="Calibri"/>
                <a:sym typeface="Calibri"/>
              </a:rPr>
              <a:t>GROUP BY </a:t>
            </a:r>
            <a:r>
              <a:rPr lang="en-US" dirty="0" err="1">
                <a:ea typeface="Calibri"/>
                <a:cs typeface="Calibri"/>
                <a:sym typeface="Calibri"/>
              </a:rPr>
              <a:t>Dno</a:t>
            </a:r>
            <a:r>
              <a:rPr lang="en-US" dirty="0">
                <a:ea typeface="Calibri"/>
                <a:cs typeface="Calibri"/>
                <a:sym typeface="Calibri"/>
              </a:rPr>
              <a:t>;</a:t>
            </a:r>
            <a:endParaRPr dirty="0"/>
          </a:p>
        </p:txBody>
      </p:sp>
      <p:pic>
        <p:nvPicPr>
          <p:cNvPr id="456" name="Google Shape;456;p51"/>
          <p:cNvPicPr preferRelativeResize="0"/>
          <p:nvPr/>
        </p:nvPicPr>
        <p:blipFill rotWithShape="1">
          <a:blip r:embed="rId4">
            <a:alphaModFix/>
          </a:blip>
          <a:srcRect/>
          <a:stretch/>
        </p:blipFill>
        <p:spPr>
          <a:xfrm>
            <a:off x="6109211" y="3971739"/>
            <a:ext cx="5259240" cy="17203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2"/>
          <p:cNvSpPr txBox="1">
            <a:spLocks noGrp="1"/>
          </p:cNvSpPr>
          <p:nvPr>
            <p:ph idx="1"/>
          </p:nvPr>
        </p:nvSpPr>
        <p:spPr>
          <a:xfrm>
            <a:off x="966216" y="495300"/>
            <a:ext cx="8909539" cy="1371600"/>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Query 25. For each project, retrieve the project number, the project name, and the number of employees who work on that project.</a:t>
            </a:r>
            <a:endParaRPr b="1" dirty="0">
              <a:solidFill>
                <a:schemeClr val="tx1"/>
              </a:solidFill>
            </a:endParaRPr>
          </a:p>
        </p:txBody>
      </p:sp>
      <p:pic>
        <p:nvPicPr>
          <p:cNvPr id="463" name="Google Shape;463;p52"/>
          <p:cNvPicPr preferRelativeResize="0"/>
          <p:nvPr/>
        </p:nvPicPr>
        <p:blipFill rotWithShape="1">
          <a:blip r:embed="rId3">
            <a:alphaModFix/>
          </a:blip>
          <a:srcRect l="50000" t="51415" r="4748" b="27237"/>
          <a:stretch/>
        </p:blipFill>
        <p:spPr>
          <a:xfrm>
            <a:off x="966216" y="1247140"/>
            <a:ext cx="6251888" cy="2986532"/>
          </a:xfrm>
          <a:prstGeom prst="rect">
            <a:avLst/>
          </a:prstGeom>
          <a:noFill/>
          <a:ln>
            <a:noFill/>
          </a:ln>
        </p:spPr>
      </p:pic>
      <p:pic>
        <p:nvPicPr>
          <p:cNvPr id="464" name="Google Shape;464;p52"/>
          <p:cNvPicPr preferRelativeResize="0"/>
          <p:nvPr/>
        </p:nvPicPr>
        <p:blipFill rotWithShape="1">
          <a:blip r:embed="rId3">
            <a:alphaModFix/>
          </a:blip>
          <a:srcRect l="2331" t="50862" r="66645" b="1147"/>
          <a:stretch/>
        </p:blipFill>
        <p:spPr>
          <a:xfrm>
            <a:off x="8722251" y="1181100"/>
            <a:ext cx="2598568" cy="4869756"/>
          </a:xfrm>
          <a:prstGeom prst="rect">
            <a:avLst/>
          </a:prstGeom>
          <a:noFill/>
          <a:ln>
            <a:noFill/>
          </a:ln>
        </p:spPr>
      </p:pic>
      <p:sp>
        <p:nvSpPr>
          <p:cNvPr id="465" name="Google Shape;465;p52"/>
          <p:cNvSpPr/>
          <p:nvPr/>
        </p:nvSpPr>
        <p:spPr>
          <a:xfrm>
            <a:off x="1170432" y="4315968"/>
            <a:ext cx="5272147" cy="1200288"/>
          </a:xfrm>
          <a:prstGeom prst="rect">
            <a:avLst/>
          </a:prstGeom>
          <a:noFill/>
          <a:ln>
            <a:noFill/>
          </a:ln>
        </p:spPr>
        <p:txBody>
          <a:bodyPr spcFirstLastPara="1" wrap="square" lIns="91425" tIns="45700" rIns="91425" bIns="45700" anchor="t" anchorCtr="0">
            <a:spAutoFit/>
          </a:bodyPr>
          <a:lstStyle/>
          <a:p>
            <a:r>
              <a:rPr lang="en-US" dirty="0">
                <a:ea typeface="Calibri"/>
                <a:cs typeface="Calibri"/>
                <a:sym typeface="Calibri"/>
              </a:rPr>
              <a:t>SELECT </a:t>
            </a:r>
            <a:r>
              <a:rPr lang="en-US" dirty="0" err="1">
                <a:ea typeface="Calibri"/>
                <a:cs typeface="Calibri"/>
                <a:sym typeface="Calibri"/>
              </a:rPr>
              <a:t>Pnumber</a:t>
            </a:r>
            <a:r>
              <a:rPr lang="en-US" dirty="0">
                <a:ea typeface="Calibri"/>
                <a:cs typeface="Calibri"/>
                <a:sym typeface="Calibri"/>
              </a:rPr>
              <a:t>, </a:t>
            </a:r>
            <a:r>
              <a:rPr lang="en-US" dirty="0" err="1">
                <a:ea typeface="Calibri"/>
                <a:cs typeface="Calibri"/>
                <a:sym typeface="Calibri"/>
              </a:rPr>
              <a:t>Pname</a:t>
            </a:r>
            <a:r>
              <a:rPr lang="en-US" dirty="0">
                <a:ea typeface="Calibri"/>
                <a:cs typeface="Calibri"/>
                <a:sym typeface="Calibri"/>
              </a:rPr>
              <a:t>, COUNT (*)</a:t>
            </a:r>
            <a:endParaRPr dirty="0"/>
          </a:p>
          <a:p>
            <a:r>
              <a:rPr lang="en-US" dirty="0">
                <a:ea typeface="Calibri"/>
                <a:cs typeface="Calibri"/>
                <a:sym typeface="Calibri"/>
              </a:rPr>
              <a:t>FROM PROJECT, WORKS_ON</a:t>
            </a:r>
            <a:endParaRPr dirty="0"/>
          </a:p>
          <a:p>
            <a:r>
              <a:rPr lang="en-US" dirty="0">
                <a:ea typeface="Calibri"/>
                <a:cs typeface="Calibri"/>
                <a:sym typeface="Calibri"/>
              </a:rPr>
              <a:t>WHERE </a:t>
            </a:r>
            <a:r>
              <a:rPr lang="en-US" dirty="0" err="1">
                <a:ea typeface="Calibri"/>
                <a:cs typeface="Calibri"/>
                <a:sym typeface="Calibri"/>
              </a:rPr>
              <a:t>Pnumber</a:t>
            </a:r>
            <a:r>
              <a:rPr lang="en-US" dirty="0">
                <a:ea typeface="Calibri"/>
                <a:cs typeface="Calibri"/>
                <a:sym typeface="Calibri"/>
              </a:rPr>
              <a:t> = </a:t>
            </a:r>
            <a:r>
              <a:rPr lang="en-US" dirty="0" err="1">
                <a:ea typeface="Calibri"/>
                <a:cs typeface="Calibri"/>
                <a:sym typeface="Calibri"/>
              </a:rPr>
              <a:t>Pno</a:t>
            </a:r>
            <a:endParaRPr dirty="0">
              <a:ea typeface="Calibri"/>
              <a:cs typeface="Calibri"/>
              <a:sym typeface="Calibri"/>
            </a:endParaRPr>
          </a:p>
          <a:p>
            <a:r>
              <a:rPr lang="en-US" dirty="0">
                <a:ea typeface="Calibri"/>
                <a:cs typeface="Calibri"/>
                <a:sym typeface="Calibri"/>
              </a:rPr>
              <a:t>GROUP BY </a:t>
            </a:r>
            <a:r>
              <a:rPr lang="en-US" b="1" dirty="0" err="1">
                <a:ea typeface="Calibri"/>
                <a:cs typeface="Calibri"/>
                <a:sym typeface="Calibri"/>
              </a:rPr>
              <a:t>Pnumber</a:t>
            </a:r>
            <a:r>
              <a:rPr lang="en-US" b="1" dirty="0">
                <a:ea typeface="Calibri"/>
                <a:cs typeface="Calibri"/>
                <a:sym typeface="Calibri"/>
              </a:rPr>
              <a:t>, </a:t>
            </a:r>
            <a:r>
              <a:rPr lang="en-US" b="1" dirty="0" err="1">
                <a:ea typeface="Calibri"/>
                <a:cs typeface="Calibri"/>
                <a:sym typeface="Calibri"/>
              </a:rPr>
              <a:t>Pname</a:t>
            </a:r>
            <a:r>
              <a:rPr lang="en-US" b="1" dirty="0">
                <a:ea typeface="Calibri"/>
                <a:cs typeface="Calibri"/>
                <a:sym typeface="Calibri"/>
              </a:rPr>
              <a: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3"/>
          <p:cNvSpPr txBox="1">
            <a:spLocks noGrp="1"/>
          </p:cNvSpPr>
          <p:nvPr>
            <p:ph type="title"/>
          </p:nvPr>
        </p:nvSpPr>
        <p:spPr>
          <a:xfrm>
            <a:off x="1097280" y="758952"/>
            <a:ext cx="10058400" cy="978408"/>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HAVING clause</a:t>
            </a:r>
            <a:endParaRPr b="1" dirty="0">
              <a:solidFill>
                <a:schemeClr val="tx1"/>
              </a:solidFill>
            </a:endParaRPr>
          </a:p>
        </p:txBody>
      </p:sp>
      <p:sp>
        <p:nvSpPr>
          <p:cNvPr id="471" name="Google Shape;471;p53"/>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HAVING : Provides a condition to select or reject an entire group:</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Only the groups that satisfy the condition are retrieved in the result of the query.</a:t>
            </a:r>
            <a:endParaRPr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4"/>
          <p:cNvSpPr txBox="1">
            <a:spLocks noGrp="1"/>
          </p:cNvSpPr>
          <p:nvPr>
            <p:ph idx="1"/>
          </p:nvPr>
        </p:nvSpPr>
        <p:spPr>
          <a:xfrm>
            <a:off x="893064" y="715994"/>
            <a:ext cx="10557408" cy="1078484"/>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Char char="•"/>
            </a:pPr>
            <a:r>
              <a:rPr lang="en-US" b="1" dirty="0">
                <a:solidFill>
                  <a:schemeClr val="tx1"/>
                </a:solidFill>
              </a:rPr>
              <a:t>Query 26. For each project on which more than two employees work, retrieve the project number, the project name, and the number of employees who work on the project.</a:t>
            </a:r>
            <a:endParaRPr b="1" dirty="0">
              <a:solidFill>
                <a:schemeClr val="tx1"/>
              </a:solidFill>
            </a:endParaRPr>
          </a:p>
        </p:txBody>
      </p:sp>
      <p:pic>
        <p:nvPicPr>
          <p:cNvPr id="478" name="Google Shape;478;p54"/>
          <p:cNvPicPr preferRelativeResize="0"/>
          <p:nvPr/>
        </p:nvPicPr>
        <p:blipFill rotWithShape="1">
          <a:blip r:embed="rId3">
            <a:alphaModFix/>
          </a:blip>
          <a:srcRect/>
          <a:stretch/>
        </p:blipFill>
        <p:spPr>
          <a:xfrm>
            <a:off x="4923357" y="1820780"/>
            <a:ext cx="6375579" cy="4321226"/>
          </a:xfrm>
          <a:prstGeom prst="rect">
            <a:avLst/>
          </a:prstGeom>
          <a:noFill/>
          <a:ln>
            <a:noFill/>
          </a:ln>
        </p:spPr>
      </p:pic>
      <p:sp>
        <p:nvSpPr>
          <p:cNvPr id="479" name="Google Shape;479;p54"/>
          <p:cNvSpPr/>
          <p:nvPr/>
        </p:nvSpPr>
        <p:spPr>
          <a:xfrm>
            <a:off x="1145540" y="3981393"/>
            <a:ext cx="4572000" cy="1477328"/>
          </a:xfrm>
          <a:prstGeom prst="rect">
            <a:avLst/>
          </a:prstGeom>
          <a:noFill/>
          <a:ln>
            <a:noFill/>
          </a:ln>
        </p:spPr>
        <p:txBody>
          <a:bodyPr spcFirstLastPara="1" wrap="square" lIns="91425" tIns="45700" rIns="91425" bIns="45700" anchor="t" anchorCtr="0">
            <a:spAutoFit/>
          </a:bodyPr>
          <a:lstStyle/>
          <a:p>
            <a:r>
              <a:rPr lang="en-US" dirty="0">
                <a:ea typeface="Calibri"/>
                <a:cs typeface="Calibri"/>
                <a:sym typeface="Calibri"/>
              </a:rPr>
              <a:t>Q26: SELECT </a:t>
            </a:r>
            <a:r>
              <a:rPr lang="en-US" dirty="0" err="1">
                <a:ea typeface="Calibri"/>
                <a:cs typeface="Calibri"/>
                <a:sym typeface="Calibri"/>
              </a:rPr>
              <a:t>Pnumber</a:t>
            </a:r>
            <a:r>
              <a:rPr lang="en-US" dirty="0">
                <a:ea typeface="Calibri"/>
                <a:cs typeface="Calibri"/>
                <a:sym typeface="Calibri"/>
              </a:rPr>
              <a:t>, </a:t>
            </a:r>
            <a:r>
              <a:rPr lang="en-US" dirty="0" err="1">
                <a:ea typeface="Calibri"/>
                <a:cs typeface="Calibri"/>
                <a:sym typeface="Calibri"/>
              </a:rPr>
              <a:t>Pname</a:t>
            </a:r>
            <a:r>
              <a:rPr lang="en-US" dirty="0">
                <a:ea typeface="Calibri"/>
                <a:cs typeface="Calibri"/>
                <a:sym typeface="Calibri"/>
              </a:rPr>
              <a:t>, COUNT (*)</a:t>
            </a:r>
            <a:endParaRPr dirty="0"/>
          </a:p>
          <a:p>
            <a:r>
              <a:rPr lang="en-US" dirty="0">
                <a:ea typeface="Calibri"/>
                <a:cs typeface="Calibri"/>
                <a:sym typeface="Calibri"/>
              </a:rPr>
              <a:t>FROM PROJECT, WORKS_ON</a:t>
            </a:r>
            <a:endParaRPr dirty="0"/>
          </a:p>
          <a:p>
            <a:r>
              <a:rPr lang="en-US" dirty="0">
                <a:ea typeface="Calibri"/>
                <a:cs typeface="Calibri"/>
                <a:sym typeface="Calibri"/>
              </a:rPr>
              <a:t>WHERE </a:t>
            </a:r>
            <a:r>
              <a:rPr lang="en-US" dirty="0" err="1">
                <a:ea typeface="Calibri"/>
                <a:cs typeface="Calibri"/>
                <a:sym typeface="Calibri"/>
              </a:rPr>
              <a:t>Pnumber</a:t>
            </a:r>
            <a:r>
              <a:rPr lang="en-US" dirty="0">
                <a:ea typeface="Calibri"/>
                <a:cs typeface="Calibri"/>
                <a:sym typeface="Calibri"/>
              </a:rPr>
              <a:t> = </a:t>
            </a:r>
            <a:r>
              <a:rPr lang="en-US" dirty="0" err="1">
                <a:ea typeface="Calibri"/>
                <a:cs typeface="Calibri"/>
                <a:sym typeface="Calibri"/>
              </a:rPr>
              <a:t>Pno</a:t>
            </a:r>
            <a:endParaRPr dirty="0">
              <a:ea typeface="Calibri"/>
              <a:cs typeface="Calibri"/>
              <a:sym typeface="Calibri"/>
            </a:endParaRPr>
          </a:p>
          <a:p>
            <a:r>
              <a:rPr lang="en-US" dirty="0">
                <a:ea typeface="Calibri"/>
                <a:cs typeface="Calibri"/>
                <a:sym typeface="Calibri"/>
              </a:rPr>
              <a:t>GROUP BY </a:t>
            </a:r>
            <a:r>
              <a:rPr lang="en-US" dirty="0" err="1">
                <a:ea typeface="Calibri"/>
                <a:cs typeface="Calibri"/>
                <a:sym typeface="Calibri"/>
              </a:rPr>
              <a:t>Pnumber</a:t>
            </a:r>
            <a:r>
              <a:rPr lang="en-US" dirty="0">
                <a:ea typeface="Calibri"/>
                <a:cs typeface="Calibri"/>
                <a:sym typeface="Calibri"/>
              </a:rPr>
              <a:t>, </a:t>
            </a:r>
            <a:r>
              <a:rPr lang="en-US" dirty="0" err="1">
                <a:ea typeface="Calibri"/>
                <a:cs typeface="Calibri"/>
                <a:sym typeface="Calibri"/>
              </a:rPr>
              <a:t>Pname</a:t>
            </a:r>
            <a:endParaRPr dirty="0">
              <a:ea typeface="Calibri"/>
              <a:cs typeface="Calibri"/>
              <a:sym typeface="Calibri"/>
            </a:endParaRPr>
          </a:p>
          <a:p>
            <a:r>
              <a:rPr lang="en-US" dirty="0">
                <a:ea typeface="Calibri"/>
                <a:cs typeface="Calibri"/>
                <a:sym typeface="Calibri"/>
              </a:rPr>
              <a:t>HAVING COUNT (*) &gt; 2;</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55"/>
          <p:cNvSpPr txBox="1">
            <a:spLocks noGrp="1"/>
          </p:cNvSpPr>
          <p:nvPr>
            <p:ph idx="1"/>
          </p:nvPr>
        </p:nvSpPr>
        <p:spPr>
          <a:xfrm>
            <a:off x="957072" y="910575"/>
            <a:ext cx="9144000" cy="1195754"/>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Query 27. For each project, retrieve the project number, the project name, and the number of employees from department 5 who work on the project.</a:t>
            </a:r>
            <a:endParaRPr b="1" dirty="0">
              <a:solidFill>
                <a:schemeClr val="tx1"/>
              </a:solidFill>
            </a:endParaRPr>
          </a:p>
        </p:txBody>
      </p:sp>
      <p:pic>
        <p:nvPicPr>
          <p:cNvPr id="486" name="Google Shape;486;p55"/>
          <p:cNvPicPr preferRelativeResize="0"/>
          <p:nvPr/>
        </p:nvPicPr>
        <p:blipFill rotWithShape="1">
          <a:blip r:embed="rId3">
            <a:alphaModFix/>
          </a:blip>
          <a:srcRect/>
          <a:stretch/>
        </p:blipFill>
        <p:spPr>
          <a:xfrm>
            <a:off x="6806752" y="1877729"/>
            <a:ext cx="4592768" cy="3371350"/>
          </a:xfrm>
          <a:prstGeom prst="rect">
            <a:avLst/>
          </a:prstGeom>
          <a:noFill/>
          <a:ln>
            <a:noFill/>
          </a:ln>
        </p:spPr>
      </p:pic>
      <p:pic>
        <p:nvPicPr>
          <p:cNvPr id="487" name="Google Shape;487;p55"/>
          <p:cNvPicPr preferRelativeResize="0"/>
          <p:nvPr/>
        </p:nvPicPr>
        <p:blipFill rotWithShape="1">
          <a:blip r:embed="rId4">
            <a:alphaModFix/>
          </a:blip>
          <a:srcRect l="2703" t="11363" r="4377" b="34636"/>
          <a:stretch/>
        </p:blipFill>
        <p:spPr>
          <a:xfrm>
            <a:off x="2112935" y="3901526"/>
            <a:ext cx="6078566" cy="2045899"/>
          </a:xfrm>
          <a:prstGeom prst="rect">
            <a:avLst/>
          </a:prstGeom>
          <a:noFill/>
          <a:ln>
            <a:noFill/>
          </a:ln>
        </p:spPr>
      </p:pic>
      <p:sp>
        <p:nvSpPr>
          <p:cNvPr id="488" name="Google Shape;488;p55"/>
          <p:cNvSpPr/>
          <p:nvPr/>
        </p:nvSpPr>
        <p:spPr>
          <a:xfrm>
            <a:off x="1076452" y="1963264"/>
            <a:ext cx="4572000" cy="1477328"/>
          </a:xfrm>
          <a:prstGeom prst="rect">
            <a:avLst/>
          </a:prstGeom>
          <a:noFill/>
          <a:ln>
            <a:noFill/>
          </a:ln>
        </p:spPr>
        <p:txBody>
          <a:bodyPr spcFirstLastPara="1" wrap="square" lIns="91425" tIns="45700" rIns="91425" bIns="45700" anchor="t" anchorCtr="0">
            <a:spAutoFit/>
          </a:bodyPr>
          <a:lstStyle/>
          <a:p>
            <a:r>
              <a:rPr lang="en-US" dirty="0">
                <a:ea typeface="Calibri"/>
                <a:cs typeface="Calibri"/>
                <a:sym typeface="Calibri"/>
              </a:rPr>
              <a:t>Q27: SELECT </a:t>
            </a:r>
            <a:r>
              <a:rPr lang="en-US" dirty="0" err="1">
                <a:ea typeface="Calibri"/>
                <a:cs typeface="Calibri"/>
                <a:sym typeface="Calibri"/>
              </a:rPr>
              <a:t>Pnumber</a:t>
            </a:r>
            <a:r>
              <a:rPr lang="en-US" dirty="0">
                <a:ea typeface="Calibri"/>
                <a:cs typeface="Calibri"/>
                <a:sym typeface="Calibri"/>
              </a:rPr>
              <a:t>, </a:t>
            </a:r>
            <a:r>
              <a:rPr lang="en-US" dirty="0" err="1">
                <a:ea typeface="Calibri"/>
                <a:cs typeface="Calibri"/>
                <a:sym typeface="Calibri"/>
              </a:rPr>
              <a:t>Pname</a:t>
            </a:r>
            <a:r>
              <a:rPr lang="en-US" dirty="0">
                <a:ea typeface="Calibri"/>
                <a:cs typeface="Calibri"/>
                <a:sym typeface="Calibri"/>
              </a:rPr>
              <a:t>, COUNT (*)</a:t>
            </a:r>
            <a:endParaRPr dirty="0"/>
          </a:p>
          <a:p>
            <a:r>
              <a:rPr lang="en-US" dirty="0">
                <a:ea typeface="Calibri"/>
                <a:cs typeface="Calibri"/>
                <a:sym typeface="Calibri"/>
              </a:rPr>
              <a:t>FROM PROJECT, WORKS_ON, EMPLOYEE</a:t>
            </a:r>
            <a:endParaRPr dirty="0"/>
          </a:p>
          <a:p>
            <a:r>
              <a:rPr lang="en-US" dirty="0">
                <a:ea typeface="Calibri"/>
                <a:cs typeface="Calibri"/>
                <a:sym typeface="Calibri"/>
              </a:rPr>
              <a:t>WHERE </a:t>
            </a:r>
            <a:r>
              <a:rPr lang="en-US" dirty="0" err="1">
                <a:ea typeface="Calibri"/>
                <a:cs typeface="Calibri"/>
                <a:sym typeface="Calibri"/>
              </a:rPr>
              <a:t>Pnumber</a:t>
            </a:r>
            <a:r>
              <a:rPr lang="en-US" dirty="0">
                <a:ea typeface="Calibri"/>
                <a:cs typeface="Calibri"/>
                <a:sym typeface="Calibri"/>
              </a:rPr>
              <a:t> = </a:t>
            </a:r>
            <a:r>
              <a:rPr lang="en-US" dirty="0" err="1">
                <a:ea typeface="Calibri"/>
                <a:cs typeface="Calibri"/>
                <a:sym typeface="Calibri"/>
              </a:rPr>
              <a:t>Pno</a:t>
            </a:r>
            <a:r>
              <a:rPr lang="en-US" dirty="0">
                <a:ea typeface="Calibri"/>
                <a:cs typeface="Calibri"/>
                <a:sym typeface="Calibri"/>
              </a:rPr>
              <a:t> AND </a:t>
            </a:r>
            <a:r>
              <a:rPr lang="en-US" dirty="0" err="1">
                <a:ea typeface="Calibri"/>
                <a:cs typeface="Calibri"/>
                <a:sym typeface="Calibri"/>
              </a:rPr>
              <a:t>Ssn</a:t>
            </a:r>
            <a:r>
              <a:rPr lang="en-US" dirty="0">
                <a:ea typeface="Calibri"/>
                <a:cs typeface="Calibri"/>
                <a:sym typeface="Calibri"/>
              </a:rPr>
              <a:t> = </a:t>
            </a:r>
            <a:r>
              <a:rPr lang="en-US" dirty="0" err="1">
                <a:ea typeface="Calibri"/>
                <a:cs typeface="Calibri"/>
                <a:sym typeface="Calibri"/>
              </a:rPr>
              <a:t>Essn</a:t>
            </a:r>
            <a:r>
              <a:rPr lang="en-US" dirty="0">
                <a:ea typeface="Calibri"/>
                <a:cs typeface="Calibri"/>
                <a:sym typeface="Calibri"/>
              </a:rPr>
              <a:t> AND </a:t>
            </a:r>
            <a:r>
              <a:rPr lang="en-US" dirty="0" err="1">
                <a:ea typeface="Calibri"/>
                <a:cs typeface="Calibri"/>
                <a:sym typeface="Calibri"/>
              </a:rPr>
              <a:t>Dno</a:t>
            </a:r>
            <a:r>
              <a:rPr lang="en-US" dirty="0">
                <a:ea typeface="Calibri"/>
                <a:cs typeface="Calibri"/>
                <a:sym typeface="Calibri"/>
              </a:rPr>
              <a:t> = 5</a:t>
            </a:r>
            <a:endParaRPr dirty="0"/>
          </a:p>
          <a:p>
            <a:r>
              <a:rPr lang="en-US" dirty="0">
                <a:ea typeface="Calibri"/>
                <a:cs typeface="Calibri"/>
                <a:sym typeface="Calibri"/>
              </a:rPr>
              <a:t>GROUP BY </a:t>
            </a:r>
            <a:r>
              <a:rPr lang="en-US" dirty="0" err="1">
                <a:ea typeface="Calibri"/>
                <a:cs typeface="Calibri"/>
                <a:sym typeface="Calibri"/>
              </a:rPr>
              <a:t>Pnumber</a:t>
            </a:r>
            <a:r>
              <a:rPr lang="en-US" dirty="0">
                <a:ea typeface="Calibri"/>
                <a:cs typeface="Calibri"/>
                <a:sym typeface="Calibri"/>
              </a:rPr>
              <a:t>, </a:t>
            </a:r>
            <a:r>
              <a:rPr lang="en-US" dirty="0" err="1">
                <a:ea typeface="Calibri"/>
                <a:cs typeface="Calibri"/>
                <a:sym typeface="Calibri"/>
              </a:rPr>
              <a:t>Pname</a:t>
            </a:r>
            <a:r>
              <a:rPr lang="en-US" dirty="0">
                <a:ea typeface="Calibri"/>
                <a:cs typeface="Calibri"/>
                <a:sym typeface="Calibri"/>
              </a:rPr>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6"/>
          <p:cNvSpPr txBox="1">
            <a:spLocks noGrp="1"/>
          </p:cNvSpPr>
          <p:nvPr>
            <p:ph type="title"/>
          </p:nvPr>
        </p:nvSpPr>
        <p:spPr>
          <a:xfrm>
            <a:off x="618744" y="394977"/>
            <a:ext cx="10954512" cy="1450757"/>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Combining the WHERE and the HAVING Clause</a:t>
            </a:r>
            <a:endParaRPr b="1" dirty="0">
              <a:solidFill>
                <a:schemeClr val="tx1"/>
              </a:solidFill>
            </a:endParaRPr>
          </a:p>
        </p:txBody>
      </p:sp>
      <p:sp>
        <p:nvSpPr>
          <p:cNvPr id="495" name="Google Shape;495;p56"/>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buSzPts val="2400"/>
            </a:pPr>
            <a:r>
              <a:rPr lang="en-US" dirty="0">
                <a:solidFill>
                  <a:schemeClr val="tx1"/>
                </a:solidFill>
              </a:rPr>
              <a:t>Consider the query: we want to count the </a:t>
            </a:r>
            <a:r>
              <a:rPr lang="en-US" i="1" dirty="0">
                <a:solidFill>
                  <a:schemeClr val="tx1"/>
                </a:solidFill>
              </a:rPr>
              <a:t>total</a:t>
            </a:r>
            <a:r>
              <a:rPr lang="en-US" dirty="0">
                <a:solidFill>
                  <a:schemeClr val="tx1"/>
                </a:solidFill>
              </a:rPr>
              <a:t> number of employees whose salaries exceed $40,000 in each department, but only for departments where more than five employees work.</a:t>
            </a:r>
          </a:p>
          <a:p>
            <a:pPr marL="0" indent="0">
              <a:spcBef>
                <a:spcPts val="0"/>
              </a:spcBef>
              <a:buClr>
                <a:schemeClr val="dk1"/>
              </a:buClr>
              <a:buSzPts val="2400"/>
              <a:buNone/>
            </a:pPr>
            <a:endParaRPr lang="en-US"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7"/>
          <p:cNvSpPr txBox="1">
            <a:spLocks noGrp="1"/>
          </p:cNvSpPr>
          <p:nvPr>
            <p:ph idx="1"/>
          </p:nvPr>
        </p:nvSpPr>
        <p:spPr>
          <a:xfrm>
            <a:off x="819912" y="478584"/>
            <a:ext cx="9144000" cy="1221137"/>
          </a:xfrm>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Char char="•"/>
            </a:pPr>
            <a:r>
              <a:rPr lang="en-US" b="1" dirty="0">
                <a:solidFill>
                  <a:schemeClr val="tx1"/>
                </a:solidFill>
              </a:rPr>
              <a:t>Query 28. For each department that has more than five employees, retrieve the department number and the number of its employees who are making more than $40,000.</a:t>
            </a:r>
            <a:endParaRPr b="1" dirty="0">
              <a:solidFill>
                <a:schemeClr val="tx1"/>
              </a:solidFill>
            </a:endParaRPr>
          </a:p>
        </p:txBody>
      </p:sp>
      <p:pic>
        <p:nvPicPr>
          <p:cNvPr id="502" name="Google Shape;502;p57"/>
          <p:cNvPicPr preferRelativeResize="0"/>
          <p:nvPr/>
        </p:nvPicPr>
        <p:blipFill rotWithShape="1">
          <a:blip r:embed="rId3">
            <a:alphaModFix/>
          </a:blip>
          <a:srcRect l="2563" t="10914" r="5349" b="34218"/>
          <a:stretch/>
        </p:blipFill>
        <p:spPr>
          <a:xfrm>
            <a:off x="1524002" y="1487837"/>
            <a:ext cx="5638799" cy="1945856"/>
          </a:xfrm>
          <a:prstGeom prst="rect">
            <a:avLst/>
          </a:prstGeom>
          <a:noFill/>
          <a:ln>
            <a:noFill/>
          </a:ln>
        </p:spPr>
      </p:pic>
      <p:pic>
        <p:nvPicPr>
          <p:cNvPr id="503" name="Google Shape;503;p57"/>
          <p:cNvPicPr preferRelativeResize="0"/>
          <p:nvPr/>
        </p:nvPicPr>
        <p:blipFill rotWithShape="1">
          <a:blip r:embed="rId3">
            <a:alphaModFix/>
          </a:blip>
          <a:srcRect l="2735" t="69605" r="40558" b="3214"/>
          <a:stretch/>
        </p:blipFill>
        <p:spPr>
          <a:xfrm>
            <a:off x="1524000" y="3699482"/>
            <a:ext cx="5740400" cy="1593603"/>
          </a:xfrm>
          <a:prstGeom prst="rect">
            <a:avLst/>
          </a:prstGeom>
          <a:noFill/>
          <a:ln>
            <a:noFill/>
          </a:ln>
        </p:spPr>
      </p:pic>
      <p:sp>
        <p:nvSpPr>
          <p:cNvPr id="504" name="Google Shape;504;p57"/>
          <p:cNvSpPr/>
          <p:nvPr/>
        </p:nvSpPr>
        <p:spPr>
          <a:xfrm>
            <a:off x="1359408" y="5415524"/>
            <a:ext cx="8779790" cy="707846"/>
          </a:xfrm>
          <a:prstGeom prst="rect">
            <a:avLst/>
          </a:prstGeom>
          <a:noFill/>
          <a:ln>
            <a:noFill/>
          </a:ln>
        </p:spPr>
        <p:txBody>
          <a:bodyPr spcFirstLastPara="1" wrap="square" lIns="91425" tIns="45700" rIns="91425" bIns="45700" anchor="t" anchorCtr="0">
            <a:spAutoFit/>
          </a:bodyPr>
          <a:lstStyle/>
          <a:p>
            <a:r>
              <a:rPr lang="en-US" sz="2000" b="1" dirty="0">
                <a:ea typeface="Calibri"/>
                <a:cs typeface="Calibri"/>
                <a:sym typeface="Calibri"/>
              </a:rPr>
              <a:t>Note: the WHERE clause applies tuple by tuple whereas HAVING applies to entire group of tuples</a:t>
            </a:r>
            <a:endParaRPr sz="1600" dirty="0"/>
          </a:p>
        </p:txBody>
      </p:sp>
      <p:sp>
        <p:nvSpPr>
          <p:cNvPr id="505" name="Google Shape;505;p57"/>
          <p:cNvSpPr/>
          <p:nvPr/>
        </p:nvSpPr>
        <p:spPr>
          <a:xfrm>
            <a:off x="7406400" y="1832616"/>
            <a:ext cx="4572000" cy="2308324"/>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Calibri"/>
                <a:ea typeface="Calibri"/>
                <a:cs typeface="Calibri"/>
                <a:sym typeface="Calibri"/>
              </a:rPr>
              <a:t>Q28: SELECT </a:t>
            </a:r>
            <a:r>
              <a:rPr lang="en-US" b="1" dirty="0" err="1">
                <a:solidFill>
                  <a:schemeClr val="dk1"/>
                </a:solidFill>
                <a:latin typeface="Calibri"/>
                <a:ea typeface="Calibri"/>
                <a:cs typeface="Calibri"/>
                <a:sym typeface="Calibri"/>
              </a:rPr>
              <a:t>Dno</a:t>
            </a:r>
            <a:r>
              <a:rPr lang="en-US" b="1" dirty="0">
                <a:solidFill>
                  <a:schemeClr val="dk1"/>
                </a:solidFill>
                <a:latin typeface="Calibri"/>
                <a:ea typeface="Calibri"/>
                <a:cs typeface="Calibri"/>
                <a:sym typeface="Calibri"/>
              </a:rPr>
              <a:t>, COUNT (*)</a:t>
            </a:r>
            <a:endParaRPr dirty="0"/>
          </a:p>
          <a:p>
            <a:r>
              <a:rPr lang="en-US" b="1" dirty="0">
                <a:solidFill>
                  <a:schemeClr val="dk1"/>
                </a:solidFill>
                <a:latin typeface="Calibri"/>
                <a:ea typeface="Calibri"/>
                <a:cs typeface="Calibri"/>
                <a:sym typeface="Calibri"/>
              </a:rPr>
              <a:t>FROM EMPLOYEE</a:t>
            </a:r>
            <a:endParaRPr dirty="0"/>
          </a:p>
          <a:p>
            <a:r>
              <a:rPr lang="en-US" b="1" dirty="0">
                <a:solidFill>
                  <a:schemeClr val="dk1"/>
                </a:solidFill>
                <a:latin typeface="Calibri"/>
                <a:ea typeface="Calibri"/>
                <a:cs typeface="Calibri"/>
                <a:sym typeface="Calibri"/>
              </a:rPr>
              <a:t>WHERE Salary&gt;40000 AND </a:t>
            </a:r>
            <a:r>
              <a:rPr lang="en-US" b="1" dirty="0" err="1">
                <a:solidFill>
                  <a:schemeClr val="dk1"/>
                </a:solidFill>
                <a:latin typeface="Calibri"/>
                <a:ea typeface="Calibri"/>
                <a:cs typeface="Calibri"/>
                <a:sym typeface="Calibri"/>
              </a:rPr>
              <a:t>Dno</a:t>
            </a:r>
            <a:r>
              <a:rPr lang="en-US" b="1" dirty="0">
                <a:solidFill>
                  <a:schemeClr val="dk1"/>
                </a:solidFill>
                <a:latin typeface="Calibri"/>
                <a:ea typeface="Calibri"/>
                <a:cs typeface="Calibri"/>
                <a:sym typeface="Calibri"/>
              </a:rPr>
              <a:t> IN</a:t>
            </a:r>
            <a:endParaRPr dirty="0"/>
          </a:p>
          <a:p>
            <a:r>
              <a:rPr lang="en-US" b="1" dirty="0">
                <a:solidFill>
                  <a:schemeClr val="dk1"/>
                </a:solidFill>
                <a:latin typeface="Calibri"/>
                <a:ea typeface="Calibri"/>
                <a:cs typeface="Calibri"/>
                <a:sym typeface="Calibri"/>
              </a:rPr>
              <a:t>( SELECT </a:t>
            </a:r>
            <a:r>
              <a:rPr lang="en-US" b="1" dirty="0" err="1">
                <a:solidFill>
                  <a:schemeClr val="dk1"/>
                </a:solidFill>
                <a:latin typeface="Calibri"/>
                <a:ea typeface="Calibri"/>
                <a:cs typeface="Calibri"/>
                <a:sym typeface="Calibri"/>
              </a:rPr>
              <a:t>Dno</a:t>
            </a:r>
            <a:endParaRPr b="1" dirty="0">
              <a:solidFill>
                <a:schemeClr val="dk1"/>
              </a:solidFill>
              <a:latin typeface="Calibri"/>
              <a:ea typeface="Calibri"/>
              <a:cs typeface="Calibri"/>
              <a:sym typeface="Calibri"/>
            </a:endParaRPr>
          </a:p>
          <a:p>
            <a:r>
              <a:rPr lang="en-US" b="1" dirty="0">
                <a:solidFill>
                  <a:schemeClr val="dk1"/>
                </a:solidFill>
                <a:latin typeface="Calibri"/>
                <a:ea typeface="Calibri"/>
                <a:cs typeface="Calibri"/>
                <a:sym typeface="Calibri"/>
              </a:rPr>
              <a:t>FROM EMPLOYEE</a:t>
            </a:r>
            <a:endParaRPr dirty="0"/>
          </a:p>
          <a:p>
            <a:r>
              <a:rPr lang="en-US" b="1" dirty="0">
                <a:solidFill>
                  <a:schemeClr val="dk1"/>
                </a:solidFill>
                <a:latin typeface="Calibri"/>
                <a:ea typeface="Calibri"/>
                <a:cs typeface="Calibri"/>
                <a:sym typeface="Calibri"/>
              </a:rPr>
              <a:t>GROUP BY </a:t>
            </a:r>
            <a:r>
              <a:rPr lang="en-US" b="1" dirty="0" err="1">
                <a:solidFill>
                  <a:schemeClr val="dk1"/>
                </a:solidFill>
                <a:latin typeface="Calibri"/>
                <a:ea typeface="Calibri"/>
                <a:cs typeface="Calibri"/>
                <a:sym typeface="Calibri"/>
              </a:rPr>
              <a:t>Dno</a:t>
            </a:r>
            <a:endParaRPr b="1" dirty="0">
              <a:solidFill>
                <a:schemeClr val="dk1"/>
              </a:solidFill>
              <a:latin typeface="Calibri"/>
              <a:ea typeface="Calibri"/>
              <a:cs typeface="Calibri"/>
              <a:sym typeface="Calibri"/>
            </a:endParaRPr>
          </a:p>
          <a:p>
            <a:r>
              <a:rPr lang="en-US" b="1" dirty="0">
                <a:solidFill>
                  <a:schemeClr val="dk1"/>
                </a:solidFill>
                <a:latin typeface="Calibri"/>
                <a:ea typeface="Calibri"/>
                <a:cs typeface="Calibri"/>
                <a:sym typeface="Calibri"/>
              </a:rPr>
              <a:t>HAVING COUNT (*) &gt; 5)</a:t>
            </a:r>
            <a:endParaRPr dirty="0"/>
          </a:p>
          <a:p>
            <a:r>
              <a:rPr lang="en-US" b="1" dirty="0">
                <a:solidFill>
                  <a:schemeClr val="dk1"/>
                </a:solidFill>
                <a:latin typeface="Calibri"/>
                <a:ea typeface="Calibri"/>
                <a:cs typeface="Calibri"/>
                <a:sym typeface="Calibri"/>
              </a:rPr>
              <a:t>GROUP BY </a:t>
            </a:r>
            <a:r>
              <a:rPr lang="en-US" b="1" dirty="0" err="1">
                <a:solidFill>
                  <a:schemeClr val="dk1"/>
                </a:solidFill>
                <a:latin typeface="Calibri"/>
                <a:ea typeface="Calibri"/>
                <a:cs typeface="Calibri"/>
                <a:sym typeface="Calibri"/>
              </a:rPr>
              <a:t>Dno</a:t>
            </a:r>
            <a:r>
              <a:rPr lang="en-US" b="1" dirty="0">
                <a:solidFill>
                  <a:schemeClr val="dk1"/>
                </a:solidFill>
                <a:latin typeface="Calibri"/>
                <a:ea typeface="Calibri"/>
                <a:cs typeface="Calibri"/>
                <a:sym typeface="Calibri"/>
              </a:rPr>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8"/>
          <p:cNvSpPr txBox="1">
            <a:spLocks noGrp="1"/>
          </p:cNvSpPr>
          <p:nvPr>
            <p:ph type="title"/>
          </p:nvPr>
        </p:nvSpPr>
        <p:spPr>
          <a:xfrm>
            <a:off x="1097280" y="886968"/>
            <a:ext cx="10058400" cy="850392"/>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EXPANDED Block Structure of SQL Queries</a:t>
            </a:r>
            <a:endParaRPr b="1" dirty="0">
              <a:solidFill>
                <a:schemeClr val="tx1"/>
              </a:solidFill>
            </a:endParaRPr>
          </a:p>
        </p:txBody>
      </p:sp>
      <p:sp>
        <p:nvSpPr>
          <p:cNvPr id="512" name="Google Shape;512;p5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2800"/>
              <a:buNone/>
            </a:pPr>
            <a:r>
              <a:rPr lang="en-US" dirty="0">
                <a:solidFill>
                  <a:schemeClr val="tx1"/>
                </a:solidFill>
              </a:rPr>
              <a:t>SELECT &lt;attribute and function list&gt;</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FROM &lt;table list&gt;</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 WHERE &lt;condition&gt; ]</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 GROUP BY &lt;grouping attribute(s)&gt; ]</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 HAVING &lt;group condition&gt; ]</a:t>
            </a:r>
            <a:endParaRPr dirty="0">
              <a:solidFill>
                <a:schemeClr val="tx1"/>
              </a:solidFill>
            </a:endParaRPr>
          </a:p>
          <a:p>
            <a:pPr marL="0" indent="0">
              <a:spcBef>
                <a:spcPts val="1000"/>
              </a:spcBef>
              <a:spcAft>
                <a:spcPts val="0"/>
              </a:spcAft>
              <a:buClr>
                <a:schemeClr val="dk1"/>
              </a:buClr>
              <a:buSzPts val="2800"/>
              <a:buNone/>
            </a:pPr>
            <a:r>
              <a:rPr lang="en-US" dirty="0">
                <a:solidFill>
                  <a:schemeClr val="tx1"/>
                </a:solidFill>
              </a:rPr>
              <a:t>[ ORDER BY &lt;attribute list&gt; ];</a:t>
            </a:r>
            <a:endParaRPr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9"/>
          <p:cNvSpPr txBox="1">
            <a:spLocks noGrp="1"/>
          </p:cNvSpPr>
          <p:nvPr>
            <p:ph type="title"/>
          </p:nvPr>
        </p:nvSpPr>
        <p:spPr>
          <a:xfrm>
            <a:off x="1066800" y="850392"/>
            <a:ext cx="10058400" cy="87782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t>Views (Virtual Tables) in SQL</a:t>
            </a:r>
            <a:endParaRPr dirty="0"/>
          </a:p>
        </p:txBody>
      </p:sp>
      <p:sp>
        <p:nvSpPr>
          <p:cNvPr id="519" name="Google Shape;519;p5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Virtual table :</a:t>
            </a:r>
            <a:r>
              <a:rPr lang="en-US" dirty="0">
                <a:solidFill>
                  <a:schemeClr val="tx1"/>
                </a:solidFill>
              </a:rPr>
              <a:t> A view does not necessarily exist in physical form;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A single table that is derived from other tables</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Other tables can be base tables or previously defined views. </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Syntax:</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CREATE VIEW </a:t>
            </a:r>
            <a:r>
              <a:rPr lang="en-US" dirty="0" err="1">
                <a:solidFill>
                  <a:schemeClr val="tx1"/>
                </a:solidFill>
              </a:rPr>
              <a:t>view_name</a:t>
            </a:r>
            <a:r>
              <a:rPr lang="en-US" dirty="0">
                <a:solidFill>
                  <a:schemeClr val="tx1"/>
                </a:solidFill>
              </a:rPr>
              <a:t> AS</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SELECT column1, column2, ...</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FROM </a:t>
            </a:r>
            <a:r>
              <a:rPr lang="en-US" dirty="0" err="1">
                <a:solidFill>
                  <a:schemeClr val="tx1"/>
                </a:solidFill>
              </a:rPr>
              <a:t>table_name</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WHERE condition;</a:t>
            </a:r>
            <a:endParaRPr dirty="0">
              <a:solidFill>
                <a:schemeClr val="tx1"/>
              </a:solidFill>
            </a:endParaRPr>
          </a:p>
          <a:p>
            <a:pPr marL="228600" indent="-50800">
              <a:spcBef>
                <a:spcPts val="1000"/>
              </a:spcBef>
              <a:spcAft>
                <a:spcPts val="0"/>
              </a:spcAft>
              <a:buClr>
                <a:schemeClr val="dk1"/>
              </a:buClr>
              <a:buSzPts val="28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0"/>
          <p:cNvSpPr txBox="1">
            <a:spLocks noGrp="1"/>
          </p:cNvSpPr>
          <p:nvPr>
            <p:ph type="title"/>
          </p:nvPr>
        </p:nvSpPr>
        <p:spPr>
          <a:xfrm>
            <a:off x="1097280" y="962865"/>
            <a:ext cx="10058400" cy="774495"/>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Specification of Views in SQL</a:t>
            </a:r>
            <a:endParaRPr dirty="0">
              <a:solidFill>
                <a:schemeClr val="tx1"/>
              </a:solidFill>
            </a:endParaRPr>
          </a:p>
        </p:txBody>
      </p:sp>
      <p:pic>
        <p:nvPicPr>
          <p:cNvPr id="526" name="Google Shape;526;p60"/>
          <p:cNvPicPr preferRelativeResize="0">
            <a:picLocks noGrp="1"/>
          </p:cNvPicPr>
          <p:nvPr>
            <p:ph idx="1"/>
          </p:nvPr>
        </p:nvPicPr>
        <p:blipFill rotWithShape="1">
          <a:blip r:embed="rId3">
            <a:alphaModFix/>
          </a:blip>
          <a:stretch/>
        </p:blipFill>
        <p:spPr>
          <a:xfrm>
            <a:off x="6096000" y="2107649"/>
            <a:ext cx="5285324" cy="1833415"/>
          </a:xfrm>
          <a:prstGeom prst="rect">
            <a:avLst/>
          </a:prstGeom>
          <a:noFill/>
          <a:ln>
            <a:noFill/>
          </a:ln>
        </p:spPr>
      </p:pic>
      <p:sp>
        <p:nvSpPr>
          <p:cNvPr id="527" name="Google Shape;527;p60"/>
          <p:cNvSpPr/>
          <p:nvPr/>
        </p:nvSpPr>
        <p:spPr>
          <a:xfrm>
            <a:off x="1198871" y="1832525"/>
            <a:ext cx="8034904" cy="4062610"/>
          </a:xfrm>
          <a:prstGeom prst="rect">
            <a:avLst/>
          </a:prstGeom>
          <a:noFill/>
          <a:ln>
            <a:noFill/>
          </a:ln>
        </p:spPr>
        <p:txBody>
          <a:bodyPr spcFirstLastPara="1" wrap="square" lIns="91425" tIns="45700" rIns="91425" bIns="45700" anchor="t" anchorCtr="0">
            <a:spAutoFit/>
          </a:bodyPr>
          <a:lstStyle/>
          <a:p>
            <a:r>
              <a:rPr lang="en-US" sz="2000" b="1" dirty="0">
                <a:latin typeface="Calibri"/>
                <a:ea typeface="Calibri"/>
                <a:cs typeface="Calibri"/>
                <a:sym typeface="Calibri"/>
              </a:rPr>
              <a:t>VIEW WITH NO NEW ATTRIBUTES</a:t>
            </a:r>
            <a:endParaRPr sz="2000" dirty="0"/>
          </a:p>
          <a:p>
            <a:r>
              <a:rPr lang="en-US" sz="2000" b="1" dirty="0">
                <a:latin typeface="Calibri"/>
                <a:ea typeface="Calibri"/>
                <a:cs typeface="Calibri"/>
                <a:sym typeface="Calibri"/>
              </a:rPr>
              <a:t>V1:</a:t>
            </a:r>
            <a:r>
              <a:rPr lang="en-US" sz="2000" dirty="0">
                <a:latin typeface="Calibri"/>
                <a:ea typeface="Calibri"/>
                <a:cs typeface="Calibri"/>
                <a:sym typeface="Calibri"/>
              </a:rPr>
              <a:t> CREATE VIEW </a:t>
            </a:r>
            <a:r>
              <a:rPr lang="en-US" sz="2000" b="1" dirty="0">
                <a:latin typeface="Calibri"/>
                <a:ea typeface="Calibri"/>
                <a:cs typeface="Calibri"/>
                <a:sym typeface="Calibri"/>
              </a:rPr>
              <a:t>WORKS_ON1</a:t>
            </a:r>
            <a:endParaRPr sz="2000" dirty="0"/>
          </a:p>
          <a:p>
            <a:r>
              <a:rPr lang="en-US" sz="2000" dirty="0">
                <a:latin typeface="Calibri"/>
                <a:ea typeface="Calibri"/>
                <a:cs typeface="Calibri"/>
                <a:sym typeface="Calibri"/>
              </a:rPr>
              <a:t>AS SELECT </a:t>
            </a:r>
            <a:r>
              <a:rPr lang="en-US" sz="2000" dirty="0" err="1">
                <a:latin typeface="Calibri"/>
                <a:ea typeface="Calibri"/>
                <a:cs typeface="Calibri"/>
                <a:sym typeface="Calibri"/>
              </a:rPr>
              <a:t>Fname</a:t>
            </a:r>
            <a:r>
              <a:rPr lang="en-US" sz="2000" dirty="0">
                <a:latin typeface="Calibri"/>
                <a:ea typeface="Calibri"/>
                <a:cs typeface="Calibri"/>
                <a:sym typeface="Calibri"/>
              </a:rPr>
              <a:t>, </a:t>
            </a:r>
            <a:r>
              <a:rPr lang="en-US" sz="2000" dirty="0" err="1">
                <a:latin typeface="Calibri"/>
                <a:ea typeface="Calibri"/>
                <a:cs typeface="Calibri"/>
                <a:sym typeface="Calibri"/>
              </a:rPr>
              <a:t>Lname</a:t>
            </a:r>
            <a:r>
              <a:rPr lang="en-US" sz="2000" dirty="0">
                <a:latin typeface="Calibri"/>
                <a:ea typeface="Calibri"/>
                <a:cs typeface="Calibri"/>
                <a:sym typeface="Calibri"/>
              </a:rPr>
              <a:t>, </a:t>
            </a:r>
            <a:r>
              <a:rPr lang="en-US" sz="2000" dirty="0" err="1">
                <a:latin typeface="Calibri"/>
                <a:ea typeface="Calibri"/>
                <a:cs typeface="Calibri"/>
                <a:sym typeface="Calibri"/>
              </a:rPr>
              <a:t>Pname</a:t>
            </a:r>
            <a:r>
              <a:rPr lang="en-US" sz="2000" dirty="0">
                <a:latin typeface="Calibri"/>
                <a:ea typeface="Calibri"/>
                <a:cs typeface="Calibri"/>
                <a:sym typeface="Calibri"/>
              </a:rPr>
              <a:t>, Hours</a:t>
            </a:r>
            <a:endParaRPr sz="2000" dirty="0"/>
          </a:p>
          <a:p>
            <a:r>
              <a:rPr lang="en-US" sz="2000" dirty="0">
                <a:latin typeface="Calibri"/>
                <a:ea typeface="Calibri"/>
                <a:cs typeface="Calibri"/>
                <a:sym typeface="Calibri"/>
              </a:rPr>
              <a:t>FROM EMPLOYEE, PROJECT, WORKS_ON</a:t>
            </a:r>
            <a:endParaRPr sz="2000" dirty="0"/>
          </a:p>
          <a:p>
            <a:r>
              <a:rPr lang="en-US" sz="2000" dirty="0">
                <a:latin typeface="Calibri"/>
                <a:ea typeface="Calibri"/>
                <a:cs typeface="Calibri"/>
                <a:sym typeface="Calibri"/>
              </a:rPr>
              <a:t>WHERE </a:t>
            </a:r>
            <a:r>
              <a:rPr lang="en-US" sz="2000" dirty="0" err="1">
                <a:latin typeface="Calibri"/>
                <a:ea typeface="Calibri"/>
                <a:cs typeface="Calibri"/>
                <a:sym typeface="Calibri"/>
              </a:rPr>
              <a:t>Ssn</a:t>
            </a:r>
            <a:r>
              <a:rPr lang="en-US" sz="2000" dirty="0">
                <a:latin typeface="Calibri"/>
                <a:ea typeface="Calibri"/>
                <a:cs typeface="Calibri"/>
                <a:sym typeface="Calibri"/>
              </a:rPr>
              <a:t> = </a:t>
            </a:r>
            <a:r>
              <a:rPr lang="en-US" sz="2000" dirty="0" err="1">
                <a:latin typeface="Calibri"/>
                <a:ea typeface="Calibri"/>
                <a:cs typeface="Calibri"/>
                <a:sym typeface="Calibri"/>
              </a:rPr>
              <a:t>Essn</a:t>
            </a:r>
            <a:r>
              <a:rPr lang="en-US" sz="2000" dirty="0">
                <a:latin typeface="Calibri"/>
                <a:ea typeface="Calibri"/>
                <a:cs typeface="Calibri"/>
                <a:sym typeface="Calibri"/>
              </a:rPr>
              <a:t> AND </a:t>
            </a:r>
            <a:r>
              <a:rPr lang="en-US" sz="2000" dirty="0" err="1">
                <a:latin typeface="Calibri"/>
                <a:ea typeface="Calibri"/>
                <a:cs typeface="Calibri"/>
                <a:sym typeface="Calibri"/>
              </a:rPr>
              <a:t>Pno</a:t>
            </a:r>
            <a:r>
              <a:rPr lang="en-US" sz="2000" dirty="0">
                <a:latin typeface="Calibri"/>
                <a:ea typeface="Calibri"/>
                <a:cs typeface="Calibri"/>
                <a:sym typeface="Calibri"/>
              </a:rPr>
              <a:t> = </a:t>
            </a:r>
            <a:r>
              <a:rPr lang="en-US" sz="2000" dirty="0" err="1">
                <a:latin typeface="Calibri"/>
                <a:ea typeface="Calibri"/>
                <a:cs typeface="Calibri"/>
                <a:sym typeface="Calibri"/>
              </a:rPr>
              <a:t>Pnumber</a:t>
            </a:r>
            <a:r>
              <a:rPr lang="en-US" sz="2000" dirty="0">
                <a:latin typeface="Calibri"/>
                <a:ea typeface="Calibri"/>
                <a:cs typeface="Calibri"/>
                <a:sym typeface="Calibri"/>
              </a:rPr>
              <a:t>;</a:t>
            </a:r>
            <a:endParaRPr sz="2000" dirty="0"/>
          </a:p>
          <a:p>
            <a:endParaRPr sz="2000" b="1" dirty="0">
              <a:latin typeface="Calibri"/>
              <a:ea typeface="Calibri"/>
              <a:cs typeface="Calibri"/>
              <a:sym typeface="Calibri"/>
            </a:endParaRPr>
          </a:p>
          <a:p>
            <a:r>
              <a:rPr lang="en-US" sz="2000" b="1" dirty="0">
                <a:latin typeface="Calibri"/>
                <a:ea typeface="Calibri"/>
                <a:cs typeface="Calibri"/>
                <a:sym typeface="Calibri"/>
              </a:rPr>
              <a:t>VIEW WITH NEW ATTRIBUTES</a:t>
            </a:r>
            <a:endParaRPr sz="2000" dirty="0"/>
          </a:p>
          <a:p>
            <a:endParaRPr sz="2000" dirty="0">
              <a:latin typeface="Calibri"/>
              <a:ea typeface="Calibri"/>
              <a:cs typeface="Calibri"/>
              <a:sym typeface="Calibri"/>
            </a:endParaRPr>
          </a:p>
          <a:p>
            <a:r>
              <a:rPr lang="en-US" sz="2000" dirty="0">
                <a:latin typeface="Calibri"/>
                <a:ea typeface="Calibri"/>
                <a:cs typeface="Calibri"/>
                <a:sym typeface="Calibri"/>
              </a:rPr>
              <a:t>V2: CREATE VIEW DEPT_INFO(</a:t>
            </a:r>
            <a:r>
              <a:rPr lang="en-US" sz="2000" dirty="0" err="1">
                <a:latin typeface="Calibri"/>
                <a:ea typeface="Calibri"/>
                <a:cs typeface="Calibri"/>
                <a:sym typeface="Calibri"/>
              </a:rPr>
              <a:t>Dept_name</a:t>
            </a:r>
            <a:r>
              <a:rPr lang="en-US" sz="2000" dirty="0">
                <a:latin typeface="Calibri"/>
                <a:ea typeface="Calibri"/>
                <a:cs typeface="Calibri"/>
                <a:sym typeface="Calibri"/>
              </a:rPr>
              <a:t>, </a:t>
            </a:r>
            <a:r>
              <a:rPr lang="en-US" sz="2000" dirty="0" err="1">
                <a:latin typeface="Calibri"/>
                <a:ea typeface="Calibri"/>
                <a:cs typeface="Calibri"/>
                <a:sym typeface="Calibri"/>
              </a:rPr>
              <a:t>No_of_emps</a:t>
            </a:r>
            <a:r>
              <a:rPr lang="en-US" sz="2000" dirty="0">
                <a:latin typeface="Calibri"/>
                <a:ea typeface="Calibri"/>
                <a:cs typeface="Calibri"/>
                <a:sym typeface="Calibri"/>
              </a:rPr>
              <a:t>, </a:t>
            </a:r>
            <a:r>
              <a:rPr lang="en-US" sz="2000" dirty="0" err="1">
                <a:latin typeface="Calibri"/>
                <a:ea typeface="Calibri"/>
                <a:cs typeface="Calibri"/>
                <a:sym typeface="Calibri"/>
              </a:rPr>
              <a:t>Total_sal</a:t>
            </a:r>
            <a:r>
              <a:rPr lang="en-US" sz="2000" dirty="0">
                <a:latin typeface="Calibri"/>
                <a:ea typeface="Calibri"/>
                <a:cs typeface="Calibri"/>
                <a:sym typeface="Calibri"/>
              </a:rPr>
              <a:t>)</a:t>
            </a:r>
            <a:endParaRPr sz="2000" dirty="0"/>
          </a:p>
          <a:p>
            <a:r>
              <a:rPr lang="en-US" sz="2000" dirty="0">
                <a:latin typeface="Calibri"/>
                <a:ea typeface="Calibri"/>
                <a:cs typeface="Calibri"/>
                <a:sym typeface="Calibri"/>
              </a:rPr>
              <a:t>AS SELECT </a:t>
            </a:r>
            <a:r>
              <a:rPr lang="en-US" sz="2000" dirty="0" err="1">
                <a:latin typeface="Calibri"/>
                <a:ea typeface="Calibri"/>
                <a:cs typeface="Calibri"/>
                <a:sym typeface="Calibri"/>
              </a:rPr>
              <a:t>Dname</a:t>
            </a:r>
            <a:r>
              <a:rPr lang="en-US" sz="2000" dirty="0">
                <a:latin typeface="Calibri"/>
                <a:ea typeface="Calibri"/>
                <a:cs typeface="Calibri"/>
                <a:sym typeface="Calibri"/>
              </a:rPr>
              <a:t>, COUNT (*), SUM (Salary)</a:t>
            </a:r>
            <a:endParaRPr sz="2000" dirty="0"/>
          </a:p>
          <a:p>
            <a:r>
              <a:rPr lang="en-US" sz="2000" dirty="0">
                <a:latin typeface="Calibri"/>
                <a:ea typeface="Calibri"/>
                <a:cs typeface="Calibri"/>
                <a:sym typeface="Calibri"/>
              </a:rPr>
              <a:t>FROM DEPARTMENT, EMPLOYEE</a:t>
            </a:r>
            <a:endParaRPr sz="2000" dirty="0"/>
          </a:p>
          <a:p>
            <a:r>
              <a:rPr lang="en-US" sz="2000" dirty="0">
                <a:latin typeface="Calibri"/>
                <a:ea typeface="Calibri"/>
                <a:cs typeface="Calibri"/>
                <a:sym typeface="Calibri"/>
              </a:rPr>
              <a:t>WHERE </a:t>
            </a:r>
            <a:r>
              <a:rPr lang="en-US" sz="2000" dirty="0" err="1">
                <a:latin typeface="Calibri"/>
                <a:ea typeface="Calibri"/>
                <a:cs typeface="Calibri"/>
                <a:sym typeface="Calibri"/>
              </a:rPr>
              <a:t>Dnumber</a:t>
            </a:r>
            <a:r>
              <a:rPr lang="en-US" sz="2000" dirty="0">
                <a:latin typeface="Calibri"/>
                <a:ea typeface="Calibri"/>
                <a:cs typeface="Calibri"/>
                <a:sym typeface="Calibri"/>
              </a:rPr>
              <a:t> = </a:t>
            </a:r>
            <a:r>
              <a:rPr lang="en-US" sz="2000" dirty="0" err="1">
                <a:latin typeface="Calibri"/>
                <a:ea typeface="Calibri"/>
                <a:cs typeface="Calibri"/>
                <a:sym typeface="Calibri"/>
              </a:rPr>
              <a:t>Dno</a:t>
            </a:r>
            <a:endParaRPr sz="2000" dirty="0">
              <a:latin typeface="Calibri"/>
              <a:ea typeface="Calibri"/>
              <a:cs typeface="Calibri"/>
              <a:sym typeface="Calibri"/>
            </a:endParaRPr>
          </a:p>
          <a:p>
            <a:r>
              <a:rPr lang="en-US" sz="2000" dirty="0">
                <a:latin typeface="Calibri"/>
                <a:ea typeface="Calibri"/>
                <a:cs typeface="Calibri"/>
                <a:sym typeface="Calibri"/>
              </a:rPr>
              <a:t>GROUP BY </a:t>
            </a:r>
            <a:r>
              <a:rPr lang="en-US" sz="2000" dirty="0" err="1">
                <a:latin typeface="Calibri"/>
                <a:ea typeface="Calibri"/>
                <a:cs typeface="Calibri"/>
                <a:sym typeface="Calibri"/>
              </a:rPr>
              <a:t>Dname</a:t>
            </a:r>
            <a:r>
              <a:rPr lang="en-US" sz="2000" dirty="0">
                <a:latin typeface="Calibri"/>
                <a:ea typeface="Calibri"/>
                <a:cs typeface="Calibri"/>
                <a:sym typeface="Calibri"/>
              </a:rPr>
              <a:t>;</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1"/>
          <p:cNvSpPr txBox="1">
            <a:spLocks noGrp="1"/>
          </p:cNvSpPr>
          <p:nvPr>
            <p:ph type="title"/>
          </p:nvPr>
        </p:nvSpPr>
        <p:spPr>
          <a:xfrm>
            <a:off x="1097280" y="914400"/>
            <a:ext cx="10058400" cy="82296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Specification of Views in SQL</a:t>
            </a:r>
            <a:endParaRPr b="1" dirty="0">
              <a:solidFill>
                <a:schemeClr val="tx1"/>
              </a:solidFill>
            </a:endParaRPr>
          </a:p>
        </p:txBody>
      </p:sp>
      <p:sp>
        <p:nvSpPr>
          <p:cNvPr id="534" name="Google Shape;534;p61"/>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A view is always up-to-date: </a:t>
            </a:r>
            <a:r>
              <a:rPr lang="en-US" dirty="0">
                <a:solidFill>
                  <a:schemeClr val="tx1"/>
                </a:solidFill>
              </a:rPr>
              <a:t>if the tuples are modified in the base tables on which the view is defined, the view must automatically reflect these changes. </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DROP VIEW command:  </a:t>
            </a:r>
            <a:endParaRPr dirty="0">
              <a:solidFill>
                <a:schemeClr val="tx1"/>
              </a:solidFill>
            </a:endParaRPr>
          </a:p>
          <a:p>
            <a:pPr marL="228600" indent="-228600">
              <a:spcBef>
                <a:spcPts val="1000"/>
              </a:spcBef>
              <a:spcAft>
                <a:spcPts val="0"/>
              </a:spcAft>
              <a:buClr>
                <a:schemeClr val="dk1"/>
              </a:buClr>
              <a:buSzPts val="2800"/>
              <a:buChar char="•"/>
            </a:pPr>
            <a:r>
              <a:rPr lang="en-US" b="1" dirty="0">
                <a:solidFill>
                  <a:schemeClr val="tx1"/>
                </a:solidFill>
              </a:rPr>
              <a:t>Syntax: </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DROP VIEW WORKS_ON1;</a:t>
            </a:r>
            <a:endParaRPr dirty="0">
              <a:solidFill>
                <a:schemeClr val="tx1"/>
              </a:solidFill>
            </a:endParaRPr>
          </a:p>
          <a:p>
            <a:pPr marL="685800" lvl="1" indent="-76200">
              <a:spcBef>
                <a:spcPts val="500"/>
              </a:spcBef>
              <a:spcAft>
                <a:spcPts val="0"/>
              </a:spcAft>
              <a:buClr>
                <a:schemeClr val="dk1"/>
              </a:buClr>
              <a:buSzPts val="2400"/>
              <a:buNone/>
            </a:pPr>
            <a:endParaRPr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62"/>
          <p:cNvSpPr txBox="1">
            <a:spLocks noGrp="1"/>
          </p:cNvSpPr>
          <p:nvPr>
            <p:ph type="title"/>
          </p:nvPr>
        </p:nvSpPr>
        <p:spPr>
          <a:xfrm>
            <a:off x="603504" y="637538"/>
            <a:ext cx="11256264" cy="1400530"/>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View Implementation, View Update, and Inline Views</a:t>
            </a:r>
            <a:endParaRPr dirty="0">
              <a:solidFill>
                <a:schemeClr val="tx1"/>
              </a:solidFill>
            </a:endParaRPr>
          </a:p>
        </p:txBody>
      </p:sp>
      <p:sp>
        <p:nvSpPr>
          <p:cNvPr id="541" name="Google Shape;541;p62"/>
          <p:cNvSpPr txBox="1">
            <a:spLocks noGrp="1"/>
          </p:cNvSpPr>
          <p:nvPr>
            <p:ph idx="1"/>
          </p:nvPr>
        </p:nvSpPr>
        <p:spPr>
          <a:xfrm>
            <a:off x="780288" y="1782037"/>
            <a:ext cx="10902696" cy="5075963"/>
          </a:xfrm>
          <a:prstGeom prst="rect">
            <a:avLst/>
          </a:prstGeom>
          <a:noFill/>
          <a:ln>
            <a:noFill/>
          </a:ln>
        </p:spPr>
        <p:txBody>
          <a:bodyPr spcFirstLastPara="1" vert="horz" wrap="square" lIns="91425" tIns="45700" rIns="91425" bIns="45700" rtlCol="0" anchor="t" anchorCtr="0">
            <a:noAutofit/>
          </a:bodyPr>
          <a:lstStyle/>
          <a:p>
            <a:pPr>
              <a:spcBef>
                <a:spcPts val="0"/>
              </a:spcBef>
              <a:buClr>
                <a:schemeClr val="dk1"/>
              </a:buClr>
            </a:pPr>
            <a:r>
              <a:rPr lang="en-US" dirty="0">
                <a:solidFill>
                  <a:schemeClr val="tx1"/>
                </a:solidFill>
              </a:rPr>
              <a:t>Efficiently implement a view for efficient querying is complex. Two main approaches have been suggested. </a:t>
            </a:r>
            <a:endParaRPr dirty="0">
              <a:solidFill>
                <a:schemeClr val="tx1"/>
              </a:solidFill>
            </a:endParaRPr>
          </a:p>
          <a:p>
            <a:pPr>
              <a:lnSpc>
                <a:spcPct val="90000"/>
              </a:lnSpc>
              <a:buClr>
                <a:schemeClr val="dk1"/>
              </a:buClr>
              <a:buSzPct val="100000"/>
            </a:pPr>
            <a:r>
              <a:rPr lang="en-US" b="1" dirty="0">
                <a:solidFill>
                  <a:schemeClr val="tx1"/>
                </a:solidFill>
              </a:rPr>
              <a:t>Strategy # 1:</a:t>
            </a:r>
            <a:r>
              <a:rPr lang="en-US" dirty="0">
                <a:solidFill>
                  <a:schemeClr val="tx1"/>
                </a:solidFill>
              </a:rPr>
              <a:t> (query modification) involves transforming the view query (submitted by the user) into a query on the underlying base tables.</a:t>
            </a:r>
            <a:endParaRPr dirty="0">
              <a:solidFill>
                <a:schemeClr val="tx1"/>
              </a:solidFill>
            </a:endParaRPr>
          </a:p>
          <a:p>
            <a:pPr>
              <a:lnSpc>
                <a:spcPct val="90000"/>
              </a:lnSpc>
              <a:buClr>
                <a:schemeClr val="dk1"/>
              </a:buClr>
              <a:buSzPct val="100000"/>
            </a:pPr>
            <a:r>
              <a:rPr lang="en-US" dirty="0">
                <a:solidFill>
                  <a:schemeClr val="tx1"/>
                </a:solidFill>
              </a:rPr>
              <a:t>For example, the query QV1 would be automatically modified to the following query by the DBMS:</a:t>
            </a:r>
            <a:endParaRPr dirty="0">
              <a:solidFill>
                <a:schemeClr val="tx1"/>
              </a:solidFill>
            </a:endParaRPr>
          </a:p>
          <a:p>
            <a:pPr marL="457200" lvl="1" indent="0">
              <a:spcBef>
                <a:spcPts val="500"/>
              </a:spcBef>
              <a:buClr>
                <a:schemeClr val="dk1"/>
              </a:buClr>
              <a:buSzPct val="100000"/>
              <a:buNone/>
            </a:pPr>
            <a:r>
              <a:rPr lang="en-US" sz="1600" b="1" dirty="0">
                <a:solidFill>
                  <a:schemeClr val="tx1"/>
                </a:solidFill>
              </a:rPr>
              <a:t>* SELECT </a:t>
            </a:r>
            <a:r>
              <a:rPr lang="en-US" sz="1600" dirty="0" err="1">
                <a:solidFill>
                  <a:schemeClr val="tx1"/>
                </a:solidFill>
              </a:rPr>
              <a:t>Fname</a:t>
            </a:r>
            <a:r>
              <a:rPr lang="en-US" sz="1600" dirty="0">
                <a:solidFill>
                  <a:schemeClr val="tx1"/>
                </a:solidFill>
              </a:rPr>
              <a:t>, </a:t>
            </a:r>
            <a:r>
              <a:rPr lang="en-US" sz="1600" dirty="0" err="1">
                <a:solidFill>
                  <a:schemeClr val="tx1"/>
                </a:solidFill>
              </a:rPr>
              <a:t>Lname</a:t>
            </a:r>
            <a:endParaRPr sz="1600" dirty="0">
              <a:solidFill>
                <a:schemeClr val="tx1"/>
              </a:solidFill>
            </a:endParaRPr>
          </a:p>
          <a:p>
            <a:pPr marL="457200" lvl="1" indent="0">
              <a:spcBef>
                <a:spcPts val="500"/>
              </a:spcBef>
              <a:buClr>
                <a:schemeClr val="dk1"/>
              </a:buClr>
              <a:buSzPct val="100000"/>
              <a:buNone/>
            </a:pPr>
            <a:r>
              <a:rPr lang="en-US" sz="1600" b="1" dirty="0">
                <a:solidFill>
                  <a:schemeClr val="tx1"/>
                </a:solidFill>
              </a:rPr>
              <a:t>FROM </a:t>
            </a:r>
            <a:r>
              <a:rPr lang="en-US" sz="1600" dirty="0">
                <a:solidFill>
                  <a:schemeClr val="tx1"/>
                </a:solidFill>
              </a:rPr>
              <a:t>WORKS_ON1</a:t>
            </a:r>
            <a:endParaRPr sz="1600" dirty="0">
              <a:solidFill>
                <a:schemeClr val="tx1"/>
              </a:solidFill>
            </a:endParaRPr>
          </a:p>
          <a:p>
            <a:pPr marL="457200" lvl="1" indent="0">
              <a:spcBef>
                <a:spcPts val="500"/>
              </a:spcBef>
              <a:buClr>
                <a:schemeClr val="dk1"/>
              </a:buClr>
              <a:buSzPct val="100000"/>
              <a:buNone/>
            </a:pPr>
            <a:r>
              <a:rPr lang="en-US" sz="1600" b="1" dirty="0">
                <a:solidFill>
                  <a:schemeClr val="tx1"/>
                </a:solidFill>
              </a:rPr>
              <a:t>WHERE </a:t>
            </a:r>
            <a:r>
              <a:rPr lang="en-US" sz="1600" dirty="0" err="1">
                <a:solidFill>
                  <a:schemeClr val="tx1"/>
                </a:solidFill>
              </a:rPr>
              <a:t>Pname</a:t>
            </a:r>
            <a:r>
              <a:rPr lang="en-US" sz="1600" dirty="0">
                <a:solidFill>
                  <a:schemeClr val="tx1"/>
                </a:solidFill>
              </a:rPr>
              <a:t> = ‘</a:t>
            </a:r>
            <a:r>
              <a:rPr lang="en-US" sz="1600" dirty="0" err="1">
                <a:solidFill>
                  <a:schemeClr val="tx1"/>
                </a:solidFill>
              </a:rPr>
              <a:t>ProductX</a:t>
            </a:r>
            <a:r>
              <a:rPr lang="en-US" sz="1600" dirty="0">
                <a:solidFill>
                  <a:schemeClr val="tx1"/>
                </a:solidFill>
              </a:rPr>
              <a:t>’;</a:t>
            </a:r>
            <a:endParaRPr sz="1600" dirty="0">
              <a:solidFill>
                <a:schemeClr val="tx1"/>
              </a:solidFill>
            </a:endParaRPr>
          </a:p>
          <a:p>
            <a:pPr marL="457200" lvl="1" indent="0">
              <a:spcBef>
                <a:spcPts val="500"/>
              </a:spcBef>
              <a:buClr>
                <a:schemeClr val="dk1"/>
              </a:buClr>
              <a:buSzPct val="100000"/>
              <a:buNone/>
            </a:pPr>
            <a:r>
              <a:rPr lang="en-US" sz="1600" dirty="0">
                <a:solidFill>
                  <a:schemeClr val="tx1"/>
                </a:solidFill>
              </a:rPr>
              <a:t>* SELECT </a:t>
            </a:r>
            <a:r>
              <a:rPr lang="en-US" sz="1600" dirty="0" err="1">
                <a:solidFill>
                  <a:schemeClr val="tx1"/>
                </a:solidFill>
              </a:rPr>
              <a:t>Fname</a:t>
            </a:r>
            <a:r>
              <a:rPr lang="en-US" sz="1600" dirty="0">
                <a:solidFill>
                  <a:schemeClr val="tx1"/>
                </a:solidFill>
              </a:rPr>
              <a:t>, </a:t>
            </a:r>
            <a:r>
              <a:rPr lang="en-US" sz="1600" dirty="0" err="1">
                <a:solidFill>
                  <a:schemeClr val="tx1"/>
                </a:solidFill>
              </a:rPr>
              <a:t>Lname</a:t>
            </a:r>
            <a:endParaRPr sz="1600" dirty="0">
              <a:solidFill>
                <a:schemeClr val="tx1"/>
              </a:solidFill>
            </a:endParaRPr>
          </a:p>
          <a:p>
            <a:pPr marL="457200" lvl="1" indent="0">
              <a:spcBef>
                <a:spcPts val="500"/>
              </a:spcBef>
              <a:buClr>
                <a:schemeClr val="dk1"/>
              </a:buClr>
              <a:buSzPct val="100000"/>
              <a:buNone/>
            </a:pPr>
            <a:r>
              <a:rPr lang="en-US" sz="1600" dirty="0">
                <a:solidFill>
                  <a:schemeClr val="tx1"/>
                </a:solidFill>
              </a:rPr>
              <a:t>FROM EMPLOYEE, PROJECT, WORKS_ON</a:t>
            </a:r>
            <a:endParaRPr sz="1600" dirty="0">
              <a:solidFill>
                <a:schemeClr val="tx1"/>
              </a:solidFill>
            </a:endParaRPr>
          </a:p>
          <a:p>
            <a:pPr marL="457200" lvl="1" indent="0">
              <a:spcBef>
                <a:spcPts val="500"/>
              </a:spcBef>
              <a:buClr>
                <a:schemeClr val="dk1"/>
              </a:buClr>
              <a:buSzPct val="100000"/>
              <a:buNone/>
            </a:pPr>
            <a:r>
              <a:rPr lang="en-US" sz="1600" dirty="0">
                <a:solidFill>
                  <a:schemeClr val="tx1"/>
                </a:solidFill>
              </a:rPr>
              <a:t>WHERE </a:t>
            </a:r>
            <a:r>
              <a:rPr lang="en-US" sz="1600" dirty="0" err="1">
                <a:solidFill>
                  <a:schemeClr val="tx1"/>
                </a:solidFill>
              </a:rPr>
              <a:t>Ssn</a:t>
            </a:r>
            <a:r>
              <a:rPr lang="en-US" sz="1600" dirty="0">
                <a:solidFill>
                  <a:schemeClr val="tx1"/>
                </a:solidFill>
              </a:rPr>
              <a:t> = </a:t>
            </a:r>
            <a:r>
              <a:rPr lang="en-US" sz="1600" dirty="0" err="1">
                <a:solidFill>
                  <a:schemeClr val="tx1"/>
                </a:solidFill>
              </a:rPr>
              <a:t>Essn</a:t>
            </a:r>
            <a:r>
              <a:rPr lang="en-US" sz="1600" dirty="0">
                <a:solidFill>
                  <a:schemeClr val="tx1"/>
                </a:solidFill>
              </a:rPr>
              <a:t> AND </a:t>
            </a:r>
            <a:r>
              <a:rPr lang="en-US" sz="1600" dirty="0" err="1">
                <a:solidFill>
                  <a:schemeClr val="tx1"/>
                </a:solidFill>
              </a:rPr>
              <a:t>Pno</a:t>
            </a:r>
            <a:r>
              <a:rPr lang="en-US" sz="1600" dirty="0">
                <a:solidFill>
                  <a:schemeClr val="tx1"/>
                </a:solidFill>
              </a:rPr>
              <a:t> = </a:t>
            </a:r>
            <a:r>
              <a:rPr lang="en-US" sz="1600" dirty="0" err="1">
                <a:solidFill>
                  <a:schemeClr val="tx1"/>
                </a:solidFill>
              </a:rPr>
              <a:t>Pnumber</a:t>
            </a:r>
            <a:endParaRPr sz="1600" dirty="0">
              <a:solidFill>
                <a:schemeClr val="tx1"/>
              </a:solidFill>
            </a:endParaRPr>
          </a:p>
          <a:p>
            <a:pPr marL="457200" lvl="1" indent="0">
              <a:spcBef>
                <a:spcPts val="500"/>
              </a:spcBef>
              <a:buClr>
                <a:schemeClr val="dk1"/>
              </a:buClr>
              <a:buSzPct val="100000"/>
              <a:buNone/>
            </a:pPr>
            <a:r>
              <a:rPr lang="en-US" sz="1600" dirty="0">
                <a:solidFill>
                  <a:schemeClr val="tx1"/>
                </a:solidFill>
              </a:rPr>
              <a:t>AND </a:t>
            </a:r>
            <a:r>
              <a:rPr lang="en-US" sz="1600" dirty="0" err="1">
                <a:solidFill>
                  <a:schemeClr val="tx1"/>
                </a:solidFill>
              </a:rPr>
              <a:t>Pname</a:t>
            </a:r>
            <a:r>
              <a:rPr lang="en-US" sz="1600" dirty="0">
                <a:solidFill>
                  <a:schemeClr val="tx1"/>
                </a:solidFill>
              </a:rPr>
              <a:t> = ‘</a:t>
            </a:r>
            <a:r>
              <a:rPr lang="en-US" sz="1600" dirty="0" err="1">
                <a:solidFill>
                  <a:schemeClr val="tx1"/>
                </a:solidFill>
              </a:rPr>
              <a:t>ProductX</a:t>
            </a:r>
            <a:r>
              <a:rPr lang="en-US" sz="1600" dirty="0">
                <a:solidFill>
                  <a:schemeClr val="tx1"/>
                </a:solidFill>
              </a:rPr>
              <a:t>’;</a:t>
            </a:r>
            <a:endParaRPr sz="1600" dirty="0">
              <a:solidFill>
                <a:schemeClr val="tx1"/>
              </a:solidFill>
            </a:endParaRPr>
          </a:p>
          <a:p>
            <a:pPr>
              <a:lnSpc>
                <a:spcPct val="90000"/>
              </a:lnSpc>
              <a:buClr>
                <a:schemeClr val="dk1"/>
              </a:buClr>
              <a:buSzPct val="100000"/>
            </a:pPr>
            <a:r>
              <a:rPr lang="en-US" b="1" dirty="0">
                <a:solidFill>
                  <a:schemeClr val="tx1"/>
                </a:solidFill>
              </a:rPr>
              <a:t>Disadvantage of this approach:</a:t>
            </a:r>
            <a:r>
              <a:rPr lang="en-US" dirty="0">
                <a:solidFill>
                  <a:schemeClr val="tx1"/>
                </a:solidFill>
              </a:rPr>
              <a:t>  inefficient for views defined via complex queries that are time-consuming to execute</a:t>
            </a:r>
            <a:endParaRPr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63"/>
          <p:cNvSpPr txBox="1">
            <a:spLocks noGrp="1"/>
          </p:cNvSpPr>
          <p:nvPr>
            <p:ph type="title"/>
          </p:nvPr>
        </p:nvSpPr>
        <p:spPr>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View Implementation, View Update, and Inline Views</a:t>
            </a:r>
            <a:endParaRPr dirty="0">
              <a:solidFill>
                <a:schemeClr val="tx1"/>
              </a:solidFill>
            </a:endParaRPr>
          </a:p>
        </p:txBody>
      </p:sp>
      <p:sp>
        <p:nvSpPr>
          <p:cNvPr id="550" name="Google Shape;550;p63"/>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b="1" dirty="0">
                <a:solidFill>
                  <a:schemeClr val="tx1"/>
                </a:solidFill>
              </a:rPr>
              <a:t>Strategy # 2 (view materialization):</a:t>
            </a:r>
            <a:r>
              <a:rPr lang="en-US" dirty="0">
                <a:solidFill>
                  <a:schemeClr val="tx1"/>
                </a:solidFill>
              </a:rPr>
              <a:t> involves physically creating a temporary or permanent view table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In order to keep the view up-to-date an efficient strategy for automatically updating the view table when the base tables are updated must be developed.</a:t>
            </a:r>
            <a:endParaRPr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64"/>
          <p:cNvSpPr txBox="1">
            <a:spLocks noGrp="1"/>
          </p:cNvSpPr>
          <p:nvPr>
            <p:ph type="title"/>
          </p:nvPr>
        </p:nvSpPr>
        <p:spPr>
          <a:xfrm>
            <a:off x="1097280" y="820757"/>
            <a:ext cx="10058400" cy="916603"/>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Create materialized view </a:t>
            </a:r>
            <a:endParaRPr dirty="0">
              <a:solidFill>
                <a:schemeClr val="tx1"/>
              </a:solidFill>
            </a:endParaRPr>
          </a:p>
        </p:txBody>
      </p:sp>
      <p:sp>
        <p:nvSpPr>
          <p:cNvPr id="556" name="Google Shape;556;p64"/>
          <p:cNvSpPr/>
          <p:nvPr/>
        </p:nvSpPr>
        <p:spPr>
          <a:xfrm>
            <a:off x="2152648" y="1859340"/>
            <a:ext cx="6229352" cy="1754326"/>
          </a:xfrm>
          <a:prstGeom prst="rect">
            <a:avLst/>
          </a:prstGeom>
          <a:no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r>
              <a:rPr lang="en-US" b="1" dirty="0">
                <a:ea typeface="Calibri"/>
                <a:cs typeface="Calibri"/>
                <a:sym typeface="Calibri"/>
              </a:rPr>
              <a:t>CREATE TABLE STUDENTS (</a:t>
            </a:r>
            <a:r>
              <a:rPr lang="en-US" b="1" dirty="0" err="1">
                <a:ea typeface="Calibri"/>
                <a:cs typeface="Calibri"/>
                <a:sym typeface="Calibri"/>
              </a:rPr>
              <a:t>Roll_no</a:t>
            </a:r>
            <a:r>
              <a:rPr lang="en-US" b="1" dirty="0">
                <a:ea typeface="Calibri"/>
                <a:cs typeface="Calibri"/>
                <a:sym typeface="Calibri"/>
              </a:rPr>
              <a:t> </a:t>
            </a:r>
            <a:r>
              <a:rPr lang="en-US" b="1" dirty="0" err="1">
                <a:ea typeface="Calibri"/>
                <a:cs typeface="Calibri"/>
                <a:sym typeface="Calibri"/>
              </a:rPr>
              <a:t>int</a:t>
            </a:r>
            <a:r>
              <a:rPr lang="en-US" b="1" dirty="0">
                <a:ea typeface="Calibri"/>
                <a:cs typeface="Calibri"/>
                <a:sym typeface="Calibri"/>
              </a:rPr>
              <a:t> primary key, name varchar2(20) not null, address varchar2(20) not null);</a:t>
            </a:r>
            <a:endParaRPr b="1" dirty="0"/>
          </a:p>
          <a:p>
            <a:pPr lvl="1"/>
            <a:r>
              <a:rPr lang="en-US" b="1" dirty="0">
                <a:ea typeface="Calibri"/>
                <a:cs typeface="Calibri"/>
                <a:sym typeface="Calibri"/>
              </a:rPr>
              <a:t>insert into students values(1,'Ali', '</a:t>
            </a:r>
            <a:r>
              <a:rPr lang="en-US" b="1" dirty="0" err="1">
                <a:ea typeface="Calibri"/>
                <a:cs typeface="Calibri"/>
                <a:sym typeface="Calibri"/>
              </a:rPr>
              <a:t>Hyderaabad</a:t>
            </a:r>
            <a:r>
              <a:rPr lang="en-US" b="1" dirty="0">
                <a:ea typeface="Calibri"/>
                <a:cs typeface="Calibri"/>
                <a:sym typeface="Calibri"/>
              </a:rPr>
              <a:t>'); </a:t>
            </a:r>
            <a:endParaRPr b="1" dirty="0"/>
          </a:p>
          <a:p>
            <a:pPr lvl="1"/>
            <a:r>
              <a:rPr lang="en-US" b="1" dirty="0">
                <a:ea typeface="Calibri"/>
                <a:cs typeface="Calibri"/>
                <a:sym typeface="Calibri"/>
              </a:rPr>
              <a:t>insert into students values(2,'Ahmed', '</a:t>
            </a:r>
            <a:r>
              <a:rPr lang="en-US" b="1" dirty="0" err="1">
                <a:ea typeface="Calibri"/>
                <a:cs typeface="Calibri"/>
                <a:sym typeface="Calibri"/>
              </a:rPr>
              <a:t>Hyderaabad</a:t>
            </a:r>
            <a:r>
              <a:rPr lang="en-US" b="1" dirty="0">
                <a:ea typeface="Calibri"/>
                <a:cs typeface="Calibri"/>
                <a:sym typeface="Calibri"/>
              </a:rPr>
              <a:t>'); </a:t>
            </a:r>
            <a:endParaRPr b="1" dirty="0"/>
          </a:p>
          <a:p>
            <a:pPr lvl="1"/>
            <a:r>
              <a:rPr lang="en-US" b="1" dirty="0">
                <a:ea typeface="Calibri"/>
                <a:cs typeface="Calibri"/>
                <a:sym typeface="Calibri"/>
              </a:rPr>
              <a:t>insert into students values(3,'Azam', '</a:t>
            </a:r>
            <a:r>
              <a:rPr lang="en-US" b="1" dirty="0" err="1">
                <a:ea typeface="Calibri"/>
                <a:cs typeface="Calibri"/>
                <a:sym typeface="Calibri"/>
              </a:rPr>
              <a:t>Hyderaabad</a:t>
            </a:r>
            <a:r>
              <a:rPr lang="en-US" b="1" dirty="0">
                <a:ea typeface="Calibri"/>
                <a:cs typeface="Calibri"/>
                <a:sym typeface="Calibri"/>
              </a:rPr>
              <a:t>'); </a:t>
            </a:r>
            <a:endParaRPr b="1" dirty="0"/>
          </a:p>
          <a:p>
            <a:pPr lvl="1"/>
            <a:r>
              <a:rPr lang="en-US" b="1" dirty="0">
                <a:ea typeface="Calibri"/>
                <a:cs typeface="Calibri"/>
                <a:sym typeface="Calibri"/>
              </a:rPr>
              <a:t>insert into students values(4,'Asif', '</a:t>
            </a:r>
            <a:r>
              <a:rPr lang="en-US" b="1" dirty="0" err="1">
                <a:ea typeface="Calibri"/>
                <a:cs typeface="Calibri"/>
                <a:sym typeface="Calibri"/>
              </a:rPr>
              <a:t>Hyderaabad</a:t>
            </a:r>
            <a:r>
              <a:rPr lang="en-US" b="1" dirty="0">
                <a:ea typeface="Calibri"/>
                <a:cs typeface="Calibri"/>
                <a:sym typeface="Calibri"/>
              </a:rPr>
              <a:t>'); </a:t>
            </a:r>
            <a:endParaRPr b="1" dirty="0"/>
          </a:p>
        </p:txBody>
      </p:sp>
      <p:sp>
        <p:nvSpPr>
          <p:cNvPr id="557" name="Google Shape;557;p64"/>
          <p:cNvSpPr txBox="1"/>
          <p:nvPr/>
        </p:nvSpPr>
        <p:spPr>
          <a:xfrm>
            <a:off x="2152648" y="3782317"/>
            <a:ext cx="6229352" cy="2254926"/>
          </a:xfrm>
          <a:prstGeom prst="rect">
            <a:avLst/>
          </a:prstGeom>
          <a:noFill/>
          <a:ln w="57150" cap="flat" cmpd="sng">
            <a:solidFill>
              <a:schemeClr val="dk1"/>
            </a:solidFill>
            <a:prstDash val="solid"/>
            <a:round/>
            <a:headEnd type="none" w="sm" len="sm"/>
            <a:tailEnd type="none" w="sm" len="sm"/>
          </a:ln>
        </p:spPr>
        <p:txBody>
          <a:bodyPr spcFirstLastPara="1" wrap="square" lIns="91425" tIns="45700" rIns="91425" bIns="45700" anchor="t" anchorCtr="0">
            <a:normAutofit fontScale="62500" lnSpcReduction="20000"/>
          </a:bodyPr>
          <a:lstStyle/>
          <a:p>
            <a:pPr>
              <a:lnSpc>
                <a:spcPct val="90000"/>
              </a:lnSpc>
              <a:buClr>
                <a:schemeClr val="dk1"/>
              </a:buClr>
              <a:buSzPct val="100000"/>
            </a:pPr>
            <a:r>
              <a:rPr lang="en-US" sz="2800" dirty="0">
                <a:latin typeface="Calibri"/>
                <a:ea typeface="Calibri"/>
                <a:cs typeface="Calibri"/>
                <a:sym typeface="Calibri"/>
              </a:rPr>
              <a:t>CREATE MATERIALIZED VIEW LOG ON students ;</a:t>
            </a:r>
            <a:endParaRPr sz="2800" dirty="0">
              <a:latin typeface="Calibri"/>
              <a:ea typeface="Calibri"/>
              <a:cs typeface="Calibri"/>
              <a:sym typeface="Calibri"/>
            </a:endParaRPr>
          </a:p>
          <a:p>
            <a:pPr>
              <a:lnSpc>
                <a:spcPct val="90000"/>
              </a:lnSpc>
              <a:spcBef>
                <a:spcPts val="1000"/>
              </a:spcBef>
              <a:buClr>
                <a:schemeClr val="dk1"/>
              </a:buClr>
              <a:buSzPct val="100000"/>
            </a:pPr>
            <a:r>
              <a:rPr lang="en-US" sz="2800" dirty="0">
                <a:latin typeface="Calibri"/>
                <a:ea typeface="Calibri"/>
                <a:cs typeface="Calibri"/>
                <a:sym typeface="Calibri"/>
              </a:rPr>
              <a:t>create MATERIALIZED view s1</a:t>
            </a:r>
            <a:endParaRPr dirty="0"/>
          </a:p>
          <a:p>
            <a:pPr>
              <a:lnSpc>
                <a:spcPct val="90000"/>
              </a:lnSpc>
              <a:spcBef>
                <a:spcPts val="1000"/>
              </a:spcBef>
              <a:buClr>
                <a:schemeClr val="dk1"/>
              </a:buClr>
              <a:buSzPct val="100000"/>
            </a:pPr>
            <a:r>
              <a:rPr lang="en-US" sz="2800" dirty="0">
                <a:latin typeface="Calibri"/>
                <a:ea typeface="Calibri"/>
                <a:cs typeface="Calibri"/>
                <a:sym typeface="Calibri"/>
              </a:rPr>
              <a:t>refresh fast on commit</a:t>
            </a:r>
            <a:endParaRPr dirty="0"/>
          </a:p>
          <a:p>
            <a:pPr>
              <a:lnSpc>
                <a:spcPct val="90000"/>
              </a:lnSpc>
              <a:spcBef>
                <a:spcPts val="1000"/>
              </a:spcBef>
              <a:buClr>
                <a:schemeClr val="dk1"/>
              </a:buClr>
              <a:buSzPct val="100000"/>
            </a:pPr>
            <a:r>
              <a:rPr lang="en-US" sz="2800" dirty="0">
                <a:latin typeface="Calibri"/>
                <a:ea typeface="Calibri"/>
                <a:cs typeface="Calibri"/>
                <a:sym typeface="Calibri"/>
              </a:rPr>
              <a:t>as</a:t>
            </a:r>
            <a:endParaRPr dirty="0"/>
          </a:p>
          <a:p>
            <a:pPr>
              <a:lnSpc>
                <a:spcPct val="90000"/>
              </a:lnSpc>
              <a:spcBef>
                <a:spcPts val="1000"/>
              </a:spcBef>
              <a:buClr>
                <a:schemeClr val="dk1"/>
              </a:buClr>
              <a:buSzPct val="100000"/>
            </a:pPr>
            <a:r>
              <a:rPr lang="en-US" sz="2800" dirty="0">
                <a:latin typeface="Calibri"/>
                <a:ea typeface="Calibri"/>
                <a:cs typeface="Calibri"/>
                <a:sym typeface="Calibri"/>
              </a:rPr>
              <a:t>select * from students;</a:t>
            </a:r>
            <a:endParaRPr dirty="0"/>
          </a:p>
          <a:p>
            <a:pPr>
              <a:lnSpc>
                <a:spcPct val="90000"/>
              </a:lnSpc>
              <a:spcBef>
                <a:spcPts val="1000"/>
              </a:spcBef>
              <a:buClr>
                <a:schemeClr val="dk1"/>
              </a:buClr>
              <a:buSzPct val="100000"/>
            </a:pPr>
            <a:r>
              <a:rPr lang="en-US" sz="2800" dirty="0">
                <a:latin typeface="Calibri"/>
                <a:ea typeface="Calibri"/>
                <a:cs typeface="Calibri"/>
                <a:sym typeface="Calibri"/>
              </a:rPr>
              <a:t>select * from s1;</a:t>
            </a:r>
            <a:endParaRPr dirty="0"/>
          </a:p>
          <a:p>
            <a:pPr>
              <a:lnSpc>
                <a:spcPct val="90000"/>
              </a:lnSpc>
              <a:spcBef>
                <a:spcPts val="1000"/>
              </a:spcBef>
              <a:buClr>
                <a:schemeClr val="dk1"/>
              </a:buClr>
              <a:buSzPct val="100000"/>
            </a:pPr>
            <a:r>
              <a:rPr lang="en-US" sz="2800" dirty="0">
                <a:latin typeface="Calibri"/>
                <a:ea typeface="Calibri"/>
                <a:cs typeface="Calibri"/>
                <a:sym typeface="Calibri"/>
              </a:rPr>
              <a:t>insert into students values(5,'Aslam','karachi');</a:t>
            </a:r>
            <a:endParaRPr dirty="0"/>
          </a:p>
          <a:p>
            <a:pPr>
              <a:lnSpc>
                <a:spcPct val="90000"/>
              </a:lnSpc>
              <a:spcBef>
                <a:spcPts val="1000"/>
              </a:spcBef>
              <a:buClr>
                <a:schemeClr val="dk1"/>
              </a:buClr>
              <a:buSzPct val="100000"/>
            </a:pPr>
            <a:endParaRPr sz="2800" dirty="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5"/>
          <p:cNvSpPr txBox="1">
            <a:spLocks noGrp="1"/>
          </p:cNvSpPr>
          <p:nvPr>
            <p:ph type="title"/>
          </p:nvPr>
        </p:nvSpPr>
        <p:spPr>
          <a:xfrm>
            <a:off x="1097280" y="988906"/>
            <a:ext cx="10058400" cy="748454"/>
          </a:xfrm>
          <a:prstGeom prst="rect">
            <a:avLst/>
          </a:prstGeom>
          <a:noFill/>
          <a:ln>
            <a:noFill/>
          </a:ln>
        </p:spPr>
        <p:txBody>
          <a:bodyPr spcFirstLastPara="1" vert="horz" wrap="square" lIns="91425" tIns="45700" rIns="91425" bIns="45700" rtlCol="0" anchor="ctr" anchorCtr="0">
            <a:normAutofit fontScale="90000"/>
          </a:bodyPr>
          <a:lstStyle/>
          <a:p>
            <a:pPr>
              <a:lnSpc>
                <a:spcPct val="90000"/>
              </a:lnSpc>
              <a:spcBef>
                <a:spcPts val="0"/>
              </a:spcBef>
              <a:buClr>
                <a:schemeClr val="dk1"/>
              </a:buClr>
              <a:buSzPts val="4400"/>
            </a:pPr>
            <a:r>
              <a:rPr lang="en-US" b="1" dirty="0">
                <a:solidFill>
                  <a:schemeClr val="tx1"/>
                </a:solidFill>
              </a:rPr>
              <a:t>Why Materialized Views are used</a:t>
            </a:r>
            <a:endParaRPr dirty="0">
              <a:solidFill>
                <a:schemeClr val="tx1"/>
              </a:solidFill>
            </a:endParaRPr>
          </a:p>
        </p:txBody>
      </p:sp>
      <p:sp>
        <p:nvSpPr>
          <p:cNvPr id="564" name="Google Shape;564;p6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To increase the speed of queries on very large databases.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Queries to large databases often involve joins between tables, aggregations such as SUM, or both.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These operations are expensive in terms of time and processing power.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The type of materialized view is created determines how the materialized view is refreshed and used by query rewrite.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70" name="Google Shape;570;p66"/>
          <p:cNvSpPr txBox="1">
            <a:spLocks noGrp="1"/>
          </p:cNvSpPr>
          <p:nvPr>
            <p:ph type="title"/>
          </p:nvPr>
        </p:nvSpPr>
        <p:spPr>
          <a:xfrm>
            <a:off x="1097280" y="740664"/>
            <a:ext cx="10058400" cy="99669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sz="4400" b="1" dirty="0">
                <a:solidFill>
                  <a:schemeClr val="tx1"/>
                </a:solidFill>
              </a:rPr>
              <a:t>Why Materialized Views are used</a:t>
            </a:r>
            <a:endParaRPr sz="4400" dirty="0">
              <a:solidFill>
                <a:schemeClr val="tx1"/>
              </a:solidFill>
            </a:endParaRPr>
          </a:p>
        </p:txBody>
      </p:sp>
      <p:sp>
        <p:nvSpPr>
          <p:cNvPr id="569" name="Google Shape;569;p66"/>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The query optimizer automatically recognizes when an existing materialized view can and should be used to satisfy a request.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It then transparently rewrites the request to use the materialized view.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Queries go directly to the materialized view and not to the underlying detail tables. In general, rewriting queries to use materialized views rather than detail tables improves response time.</a:t>
            </a:r>
            <a:endParaRPr dirty="0">
              <a:solidFill>
                <a:schemeClr val="tx1"/>
              </a:solidFill>
            </a:endParaRPr>
          </a:p>
          <a:p>
            <a:pPr marL="228600" indent="-50800">
              <a:spcBef>
                <a:spcPts val="1000"/>
              </a:spcBef>
              <a:spcAft>
                <a:spcPts val="0"/>
              </a:spcAft>
              <a:buClr>
                <a:schemeClr val="dk1"/>
              </a:buClr>
              <a:buSzPts val="2800"/>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67"/>
          <p:cNvSpPr txBox="1">
            <a:spLocks noGrp="1"/>
          </p:cNvSpPr>
          <p:nvPr>
            <p:ph type="title"/>
          </p:nvPr>
        </p:nvSpPr>
        <p:spPr>
          <a:xfrm>
            <a:off x="1066800" y="868680"/>
            <a:ext cx="10058400" cy="83210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View Update</a:t>
            </a:r>
            <a:endParaRPr dirty="0">
              <a:solidFill>
                <a:schemeClr val="tx1"/>
              </a:solidFill>
            </a:endParaRPr>
          </a:p>
        </p:txBody>
      </p:sp>
      <p:sp>
        <p:nvSpPr>
          <p:cNvPr id="577" name="Google Shape;577;p67"/>
          <p:cNvSpPr txBox="1">
            <a:spLocks noGrp="1"/>
          </p:cNvSpPr>
          <p:nvPr>
            <p:ph idx="1"/>
          </p:nvPr>
        </p:nvSpPr>
        <p:spPr>
          <a:xfrm>
            <a:off x="1222327" y="1816672"/>
            <a:ext cx="10058400" cy="4431002"/>
          </a:xfrm>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pPr>
            <a:r>
              <a:rPr lang="en-US" b="1" dirty="0">
                <a:solidFill>
                  <a:schemeClr val="tx1"/>
                </a:solidFill>
              </a:rPr>
              <a:t>Incremental updates for Materialized View. </a:t>
            </a:r>
            <a:endParaRPr dirty="0">
              <a:solidFill>
                <a:schemeClr val="tx1"/>
              </a:solidFill>
            </a:endParaRPr>
          </a:p>
          <a:p>
            <a:pPr marL="742950" lvl="1" indent="-285750">
              <a:spcBef>
                <a:spcPts val="500"/>
              </a:spcBef>
              <a:buClr>
                <a:schemeClr val="dk1"/>
              </a:buClr>
              <a:buSzPct val="100000"/>
            </a:pPr>
            <a:r>
              <a:rPr lang="en-US" sz="2000" dirty="0">
                <a:solidFill>
                  <a:schemeClr val="tx1"/>
                </a:solidFill>
              </a:rPr>
              <a:t>Determine what new tuples must be inserted, deleted, or modified in a materialized view table when a database update is applied to one of the defining base tables. </a:t>
            </a:r>
            <a:endParaRPr sz="2000" dirty="0">
              <a:solidFill>
                <a:schemeClr val="tx1"/>
              </a:solidFill>
            </a:endParaRPr>
          </a:p>
          <a:p>
            <a:pPr>
              <a:lnSpc>
                <a:spcPct val="90000"/>
              </a:lnSpc>
              <a:buClr>
                <a:schemeClr val="dk1"/>
              </a:buClr>
              <a:buSzPct val="100000"/>
            </a:pPr>
            <a:r>
              <a:rPr lang="en-US" dirty="0">
                <a:solidFill>
                  <a:schemeClr val="tx1"/>
                </a:solidFill>
              </a:rPr>
              <a:t>Different strategies for updating materialized views are possible:</a:t>
            </a:r>
            <a:endParaRPr dirty="0">
              <a:solidFill>
                <a:schemeClr val="tx1"/>
              </a:solidFill>
            </a:endParaRPr>
          </a:p>
          <a:p>
            <a:pPr>
              <a:lnSpc>
                <a:spcPct val="90000"/>
              </a:lnSpc>
              <a:buClr>
                <a:schemeClr val="dk1"/>
              </a:buClr>
              <a:buSzPct val="100000"/>
            </a:pPr>
            <a:r>
              <a:rPr lang="en-US" b="1" dirty="0">
                <a:solidFill>
                  <a:schemeClr val="tx1"/>
                </a:solidFill>
              </a:rPr>
              <a:t>immediate update strategy:</a:t>
            </a:r>
            <a:r>
              <a:rPr lang="en-US" dirty="0">
                <a:solidFill>
                  <a:schemeClr val="tx1"/>
                </a:solidFill>
              </a:rPr>
              <a:t> updates a view as soon as the base tables are changed;</a:t>
            </a:r>
            <a:endParaRPr dirty="0">
              <a:solidFill>
                <a:schemeClr val="tx1"/>
              </a:solidFill>
            </a:endParaRPr>
          </a:p>
          <a:p>
            <a:pPr>
              <a:lnSpc>
                <a:spcPct val="90000"/>
              </a:lnSpc>
              <a:buClr>
                <a:schemeClr val="dk1"/>
              </a:buClr>
              <a:buSzPct val="100000"/>
            </a:pPr>
            <a:r>
              <a:rPr lang="en-US" b="1" dirty="0">
                <a:solidFill>
                  <a:schemeClr val="tx1"/>
                </a:solidFill>
              </a:rPr>
              <a:t>lazy update strategy:</a:t>
            </a:r>
            <a:r>
              <a:rPr lang="en-US" dirty="0">
                <a:solidFill>
                  <a:schemeClr val="tx1"/>
                </a:solidFill>
              </a:rPr>
              <a:t> updates the view when needed by a view query; </a:t>
            </a:r>
            <a:endParaRPr dirty="0">
              <a:solidFill>
                <a:schemeClr val="tx1"/>
              </a:solidFill>
            </a:endParaRPr>
          </a:p>
          <a:p>
            <a:pPr>
              <a:lnSpc>
                <a:spcPct val="90000"/>
              </a:lnSpc>
              <a:buClr>
                <a:schemeClr val="dk1"/>
              </a:buClr>
              <a:buSzPct val="100000"/>
            </a:pPr>
            <a:r>
              <a:rPr lang="en-US" b="1" dirty="0">
                <a:solidFill>
                  <a:schemeClr val="tx1"/>
                </a:solidFill>
              </a:rPr>
              <a:t>periodic update strategy:</a:t>
            </a:r>
            <a:r>
              <a:rPr lang="en-US" dirty="0">
                <a:solidFill>
                  <a:schemeClr val="tx1"/>
                </a:solidFill>
              </a:rPr>
              <a:t> updates the view periodically </a:t>
            </a:r>
            <a:endParaRPr dirty="0">
              <a:solidFill>
                <a:schemeClr val="tx1"/>
              </a:solidFill>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68"/>
          <p:cNvSpPr txBox="1">
            <a:spLocks noGrp="1"/>
          </p:cNvSpPr>
          <p:nvPr>
            <p:ph type="title"/>
          </p:nvPr>
        </p:nvSpPr>
        <p:spPr>
          <a:xfrm>
            <a:off x="1036320" y="988906"/>
            <a:ext cx="10058400" cy="952330"/>
          </a:xfrm>
          <a:prstGeom prst="rect">
            <a:avLst/>
          </a:prstGeom>
          <a:noFill/>
          <a:ln>
            <a:noFill/>
          </a:ln>
        </p:spPr>
        <p:txBody>
          <a:bodyPr spcFirstLastPara="1" vert="horz" wrap="square" lIns="91425" tIns="45700" rIns="91425" bIns="45700" rtlCol="0" anchor="ctr" anchorCtr="0">
            <a:noAutofit/>
          </a:bodyPr>
          <a:lstStyle/>
          <a:p>
            <a:pPr>
              <a:lnSpc>
                <a:spcPct val="90000"/>
              </a:lnSpc>
              <a:spcBef>
                <a:spcPts val="0"/>
              </a:spcBef>
              <a:buClr>
                <a:schemeClr val="dk1"/>
              </a:buClr>
              <a:buSzPts val="4400"/>
            </a:pPr>
            <a:r>
              <a:rPr lang="en-US" b="1" dirty="0">
                <a:solidFill>
                  <a:schemeClr val="tx1"/>
                </a:solidFill>
              </a:rPr>
              <a:t>View update </a:t>
            </a:r>
            <a:endParaRPr dirty="0">
              <a:solidFill>
                <a:schemeClr val="tx1"/>
              </a:solidFill>
            </a:endParaRPr>
          </a:p>
        </p:txBody>
      </p:sp>
      <p:sp>
        <p:nvSpPr>
          <p:cNvPr id="584" name="Google Shape;584;p6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buSzPts val="2800"/>
            </a:pPr>
            <a:r>
              <a:rPr lang="en-US" sz="2800" dirty="0">
                <a:solidFill>
                  <a:schemeClr val="tx1"/>
                </a:solidFill>
                <a:ea typeface="Calibri"/>
                <a:cs typeface="Calibri"/>
                <a:sym typeface="Calibri"/>
              </a:rPr>
              <a:t>issuing an INSERT, DELETE, or UPDATE command on a view table </a:t>
            </a:r>
            <a:r>
              <a:rPr lang="en-US" sz="2800" b="1" dirty="0">
                <a:solidFill>
                  <a:schemeClr val="tx1"/>
                </a:solidFill>
                <a:ea typeface="Calibri"/>
                <a:cs typeface="Calibri"/>
                <a:sym typeface="Calibri"/>
              </a:rPr>
              <a:t>is in many cases not possible.</a:t>
            </a:r>
            <a:endParaRPr dirty="0">
              <a:solidFill>
                <a:schemeClr val="tx1"/>
              </a:solidFill>
            </a:endParaRPr>
          </a:p>
          <a:p>
            <a:pPr>
              <a:lnSpc>
                <a:spcPct val="90000"/>
              </a:lnSpc>
              <a:buClr>
                <a:schemeClr val="dk1"/>
              </a:buClr>
              <a:buSzPts val="2800"/>
            </a:pPr>
            <a:r>
              <a:rPr lang="en-US" sz="2800" dirty="0">
                <a:solidFill>
                  <a:schemeClr val="tx1"/>
                </a:solidFill>
                <a:ea typeface="Calibri"/>
                <a:cs typeface="Calibri"/>
                <a:sym typeface="Calibri"/>
              </a:rPr>
              <a:t>view involving joins: an update operation may be mapped to update operations on the underlying base relations in </a:t>
            </a:r>
            <a:r>
              <a:rPr lang="en-US" sz="2800" i="1" dirty="0">
                <a:solidFill>
                  <a:schemeClr val="tx1"/>
                </a:solidFill>
                <a:ea typeface="Calibri"/>
                <a:cs typeface="Calibri"/>
                <a:sym typeface="Calibri"/>
              </a:rPr>
              <a:t>multiple ways</a:t>
            </a:r>
            <a:r>
              <a:rPr lang="en-US" sz="2800" dirty="0">
                <a:solidFill>
                  <a:schemeClr val="tx1"/>
                </a:solidFill>
                <a:ea typeface="Calibri"/>
                <a:cs typeface="Calibri"/>
                <a:sym typeface="Calibri"/>
              </a:rPr>
              <a:t>. </a:t>
            </a:r>
            <a:endParaRPr dirty="0">
              <a:solidFill>
                <a:schemeClr val="tx1"/>
              </a:solidFill>
            </a:endParaRPr>
          </a:p>
          <a:p>
            <a:pPr>
              <a:lnSpc>
                <a:spcPct val="90000"/>
              </a:lnSpc>
              <a:buClr>
                <a:schemeClr val="dk1"/>
              </a:buClr>
              <a:buSzPts val="2800"/>
            </a:pPr>
            <a:r>
              <a:rPr lang="en-US" sz="2800" dirty="0">
                <a:solidFill>
                  <a:schemeClr val="tx1"/>
                </a:solidFill>
                <a:ea typeface="Calibri"/>
                <a:cs typeface="Calibri"/>
                <a:sym typeface="Calibri"/>
              </a:rPr>
              <a:t>Hence, it is often not possible for the DBMS to determine which of the updates is intended. </a:t>
            </a:r>
            <a:endParaRPr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69"/>
          <p:cNvSpPr txBox="1">
            <a:spLocks noGrp="1"/>
          </p:cNvSpPr>
          <p:nvPr>
            <p:ph type="title"/>
          </p:nvPr>
        </p:nvSpPr>
        <p:spPr>
          <a:xfrm>
            <a:off x="1066800" y="876470"/>
            <a:ext cx="10058400" cy="969264"/>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WITH CHECK OPTION</a:t>
            </a:r>
            <a:endParaRPr dirty="0">
              <a:solidFill>
                <a:schemeClr val="tx1"/>
              </a:solidFill>
            </a:endParaRPr>
          </a:p>
        </p:txBody>
      </p:sp>
      <p:sp>
        <p:nvSpPr>
          <p:cNvPr id="590" name="Google Shape;590;p6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WITH CHECK OPTION: added at the end of the view definition if a view is to be updated by INSERT, DELETE, or UPDATE statements.</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This allows the system to reject operations that violate the SQL rules for view updates.</a:t>
            </a:r>
            <a:endParaRPr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0"/>
          <p:cNvSpPr txBox="1">
            <a:spLocks noGrp="1"/>
          </p:cNvSpPr>
          <p:nvPr>
            <p:ph type="title"/>
          </p:nvPr>
        </p:nvSpPr>
        <p:spPr>
          <a:xfrm>
            <a:off x="1097280" y="969264"/>
            <a:ext cx="10058400" cy="76809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Example</a:t>
            </a:r>
            <a:endParaRPr dirty="0">
              <a:solidFill>
                <a:schemeClr val="tx1"/>
              </a:solidFill>
            </a:endParaRPr>
          </a:p>
        </p:txBody>
      </p:sp>
      <p:sp>
        <p:nvSpPr>
          <p:cNvPr id="596" name="Google Shape;596;p70"/>
          <p:cNvSpPr txBox="1">
            <a:spLocks noGrp="1"/>
          </p:cNvSpPr>
          <p:nvPr>
            <p:ph idx="1"/>
          </p:nvPr>
        </p:nvSpPr>
        <p:spPr>
          <a:xfrm>
            <a:off x="1174243" y="1825625"/>
            <a:ext cx="4010405" cy="4351338"/>
          </a:xfrm>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pPr>
            <a:r>
              <a:rPr lang="en-US" dirty="0">
                <a:solidFill>
                  <a:schemeClr val="tx1"/>
                </a:solidFill>
              </a:rPr>
              <a:t>create table test (salary </a:t>
            </a:r>
            <a:r>
              <a:rPr lang="en-US" dirty="0" err="1">
                <a:solidFill>
                  <a:schemeClr val="tx1"/>
                </a:solidFill>
              </a:rPr>
              <a:t>int</a:t>
            </a:r>
            <a:r>
              <a:rPr lang="en-US" dirty="0">
                <a:solidFill>
                  <a:schemeClr val="tx1"/>
                </a:solidFill>
              </a:rPr>
              <a:t> not null);</a:t>
            </a:r>
            <a:endParaRPr dirty="0">
              <a:solidFill>
                <a:schemeClr val="tx1"/>
              </a:solidFill>
            </a:endParaRPr>
          </a:p>
          <a:p>
            <a:pPr>
              <a:lnSpc>
                <a:spcPct val="90000"/>
              </a:lnSpc>
              <a:buClr>
                <a:schemeClr val="dk1"/>
              </a:buClr>
              <a:buSzPct val="100000"/>
            </a:pPr>
            <a:r>
              <a:rPr lang="en-US" dirty="0">
                <a:solidFill>
                  <a:schemeClr val="tx1"/>
                </a:solidFill>
              </a:rPr>
              <a:t>insert into test values(200000);</a:t>
            </a:r>
            <a:endParaRPr dirty="0">
              <a:solidFill>
                <a:schemeClr val="tx1"/>
              </a:solidFill>
            </a:endParaRPr>
          </a:p>
          <a:p>
            <a:pPr>
              <a:lnSpc>
                <a:spcPct val="90000"/>
              </a:lnSpc>
              <a:buClr>
                <a:schemeClr val="dk1"/>
              </a:buClr>
              <a:buSzPct val="100000"/>
            </a:pPr>
            <a:r>
              <a:rPr lang="en-US" dirty="0">
                <a:solidFill>
                  <a:schemeClr val="tx1"/>
                </a:solidFill>
              </a:rPr>
              <a:t>insert into test values(300000);</a:t>
            </a:r>
            <a:endParaRPr dirty="0">
              <a:solidFill>
                <a:schemeClr val="tx1"/>
              </a:solidFill>
            </a:endParaRPr>
          </a:p>
          <a:p>
            <a:pPr>
              <a:lnSpc>
                <a:spcPct val="90000"/>
              </a:lnSpc>
              <a:buClr>
                <a:schemeClr val="dk1"/>
              </a:buClr>
              <a:buSzPct val="100000"/>
            </a:pPr>
            <a:r>
              <a:rPr lang="en-US" dirty="0">
                <a:solidFill>
                  <a:schemeClr val="tx1"/>
                </a:solidFill>
              </a:rPr>
              <a:t>insert into test values(300000);</a:t>
            </a:r>
            <a:endParaRPr dirty="0">
              <a:solidFill>
                <a:schemeClr val="tx1"/>
              </a:solidFill>
            </a:endParaRPr>
          </a:p>
          <a:p>
            <a:pPr>
              <a:lnSpc>
                <a:spcPct val="90000"/>
              </a:lnSpc>
              <a:buClr>
                <a:schemeClr val="dk1"/>
              </a:buClr>
              <a:buSzPct val="100000"/>
            </a:pPr>
            <a:r>
              <a:rPr lang="en-US" dirty="0">
                <a:solidFill>
                  <a:schemeClr val="tx1"/>
                </a:solidFill>
              </a:rPr>
              <a:t>insert into test values(400000);</a:t>
            </a:r>
            <a:endParaRPr dirty="0">
              <a:solidFill>
                <a:schemeClr val="tx1"/>
              </a:solidFill>
            </a:endParaRPr>
          </a:p>
          <a:p>
            <a:pPr>
              <a:lnSpc>
                <a:spcPct val="90000"/>
              </a:lnSpc>
              <a:buClr>
                <a:schemeClr val="dk1"/>
              </a:buClr>
              <a:buSzPct val="100000"/>
            </a:pPr>
            <a:r>
              <a:rPr lang="en-US" dirty="0">
                <a:solidFill>
                  <a:schemeClr val="tx1"/>
                </a:solidFill>
              </a:rPr>
              <a:t>insert into test values(500000);</a:t>
            </a:r>
            <a:endParaRPr dirty="0">
              <a:solidFill>
                <a:schemeClr val="tx1"/>
              </a:solidFill>
            </a:endParaRPr>
          </a:p>
          <a:p>
            <a:pPr marL="507365" indent="-342900">
              <a:buClr>
                <a:schemeClr val="dk1"/>
              </a:buClr>
            </a:pPr>
            <a:endParaRPr dirty="0">
              <a:solidFill>
                <a:schemeClr val="tx1"/>
              </a:solidFill>
            </a:endParaRPr>
          </a:p>
          <a:p>
            <a:pPr marL="507365" indent="-342900">
              <a:buClr>
                <a:schemeClr val="dk1"/>
              </a:buClr>
            </a:pPr>
            <a:endParaRPr dirty="0">
              <a:solidFill>
                <a:schemeClr val="tx1"/>
              </a:solidFill>
            </a:endParaRPr>
          </a:p>
        </p:txBody>
      </p:sp>
      <p:sp>
        <p:nvSpPr>
          <p:cNvPr id="597" name="Google Shape;597;p70"/>
          <p:cNvSpPr txBox="1"/>
          <p:nvPr/>
        </p:nvSpPr>
        <p:spPr>
          <a:xfrm>
            <a:off x="5513832" y="1825625"/>
            <a:ext cx="5385816" cy="3889375"/>
          </a:xfrm>
          <a:prstGeom prst="rect">
            <a:avLst/>
          </a:prstGeom>
          <a:noFill/>
          <a:ln>
            <a:noFill/>
          </a:ln>
        </p:spPr>
        <p:txBody>
          <a:bodyPr spcFirstLastPara="1" wrap="square" lIns="91425" tIns="45700" rIns="91425" bIns="45700" anchor="t" anchorCtr="0">
            <a:normAutofit/>
          </a:bodyPr>
          <a:lstStyle/>
          <a:p>
            <a:pPr marL="228600" indent="-228600">
              <a:lnSpc>
                <a:spcPct val="90000"/>
              </a:lnSpc>
              <a:buClr>
                <a:schemeClr val="dk1"/>
              </a:buClr>
              <a:buSzPct val="100000"/>
              <a:buFont typeface="Arial"/>
              <a:buChar char="•"/>
            </a:pPr>
            <a:r>
              <a:rPr lang="en-US" sz="2000" dirty="0">
                <a:ea typeface="Calibri"/>
                <a:cs typeface="Calibri"/>
                <a:sym typeface="Calibri"/>
              </a:rPr>
              <a:t>create or replace view test_view1 as select * from test where salary=300000 with check option;</a:t>
            </a:r>
            <a:endParaRPr sz="1400" dirty="0"/>
          </a:p>
          <a:p>
            <a:pPr marL="228600" indent="-228600">
              <a:lnSpc>
                <a:spcPct val="90000"/>
              </a:lnSpc>
              <a:spcBef>
                <a:spcPts val="1000"/>
              </a:spcBef>
              <a:buClr>
                <a:schemeClr val="dk1"/>
              </a:buClr>
              <a:buSzPct val="100000"/>
              <a:buFont typeface="Arial"/>
              <a:buChar char="•"/>
            </a:pPr>
            <a:r>
              <a:rPr lang="en-US" sz="2000" dirty="0">
                <a:ea typeface="Calibri"/>
                <a:cs typeface="Calibri"/>
                <a:sym typeface="Calibri"/>
              </a:rPr>
              <a:t>update test_view1 set salary=800000 where salary = 300000; --will not be updated and changes will not be reflected to base table.</a:t>
            </a:r>
            <a:endParaRPr sz="1400" dirty="0"/>
          </a:p>
          <a:p>
            <a:pPr marL="228600" indent="-228600">
              <a:lnSpc>
                <a:spcPct val="90000"/>
              </a:lnSpc>
              <a:spcBef>
                <a:spcPts val="1000"/>
              </a:spcBef>
              <a:buClr>
                <a:schemeClr val="dk1"/>
              </a:buClr>
              <a:buSzPct val="100000"/>
              <a:buFont typeface="Arial"/>
              <a:buChar char="•"/>
            </a:pPr>
            <a:r>
              <a:rPr lang="en-US" sz="2000" dirty="0">
                <a:ea typeface="Calibri"/>
                <a:cs typeface="Calibri"/>
                <a:sym typeface="Calibri"/>
              </a:rPr>
              <a:t>insert into test_view1 values(800000); --will not be inserted and changes will not be reflected to base table.</a:t>
            </a:r>
            <a:endParaRPr sz="1400" dirty="0"/>
          </a:p>
          <a:p>
            <a:pPr marL="228600" indent="-228600">
              <a:lnSpc>
                <a:spcPct val="90000"/>
              </a:lnSpc>
              <a:spcBef>
                <a:spcPts val="1000"/>
              </a:spcBef>
              <a:buClr>
                <a:schemeClr val="dk1"/>
              </a:buClr>
              <a:buSzPct val="100000"/>
              <a:buFont typeface="Arial"/>
              <a:buChar char="•"/>
            </a:pPr>
            <a:r>
              <a:rPr lang="en-US" sz="2000" dirty="0">
                <a:ea typeface="Calibri"/>
                <a:cs typeface="Calibri"/>
                <a:sym typeface="Calibri"/>
              </a:rPr>
              <a:t>delete from test_view1 where salary=300000; successfully deleted.</a:t>
            </a:r>
            <a:endParaRPr sz="2000" dirty="0">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71"/>
          <p:cNvSpPr txBox="1">
            <a:spLocks noGrp="1"/>
          </p:cNvSpPr>
          <p:nvPr>
            <p:ph type="title"/>
          </p:nvPr>
        </p:nvSpPr>
        <p:spPr>
          <a:xfrm>
            <a:off x="1097280" y="758952"/>
            <a:ext cx="10058400" cy="978408"/>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In-Line Views </a:t>
            </a:r>
            <a:endParaRPr dirty="0">
              <a:solidFill>
                <a:schemeClr val="tx1"/>
              </a:solidFill>
            </a:endParaRPr>
          </a:p>
        </p:txBody>
      </p:sp>
      <p:sp>
        <p:nvSpPr>
          <p:cNvPr id="603" name="Google Shape;603;p71"/>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The subquery specified in the FROM clause of a query is called an inline view.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An inline view can replace a table in a query, it is also called a derived table. Sometimes, you may hear the term </a:t>
            </a:r>
            <a:r>
              <a:rPr lang="en-US" dirty="0" err="1">
                <a:solidFill>
                  <a:schemeClr val="tx1"/>
                </a:solidFill>
              </a:rPr>
              <a:t>subselect</a:t>
            </a:r>
            <a:r>
              <a:rPr lang="en-US" dirty="0">
                <a:solidFill>
                  <a:schemeClr val="tx1"/>
                </a:solidFill>
              </a:rPr>
              <a:t>, which is the same meaning as the inline view.</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You often use the inline view in Oracle to simplify complex queries by eliminating join operations or condensing separate queries into a single query.</a:t>
            </a:r>
            <a:endParaRPr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72"/>
          <p:cNvSpPr txBox="1">
            <a:spLocks noGrp="1"/>
          </p:cNvSpPr>
          <p:nvPr>
            <p:ph type="title"/>
          </p:nvPr>
        </p:nvSpPr>
        <p:spPr>
          <a:xfrm>
            <a:off x="1097280" y="877824"/>
            <a:ext cx="10058400" cy="85953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In-line view</a:t>
            </a:r>
            <a:endParaRPr dirty="0">
              <a:solidFill>
                <a:schemeClr val="tx1"/>
              </a:solidFill>
            </a:endParaRPr>
          </a:p>
        </p:txBody>
      </p:sp>
      <p:sp>
        <p:nvSpPr>
          <p:cNvPr id="609" name="Google Shape;609;p72"/>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b="1" dirty="0">
                <a:solidFill>
                  <a:schemeClr val="tx1"/>
                </a:solidFill>
              </a:rPr>
              <a:t>Syntax:</a:t>
            </a:r>
            <a:endParaRPr dirty="0">
              <a:solidFill>
                <a:schemeClr val="tx1"/>
              </a:solidFill>
            </a:endParaRPr>
          </a:p>
          <a:p>
            <a:pPr marL="0" indent="0">
              <a:spcBef>
                <a:spcPts val="1000"/>
              </a:spcBef>
              <a:spcAft>
                <a:spcPts val="0"/>
              </a:spcAft>
              <a:buClr>
                <a:schemeClr val="dk1"/>
              </a:buClr>
              <a:buNone/>
            </a:pPr>
            <a:r>
              <a:rPr lang="en-US" dirty="0">
                <a:solidFill>
                  <a:schemeClr val="tx1"/>
                </a:solidFill>
              </a:rPr>
              <a:t>SELECT</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a:t>
            </a:r>
            <a:r>
              <a:rPr lang="en-US" dirty="0" err="1">
                <a:solidFill>
                  <a:schemeClr val="tx1"/>
                </a:solidFill>
              </a:rPr>
              <a:t>column_list</a:t>
            </a:r>
            <a:endParaRPr dirty="0">
              <a:solidFill>
                <a:schemeClr val="tx1"/>
              </a:solidFill>
            </a:endParaRPr>
          </a:p>
          <a:p>
            <a:pPr marL="0" indent="0">
              <a:spcBef>
                <a:spcPts val="1000"/>
              </a:spcBef>
              <a:spcAft>
                <a:spcPts val="0"/>
              </a:spcAft>
              <a:buClr>
                <a:schemeClr val="dk1"/>
              </a:buClr>
              <a:buNone/>
            </a:pPr>
            <a:r>
              <a:rPr lang="en-US" dirty="0">
                <a:solidFill>
                  <a:schemeClr val="tx1"/>
                </a:solidFill>
              </a:rPr>
              <a:t>FROM</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SELECT</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FROM</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a:t>
            </a:r>
            <a:r>
              <a:rPr lang="en-US" dirty="0" err="1">
                <a:solidFill>
                  <a:schemeClr val="tx1"/>
                </a:solidFill>
              </a:rPr>
              <a:t>table_name</a:t>
            </a:r>
            <a:endParaRPr dirty="0">
              <a:solidFill>
                <a:schemeClr val="tx1"/>
              </a:solidFill>
            </a:endParaRPr>
          </a:p>
          <a:p>
            <a:pPr marL="0" indent="0">
              <a:spcBef>
                <a:spcPts val="1000"/>
              </a:spcBef>
              <a:spcAft>
                <a:spcPts val="0"/>
              </a:spcAft>
              <a:buClr>
                <a:schemeClr val="dk1"/>
              </a:buClr>
              <a:buNone/>
            </a:pPr>
            <a:r>
              <a:rPr lang="en-US" dirty="0">
                <a:solidFill>
                  <a:schemeClr val="tx1"/>
                </a:solidFill>
              </a:rPr>
              <a:t>    ) ;</a:t>
            </a:r>
            <a:endParaRPr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73"/>
          <p:cNvSpPr txBox="1">
            <a:spLocks noGrp="1"/>
          </p:cNvSpPr>
          <p:nvPr>
            <p:ph type="title"/>
          </p:nvPr>
        </p:nvSpPr>
        <p:spPr>
          <a:xfrm>
            <a:off x="1097280" y="978408"/>
            <a:ext cx="10058400" cy="758952"/>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Example of Inline Views</a:t>
            </a:r>
            <a:endParaRPr b="1" dirty="0">
              <a:solidFill>
                <a:schemeClr val="tx1"/>
              </a:solidFill>
            </a:endParaRPr>
          </a:p>
        </p:txBody>
      </p:sp>
      <p:pic>
        <p:nvPicPr>
          <p:cNvPr id="616" name="Google Shape;616;p73"/>
          <p:cNvPicPr preferRelativeResize="0">
            <a:picLocks noGrp="1"/>
          </p:cNvPicPr>
          <p:nvPr>
            <p:ph idx="1"/>
          </p:nvPr>
        </p:nvPicPr>
        <p:blipFill rotWithShape="1">
          <a:blip r:embed="rId3">
            <a:alphaModFix/>
          </a:blip>
          <a:srcRect/>
          <a:stretch/>
        </p:blipFill>
        <p:spPr>
          <a:xfrm>
            <a:off x="7040880" y="2289905"/>
            <a:ext cx="1809750" cy="2073672"/>
          </a:xfrm>
          <a:prstGeom prst="rect">
            <a:avLst/>
          </a:prstGeom>
          <a:noFill/>
          <a:ln>
            <a:noFill/>
          </a:ln>
        </p:spPr>
      </p:pic>
      <p:sp>
        <p:nvSpPr>
          <p:cNvPr id="617" name="Google Shape;617;p73"/>
          <p:cNvSpPr txBox="1"/>
          <p:nvPr/>
        </p:nvSpPr>
        <p:spPr>
          <a:xfrm>
            <a:off x="1036320" y="1737360"/>
            <a:ext cx="6229350" cy="4247317"/>
          </a:xfrm>
          <a:prstGeom prst="rect">
            <a:avLst/>
          </a:prstGeom>
          <a:noFill/>
          <a:ln>
            <a:noFill/>
          </a:ln>
        </p:spPr>
        <p:txBody>
          <a:bodyPr spcFirstLastPara="1" wrap="square" lIns="91425" tIns="45700" rIns="91425" bIns="45700" anchor="t" anchorCtr="0">
            <a:spAutoFit/>
          </a:bodyPr>
          <a:lstStyle/>
          <a:p>
            <a:r>
              <a:rPr lang="en-US" b="1" dirty="0">
                <a:ea typeface="Calibri"/>
                <a:cs typeface="Calibri"/>
                <a:sym typeface="Calibri"/>
              </a:rPr>
              <a:t>SELECT</a:t>
            </a:r>
            <a:endParaRPr b="1" dirty="0"/>
          </a:p>
          <a:p>
            <a:r>
              <a:rPr lang="en-US" b="1" dirty="0">
                <a:ea typeface="Calibri"/>
                <a:cs typeface="Calibri"/>
                <a:sym typeface="Calibri"/>
              </a:rPr>
              <a:t>    *</a:t>
            </a:r>
            <a:endParaRPr b="1" dirty="0"/>
          </a:p>
          <a:p>
            <a:r>
              <a:rPr lang="en-US" b="1" dirty="0">
                <a:ea typeface="Calibri"/>
                <a:cs typeface="Calibri"/>
                <a:sym typeface="Calibri"/>
              </a:rPr>
              <a:t>FROM</a:t>
            </a:r>
            <a:endParaRPr b="1" dirty="0"/>
          </a:p>
          <a:p>
            <a:r>
              <a:rPr lang="en-US" b="1" dirty="0">
                <a:ea typeface="Calibri"/>
                <a:cs typeface="Calibri"/>
                <a:sym typeface="Calibri"/>
              </a:rPr>
              <a:t>    (</a:t>
            </a:r>
            <a:endParaRPr b="1" dirty="0"/>
          </a:p>
          <a:p>
            <a:r>
              <a:rPr lang="en-US" b="1" dirty="0">
                <a:ea typeface="Calibri"/>
                <a:cs typeface="Calibri"/>
                <a:sym typeface="Calibri"/>
              </a:rPr>
              <a:t>        SELECT</a:t>
            </a:r>
            <a:endParaRPr b="1" dirty="0"/>
          </a:p>
          <a:p>
            <a:r>
              <a:rPr lang="en-US" b="1" dirty="0">
                <a:ea typeface="Calibri"/>
                <a:cs typeface="Calibri"/>
                <a:sym typeface="Calibri"/>
              </a:rPr>
              <a:t>            </a:t>
            </a:r>
            <a:r>
              <a:rPr lang="en-US" b="1" dirty="0" err="1">
                <a:ea typeface="Calibri"/>
                <a:cs typeface="Calibri"/>
                <a:sym typeface="Calibri"/>
              </a:rPr>
              <a:t>product_id</a:t>
            </a:r>
            <a:r>
              <a:rPr lang="en-US" b="1" dirty="0">
                <a:ea typeface="Calibri"/>
                <a:cs typeface="Calibri"/>
                <a:sym typeface="Calibri"/>
              </a:rPr>
              <a:t>,</a:t>
            </a:r>
            <a:endParaRPr b="1" dirty="0"/>
          </a:p>
          <a:p>
            <a:r>
              <a:rPr lang="en-US" b="1" dirty="0">
                <a:ea typeface="Calibri"/>
                <a:cs typeface="Calibri"/>
                <a:sym typeface="Calibri"/>
              </a:rPr>
              <a:t>            </a:t>
            </a:r>
            <a:r>
              <a:rPr lang="en-US" b="1" dirty="0" err="1">
                <a:ea typeface="Calibri"/>
                <a:cs typeface="Calibri"/>
                <a:sym typeface="Calibri"/>
              </a:rPr>
              <a:t>product_name</a:t>
            </a:r>
            <a:r>
              <a:rPr lang="en-US" b="1" dirty="0">
                <a:ea typeface="Calibri"/>
                <a:cs typeface="Calibri"/>
                <a:sym typeface="Calibri"/>
              </a:rPr>
              <a:t>,</a:t>
            </a:r>
            <a:endParaRPr b="1" dirty="0"/>
          </a:p>
          <a:p>
            <a:r>
              <a:rPr lang="en-US" b="1" dirty="0">
                <a:ea typeface="Calibri"/>
                <a:cs typeface="Calibri"/>
                <a:sym typeface="Calibri"/>
              </a:rPr>
              <a:t>            </a:t>
            </a:r>
            <a:r>
              <a:rPr lang="en-US" b="1" dirty="0" err="1">
                <a:ea typeface="Calibri"/>
                <a:cs typeface="Calibri"/>
                <a:sym typeface="Calibri"/>
              </a:rPr>
              <a:t>list_price</a:t>
            </a:r>
            <a:endParaRPr b="1" dirty="0">
              <a:ea typeface="Calibri"/>
              <a:cs typeface="Calibri"/>
              <a:sym typeface="Calibri"/>
            </a:endParaRPr>
          </a:p>
          <a:p>
            <a:r>
              <a:rPr lang="en-US" b="1" dirty="0">
                <a:ea typeface="Calibri"/>
                <a:cs typeface="Calibri"/>
                <a:sym typeface="Calibri"/>
              </a:rPr>
              <a:t>        FROM</a:t>
            </a:r>
            <a:endParaRPr b="1" dirty="0"/>
          </a:p>
          <a:p>
            <a:r>
              <a:rPr lang="en-US" b="1" dirty="0">
                <a:ea typeface="Calibri"/>
                <a:cs typeface="Calibri"/>
                <a:sym typeface="Calibri"/>
              </a:rPr>
              <a:t>            products</a:t>
            </a:r>
            <a:endParaRPr b="1" dirty="0"/>
          </a:p>
          <a:p>
            <a:r>
              <a:rPr lang="en-US" b="1" dirty="0">
                <a:ea typeface="Calibri"/>
                <a:cs typeface="Calibri"/>
                <a:sym typeface="Calibri"/>
              </a:rPr>
              <a:t>        ORDER BY</a:t>
            </a:r>
            <a:endParaRPr b="1" dirty="0"/>
          </a:p>
          <a:p>
            <a:r>
              <a:rPr lang="en-US" b="1" dirty="0">
                <a:ea typeface="Calibri"/>
                <a:cs typeface="Calibri"/>
                <a:sym typeface="Calibri"/>
              </a:rPr>
              <a:t>            </a:t>
            </a:r>
            <a:r>
              <a:rPr lang="en-US" b="1" dirty="0" err="1">
                <a:ea typeface="Calibri"/>
                <a:cs typeface="Calibri"/>
                <a:sym typeface="Calibri"/>
              </a:rPr>
              <a:t>list_price</a:t>
            </a:r>
            <a:r>
              <a:rPr lang="en-US" b="1" dirty="0">
                <a:ea typeface="Calibri"/>
                <a:cs typeface="Calibri"/>
                <a:sym typeface="Calibri"/>
              </a:rPr>
              <a:t> DESC</a:t>
            </a:r>
            <a:endParaRPr b="1" dirty="0"/>
          </a:p>
          <a:p>
            <a:r>
              <a:rPr lang="en-US" b="1" dirty="0">
                <a:ea typeface="Calibri"/>
                <a:cs typeface="Calibri"/>
                <a:sym typeface="Calibri"/>
              </a:rPr>
              <a:t>    )</a:t>
            </a:r>
            <a:endParaRPr b="1" dirty="0"/>
          </a:p>
          <a:p>
            <a:r>
              <a:rPr lang="en-US" b="1" dirty="0">
                <a:ea typeface="Calibri"/>
                <a:cs typeface="Calibri"/>
                <a:sym typeface="Calibri"/>
              </a:rPr>
              <a:t>WHERE</a:t>
            </a:r>
            <a:endParaRPr b="1" dirty="0"/>
          </a:p>
          <a:p>
            <a:r>
              <a:rPr lang="en-US" b="1" dirty="0">
                <a:ea typeface="Calibri"/>
                <a:cs typeface="Calibri"/>
                <a:sym typeface="Calibri"/>
              </a:rPr>
              <a:t>    ROWNUM &lt;= 10;</a:t>
            </a:r>
            <a:endParaRPr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74"/>
          <p:cNvSpPr txBox="1">
            <a:spLocks noGrp="1"/>
          </p:cNvSpPr>
          <p:nvPr>
            <p:ph type="title"/>
          </p:nvPr>
        </p:nvSpPr>
        <p:spPr>
          <a:xfrm>
            <a:off x="1097280" y="557784"/>
            <a:ext cx="10058400" cy="1179576"/>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Views as Authorization  Mechanisms</a:t>
            </a:r>
            <a:endParaRPr b="1" dirty="0">
              <a:solidFill>
                <a:schemeClr val="tx1"/>
              </a:solidFill>
            </a:endParaRPr>
          </a:p>
        </p:txBody>
      </p:sp>
      <p:sp>
        <p:nvSpPr>
          <p:cNvPr id="624" name="Google Shape;624;p74"/>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Views can be used to hide certain attributes or tuples from unauthorized users. </a:t>
            </a:r>
            <a:endParaRPr dirty="0">
              <a:solidFill>
                <a:schemeClr val="tx1"/>
              </a:solidFill>
            </a:endParaRPr>
          </a:p>
          <a:p>
            <a:pPr marL="228600" indent="-228600">
              <a:spcBef>
                <a:spcPts val="1000"/>
              </a:spcBef>
              <a:spcAft>
                <a:spcPts val="0"/>
              </a:spcAft>
              <a:buClr>
                <a:schemeClr val="dk1"/>
              </a:buClr>
              <a:buSzPts val="2800"/>
              <a:buChar char="•"/>
            </a:pPr>
            <a:r>
              <a:rPr lang="en-US" dirty="0">
                <a:solidFill>
                  <a:schemeClr val="tx1"/>
                </a:solidFill>
              </a:rPr>
              <a:t>User is only allowed to see employee information for employees who work for department 5;</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CREATE VIEW DEPT5EMP AS SELECT * FROM EMPLOYEE WHERE </a:t>
            </a:r>
            <a:r>
              <a:rPr lang="en-US" dirty="0" err="1">
                <a:solidFill>
                  <a:schemeClr val="tx1"/>
                </a:solidFill>
              </a:rPr>
              <a:t>Dno</a:t>
            </a:r>
            <a:r>
              <a:rPr lang="en-US" dirty="0">
                <a:solidFill>
                  <a:schemeClr val="tx1"/>
                </a:solidFill>
              </a:rPr>
              <a:t> = 5;</a:t>
            </a:r>
            <a:endParaRPr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75"/>
          <p:cNvSpPr txBox="1">
            <a:spLocks noGrp="1"/>
          </p:cNvSpPr>
          <p:nvPr>
            <p:ph type="title"/>
          </p:nvPr>
        </p:nvSpPr>
        <p:spPr>
          <a:xfrm>
            <a:off x="1097280" y="594360"/>
            <a:ext cx="10058400" cy="114300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Views as Authorization  Mechanisms</a:t>
            </a:r>
            <a:endParaRPr b="1" dirty="0">
              <a:solidFill>
                <a:schemeClr val="tx1"/>
              </a:solidFill>
            </a:endParaRPr>
          </a:p>
        </p:txBody>
      </p:sp>
      <p:sp>
        <p:nvSpPr>
          <p:cNvPr id="630" name="Google Shape;630;p7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chemeClr val="dk1"/>
              </a:buClr>
              <a:buSzPts val="2800"/>
              <a:buChar char="•"/>
            </a:pPr>
            <a:r>
              <a:rPr lang="en-US" dirty="0">
                <a:solidFill>
                  <a:schemeClr val="tx1"/>
                </a:solidFill>
              </a:rPr>
              <a:t>A view can restrict a user to only see certain columns; </a:t>
            </a:r>
            <a:endParaRPr dirty="0">
              <a:solidFill>
                <a:schemeClr val="tx1"/>
              </a:solidFill>
            </a:endParaRPr>
          </a:p>
          <a:p>
            <a:pPr marL="685800" lvl="1" indent="-228600">
              <a:spcBef>
                <a:spcPts val="500"/>
              </a:spcBef>
              <a:spcAft>
                <a:spcPts val="0"/>
              </a:spcAft>
              <a:buClr>
                <a:schemeClr val="dk1"/>
              </a:buClr>
              <a:buSzPts val="2400"/>
              <a:buChar char="•"/>
            </a:pPr>
            <a:r>
              <a:rPr lang="en-US" dirty="0">
                <a:solidFill>
                  <a:schemeClr val="tx1"/>
                </a:solidFill>
              </a:rPr>
              <a:t>for example, only the first name, last name, and address of an employee may be visible as follows:</a:t>
            </a:r>
            <a:endParaRPr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CREATE VIEW BASIC_EMP_DATA AS SELECT </a:t>
            </a:r>
            <a:r>
              <a:rPr lang="en-US" dirty="0" err="1">
                <a:solidFill>
                  <a:schemeClr val="tx1"/>
                </a:solidFill>
              </a:rPr>
              <a:t>Fname</a:t>
            </a:r>
            <a:r>
              <a:rPr lang="en-US" dirty="0">
                <a:solidFill>
                  <a:schemeClr val="tx1"/>
                </a:solidFill>
              </a:rPr>
              <a:t>, </a:t>
            </a:r>
            <a:r>
              <a:rPr lang="en-US" dirty="0" err="1">
                <a:solidFill>
                  <a:schemeClr val="tx1"/>
                </a:solidFill>
              </a:rPr>
              <a:t>Lname</a:t>
            </a:r>
            <a:r>
              <a:rPr lang="en-US" dirty="0">
                <a:solidFill>
                  <a:schemeClr val="tx1"/>
                </a:solidFill>
              </a:rPr>
              <a:t>, Address FROM EMPLOYEE;</a:t>
            </a:r>
            <a:endParaRPr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76"/>
          <p:cNvSpPr txBox="1">
            <a:spLocks noGrp="1"/>
          </p:cNvSpPr>
          <p:nvPr>
            <p:ph type="title"/>
          </p:nvPr>
        </p:nvSpPr>
        <p:spPr>
          <a:xfrm>
            <a:off x="1097280" y="868680"/>
            <a:ext cx="10058400" cy="86868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Schema Change Statements in SQL</a:t>
            </a:r>
            <a:endParaRPr b="1" dirty="0">
              <a:solidFill>
                <a:schemeClr val="tx1"/>
              </a:solidFill>
            </a:endParaRPr>
          </a:p>
        </p:txBody>
      </p:sp>
      <p:sp>
        <p:nvSpPr>
          <p:cNvPr id="637" name="Google Shape;637;p76"/>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buSzPts val="2800"/>
            </a:pPr>
            <a:r>
              <a:rPr lang="en-US" b="1" dirty="0">
                <a:solidFill>
                  <a:schemeClr val="tx1"/>
                </a:solidFill>
              </a:rPr>
              <a:t>DROP TABLE </a:t>
            </a:r>
            <a:r>
              <a:rPr lang="en-US" b="1" dirty="0" err="1">
                <a:solidFill>
                  <a:schemeClr val="tx1"/>
                </a:solidFill>
              </a:rPr>
              <a:t>table_name</a:t>
            </a:r>
            <a:r>
              <a:rPr lang="en-US" b="1" dirty="0">
                <a:solidFill>
                  <a:schemeClr val="tx1"/>
                </a:solidFill>
              </a:rPr>
              <a:t>;</a:t>
            </a:r>
            <a:endParaRPr dirty="0">
              <a:solidFill>
                <a:schemeClr val="tx1"/>
              </a:solidFill>
            </a:endParaRPr>
          </a:p>
          <a:p>
            <a:pPr>
              <a:lnSpc>
                <a:spcPct val="90000"/>
              </a:lnSpc>
              <a:buClr>
                <a:srgbClr val="000000"/>
              </a:buClr>
              <a:buSzPts val="2400"/>
            </a:pPr>
            <a:r>
              <a:rPr lang="en-US" sz="2400" b="1" dirty="0">
                <a:solidFill>
                  <a:schemeClr val="tx1"/>
                </a:solidFill>
              </a:rPr>
              <a:t>SQL TRUNCATE TABLE: </a:t>
            </a:r>
            <a:r>
              <a:rPr lang="en-US" sz="2400" dirty="0">
                <a:solidFill>
                  <a:schemeClr val="tx1"/>
                </a:solidFill>
              </a:rPr>
              <a:t>used to delete the data inside a table, but not the table itself.</a:t>
            </a:r>
            <a:endParaRPr sz="2400" b="1" dirty="0">
              <a:solidFill>
                <a:schemeClr val="tx1"/>
              </a:solidFill>
            </a:endParaRPr>
          </a:p>
          <a:p>
            <a:pPr marL="742950" lvl="1" indent="-285750">
              <a:spcBef>
                <a:spcPts val="500"/>
              </a:spcBef>
              <a:buClr>
                <a:srgbClr val="000000"/>
              </a:buClr>
              <a:buSzPts val="2400"/>
            </a:pPr>
            <a:r>
              <a:rPr lang="en-US" i="0" dirty="0">
                <a:solidFill>
                  <a:schemeClr val="tx1"/>
                </a:solidFill>
              </a:rPr>
              <a:t>TRUNCATE TABLE </a:t>
            </a:r>
            <a:r>
              <a:rPr lang="en-US" i="0" dirty="0" err="1">
                <a:solidFill>
                  <a:schemeClr val="tx1"/>
                </a:solidFill>
              </a:rPr>
              <a:t>table_name</a:t>
            </a:r>
            <a:r>
              <a:rPr lang="en-US" i="0" dirty="0">
                <a:solidFill>
                  <a:schemeClr val="tx1"/>
                </a:solidFill>
              </a:rPr>
              <a:t>;</a:t>
            </a:r>
            <a:endParaRPr dirty="0">
              <a:solidFill>
                <a:schemeClr val="tx1"/>
              </a:solidFill>
            </a:endParaRPr>
          </a:p>
          <a:p>
            <a:pPr marL="895350" lvl="1" indent="-285750">
              <a:spcBef>
                <a:spcPts val="500"/>
              </a:spcBef>
              <a:buClr>
                <a:schemeClr val="dk1"/>
              </a:buClr>
              <a:buSzPts val="2400"/>
            </a:pPr>
            <a:endParaRPr i="0" dirty="0">
              <a:solidFill>
                <a:schemeClr val="tx1"/>
              </a:solidFill>
            </a:endParaRPr>
          </a:p>
          <a:p>
            <a:pPr marL="895350" lvl="1" indent="-285750">
              <a:spcBef>
                <a:spcPts val="500"/>
              </a:spcBef>
              <a:buClr>
                <a:schemeClr val="dk1"/>
              </a:buClr>
              <a:buSzPts val="2400"/>
            </a:pPr>
            <a:endParaRPr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77"/>
          <p:cNvSpPr txBox="1">
            <a:spLocks noGrp="1"/>
          </p:cNvSpPr>
          <p:nvPr>
            <p:ph type="title"/>
          </p:nvPr>
        </p:nvSpPr>
        <p:spPr>
          <a:xfrm>
            <a:off x="1036320" y="653886"/>
            <a:ext cx="7606345" cy="1400530"/>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rgbClr val="000000"/>
              </a:buClr>
              <a:buSzPts val="4400"/>
            </a:pPr>
            <a:r>
              <a:rPr lang="en-US" b="1" i="0" dirty="0">
                <a:solidFill>
                  <a:schemeClr val="tx1"/>
                </a:solidFill>
                <a:ea typeface="Quattrocento Sans"/>
                <a:cs typeface="Quattrocento Sans"/>
                <a:sym typeface="Quattrocento Sans"/>
              </a:rPr>
              <a:t>SQL ALTER TABLE Statement</a:t>
            </a:r>
            <a:endParaRPr b="1" dirty="0">
              <a:solidFill>
                <a:schemeClr val="tx1"/>
              </a:solidFill>
            </a:endParaRPr>
          </a:p>
        </p:txBody>
      </p:sp>
      <p:sp>
        <p:nvSpPr>
          <p:cNvPr id="643" name="Google Shape;643;p77"/>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SzPts val="3200"/>
              <a:buNone/>
            </a:pPr>
            <a:r>
              <a:rPr lang="en-US" sz="2800" b="1" dirty="0">
                <a:solidFill>
                  <a:schemeClr val="tx1"/>
                </a:solidFill>
              </a:rPr>
              <a:t>ADD COLUMNS</a:t>
            </a:r>
            <a:endParaRPr sz="1800" dirty="0">
              <a:solidFill>
                <a:schemeClr val="tx1"/>
              </a:solidFill>
            </a:endParaRPr>
          </a:p>
          <a:p>
            <a:pPr marL="0" indent="0">
              <a:spcBef>
                <a:spcPts val="1000"/>
              </a:spcBef>
              <a:spcAft>
                <a:spcPts val="0"/>
              </a:spcAft>
              <a:buClr>
                <a:schemeClr val="dk1"/>
              </a:buClr>
              <a:buSzPts val="2400"/>
              <a:buNone/>
            </a:pPr>
            <a:r>
              <a:rPr lang="en-US" dirty="0">
                <a:solidFill>
                  <a:schemeClr val="tx1"/>
                </a:solidFill>
              </a:rPr>
              <a:t>ALTER TABLE </a:t>
            </a:r>
            <a:r>
              <a:rPr lang="en-US" dirty="0" err="1">
                <a:solidFill>
                  <a:schemeClr val="tx1"/>
                </a:solidFill>
              </a:rPr>
              <a:t>table_name</a:t>
            </a:r>
            <a:endParaRPr dirty="0">
              <a:solidFill>
                <a:schemeClr val="tx1"/>
              </a:solidFill>
            </a:endParaRPr>
          </a:p>
          <a:p>
            <a:pPr marL="0" indent="0">
              <a:spcBef>
                <a:spcPts val="1000"/>
              </a:spcBef>
              <a:spcAft>
                <a:spcPts val="0"/>
              </a:spcAft>
              <a:buClr>
                <a:schemeClr val="dk1"/>
              </a:buClr>
              <a:buSzPts val="2400"/>
              <a:buNone/>
            </a:pPr>
            <a:r>
              <a:rPr lang="en-US" dirty="0">
                <a:solidFill>
                  <a:schemeClr val="tx1"/>
                </a:solidFill>
              </a:rPr>
              <a:t>ADD </a:t>
            </a:r>
            <a:r>
              <a:rPr lang="en-US" dirty="0" err="1">
                <a:solidFill>
                  <a:schemeClr val="tx1"/>
                </a:solidFill>
              </a:rPr>
              <a:t>column_name</a:t>
            </a:r>
            <a:r>
              <a:rPr lang="en-US" dirty="0">
                <a:solidFill>
                  <a:schemeClr val="tx1"/>
                </a:solidFill>
              </a:rPr>
              <a:t> datatype;</a:t>
            </a:r>
            <a:endParaRPr sz="1800" dirty="0">
              <a:solidFill>
                <a:schemeClr val="tx1"/>
              </a:solidFill>
            </a:endParaRPr>
          </a:p>
          <a:p>
            <a:pPr marL="0" indent="0">
              <a:spcBef>
                <a:spcPts val="1000"/>
              </a:spcBef>
              <a:spcAft>
                <a:spcPts val="0"/>
              </a:spcAft>
              <a:buClr>
                <a:schemeClr val="dk1"/>
              </a:buClr>
              <a:buSzPts val="2800"/>
              <a:buNone/>
            </a:pPr>
            <a:r>
              <a:rPr lang="en-US" sz="1800" b="1" dirty="0">
                <a:solidFill>
                  <a:schemeClr val="tx1"/>
                </a:solidFill>
              </a:rPr>
              <a:t>Column Modification</a:t>
            </a:r>
            <a:endParaRPr sz="1800" dirty="0">
              <a:solidFill>
                <a:schemeClr val="tx1"/>
              </a:solidFill>
            </a:endParaRPr>
          </a:p>
          <a:p>
            <a:pPr marL="0" indent="0">
              <a:spcBef>
                <a:spcPts val="1000"/>
              </a:spcBef>
              <a:spcAft>
                <a:spcPts val="0"/>
              </a:spcAft>
              <a:buClr>
                <a:schemeClr val="dk1"/>
              </a:buClr>
              <a:buSzPts val="2400"/>
              <a:buNone/>
            </a:pPr>
            <a:r>
              <a:rPr lang="en-US" dirty="0">
                <a:solidFill>
                  <a:schemeClr val="tx1"/>
                </a:solidFill>
              </a:rPr>
              <a:t>ALTER TABLE </a:t>
            </a:r>
            <a:r>
              <a:rPr lang="en-US" dirty="0" err="1">
                <a:solidFill>
                  <a:schemeClr val="tx1"/>
                </a:solidFill>
              </a:rPr>
              <a:t>table_name</a:t>
            </a:r>
            <a:endParaRPr dirty="0">
              <a:solidFill>
                <a:schemeClr val="tx1"/>
              </a:solidFill>
            </a:endParaRPr>
          </a:p>
          <a:p>
            <a:pPr marL="0" indent="0">
              <a:spcBef>
                <a:spcPts val="1000"/>
              </a:spcBef>
              <a:spcAft>
                <a:spcPts val="0"/>
              </a:spcAft>
              <a:buClr>
                <a:schemeClr val="dk1"/>
              </a:buClr>
              <a:buSzPts val="2400"/>
              <a:buNone/>
            </a:pPr>
            <a:r>
              <a:rPr lang="en-US" dirty="0">
                <a:solidFill>
                  <a:schemeClr val="tx1"/>
                </a:solidFill>
              </a:rPr>
              <a:t>MODIFY </a:t>
            </a:r>
            <a:r>
              <a:rPr lang="en-US" dirty="0" err="1">
                <a:solidFill>
                  <a:schemeClr val="tx1"/>
                </a:solidFill>
              </a:rPr>
              <a:t>column_name</a:t>
            </a:r>
            <a:r>
              <a:rPr lang="en-US" dirty="0">
                <a:solidFill>
                  <a:schemeClr val="tx1"/>
                </a:solidFill>
              </a:rPr>
              <a:t> datatype;</a:t>
            </a:r>
            <a:endParaRPr sz="1800"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8"/>
          <p:cNvSpPr txBox="1">
            <a:spLocks noGrp="1"/>
          </p:cNvSpPr>
          <p:nvPr>
            <p:ph type="title"/>
          </p:nvPr>
        </p:nvSpPr>
        <p:spPr>
          <a:xfrm>
            <a:off x="1097280" y="704088"/>
            <a:ext cx="10058400" cy="1033272"/>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chemeClr val="dk1"/>
              </a:buClr>
              <a:buSzPts val="4400"/>
            </a:pPr>
            <a:r>
              <a:rPr lang="en-US" b="1" dirty="0">
                <a:solidFill>
                  <a:schemeClr val="tx1"/>
                </a:solidFill>
              </a:rPr>
              <a:t>DROP COLUMNS AND CONSTRAINTS</a:t>
            </a:r>
            <a:endParaRPr b="1" dirty="0">
              <a:solidFill>
                <a:schemeClr val="tx1"/>
              </a:solidFill>
            </a:endParaRPr>
          </a:p>
        </p:txBody>
      </p:sp>
      <p:sp>
        <p:nvSpPr>
          <p:cNvPr id="650" name="Google Shape;650;p7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rgbClr val="000000"/>
              </a:buClr>
              <a:buSzPts val="2800"/>
              <a:buChar char="•"/>
            </a:pPr>
            <a:r>
              <a:rPr lang="en-US" b="1" dirty="0">
                <a:solidFill>
                  <a:schemeClr val="tx1"/>
                </a:solidFill>
              </a:rPr>
              <a:t>Drop Column</a:t>
            </a:r>
            <a:endParaRPr b="1" i="0"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ALTER TABLE </a:t>
            </a:r>
            <a:r>
              <a:rPr lang="en-US" dirty="0" err="1">
                <a:solidFill>
                  <a:schemeClr val="tx1"/>
                </a:solidFill>
              </a:rPr>
              <a:t>table_name</a:t>
            </a:r>
            <a:endParaRPr dirty="0">
              <a:solidFill>
                <a:schemeClr val="tx1"/>
              </a:solidFill>
            </a:endParaRPr>
          </a:p>
          <a:p>
            <a:pPr marL="457200" lvl="1" indent="0">
              <a:spcBef>
                <a:spcPts val="500"/>
              </a:spcBef>
              <a:spcAft>
                <a:spcPts val="0"/>
              </a:spcAft>
              <a:buClr>
                <a:schemeClr val="dk1"/>
              </a:buClr>
              <a:buSzPts val="2400"/>
              <a:buNone/>
            </a:pPr>
            <a:r>
              <a:rPr lang="en-US" dirty="0">
                <a:solidFill>
                  <a:schemeClr val="tx1"/>
                </a:solidFill>
              </a:rPr>
              <a:t>DROP COLUMN </a:t>
            </a:r>
            <a:r>
              <a:rPr lang="en-US" dirty="0" err="1">
                <a:solidFill>
                  <a:schemeClr val="tx1"/>
                </a:solidFill>
              </a:rPr>
              <a:t>column_name</a:t>
            </a:r>
            <a:r>
              <a:rPr lang="en-US" dirty="0">
                <a:solidFill>
                  <a:schemeClr val="tx1"/>
                </a:solidFill>
              </a:rPr>
              <a:t>;</a:t>
            </a:r>
            <a:endParaRPr b="1" dirty="0">
              <a:solidFill>
                <a:schemeClr val="tx1"/>
              </a:solidFill>
            </a:endParaRPr>
          </a:p>
          <a:p>
            <a:pPr marL="228600" indent="-228600">
              <a:spcBef>
                <a:spcPts val="1000"/>
              </a:spcBef>
              <a:spcAft>
                <a:spcPts val="0"/>
              </a:spcAft>
              <a:buClr>
                <a:srgbClr val="000000"/>
              </a:buClr>
              <a:buSzPts val="2800"/>
              <a:buChar char="•"/>
            </a:pPr>
            <a:r>
              <a:rPr lang="en-US" b="1" dirty="0">
                <a:solidFill>
                  <a:schemeClr val="tx1"/>
                </a:solidFill>
              </a:rPr>
              <a:t>Drop constraints</a:t>
            </a:r>
            <a:endParaRPr dirty="0">
              <a:solidFill>
                <a:schemeClr val="tx1"/>
              </a:solidFill>
            </a:endParaRPr>
          </a:p>
          <a:p>
            <a:pPr marL="685800" lvl="1" indent="-228600">
              <a:spcBef>
                <a:spcPts val="500"/>
              </a:spcBef>
              <a:spcAft>
                <a:spcPts val="0"/>
              </a:spcAft>
              <a:buClr>
                <a:srgbClr val="000000"/>
              </a:buClr>
              <a:buSzPts val="2400"/>
              <a:buChar char="•"/>
            </a:pPr>
            <a:r>
              <a:rPr lang="en-US" i="0" dirty="0">
                <a:solidFill>
                  <a:schemeClr val="tx1"/>
                </a:solidFill>
              </a:rPr>
              <a:t>ALTER TABLE </a:t>
            </a:r>
            <a:r>
              <a:rPr lang="en-US" i="0" dirty="0" err="1">
                <a:solidFill>
                  <a:schemeClr val="tx1"/>
                </a:solidFill>
              </a:rPr>
              <a:t>table_name</a:t>
            </a:r>
            <a:r>
              <a:rPr lang="en-US" i="0" dirty="0">
                <a:solidFill>
                  <a:schemeClr val="tx1"/>
                </a:solidFill>
              </a:rPr>
              <a:t> </a:t>
            </a:r>
            <a:endParaRPr dirty="0">
              <a:solidFill>
                <a:schemeClr val="tx1"/>
              </a:solidFill>
            </a:endParaRPr>
          </a:p>
          <a:p>
            <a:pPr marL="685800" lvl="1" indent="-228600">
              <a:spcBef>
                <a:spcPts val="500"/>
              </a:spcBef>
              <a:spcAft>
                <a:spcPts val="0"/>
              </a:spcAft>
              <a:buClr>
                <a:srgbClr val="000000"/>
              </a:buClr>
              <a:buSzPts val="2400"/>
              <a:buChar char="•"/>
            </a:pPr>
            <a:r>
              <a:rPr lang="en-US" i="0" dirty="0">
                <a:solidFill>
                  <a:schemeClr val="tx1"/>
                </a:solidFill>
              </a:rPr>
              <a:t>DROP CONSTRAINT </a:t>
            </a:r>
            <a:r>
              <a:rPr lang="en-US" i="0" dirty="0" err="1">
                <a:solidFill>
                  <a:schemeClr val="tx1"/>
                </a:solidFill>
              </a:rPr>
              <a:t>Constraint</a:t>
            </a:r>
            <a:r>
              <a:rPr lang="en-US" dirty="0" err="1">
                <a:solidFill>
                  <a:schemeClr val="tx1"/>
                </a:solidFill>
              </a:rPr>
              <a:t>_name</a:t>
            </a:r>
            <a:r>
              <a:rPr lang="en-US" dirty="0">
                <a:solidFill>
                  <a:schemeClr val="tx1"/>
                </a:solidFill>
              </a:rPr>
              <a:t>;</a:t>
            </a:r>
            <a:endParaRPr i="0" dirty="0">
              <a:solidFill>
                <a:schemeClr val="tx1"/>
              </a:solidFill>
            </a:endParaRPr>
          </a:p>
          <a:p>
            <a:pPr marL="228600" indent="-50800">
              <a:spcBef>
                <a:spcPts val="1000"/>
              </a:spcBef>
              <a:spcAft>
                <a:spcPts val="0"/>
              </a:spcAft>
              <a:buClr>
                <a:schemeClr val="dk1"/>
              </a:buClr>
              <a:buSzPts val="2800"/>
              <a:buNone/>
            </a:pPr>
            <a:endParaRPr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9"/>
          <p:cNvSpPr txBox="1">
            <a:spLocks noGrp="1"/>
          </p:cNvSpPr>
          <p:nvPr>
            <p:ph type="title"/>
          </p:nvPr>
        </p:nvSpPr>
        <p:spPr>
          <a:xfrm>
            <a:off x="1066800" y="913046"/>
            <a:ext cx="10058400" cy="932688"/>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rgbClr val="000000"/>
              </a:buClr>
              <a:buSzPts val="4400"/>
            </a:pPr>
            <a:r>
              <a:rPr lang="en-US" b="1" dirty="0">
                <a:solidFill>
                  <a:schemeClr val="tx1"/>
                </a:solidFill>
              </a:rPr>
              <a:t>Add constraints</a:t>
            </a:r>
            <a:endParaRPr b="1" dirty="0">
              <a:solidFill>
                <a:schemeClr val="tx1"/>
              </a:solidFill>
            </a:endParaRPr>
          </a:p>
        </p:txBody>
      </p:sp>
      <p:sp>
        <p:nvSpPr>
          <p:cNvPr id="657" name="Google Shape;657;p7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rgbClr val="000000"/>
              </a:buClr>
              <a:buSzPts val="2800"/>
              <a:buChar char="•"/>
            </a:pPr>
            <a:r>
              <a:rPr lang="en-US" b="1" dirty="0">
                <a:solidFill>
                  <a:schemeClr val="tx1"/>
                </a:solidFill>
              </a:rPr>
              <a:t>Unique Constraint</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ALTER TABLE </a:t>
            </a:r>
            <a:r>
              <a:rPr lang="en-US" dirty="0" err="1">
                <a:solidFill>
                  <a:schemeClr val="tx1"/>
                </a:solidFill>
              </a:rPr>
              <a:t>table_name</a:t>
            </a:r>
            <a:r>
              <a:rPr lang="en-US" dirty="0">
                <a:solidFill>
                  <a:schemeClr val="tx1"/>
                </a:solidFill>
              </a:rPr>
              <a:t> </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ADD CONSTRAINT </a:t>
            </a:r>
            <a:r>
              <a:rPr lang="en-US" dirty="0" err="1">
                <a:solidFill>
                  <a:schemeClr val="tx1"/>
                </a:solidFill>
              </a:rPr>
              <a:t>constraint_name</a:t>
            </a:r>
            <a:r>
              <a:rPr lang="en-US" dirty="0">
                <a:solidFill>
                  <a:schemeClr val="tx1"/>
                </a:solidFill>
              </a:rPr>
              <a:t> UNIQUE(column1, column2...);</a:t>
            </a:r>
            <a:endParaRPr b="1" dirty="0">
              <a:solidFill>
                <a:schemeClr val="tx1"/>
              </a:solidFill>
            </a:endParaRPr>
          </a:p>
          <a:p>
            <a:pPr marL="228600" indent="-228600">
              <a:spcBef>
                <a:spcPts val="1000"/>
              </a:spcBef>
              <a:spcAft>
                <a:spcPts val="0"/>
              </a:spcAft>
              <a:buClr>
                <a:srgbClr val="000000"/>
              </a:buClr>
              <a:buSzPts val="2800"/>
              <a:buChar char="•"/>
            </a:pPr>
            <a:r>
              <a:rPr lang="en-US" b="1" dirty="0">
                <a:solidFill>
                  <a:schemeClr val="tx1"/>
                </a:solidFill>
              </a:rPr>
              <a:t>Check Constraint</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ALTER TABLE </a:t>
            </a:r>
            <a:r>
              <a:rPr lang="en-US" dirty="0" err="1">
                <a:solidFill>
                  <a:schemeClr val="tx1"/>
                </a:solidFill>
              </a:rPr>
              <a:t>table_name</a:t>
            </a:r>
            <a:r>
              <a:rPr lang="en-US" dirty="0">
                <a:solidFill>
                  <a:schemeClr val="tx1"/>
                </a:solidFill>
              </a:rPr>
              <a:t> </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ADD CONSTRAINT </a:t>
            </a:r>
            <a:r>
              <a:rPr lang="en-US" dirty="0" err="1">
                <a:solidFill>
                  <a:schemeClr val="tx1"/>
                </a:solidFill>
              </a:rPr>
              <a:t>constraint_name</a:t>
            </a:r>
            <a:r>
              <a:rPr lang="en-US" dirty="0">
                <a:solidFill>
                  <a:schemeClr val="tx1"/>
                </a:solidFill>
              </a:rPr>
              <a:t> CHECK (CONDITION);</a:t>
            </a:r>
            <a:endParaRPr dirty="0">
              <a:solidFill>
                <a:schemeClr val="tx1"/>
              </a:solidFill>
            </a:endParaRPr>
          </a:p>
          <a:p>
            <a:pPr marL="228600" indent="-228600">
              <a:spcBef>
                <a:spcPts val="1000"/>
              </a:spcBef>
              <a:spcAft>
                <a:spcPts val="0"/>
              </a:spcAft>
              <a:buClr>
                <a:srgbClr val="000000"/>
              </a:buClr>
              <a:buSzPts val="2800"/>
              <a:buChar char="•"/>
            </a:pPr>
            <a:r>
              <a:rPr lang="en-US" b="1" dirty="0">
                <a:solidFill>
                  <a:schemeClr val="tx1"/>
                </a:solidFill>
              </a:rPr>
              <a:t>Primary Key</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ALTER TABLE </a:t>
            </a:r>
            <a:r>
              <a:rPr lang="en-US" dirty="0" err="1">
                <a:solidFill>
                  <a:schemeClr val="tx1"/>
                </a:solidFill>
              </a:rPr>
              <a:t>table_name</a:t>
            </a:r>
            <a:r>
              <a:rPr lang="en-US" dirty="0">
                <a:solidFill>
                  <a:schemeClr val="tx1"/>
                </a:solidFill>
              </a:rPr>
              <a:t> </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ADD CONSTRAINT </a:t>
            </a:r>
            <a:r>
              <a:rPr lang="en-US" dirty="0" err="1">
                <a:solidFill>
                  <a:schemeClr val="tx1"/>
                </a:solidFill>
              </a:rPr>
              <a:t>constraint_name</a:t>
            </a:r>
            <a:r>
              <a:rPr lang="en-US" dirty="0">
                <a:solidFill>
                  <a:schemeClr val="tx1"/>
                </a:solidFill>
              </a:rPr>
              <a:t> Primary Key (COL1,COL2,…);</a:t>
            </a:r>
            <a:endParaRPr b="1" dirty="0">
              <a:solidFill>
                <a:schemeClr val="tx1"/>
              </a:solidFill>
              <a:ea typeface="Quattrocento Sans"/>
              <a:cs typeface="Quattrocento Sans"/>
              <a:sym typeface="Quattrocento Sans"/>
            </a:endParaRPr>
          </a:p>
          <a:p>
            <a:pPr marL="228600" indent="-50800">
              <a:spcBef>
                <a:spcPts val="1000"/>
              </a:spcBef>
              <a:spcAft>
                <a:spcPts val="0"/>
              </a:spcAft>
              <a:buClr>
                <a:schemeClr val="dk1"/>
              </a:buClr>
              <a:buSzPts val="2800"/>
              <a:buNone/>
            </a:pPr>
            <a:endParaRPr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80"/>
          <p:cNvSpPr txBox="1">
            <a:spLocks noGrp="1"/>
          </p:cNvSpPr>
          <p:nvPr>
            <p:ph type="title"/>
          </p:nvPr>
        </p:nvSpPr>
        <p:spPr>
          <a:xfrm>
            <a:off x="1097280" y="750210"/>
            <a:ext cx="7886700" cy="1325563"/>
          </a:xfrm>
          <a:prstGeom prst="rect">
            <a:avLst/>
          </a:prstGeom>
          <a:noFill/>
          <a:ln>
            <a:noFill/>
          </a:ln>
        </p:spPr>
        <p:txBody>
          <a:bodyPr spcFirstLastPara="1" vert="horz" wrap="square" lIns="91425" tIns="45700" rIns="91425" bIns="45700" rtlCol="0" anchor="ctr" anchorCtr="0">
            <a:normAutofit/>
          </a:bodyPr>
          <a:lstStyle/>
          <a:p>
            <a:pPr>
              <a:lnSpc>
                <a:spcPct val="90000"/>
              </a:lnSpc>
              <a:spcBef>
                <a:spcPts val="0"/>
              </a:spcBef>
              <a:buClr>
                <a:srgbClr val="000000"/>
              </a:buClr>
              <a:buSzPts val="4400"/>
            </a:pPr>
            <a:r>
              <a:rPr lang="en-US" b="1" dirty="0">
                <a:solidFill>
                  <a:srgbClr val="000000"/>
                </a:solidFill>
              </a:rPr>
              <a:t>Add constraints</a:t>
            </a:r>
            <a:endParaRPr b="1" dirty="0"/>
          </a:p>
        </p:txBody>
      </p:sp>
      <p:sp>
        <p:nvSpPr>
          <p:cNvPr id="664" name="Google Shape;664;p80"/>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228600" indent="-228600">
              <a:spcBef>
                <a:spcPts val="0"/>
              </a:spcBef>
              <a:spcAft>
                <a:spcPts val="0"/>
              </a:spcAft>
              <a:buClr>
                <a:srgbClr val="000000"/>
              </a:buClr>
              <a:buSzPts val="2800"/>
              <a:buChar char="•"/>
            </a:pPr>
            <a:r>
              <a:rPr lang="en-US" b="1" dirty="0">
                <a:solidFill>
                  <a:schemeClr val="tx1"/>
                </a:solidFill>
              </a:rPr>
              <a:t>FOREIGN  KEY </a:t>
            </a:r>
            <a:r>
              <a:rPr lang="en-US" b="1" dirty="0" err="1">
                <a:solidFill>
                  <a:schemeClr val="tx1"/>
                </a:solidFill>
              </a:rPr>
              <a:t>Key</a:t>
            </a:r>
            <a:endParaRPr b="1"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ALTER TABLE </a:t>
            </a:r>
            <a:r>
              <a:rPr lang="en-US" dirty="0" err="1">
                <a:solidFill>
                  <a:schemeClr val="tx1"/>
                </a:solidFill>
              </a:rPr>
              <a:t>table_name</a:t>
            </a:r>
            <a:r>
              <a:rPr lang="en-US" dirty="0">
                <a:solidFill>
                  <a:schemeClr val="tx1"/>
                </a:solidFill>
              </a:rPr>
              <a:t> </a:t>
            </a:r>
            <a:endParaRPr dirty="0">
              <a:solidFill>
                <a:schemeClr val="tx1"/>
              </a:solidFill>
            </a:endParaRPr>
          </a:p>
          <a:p>
            <a:pPr marL="457200" lvl="1" indent="0">
              <a:spcBef>
                <a:spcPts val="500"/>
              </a:spcBef>
              <a:spcAft>
                <a:spcPts val="0"/>
              </a:spcAft>
              <a:buClr>
                <a:srgbClr val="000000"/>
              </a:buClr>
              <a:buSzPts val="2400"/>
              <a:buNone/>
            </a:pPr>
            <a:r>
              <a:rPr lang="en-US" dirty="0">
                <a:solidFill>
                  <a:schemeClr val="tx1"/>
                </a:solidFill>
              </a:rPr>
              <a:t>ADD CONSTRAINT </a:t>
            </a:r>
            <a:r>
              <a:rPr lang="en-US" dirty="0" err="1">
                <a:solidFill>
                  <a:schemeClr val="tx1"/>
                </a:solidFill>
              </a:rPr>
              <a:t>constraint_name</a:t>
            </a:r>
            <a:r>
              <a:rPr lang="en-US" dirty="0">
                <a:solidFill>
                  <a:schemeClr val="tx1"/>
                </a:solidFill>
              </a:rPr>
              <a:t> FOREIGN KEY (COLUMN_NAME) REFFERENCES TABLE_NAME (COL1);</a:t>
            </a:r>
            <a:endParaRPr dirty="0">
              <a:solidFill>
                <a:schemeClr val="tx1"/>
              </a:solidFill>
            </a:endParaRPr>
          </a:p>
          <a:p>
            <a:pPr marL="228600" indent="-50800">
              <a:spcBef>
                <a:spcPts val="1000"/>
              </a:spcBef>
              <a:spcAft>
                <a:spcPts val="0"/>
              </a:spcAft>
              <a:buClr>
                <a:schemeClr val="dk1"/>
              </a:buClr>
              <a:buSzPts val="2800"/>
              <a:buNone/>
            </a:pPr>
            <a:endParaRPr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1323</TotalTime>
  <Words>7889</Words>
  <Application>Microsoft Office PowerPoint</Application>
  <PresentationFormat>Widescreen</PresentationFormat>
  <Paragraphs>585</Paragraphs>
  <Slides>33</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Calibri</vt:lpstr>
      <vt:lpstr>Calibri Light</vt:lpstr>
      <vt:lpstr>Quattrocento Sans</vt:lpstr>
      <vt:lpstr>Times New Roman</vt:lpstr>
      <vt:lpstr>Retrospect</vt:lpstr>
      <vt:lpstr> Database Systems</vt:lpstr>
      <vt:lpstr>Grouping: The GROUP BY and HAVING Clauses</vt:lpstr>
      <vt:lpstr>PowerPoint Presentation</vt:lpstr>
      <vt:lpstr>PowerPoint Presentation</vt:lpstr>
      <vt:lpstr>HAVING clause</vt:lpstr>
      <vt:lpstr>PowerPoint Presentation</vt:lpstr>
      <vt:lpstr>PowerPoint Presentation</vt:lpstr>
      <vt:lpstr>Combining the WHERE and the HAVING Clause</vt:lpstr>
      <vt:lpstr>PowerPoint Presentation</vt:lpstr>
      <vt:lpstr>EXPANDED Block Structure of SQL Queries</vt:lpstr>
      <vt:lpstr>Views (Virtual Tables) in SQL</vt:lpstr>
      <vt:lpstr>Specification of Views in SQL</vt:lpstr>
      <vt:lpstr>Specification of Views in SQL</vt:lpstr>
      <vt:lpstr>View Implementation, View Update, and Inline Views</vt:lpstr>
      <vt:lpstr>View Implementation, View Update, and Inline Views</vt:lpstr>
      <vt:lpstr>Create materialized view </vt:lpstr>
      <vt:lpstr>Why Materialized Views are used</vt:lpstr>
      <vt:lpstr>Why Materialized Views are used</vt:lpstr>
      <vt:lpstr>View Update</vt:lpstr>
      <vt:lpstr>View update </vt:lpstr>
      <vt:lpstr>WITH CHECK OPTION</vt:lpstr>
      <vt:lpstr>Example</vt:lpstr>
      <vt:lpstr>In-Line Views </vt:lpstr>
      <vt:lpstr>In-line view</vt:lpstr>
      <vt:lpstr>Example of Inline Views</vt:lpstr>
      <vt:lpstr>Views as Authorization  Mechanisms</vt:lpstr>
      <vt:lpstr>Views as Authorization  Mechanisms</vt:lpstr>
      <vt:lpstr>Schema Change Statements in SQL</vt:lpstr>
      <vt:lpstr>SQL ALTER TABLE Statement</vt:lpstr>
      <vt:lpstr>DROP COLUMNS AND CONSTRAINTS</vt:lpstr>
      <vt:lpstr>Add constraints</vt:lpstr>
      <vt:lpstr>Add constraints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2024-09-19T05:06:35Z</dcterms:modified>
</cp:coreProperties>
</file>