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3.jpg" ContentType="image/jpg"/>
  <Override PartName="/ppt/media/image5.jpg" ContentType="image/jpg"/>
  <Override PartName="/ppt/media/image6.jpg" ContentType="image/jpg"/>
  <Override PartName="/ppt/media/image8.jpg" ContentType="image/jpg"/>
  <Override PartName="/ppt/media/image9.jpg" ContentType="image/jpg"/>
  <Override PartName="/ppt/media/image10.jpg" ContentType="image/jpg"/>
  <Override PartName="/ppt/media/image11.jpg" ContentType="image/jpg"/>
  <Override PartName="/ppt/media/image12.jpg" ContentType="image/jpg"/>
  <Override PartName="/ppt/media/image13.jpg" ContentType="image/jpg"/>
  <Override PartName="/ppt/media/image15.jpg" ContentType="image/jpg"/>
  <Override PartName="/ppt/media/image16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92" r:id="rId3"/>
    <p:sldId id="293" r:id="rId4"/>
    <p:sldId id="294" r:id="rId5"/>
    <p:sldId id="295" r:id="rId6"/>
    <p:sldId id="296" r:id="rId7"/>
    <p:sldId id="297" r:id="rId8"/>
    <p:sldId id="298" r:id="rId9"/>
    <p:sldId id="299" r:id="rId10"/>
    <p:sldId id="300" r:id="rId11"/>
    <p:sldId id="301" r:id="rId12"/>
    <p:sldId id="302" r:id="rId13"/>
    <p:sldId id="309" r:id="rId14"/>
    <p:sldId id="304" r:id="rId15"/>
    <p:sldId id="305" r:id="rId16"/>
    <p:sldId id="306" r:id="rId17"/>
    <p:sldId id="307" r:id="rId18"/>
    <p:sldId id="30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9979"/>
    <a:srgbClr val="BF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46C24F-DFE6-4C66-A534-0EF59585138A}" v="4" dt="2024-10-13T09:03:59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74" autoAdjust="0"/>
    <p:restoredTop sz="94061" autoAdjust="0"/>
  </p:normalViewPr>
  <p:slideViewPr>
    <p:cSldViewPr snapToGrid="0">
      <p:cViewPr varScale="1">
        <p:scale>
          <a:sx n="70" d="100"/>
          <a:sy n="70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CC6B5282-6613-48F0-886F-796865211BB0}"/>
    <pc:docChg chg="custSel addSld delSld modSld">
      <pc:chgData name="Ms Alina Arshad" userId="cccdfd85-d35d-4453-9c6f-a463aae40722" providerId="ADAL" clId="{CC6B5282-6613-48F0-886F-796865211BB0}" dt="2024-09-11T13:33:58.825" v="122" actId="47"/>
      <pc:docMkLst>
        <pc:docMk/>
      </pc:docMkLst>
      <pc:sldChg chg="modSp mod">
        <pc:chgData name="Ms Alina Arshad" userId="cccdfd85-d35d-4453-9c6f-a463aae40722" providerId="ADAL" clId="{CC6B5282-6613-48F0-886F-796865211BB0}" dt="2024-09-11T12:42:56.927" v="41" actId="207"/>
        <pc:sldMkLst>
          <pc:docMk/>
          <pc:sldMk cId="3322361034" sldId="256"/>
        </pc:sldMkLst>
        <pc:spChg chg="mod">
          <ac:chgData name="Ms Alina Arshad" userId="cccdfd85-d35d-4453-9c6f-a463aae40722" providerId="ADAL" clId="{CC6B5282-6613-48F0-886F-796865211BB0}" dt="2024-09-11T12:42:56.927" v="41" actId="207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CC6B5282-6613-48F0-886F-796865211BB0}" dt="2024-09-11T12:43:01.209" v="4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CC6B5282-6613-48F0-886F-796865211BB0}" dt="2024-09-11T12:43:46.054" v="48" actId="113"/>
        <pc:sldMkLst>
          <pc:docMk/>
          <pc:sldMk cId="0" sldId="258"/>
        </pc:sldMkLst>
        <pc:spChg chg="mod">
          <ac:chgData name="Ms Alina Arshad" userId="cccdfd85-d35d-4453-9c6f-a463aae40722" providerId="ADAL" clId="{CC6B5282-6613-48F0-886F-796865211BB0}" dt="2024-09-11T12:43:28.260" v="44" actId="1076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3:46.054" v="48" actId="113"/>
          <ac:spMkLst>
            <pc:docMk/>
            <pc:sldMk cId="0" sldId="258"/>
            <ac:spMk id="107" creationId="{00000000-0000-0000-0000-000000000000}"/>
          </ac:spMkLst>
        </pc:spChg>
      </pc:sldChg>
      <pc:sldChg chg="modSp add del mod">
        <pc:chgData name="Ms Alina Arshad" userId="cccdfd85-d35d-4453-9c6f-a463aae40722" providerId="ADAL" clId="{CC6B5282-6613-48F0-886F-796865211BB0}" dt="2024-09-11T12:44:40.458" v="59" actId="14100"/>
        <pc:sldMkLst>
          <pc:docMk/>
          <pc:sldMk cId="0" sldId="260"/>
        </pc:sldMkLst>
        <pc:spChg chg="mod">
          <ac:chgData name="Ms Alina Arshad" userId="cccdfd85-d35d-4453-9c6f-a463aae40722" providerId="ADAL" clId="{CC6B5282-6613-48F0-886F-796865211BB0}" dt="2024-09-11T12:44:27.952" v="56" actId="207"/>
          <ac:spMkLst>
            <pc:docMk/>
            <pc:sldMk cId="0" sldId="260"/>
            <ac:spMk id="119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44:40.458" v="59" actId="14100"/>
          <ac:spMkLst>
            <pc:docMk/>
            <pc:sldMk cId="0" sldId="260"/>
            <ac:spMk id="121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44:31.775" v="57" actId="1076"/>
          <ac:picMkLst>
            <pc:docMk/>
            <pc:sldMk cId="0" sldId="260"/>
            <ac:picMk id="12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2:51:30.146" v="76" actId="1076"/>
        <pc:sldMkLst>
          <pc:docMk/>
          <pc:sldMk cId="0" sldId="261"/>
        </pc:sldMkLst>
        <pc:spChg chg="mod">
          <ac:chgData name="Ms Alina Arshad" userId="cccdfd85-d35d-4453-9c6f-a463aae40722" providerId="ADAL" clId="{CC6B5282-6613-48F0-886F-796865211BB0}" dt="2024-09-11T12:51:16.602" v="71" actId="107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1:13.184" v="70" actId="1076"/>
          <ac:spMkLst>
            <pc:docMk/>
            <pc:sldMk cId="0" sldId="261"/>
            <ac:spMk id="12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1:30.146" v="76" actId="1076"/>
          <ac:picMkLst>
            <pc:docMk/>
            <pc:sldMk cId="0" sldId="261"/>
            <ac:picMk id="129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2:51:25.307" v="74" actId="1076"/>
          <ac:picMkLst>
            <pc:docMk/>
            <pc:sldMk cId="0" sldId="261"/>
            <ac:picMk id="130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4:48.316" v="89" actId="1076"/>
        <pc:sldMkLst>
          <pc:docMk/>
          <pc:sldMk cId="0" sldId="262"/>
        </pc:sldMkLst>
        <pc:spChg chg="mod">
          <ac:chgData name="Ms Alina Arshad" userId="cccdfd85-d35d-4453-9c6f-a463aae40722" providerId="ADAL" clId="{CC6B5282-6613-48F0-886F-796865211BB0}" dt="2024-09-11T12:52:23.498" v="77" actId="207"/>
          <ac:spMkLst>
            <pc:docMk/>
            <pc:sldMk cId="0" sldId="262"/>
            <ac:spMk id="13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2:27.292" v="78" actId="1076"/>
          <ac:picMkLst>
            <pc:docMk/>
            <pc:sldMk cId="0" sldId="262"/>
            <ac:picMk id="137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4:48.316" v="89" actId="1076"/>
          <ac:picMkLst>
            <pc:docMk/>
            <pc:sldMk cId="0" sldId="262"/>
            <ac:picMk id="138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1:30.026" v="88" actId="1036"/>
        <pc:sldMkLst>
          <pc:docMk/>
          <pc:sldMk cId="0" sldId="263"/>
        </pc:sldMkLst>
        <pc:spChg chg="mod">
          <ac:chgData name="Ms Alina Arshad" userId="cccdfd85-d35d-4453-9c6f-a463aae40722" providerId="ADAL" clId="{CC6B5282-6613-48F0-886F-796865211BB0}" dt="2024-09-11T13:01:30.026" v="88" actId="1036"/>
          <ac:spMkLst>
            <pc:docMk/>
            <pc:sldMk cId="0" sldId="263"/>
            <ac:spMk id="144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2:53:36.609" v="85" actId="1076"/>
          <ac:spMkLst>
            <pc:docMk/>
            <pc:sldMk cId="0" sldId="263"/>
            <ac:spMk id="146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2:53:29.518" v="83" actId="1076"/>
          <ac:picMkLst>
            <pc:docMk/>
            <pc:sldMk cId="0" sldId="263"/>
            <ac:picMk id="145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5:23.098" v="91" actId="1076"/>
        <pc:sldMkLst>
          <pc:docMk/>
          <pc:sldMk cId="0" sldId="264"/>
        </pc:sldMkLst>
        <pc:spChg chg="mod">
          <ac:chgData name="Ms Alina Arshad" userId="cccdfd85-d35d-4453-9c6f-a463aae40722" providerId="ADAL" clId="{CC6B5282-6613-48F0-886F-796865211BB0}" dt="2024-09-11T12:42:03.318" v="21" actId="27636"/>
          <ac:spMkLst>
            <pc:docMk/>
            <pc:sldMk cId="0" sldId="264"/>
            <ac:spMk id="154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18.520" v="90" actId="1076"/>
          <ac:picMkLst>
            <pc:docMk/>
            <pc:sldMk cId="0" sldId="264"/>
            <ac:picMk id="152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5:23.098" v="91" actId="1076"/>
          <ac:picMkLst>
            <pc:docMk/>
            <pc:sldMk cId="0" sldId="264"/>
            <ac:picMk id="153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33:58.825" v="122" actId="47"/>
        <pc:sldMkLst>
          <pc:docMk/>
          <pc:sldMk cId="1577505814" sldId="265"/>
        </pc:sldMkLst>
        <pc:spChg chg="mod">
          <ac:chgData name="Ms Alina Arshad" userId="cccdfd85-d35d-4453-9c6f-a463aae40722" providerId="ADAL" clId="{CC6B5282-6613-48F0-886F-796865211BB0}" dt="2024-09-11T13:05:48.001" v="98" actId="14100"/>
          <ac:spMkLst>
            <pc:docMk/>
            <pc:sldMk cId="1577505814" sldId="265"/>
            <ac:spMk id="160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5:35.798" v="95" actId="1076"/>
          <ac:picMkLst>
            <pc:docMk/>
            <pc:sldMk cId="1577505814" sldId="265"/>
            <ac:picMk id="161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25.138" v="106" actId="1076"/>
        <pc:sldMkLst>
          <pc:docMk/>
          <pc:sldMk cId="1582826008" sldId="266"/>
        </pc:sldMkLst>
        <pc:spChg chg="mod">
          <ac:chgData name="Ms Alina Arshad" userId="cccdfd85-d35d-4453-9c6f-a463aae40722" providerId="ADAL" clId="{CC6B5282-6613-48F0-886F-796865211BB0}" dt="2024-09-11T13:06:03.598" v="101" actId="1076"/>
          <ac:spMkLst>
            <pc:docMk/>
            <pc:sldMk cId="1582826008" sldId="266"/>
            <ac:spMk id="167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13.318" v="103" actId="403"/>
          <ac:spMkLst>
            <pc:docMk/>
            <pc:sldMk cId="1582826008" sldId="266"/>
            <ac:spMk id="168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25.138" v="106" actId="1076"/>
          <ac:picMkLst>
            <pc:docMk/>
            <pc:sldMk cId="1582826008" sldId="266"/>
            <ac:picMk id="169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6:55.957" v="114" actId="1076"/>
        <pc:sldMkLst>
          <pc:docMk/>
          <pc:sldMk cId="731299161" sldId="267"/>
        </pc:sldMkLst>
        <pc:spChg chg="mod">
          <ac:chgData name="Ms Alina Arshad" userId="cccdfd85-d35d-4453-9c6f-a463aae40722" providerId="ADAL" clId="{CC6B5282-6613-48F0-886F-796865211BB0}" dt="2024-09-11T13:06:55.957" v="114" actId="1076"/>
          <ac:spMkLst>
            <pc:docMk/>
            <pc:sldMk cId="731299161" sldId="267"/>
            <ac:spMk id="175" creationId="{00000000-0000-0000-0000-000000000000}"/>
          </ac:spMkLst>
        </pc:spChg>
        <pc:spChg chg="mod">
          <ac:chgData name="Ms Alina Arshad" userId="cccdfd85-d35d-4453-9c6f-a463aae40722" providerId="ADAL" clId="{CC6B5282-6613-48F0-886F-796865211BB0}" dt="2024-09-11T13:06:51.496" v="113" actId="14100"/>
          <ac:spMkLst>
            <pc:docMk/>
            <pc:sldMk cId="731299161" sldId="267"/>
            <ac:spMk id="177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6:47.359" v="112" actId="1076"/>
          <ac:picMkLst>
            <pc:docMk/>
            <pc:sldMk cId="731299161" sldId="267"/>
            <ac:picMk id="176" creationId="{00000000-0000-0000-0000-000000000000}"/>
          </ac:picMkLst>
        </pc:picChg>
      </pc:sldChg>
      <pc:sldChg chg="modSp add del mod">
        <pc:chgData name="Ms Alina Arshad" userId="cccdfd85-d35d-4453-9c6f-a463aae40722" providerId="ADAL" clId="{CC6B5282-6613-48F0-886F-796865211BB0}" dt="2024-09-11T13:07:19.043" v="121" actId="1076"/>
        <pc:sldMkLst>
          <pc:docMk/>
          <pc:sldMk cId="90329638" sldId="268"/>
        </pc:sldMkLst>
        <pc:spChg chg="mod">
          <ac:chgData name="Ms Alina Arshad" userId="cccdfd85-d35d-4453-9c6f-a463aae40722" providerId="ADAL" clId="{CC6B5282-6613-48F0-886F-796865211BB0}" dt="2024-09-11T13:07:15.560" v="120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CC6B5282-6613-48F0-886F-796865211BB0}" dt="2024-09-11T13:07:06.044" v="117" actId="1076"/>
          <ac:picMkLst>
            <pc:docMk/>
            <pc:sldMk cId="90329638" sldId="268"/>
            <ac:picMk id="183" creationId="{00000000-0000-0000-0000-000000000000}"/>
          </ac:picMkLst>
        </pc:picChg>
        <pc:picChg chg="mod">
          <ac:chgData name="Ms Alina Arshad" userId="cccdfd85-d35d-4453-9c6f-a463aae40722" providerId="ADAL" clId="{CC6B5282-6613-48F0-886F-796865211BB0}" dt="2024-09-11T13:07:19.043" v="121" actId="1076"/>
          <ac:picMkLst>
            <pc:docMk/>
            <pc:sldMk cId="90329638" sldId="268"/>
            <ac:picMk id="184" creationId="{00000000-0000-0000-0000-000000000000}"/>
          </ac:picMkLst>
        </pc:picChg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295129282" sldId="269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090315159" sldId="270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3034138166" sldId="271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504047100" sldId="272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4283755204" sldId="273"/>
        </pc:sldMkLst>
      </pc:sldChg>
      <pc:sldChg chg="add del">
        <pc:chgData name="Ms Alina Arshad" userId="cccdfd85-d35d-4453-9c6f-a463aae40722" providerId="ADAL" clId="{CC6B5282-6613-48F0-886F-796865211BB0}" dt="2024-09-11T12:42:03.189" v="17"/>
        <pc:sldMkLst>
          <pc:docMk/>
          <pc:sldMk cId="2935103945" sldId="274"/>
        </pc:sldMkLst>
      </pc:sldChg>
      <pc:sldChg chg="modSp add mod">
        <pc:chgData name="Ms Alina Arshad" userId="cccdfd85-d35d-4453-9c6f-a463aae40722" providerId="ADAL" clId="{CC6B5282-6613-48F0-886F-796865211BB0}" dt="2024-09-11T12:42:03.381" v="23" actId="27636"/>
        <pc:sldMkLst>
          <pc:docMk/>
          <pc:sldMk cId="1497646456" sldId="275"/>
        </pc:sldMkLst>
        <pc:spChg chg="mod">
          <ac:chgData name="Ms Alina Arshad" userId="cccdfd85-d35d-4453-9c6f-a463aae40722" providerId="ADAL" clId="{CC6B5282-6613-48F0-886F-796865211BB0}" dt="2024-09-11T12:42:03.381" v="23" actId="27636"/>
          <ac:spMkLst>
            <pc:docMk/>
            <pc:sldMk cId="1497646456" sldId="275"/>
            <ac:spMk id="240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993717517" sldId="27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7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668593764" sldId="278"/>
        </pc:sldMkLst>
      </pc:sldChg>
      <pc:sldChg chg="modSp add del mod">
        <pc:chgData name="Ms Alina Arshad" userId="cccdfd85-d35d-4453-9c6f-a463aae40722" providerId="ADAL" clId="{CC6B5282-6613-48F0-886F-796865211BB0}" dt="2024-09-11T12:42:44.828" v="35" actId="47"/>
        <pc:sldMkLst>
          <pc:docMk/>
          <pc:sldMk cId="1821615422" sldId="280"/>
        </pc:sldMkLst>
        <pc:spChg chg="mod">
          <ac:chgData name="Ms Alina Arshad" userId="cccdfd85-d35d-4453-9c6f-a463aae40722" providerId="ADAL" clId="{CC6B5282-6613-48F0-886F-796865211BB0}" dt="2024-09-11T12:42:42.317" v="34" actId="6549"/>
          <ac:spMkLst>
            <pc:docMk/>
            <pc:sldMk cId="1821615422" sldId="280"/>
            <ac:spMk id="95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605066316" sldId="28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4697311" sldId="28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89392637" sldId="28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800652809" sldId="28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1402144616" sldId="28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8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3229345964" sldId="28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2002870935" sldId="288"/>
        </pc:sldMkLst>
      </pc:sldChg>
      <pc:sldChg chg="modSp add mod">
        <pc:chgData name="Ms Alina Arshad" userId="cccdfd85-d35d-4453-9c6f-a463aae40722" providerId="ADAL" clId="{CC6B5282-6613-48F0-886F-796865211BB0}" dt="2024-09-11T12:42:03.393" v="24" actId="27636"/>
        <pc:sldMkLst>
          <pc:docMk/>
          <pc:sldMk cId="0" sldId="289"/>
        </pc:sldMkLst>
        <pc:spChg chg="mod">
          <ac:chgData name="Ms Alina Arshad" userId="cccdfd85-d35d-4453-9c6f-a463aae40722" providerId="ADAL" clId="{CC6B5282-6613-48F0-886F-796865211BB0}" dt="2024-09-11T12:42:03.393" v="24" actId="27636"/>
          <ac:spMkLst>
            <pc:docMk/>
            <pc:sldMk cId="0" sldId="289"/>
            <ac:spMk id="32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29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0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7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19"/>
        </pc:sldMkLst>
      </pc:sldChg>
      <pc:sldChg chg="modSp add mod">
        <pc:chgData name="Ms Alina Arshad" userId="cccdfd85-d35d-4453-9c6f-a463aae40722" providerId="ADAL" clId="{CC6B5282-6613-48F0-886F-796865211BB0}" dt="2024-09-11T12:42:03.479" v="25" actId="27636"/>
        <pc:sldMkLst>
          <pc:docMk/>
          <pc:sldMk cId="0" sldId="320"/>
        </pc:sldMkLst>
        <pc:spChg chg="mod">
          <ac:chgData name="Ms Alina Arshad" userId="cccdfd85-d35d-4453-9c6f-a463aae40722" providerId="ADAL" clId="{CC6B5282-6613-48F0-886F-796865211BB0}" dt="2024-09-11T12:42:03.479" v="25" actId="27636"/>
          <ac:spMkLst>
            <pc:docMk/>
            <pc:sldMk cId="0" sldId="320"/>
            <ac:spMk id="549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6"/>
        </pc:sldMkLst>
      </pc:sldChg>
      <pc:sldChg chg="modSp add mod">
        <pc:chgData name="Ms Alina Arshad" userId="cccdfd85-d35d-4453-9c6f-a463aae40722" providerId="ADAL" clId="{CC6B5282-6613-48F0-886F-796865211BB0}" dt="2024-09-11T12:42:03.520" v="26" actId="27636"/>
        <pc:sldMkLst>
          <pc:docMk/>
          <pc:sldMk cId="0" sldId="327"/>
        </pc:sldMkLst>
        <pc:spChg chg="mod">
          <ac:chgData name="Ms Alina Arshad" userId="cccdfd85-d35d-4453-9c6f-a463aae40722" providerId="ADAL" clId="{CC6B5282-6613-48F0-886F-796865211BB0}" dt="2024-09-11T12:42:03.520" v="26" actId="27636"/>
          <ac:spMkLst>
            <pc:docMk/>
            <pc:sldMk cId="0" sldId="327"/>
            <ac:spMk id="597" creationId="{00000000-0000-0000-0000-000000000000}"/>
          </ac:spMkLst>
        </pc:spChg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8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29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0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1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2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3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4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5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6"/>
        </pc:sldMkLst>
      </pc:sldChg>
      <pc:sldChg chg="add">
        <pc:chgData name="Ms Alina Arshad" userId="cccdfd85-d35d-4453-9c6f-a463aae40722" providerId="ADAL" clId="{CC6B5282-6613-48F0-886F-796865211BB0}" dt="2024-09-11T12:42:03.189" v="17"/>
        <pc:sldMkLst>
          <pc:docMk/>
          <pc:sldMk cId="0" sldId="337"/>
        </pc:sldMkLst>
      </pc:sldChg>
    </pc:docChg>
  </pc:docChgLst>
  <pc:docChgLst>
    <pc:chgData name="Ms Alina Arshad" userId="cccdfd85-d35d-4453-9c6f-a463aae40722" providerId="ADAL" clId="{9C125398-0035-40D4-80A2-48A755B7795E}"/>
    <pc:docChg chg="addSld modSld">
      <pc:chgData name="Ms Alina Arshad" userId="cccdfd85-d35d-4453-9c6f-a463aae40722" providerId="ADAL" clId="{9C125398-0035-40D4-80A2-48A755B7795E}" dt="2024-08-25T16:00:43.580" v="6" actId="1076"/>
      <pc:docMkLst>
        <pc:docMk/>
      </pc:docMkLst>
      <pc:sldChg chg="modSp add mod">
        <pc:chgData name="Ms Alina Arshad" userId="cccdfd85-d35d-4453-9c6f-a463aae40722" providerId="ADAL" clId="{9C125398-0035-40D4-80A2-48A755B7795E}" dt="2024-08-25T16:00:43.580" v="6" actId="1076"/>
        <pc:sldMkLst>
          <pc:docMk/>
          <pc:sldMk cId="0" sldId="324"/>
        </pc:sldMkLst>
        <pc:spChg chg="mod">
          <ac:chgData name="Ms Alina Arshad" userId="cccdfd85-d35d-4453-9c6f-a463aae40722" providerId="ADAL" clId="{9C125398-0035-40D4-80A2-48A755B7795E}" dt="2024-08-25T16:00:43.580" v="6" actId="1076"/>
          <ac:spMkLst>
            <pc:docMk/>
            <pc:sldMk cId="0" sldId="324"/>
            <ac:spMk id="29699" creationId="{BC7ACC91-16AA-5D67-B935-92EE00D4568C}"/>
          </ac:spMkLst>
        </pc:spChg>
      </pc:sldChg>
    </pc:docChg>
  </pc:docChgLst>
  <pc:docChgLst>
    <pc:chgData name="Ms Alina Arshad" userId="cccdfd85-d35d-4453-9c6f-a463aae40722" providerId="ADAL" clId="{AD184B4B-0CF3-4D88-AFEA-77665C37DC41}"/>
    <pc:docChg chg="undo custSel addSld delSld modSld sldOrd">
      <pc:chgData name="Ms Alina Arshad" userId="cccdfd85-d35d-4453-9c6f-a463aae40722" providerId="ADAL" clId="{AD184B4B-0CF3-4D88-AFEA-77665C37DC41}" dt="2024-10-05T06:19:30.561" v="556" actId="20577"/>
      <pc:docMkLst>
        <pc:docMk/>
      </pc:docMkLst>
      <pc:sldChg chg="modSp mod">
        <pc:chgData name="Ms Alina Arshad" userId="cccdfd85-d35d-4453-9c6f-a463aae40722" providerId="ADAL" clId="{AD184B4B-0CF3-4D88-AFEA-77665C37DC41}" dt="2024-10-01T14:08:05.980" v="476" actId="404"/>
        <pc:sldMkLst>
          <pc:docMk/>
          <pc:sldMk cId="3322361034" sldId="256"/>
        </pc:sldMkLst>
        <pc:spChg chg="mod">
          <ac:chgData name="Ms Alina Arshad" userId="cccdfd85-d35d-4453-9c6f-a463aae40722" providerId="ADAL" clId="{AD184B4B-0CF3-4D88-AFEA-77665C37DC41}" dt="2024-10-01T14:08:05.980" v="476" actId="404"/>
          <ac:spMkLst>
            <pc:docMk/>
            <pc:sldMk cId="3322361034" sldId="256"/>
            <ac:spMk id="3" creationId="{44E9F82C-BBA7-3495-1097-BEDB54FFFDF4}"/>
          </ac:spMkLst>
        </pc:spChg>
      </pc:sldChg>
      <pc:sldChg chg="addSp delSp modSp add mod">
        <pc:chgData name="Ms Alina Arshad" userId="cccdfd85-d35d-4453-9c6f-a463aae40722" providerId="ADAL" clId="{AD184B4B-0CF3-4D88-AFEA-77665C37DC41}" dt="2024-10-01T14:04:34.994" v="467" actId="478"/>
        <pc:sldMkLst>
          <pc:docMk/>
          <pc:sldMk cId="0" sldId="257"/>
        </pc:sldMkLst>
        <pc:spChg chg="mod">
          <ac:chgData name="Ms Alina Arshad" userId="cccdfd85-d35d-4453-9c6f-a463aae40722" providerId="ADAL" clId="{AD184B4B-0CF3-4D88-AFEA-77665C37DC41}" dt="2024-10-01T12:54:58.981" v="34" actId="1076"/>
          <ac:spMkLst>
            <pc:docMk/>
            <pc:sldMk cId="0" sldId="257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AD184B4B-0CF3-4D88-AFEA-77665C37DC41}" dt="2024-10-01T14:04:34.994" v="467" actId="478"/>
          <ac:spMkLst>
            <pc:docMk/>
            <pc:sldMk cId="0" sldId="25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6:47.165" v="477" actId="20577"/>
        <pc:sldMkLst>
          <pc:docMk/>
          <pc:sldMk cId="0" sldId="258"/>
        </pc:sldMkLst>
        <pc:spChg chg="mod">
          <ac:chgData name="Ms Alina Arshad" userId="cccdfd85-d35d-4453-9c6f-a463aae40722" providerId="ADAL" clId="{AD184B4B-0CF3-4D88-AFEA-77665C37DC41}" dt="2024-10-01T12:55:10.748" v="37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26:47.165" v="477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5:27:06.873" v="479" actId="1076"/>
        <pc:sldMkLst>
          <pc:docMk/>
          <pc:sldMk cId="0" sldId="259"/>
        </pc:sldMkLst>
        <pc:picChg chg="mod">
          <ac:chgData name="Ms Alina Arshad" userId="cccdfd85-d35d-4453-9c6f-a463aae40722" providerId="ADAL" clId="{AD184B4B-0CF3-4D88-AFEA-77665C37DC41}" dt="2024-10-01T15:27:06.873" v="479" actId="1076"/>
          <ac:picMkLst>
            <pc:docMk/>
            <pc:sldMk cId="0" sldId="259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1T15:34:39.687" v="484" actId="20577"/>
        <pc:sldMkLst>
          <pc:docMk/>
          <pc:sldMk cId="0" sldId="260"/>
        </pc:sldMkLst>
        <pc:spChg chg="mod">
          <ac:chgData name="Ms Alina Arshad" userId="cccdfd85-d35d-4453-9c6f-a463aae40722" providerId="ADAL" clId="{AD184B4B-0CF3-4D88-AFEA-77665C37DC41}" dt="2024-10-01T12:56:27.166" v="65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5:34:39.687" v="484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00:54.474" v="144" actId="1076"/>
        <pc:sldMkLst>
          <pc:docMk/>
          <pc:sldMk cId="0" sldId="261"/>
        </pc:sldMkLst>
        <pc:spChg chg="mod">
          <ac:chgData name="Ms Alina Arshad" userId="cccdfd85-d35d-4453-9c6f-a463aae40722" providerId="ADAL" clId="{AD184B4B-0CF3-4D88-AFEA-77665C37DC41}" dt="2024-10-01T13:00:34.969" v="137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00:54.474" v="144" actId="1076"/>
          <ac:spMkLst>
            <pc:docMk/>
            <pc:sldMk cId="0" sldId="261"/>
            <ac:spMk id="4" creationId="{00000000-0000-0000-0000-000000000000}"/>
          </ac:spMkLst>
        </pc:spChg>
        <pc:picChg chg="mod">
          <ac:chgData name="Ms Alina Arshad" userId="cccdfd85-d35d-4453-9c6f-a463aae40722" providerId="ADAL" clId="{AD184B4B-0CF3-4D88-AFEA-77665C37DC41}" dt="2024-10-01T13:00:51.183" v="143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3:30:38.068" v="308" actId="1076"/>
        <pc:sldMkLst>
          <pc:docMk/>
          <pc:sldMk cId="0" sldId="262"/>
        </pc:sldMkLst>
        <pc:spChg chg="mod">
          <ac:chgData name="Ms Alina Arshad" userId="cccdfd85-d35d-4453-9c6f-a463aae40722" providerId="ADAL" clId="{AD184B4B-0CF3-4D88-AFEA-77665C37DC41}" dt="2024-10-01T13:01:13.641" v="150" actId="14100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Ms Alina Arshad" userId="cccdfd85-d35d-4453-9c6f-a463aae40722" providerId="ADAL" clId="{AD184B4B-0CF3-4D88-AFEA-77665C37DC41}" dt="2024-10-01T13:02:37.800" v="180" actId="478"/>
          <ac:spMkLst>
            <pc:docMk/>
            <pc:sldMk cId="0" sldId="262"/>
            <ac:spMk id="7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0:16.720" v="302" actId="21"/>
          <ac:spMkLst>
            <pc:docMk/>
            <pc:sldMk cId="0" sldId="262"/>
            <ac:spMk id="8" creationId="{00000000-0000-0000-0000-000000000000}"/>
          </ac:spMkLst>
        </pc:spChg>
        <pc:spChg chg="add mod">
          <ac:chgData name="Ms Alina Arshad" userId="cccdfd85-d35d-4453-9c6f-a463aae40722" providerId="ADAL" clId="{AD184B4B-0CF3-4D88-AFEA-77665C37DC41}" dt="2024-10-01T13:30:38.068" v="308" actId="1076"/>
          <ac:spMkLst>
            <pc:docMk/>
            <pc:sldMk cId="0" sldId="262"/>
            <ac:spMk id="11" creationId="{2509622A-3BA6-6953-439A-8A41E00ECEA6}"/>
          </ac:spMkLst>
        </pc:spChg>
        <pc:grpChg chg="add del mod">
          <ac:chgData name="Ms Alina Arshad" userId="cccdfd85-d35d-4453-9c6f-a463aae40722" providerId="ADAL" clId="{AD184B4B-0CF3-4D88-AFEA-77665C37DC41}" dt="2024-10-01T13:02:29.387" v="178" actId="478"/>
          <ac:grpSpMkLst>
            <pc:docMk/>
            <pc:sldMk cId="0" sldId="262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AD184B4B-0CF3-4D88-AFEA-77665C37DC41}" dt="2024-10-01T13:30:26.238" v="305" actId="1076"/>
          <ac:picMkLst>
            <pc:docMk/>
            <pc:sldMk cId="0" sldId="262"/>
            <ac:picMk id="9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1T13:25:04.537" v="209" actId="1076"/>
        <pc:sldMkLst>
          <pc:docMk/>
          <pc:sldMk cId="0" sldId="263"/>
        </pc:sldMkLst>
        <pc:spChg chg="mod">
          <ac:chgData name="Ms Alina Arshad" userId="cccdfd85-d35d-4453-9c6f-a463aae40722" providerId="ADAL" clId="{AD184B4B-0CF3-4D88-AFEA-77665C37DC41}" dt="2024-10-01T13:23:42.894" v="183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25:04.537" v="209" actId="1076"/>
          <ac:spMkLst>
            <pc:docMk/>
            <pc:sldMk cId="0" sldId="263"/>
            <ac:spMk id="7" creationId="{00000000-0000-0000-0000-000000000000}"/>
          </ac:spMkLst>
        </pc:spChg>
        <pc:grpChg chg="del">
          <ac:chgData name="Ms Alina Arshad" userId="cccdfd85-d35d-4453-9c6f-a463aae40722" providerId="ADAL" clId="{AD184B4B-0CF3-4D88-AFEA-77665C37DC41}" dt="2024-10-01T13:23:57.524" v="187" actId="478"/>
          <ac:grpSpMkLst>
            <pc:docMk/>
            <pc:sldMk cId="0" sldId="263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AD184B4B-0CF3-4D88-AFEA-77665C37DC41}" dt="2024-10-01T13:26:01.834" v="235" actId="1076"/>
        <pc:sldMkLst>
          <pc:docMk/>
          <pc:sldMk cId="0" sldId="264"/>
        </pc:sldMkLst>
        <pc:spChg chg="mod">
          <ac:chgData name="Ms Alina Arshad" userId="cccdfd85-d35d-4453-9c6f-a463aae40722" providerId="ADAL" clId="{AD184B4B-0CF3-4D88-AFEA-77665C37DC41}" dt="2024-10-01T13:25:17.907" v="212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26:01.834" v="235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1T13:31:39.089" v="316" actId="1076"/>
        <pc:sldMkLst>
          <pc:docMk/>
          <pc:sldMk cId="0" sldId="265"/>
        </pc:sldMkLst>
        <pc:spChg chg="mod">
          <ac:chgData name="Ms Alina Arshad" userId="cccdfd85-d35d-4453-9c6f-a463aae40722" providerId="ADAL" clId="{AD184B4B-0CF3-4D88-AFEA-77665C37DC41}" dt="2024-10-01T13:27:17.158" v="246" actId="1076"/>
          <ac:spMkLst>
            <pc:docMk/>
            <pc:sldMk cId="0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39.089" v="316" actId="1076"/>
          <ac:spMkLst>
            <pc:docMk/>
            <pc:sldMk cId="0" sldId="265"/>
            <ac:spMk id="6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31:21.750" v="313" actId="1076"/>
          <ac:spMkLst>
            <pc:docMk/>
            <pc:sldMk cId="0" sldId="265"/>
            <ac:spMk id="7" creationId="{00000000-0000-0000-0000-000000000000}"/>
          </ac:spMkLst>
        </pc:spChg>
        <pc:grpChg chg="mod">
          <ac:chgData name="Ms Alina Arshad" userId="cccdfd85-d35d-4453-9c6f-a463aae40722" providerId="ADAL" clId="{AD184B4B-0CF3-4D88-AFEA-77665C37DC41}" dt="2024-10-01T13:27:32.316" v="275" actId="1076"/>
          <ac:grpSpMkLst>
            <pc:docMk/>
            <pc:sldMk cId="0" sldId="265"/>
            <ac:grpSpMk id="3" creationId="{00000000-0000-0000-0000-000000000000}"/>
          </ac:grpSpMkLst>
        </pc:grpChg>
        <pc:grpChg chg="mod">
          <ac:chgData name="Ms Alina Arshad" userId="cccdfd85-d35d-4453-9c6f-a463aae40722" providerId="ADAL" clId="{AD184B4B-0CF3-4D88-AFEA-77665C37DC41}" dt="2024-10-01T13:27:26.833" v="273" actId="1036"/>
          <ac:grpSpMkLst>
            <pc:docMk/>
            <pc:sldMk cId="0" sldId="265"/>
            <ac:grpSpMk id="8" creationId="{00000000-0000-0000-0000-000000000000}"/>
          </ac:grpSpMkLst>
        </pc:grpChg>
      </pc:sldChg>
      <pc:sldChg chg="delSp modSp add mod">
        <pc:chgData name="Ms Alina Arshad" userId="cccdfd85-d35d-4453-9c6f-a463aae40722" providerId="ADAL" clId="{AD184B4B-0CF3-4D88-AFEA-77665C37DC41}" dt="2024-10-01T13:57:24.117" v="329" actId="1076"/>
        <pc:sldMkLst>
          <pc:docMk/>
          <pc:sldMk cId="0" sldId="266"/>
        </pc:sldMkLst>
        <pc:spChg chg="mod">
          <ac:chgData name="Ms Alina Arshad" userId="cccdfd85-d35d-4453-9c6f-a463aae40722" providerId="ADAL" clId="{AD184B4B-0CF3-4D88-AFEA-77665C37DC41}" dt="2024-10-01T13:28:09.910" v="285" actId="1076"/>
          <ac:spMkLst>
            <pc:docMk/>
            <pc:sldMk cId="0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6:42.043" v="317" actId="207"/>
          <ac:spMkLst>
            <pc:docMk/>
            <pc:sldMk cId="0" sldId="266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3:57:01.043" v="321" actId="478"/>
          <ac:spMkLst>
            <pc:docMk/>
            <pc:sldMk cId="0" sldId="266"/>
            <ac:spMk id="5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7:24.117" v="329" actId="1076"/>
          <ac:spMkLst>
            <pc:docMk/>
            <pc:sldMk cId="0" sldId="266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3:57:01.043" v="321" actId="478"/>
          <ac:grpSpMkLst>
            <pc:docMk/>
            <pc:sldMk cId="0" sldId="266"/>
            <ac:grpSpMk id="4" creationId="{00000000-0000-0000-0000-000000000000}"/>
          </ac:grpSpMkLst>
        </pc:grpChg>
        <pc:picChg chg="mod topLvl">
          <ac:chgData name="Ms Alina Arshad" userId="cccdfd85-d35d-4453-9c6f-a463aae40722" providerId="ADAL" clId="{AD184B4B-0CF3-4D88-AFEA-77665C37DC41}" dt="2024-10-01T13:57:20.612" v="328" actId="1076"/>
          <ac:picMkLst>
            <pc:docMk/>
            <pc:sldMk cId="0" sldId="266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3:59:26.397" v="368" actId="20577"/>
        <pc:sldMkLst>
          <pc:docMk/>
          <pc:sldMk cId="0" sldId="267"/>
        </pc:sldMkLst>
        <pc:spChg chg="mod">
          <ac:chgData name="Ms Alina Arshad" userId="cccdfd85-d35d-4453-9c6f-a463aae40722" providerId="ADAL" clId="{AD184B4B-0CF3-4D88-AFEA-77665C37DC41}" dt="2024-10-01T13:59:26.397" v="368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3:59:14.659" v="367" actId="12"/>
          <ac:spMkLst>
            <pc:docMk/>
            <pc:sldMk cId="0" sldId="267"/>
            <ac:spMk id="3" creationId="{00000000-0000-0000-0000-000000000000}"/>
          </ac:spMkLst>
        </pc:spChg>
        <pc:spChg chg="del mod topLvl">
          <ac:chgData name="Ms Alina Arshad" userId="cccdfd85-d35d-4453-9c6f-a463aae40722" providerId="ADAL" clId="{AD184B4B-0CF3-4D88-AFEA-77665C37DC41}" dt="2024-10-01T13:58:20.058" v="344" actId="478"/>
          <ac:spMkLst>
            <pc:docMk/>
            <pc:sldMk cId="0" sldId="267"/>
            <ac:spMk id="7" creationId="{00000000-0000-0000-0000-000000000000}"/>
          </ac:spMkLst>
        </pc:spChg>
        <pc:grpChg chg="add del mod">
          <ac:chgData name="Ms Alina Arshad" userId="cccdfd85-d35d-4453-9c6f-a463aae40722" providerId="ADAL" clId="{AD184B4B-0CF3-4D88-AFEA-77665C37DC41}" dt="2024-10-01T13:58:20.058" v="344" actId="478"/>
          <ac:grpSpMkLst>
            <pc:docMk/>
            <pc:sldMk cId="0" sldId="267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3:57:58.291" v="338" actId="478"/>
          <ac:picMkLst>
            <pc:docMk/>
            <pc:sldMk cId="0" sldId="267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3:58:26.739" v="348" actId="1076"/>
          <ac:picMkLst>
            <pc:docMk/>
            <pc:sldMk cId="0" sldId="267"/>
            <ac:picMk id="6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AD184B4B-0CF3-4D88-AFEA-77665C37DC41}" dt="2024-10-01T14:01:14.991" v="415" actId="1076"/>
        <pc:sldMkLst>
          <pc:docMk/>
          <pc:sldMk cId="0" sldId="268"/>
        </pc:sldMkLst>
        <pc:spChg chg="mod">
          <ac:chgData name="Ms Alina Arshad" userId="cccdfd85-d35d-4453-9c6f-a463aae40722" providerId="ADAL" clId="{AD184B4B-0CF3-4D88-AFEA-77665C37DC41}" dt="2024-10-01T13:59:56.983" v="376" actId="113"/>
          <ac:spMkLst>
            <pc:docMk/>
            <pc:sldMk cId="0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4:00:49.747" v="406" actId="1076"/>
          <ac:spMkLst>
            <pc:docMk/>
            <pc:sldMk cId="0" sldId="268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1:04.580" v="411" actId="478"/>
          <ac:spMkLst>
            <pc:docMk/>
            <pc:sldMk cId="0" sldId="268"/>
            <ac:spMk id="7" creationId="{00000000-0000-0000-0000-000000000000}"/>
          </ac:spMkLst>
        </pc:spChg>
        <pc:grpChg chg="add del">
          <ac:chgData name="Ms Alina Arshad" userId="cccdfd85-d35d-4453-9c6f-a463aae40722" providerId="ADAL" clId="{AD184B4B-0CF3-4D88-AFEA-77665C37DC41}" dt="2024-10-01T14:01:04.580" v="411" actId="478"/>
          <ac:grpSpMkLst>
            <pc:docMk/>
            <pc:sldMk cId="0" sldId="268"/>
            <ac:grpSpMk id="4" creationId="{00000000-0000-0000-0000-000000000000}"/>
          </ac:grpSpMkLst>
        </pc:grpChg>
        <pc:picChg chg="del">
          <ac:chgData name="Ms Alina Arshad" userId="cccdfd85-d35d-4453-9c6f-a463aae40722" providerId="ADAL" clId="{AD184B4B-0CF3-4D88-AFEA-77665C37DC41}" dt="2024-10-01T14:00:56.714" v="408" actId="478"/>
          <ac:picMkLst>
            <pc:docMk/>
            <pc:sldMk cId="0" sldId="268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1:14.991" v="415" actId="1076"/>
          <ac:picMkLst>
            <pc:docMk/>
            <pc:sldMk cId="0" sldId="268"/>
            <ac:picMk id="6" creationId="{00000000-0000-0000-0000-000000000000}"/>
          </ac:picMkLst>
        </pc:picChg>
      </pc:sldChg>
      <pc:sldChg chg="delSp modSp add mod">
        <pc:chgData name="Ms Alina Arshad" userId="cccdfd85-d35d-4453-9c6f-a463aae40722" providerId="ADAL" clId="{AD184B4B-0CF3-4D88-AFEA-77665C37DC41}" dt="2024-10-01T14:02:32.106" v="454" actId="1076"/>
        <pc:sldMkLst>
          <pc:docMk/>
          <pc:sldMk cId="0" sldId="269"/>
        </pc:sldMkLst>
        <pc:spChg chg="mod">
          <ac:chgData name="Ms Alina Arshad" userId="cccdfd85-d35d-4453-9c6f-a463aae40722" providerId="ADAL" clId="{AD184B4B-0CF3-4D88-AFEA-77665C37DC41}" dt="2024-10-01T14:01:30.015" v="421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1T14:02:12.866" v="446" actId="12"/>
          <ac:spMkLst>
            <pc:docMk/>
            <pc:sldMk cId="0" sldId="269"/>
            <ac:spMk id="3" creationId="{00000000-0000-0000-0000-000000000000}"/>
          </ac:spMkLst>
        </pc:spChg>
        <pc:spChg chg="del topLvl">
          <ac:chgData name="Ms Alina Arshad" userId="cccdfd85-d35d-4453-9c6f-a463aae40722" providerId="ADAL" clId="{AD184B4B-0CF3-4D88-AFEA-77665C37DC41}" dt="2024-10-01T14:02:25.429" v="451" actId="478"/>
          <ac:spMkLst>
            <pc:docMk/>
            <pc:sldMk cId="0" sldId="269"/>
            <ac:spMk id="7" creationId="{00000000-0000-0000-0000-000000000000}"/>
          </ac:spMkLst>
        </pc:spChg>
        <pc:grpChg chg="del mod">
          <ac:chgData name="Ms Alina Arshad" userId="cccdfd85-d35d-4453-9c6f-a463aae40722" providerId="ADAL" clId="{AD184B4B-0CF3-4D88-AFEA-77665C37DC41}" dt="2024-10-01T14:02:25.429" v="451" actId="478"/>
          <ac:grpSpMkLst>
            <pc:docMk/>
            <pc:sldMk cId="0" sldId="269"/>
            <ac:grpSpMk id="4" creationId="{00000000-0000-0000-0000-000000000000}"/>
          </ac:grpSpMkLst>
        </pc:grpChg>
        <pc:picChg chg="del mod">
          <ac:chgData name="Ms Alina Arshad" userId="cccdfd85-d35d-4453-9c6f-a463aae40722" providerId="ADAL" clId="{AD184B4B-0CF3-4D88-AFEA-77665C37DC41}" dt="2024-10-01T14:02:21.558" v="450" actId="478"/>
          <ac:picMkLst>
            <pc:docMk/>
            <pc:sldMk cId="0" sldId="269"/>
            <ac:picMk id="5" creationId="{00000000-0000-0000-0000-000000000000}"/>
          </ac:picMkLst>
        </pc:picChg>
        <pc:picChg chg="mod topLvl">
          <ac:chgData name="Ms Alina Arshad" userId="cccdfd85-d35d-4453-9c6f-a463aae40722" providerId="ADAL" clId="{AD184B4B-0CF3-4D88-AFEA-77665C37DC41}" dt="2024-10-01T14:02:32.106" v="454" actId="1076"/>
          <ac:picMkLst>
            <pc:docMk/>
            <pc:sldMk cId="0" sldId="269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AD184B4B-0CF3-4D88-AFEA-77665C37DC41}" dt="2024-10-05T06:10:42.379" v="500" actId="403"/>
        <pc:sldMkLst>
          <pc:docMk/>
          <pc:sldMk cId="0" sldId="270"/>
        </pc:sldMkLst>
        <pc:spChg chg="mod">
          <ac:chgData name="Ms Alina Arshad" userId="cccdfd85-d35d-4453-9c6f-a463aae40722" providerId="ADAL" clId="{AD184B4B-0CF3-4D88-AFEA-77665C37DC41}" dt="2024-10-05T06:10:19.654" v="489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0:42.379" v="500" actId="403"/>
          <ac:spMkLst>
            <pc:docMk/>
            <pc:sldMk cId="0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5T06:11:24.366" v="517" actId="14100"/>
        <pc:sldMkLst>
          <pc:docMk/>
          <pc:sldMk cId="0" sldId="271"/>
        </pc:sldMkLst>
        <pc:spChg chg="mod">
          <ac:chgData name="Ms Alina Arshad" userId="cccdfd85-d35d-4453-9c6f-a463aae40722" providerId="ADAL" clId="{AD184B4B-0CF3-4D88-AFEA-77665C37DC41}" dt="2024-10-05T06:10:59.179" v="503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1:24.366" v="517" actId="14100"/>
          <ac:spMkLst>
            <pc:docMk/>
            <pc:sldMk cId="0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AD184B4B-0CF3-4D88-AFEA-77665C37DC41}" dt="2024-10-05T06:19:30.561" v="556" actId="20577"/>
        <pc:sldMkLst>
          <pc:docMk/>
          <pc:sldMk cId="0" sldId="272"/>
        </pc:sldMkLst>
        <pc:spChg chg="mod">
          <ac:chgData name="Ms Alina Arshad" userId="cccdfd85-d35d-4453-9c6f-a463aae40722" providerId="ADAL" clId="{AD184B4B-0CF3-4D88-AFEA-77665C37DC41}" dt="2024-10-05T06:18:28.445" v="523" actId="113"/>
          <ac:spMkLst>
            <pc:docMk/>
            <pc:sldMk cId="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AD184B4B-0CF3-4D88-AFEA-77665C37DC41}" dt="2024-10-05T06:19:30.561" v="556" actId="20577"/>
          <ac:spMkLst>
            <pc:docMk/>
            <pc:sldMk cId="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AD184B4B-0CF3-4D88-AFEA-77665C37DC41}" dt="2024-10-01T12:57:25.028" v="94" actId="47"/>
        <pc:sldMkLst>
          <pc:docMk/>
          <pc:sldMk cId="3703048629" sldId="279"/>
        </pc:sldMkLst>
      </pc:sldChg>
      <pc:sldChg chg="del">
        <pc:chgData name="Ms Alina Arshad" userId="cccdfd85-d35d-4453-9c6f-a463aae40722" providerId="ADAL" clId="{AD184B4B-0CF3-4D88-AFEA-77665C37DC41}" dt="2024-10-01T12:57:25.764" v="95" actId="47"/>
        <pc:sldMkLst>
          <pc:docMk/>
          <pc:sldMk cId="1821615422" sldId="280"/>
        </pc:sldMkLst>
      </pc:sldChg>
      <pc:sldChg chg="del">
        <pc:chgData name="Ms Alina Arshad" userId="cccdfd85-d35d-4453-9c6f-a463aae40722" providerId="ADAL" clId="{AD184B4B-0CF3-4D88-AFEA-77665C37DC41}" dt="2024-10-01T12:57:26.817" v="97" actId="47"/>
        <pc:sldMkLst>
          <pc:docMk/>
          <pc:sldMk cId="3605066316" sldId="281"/>
        </pc:sldMkLst>
      </pc:sldChg>
      <pc:sldChg chg="del">
        <pc:chgData name="Ms Alina Arshad" userId="cccdfd85-d35d-4453-9c6f-a463aae40722" providerId="ADAL" clId="{AD184B4B-0CF3-4D88-AFEA-77665C37DC41}" dt="2024-10-01T12:57:27.073" v="98" actId="47"/>
        <pc:sldMkLst>
          <pc:docMk/>
          <pc:sldMk cId="24697311" sldId="282"/>
        </pc:sldMkLst>
      </pc:sldChg>
      <pc:sldChg chg="del">
        <pc:chgData name="Ms Alina Arshad" userId="cccdfd85-d35d-4453-9c6f-a463aae40722" providerId="ADAL" clId="{AD184B4B-0CF3-4D88-AFEA-77665C37DC41}" dt="2024-10-01T12:57:28.572" v="103" actId="47"/>
        <pc:sldMkLst>
          <pc:docMk/>
          <pc:sldMk cId="800652809" sldId="284"/>
        </pc:sldMkLst>
      </pc:sldChg>
      <pc:sldChg chg="del">
        <pc:chgData name="Ms Alina Arshad" userId="cccdfd85-d35d-4453-9c6f-a463aae40722" providerId="ADAL" clId="{AD184B4B-0CF3-4D88-AFEA-77665C37DC41}" dt="2024-10-01T12:57:26.310" v="96" actId="47"/>
        <pc:sldMkLst>
          <pc:docMk/>
          <pc:sldMk cId="2002870935" sldId="288"/>
        </pc:sldMkLst>
      </pc:sldChg>
      <pc:sldChg chg="del">
        <pc:chgData name="Ms Alina Arshad" userId="cccdfd85-d35d-4453-9c6f-a463aae40722" providerId="ADAL" clId="{AD184B4B-0CF3-4D88-AFEA-77665C37DC41}" dt="2024-10-01T12:57:24.591" v="93" actId="47"/>
        <pc:sldMkLst>
          <pc:docMk/>
          <pc:sldMk cId="0" sldId="347"/>
        </pc:sldMkLst>
      </pc:sldChg>
      <pc:sldChg chg="del">
        <pc:chgData name="Ms Alina Arshad" userId="cccdfd85-d35d-4453-9c6f-a463aae40722" providerId="ADAL" clId="{AD184B4B-0CF3-4D88-AFEA-77665C37DC41}" dt="2024-10-01T12:57:27.720" v="99" actId="47"/>
        <pc:sldMkLst>
          <pc:docMk/>
          <pc:sldMk cId="2036508356" sldId="348"/>
        </pc:sldMkLst>
      </pc:sldChg>
      <pc:sldChg chg="del">
        <pc:chgData name="Ms Alina Arshad" userId="cccdfd85-d35d-4453-9c6f-a463aae40722" providerId="ADAL" clId="{AD184B4B-0CF3-4D88-AFEA-77665C37DC41}" dt="2024-10-01T12:57:27.938" v="100" actId="47"/>
        <pc:sldMkLst>
          <pc:docMk/>
          <pc:sldMk cId="132290220" sldId="349"/>
        </pc:sldMkLst>
      </pc:sldChg>
      <pc:sldChg chg="del">
        <pc:chgData name="Ms Alina Arshad" userId="cccdfd85-d35d-4453-9c6f-a463aae40722" providerId="ADAL" clId="{AD184B4B-0CF3-4D88-AFEA-77665C37DC41}" dt="2024-10-01T12:57:28.358" v="102" actId="47"/>
        <pc:sldMkLst>
          <pc:docMk/>
          <pc:sldMk cId="448686030" sldId="350"/>
        </pc:sldMkLst>
      </pc:sldChg>
      <pc:sldChg chg="del">
        <pc:chgData name="Ms Alina Arshad" userId="cccdfd85-d35d-4453-9c6f-a463aae40722" providerId="ADAL" clId="{AD184B4B-0CF3-4D88-AFEA-77665C37DC41}" dt="2024-10-01T12:57:28.175" v="101" actId="47"/>
        <pc:sldMkLst>
          <pc:docMk/>
          <pc:sldMk cId="3109540881" sldId="351"/>
        </pc:sldMkLst>
      </pc:sldChg>
      <pc:sldChg chg="del">
        <pc:chgData name="Ms Alina Arshad" userId="cccdfd85-d35d-4453-9c6f-a463aae40722" providerId="ADAL" clId="{AD184B4B-0CF3-4D88-AFEA-77665C37DC41}" dt="2024-10-01T12:57:29.086" v="104" actId="47"/>
        <pc:sldMkLst>
          <pc:docMk/>
          <pc:sldMk cId="0" sldId="352"/>
        </pc:sldMkLst>
      </pc:sldChg>
      <pc:sldChg chg="del">
        <pc:chgData name="Ms Alina Arshad" userId="cccdfd85-d35d-4453-9c6f-a463aae40722" providerId="ADAL" clId="{AD184B4B-0CF3-4D88-AFEA-77665C37DC41}" dt="2024-10-01T12:57:29.443" v="106" actId="47"/>
        <pc:sldMkLst>
          <pc:docMk/>
          <pc:sldMk cId="0" sldId="353"/>
        </pc:sldMkLst>
      </pc:sldChg>
      <pc:sldChg chg="del">
        <pc:chgData name="Ms Alina Arshad" userId="cccdfd85-d35d-4453-9c6f-a463aae40722" providerId="ADAL" clId="{AD184B4B-0CF3-4D88-AFEA-77665C37DC41}" dt="2024-10-01T12:57:29.610" v="107" actId="47"/>
        <pc:sldMkLst>
          <pc:docMk/>
          <pc:sldMk cId="0" sldId="354"/>
        </pc:sldMkLst>
      </pc:sldChg>
      <pc:sldChg chg="del">
        <pc:chgData name="Ms Alina Arshad" userId="cccdfd85-d35d-4453-9c6f-a463aae40722" providerId="ADAL" clId="{AD184B4B-0CF3-4D88-AFEA-77665C37DC41}" dt="2024-10-01T12:57:30.402" v="109" actId="47"/>
        <pc:sldMkLst>
          <pc:docMk/>
          <pc:sldMk cId="0" sldId="355"/>
        </pc:sldMkLst>
      </pc:sldChg>
      <pc:sldChg chg="del">
        <pc:chgData name="Ms Alina Arshad" userId="cccdfd85-d35d-4453-9c6f-a463aae40722" providerId="ADAL" clId="{AD184B4B-0CF3-4D88-AFEA-77665C37DC41}" dt="2024-10-01T12:57:33.574" v="116" actId="47"/>
        <pc:sldMkLst>
          <pc:docMk/>
          <pc:sldMk cId="0" sldId="357"/>
        </pc:sldMkLst>
      </pc:sldChg>
      <pc:sldChg chg="del">
        <pc:chgData name="Ms Alina Arshad" userId="cccdfd85-d35d-4453-9c6f-a463aae40722" providerId="ADAL" clId="{AD184B4B-0CF3-4D88-AFEA-77665C37DC41}" dt="2024-10-01T12:57:31.496" v="112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AD184B4B-0CF3-4D88-AFEA-77665C37DC41}" dt="2024-10-01T12:57:31.858" v="113" actId="47"/>
        <pc:sldMkLst>
          <pc:docMk/>
          <pc:sldMk cId="0" sldId="369"/>
        </pc:sldMkLst>
      </pc:sldChg>
      <pc:sldChg chg="del">
        <pc:chgData name="Ms Alina Arshad" userId="cccdfd85-d35d-4453-9c6f-a463aae40722" providerId="ADAL" clId="{AD184B4B-0CF3-4D88-AFEA-77665C37DC41}" dt="2024-10-01T12:57:30.575" v="110" actId="47"/>
        <pc:sldMkLst>
          <pc:docMk/>
          <pc:sldMk cId="0" sldId="370"/>
        </pc:sldMkLst>
      </pc:sldChg>
      <pc:sldChg chg="del">
        <pc:chgData name="Ms Alina Arshad" userId="cccdfd85-d35d-4453-9c6f-a463aae40722" providerId="ADAL" clId="{AD184B4B-0CF3-4D88-AFEA-77665C37DC41}" dt="2024-10-01T12:57:31.210" v="111" actId="47"/>
        <pc:sldMkLst>
          <pc:docMk/>
          <pc:sldMk cId="0" sldId="371"/>
        </pc:sldMkLst>
      </pc:sldChg>
      <pc:sldChg chg="del ord">
        <pc:chgData name="Ms Alina Arshad" userId="cccdfd85-d35d-4453-9c6f-a463aae40722" providerId="ADAL" clId="{AD184B4B-0CF3-4D88-AFEA-77665C37DC41}" dt="2024-10-01T12:57:30.161" v="108" actId="47"/>
        <pc:sldMkLst>
          <pc:docMk/>
          <pc:sldMk cId="0" sldId="372"/>
        </pc:sldMkLst>
      </pc:sldChg>
      <pc:sldChg chg="del">
        <pc:chgData name="Ms Alina Arshad" userId="cccdfd85-d35d-4453-9c6f-a463aae40722" providerId="ADAL" clId="{AD184B4B-0CF3-4D88-AFEA-77665C37DC41}" dt="2024-10-01T12:57:24.110" v="92" actId="47"/>
        <pc:sldMkLst>
          <pc:docMk/>
          <pc:sldMk cId="0" sldId="384"/>
        </pc:sldMkLst>
      </pc:sldChg>
      <pc:sldChg chg="del">
        <pc:chgData name="Ms Alina Arshad" userId="cccdfd85-d35d-4453-9c6f-a463aae40722" providerId="ADAL" clId="{AD184B4B-0CF3-4D88-AFEA-77665C37DC41}" dt="2024-10-01T12:57:32.374" v="114" actId="47"/>
        <pc:sldMkLst>
          <pc:docMk/>
          <pc:sldMk cId="0" sldId="392"/>
        </pc:sldMkLst>
      </pc:sldChg>
      <pc:sldChg chg="del">
        <pc:chgData name="Ms Alina Arshad" userId="cccdfd85-d35d-4453-9c6f-a463aae40722" providerId="ADAL" clId="{AD184B4B-0CF3-4D88-AFEA-77665C37DC41}" dt="2024-10-01T12:57:32.626" v="115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AD184B4B-0CF3-4D88-AFEA-77665C37DC41}" dt="2024-10-01T12:57:29.281" v="105" actId="47"/>
        <pc:sldMkLst>
          <pc:docMk/>
          <pc:sldMk cId="1634129650" sldId="397"/>
        </pc:sldMkLst>
      </pc:sldChg>
    </pc:docChg>
  </pc:docChgLst>
  <pc:docChgLst>
    <pc:chgData name="Ms Alina Arshad" userId="cccdfd85-d35d-4453-9c6f-a463aae40722" providerId="ADAL" clId="{506AEF98-43AF-47E5-97BE-CEE6E380F332}"/>
    <pc:docChg chg="custSel addSld delSld modSld">
      <pc:chgData name="Ms Alina Arshad" userId="cccdfd85-d35d-4453-9c6f-a463aae40722" providerId="ADAL" clId="{506AEF98-43AF-47E5-97BE-CEE6E380F332}" dt="2024-09-06T05:02:08.009" v="313" actId="207"/>
      <pc:docMkLst>
        <pc:docMk/>
      </pc:docMkLst>
      <pc:sldChg chg="modSp mod">
        <pc:chgData name="Ms Alina Arshad" userId="cccdfd85-d35d-4453-9c6f-a463aae40722" providerId="ADAL" clId="{506AEF98-43AF-47E5-97BE-CEE6E380F332}" dt="2024-09-05T09:07:33.153" v="31" actId="2711"/>
        <pc:sldMkLst>
          <pc:docMk/>
          <pc:sldMk cId="3322361034" sldId="256"/>
        </pc:sldMkLst>
        <pc:spChg chg="mod">
          <ac:chgData name="Ms Alina Arshad" userId="cccdfd85-d35d-4453-9c6f-a463aae40722" providerId="ADAL" clId="{506AEF98-43AF-47E5-97BE-CEE6E380F332}" dt="2024-09-05T09:07:33.153" v="31" actId="2711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506AEF98-43AF-47E5-97BE-CEE6E380F332}" dt="2024-09-05T09:07:40.105" v="32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506AEF98-43AF-47E5-97BE-CEE6E380F332}" dt="2024-09-05T09:16:16.547" v="48" actId="5793"/>
        <pc:sldMkLst>
          <pc:docMk/>
          <pc:sldMk cId="0" sldId="258"/>
        </pc:sldMkLst>
        <pc:spChg chg="mod">
          <ac:chgData name="Ms Alina Arshad" userId="cccdfd85-d35d-4453-9c6f-a463aae40722" providerId="ADAL" clId="{506AEF98-43AF-47E5-97BE-CEE6E380F332}" dt="2024-09-05T09:07:46.918" v="35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6:16.547" v="48" actId="5793"/>
          <ac:spMkLst>
            <pc:docMk/>
            <pc:sldMk cId="0" sldId="258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506AEF98-43AF-47E5-97BE-CEE6E380F332}" dt="2024-09-05T09:25:27.259" v="160" actId="207"/>
        <pc:sldMkLst>
          <pc:docMk/>
          <pc:sldMk cId="0" sldId="259"/>
        </pc:sldMkLst>
        <pc:spChg chg="mod">
          <ac:chgData name="Ms Alina Arshad" userId="cccdfd85-d35d-4453-9c6f-a463aae40722" providerId="ADAL" clId="{506AEF98-43AF-47E5-97BE-CEE6E380F332}" dt="2024-09-05T09:17:01.684" v="52" actId="113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17:19.919" v="57" actId="14100"/>
          <ac:spMkLst>
            <pc:docMk/>
            <pc:sldMk cId="0" sldId="259"/>
            <ac:spMk id="3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27.259" v="160" actId="207"/>
          <ac:graphicFrameMkLst>
            <pc:docMk/>
            <pc:sldMk cId="0" sldId="259"/>
            <ac:graphicFrameMk id="5" creationId="{00000000-0000-0000-0000-000000000000}"/>
          </ac:graphicFrameMkLst>
        </pc:graphicFrameChg>
        <pc:picChg chg="del mod">
          <ac:chgData name="Ms Alina Arshad" userId="cccdfd85-d35d-4453-9c6f-a463aae40722" providerId="ADAL" clId="{506AEF98-43AF-47E5-97BE-CEE6E380F332}" dt="2024-09-05T09:17:31.759" v="61" actId="478"/>
          <ac:picMkLst>
            <pc:docMk/>
            <pc:sldMk cId="0" sldId="259"/>
            <ac:picMk id="4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506AEF98-43AF-47E5-97BE-CEE6E380F332}" dt="2024-09-05T09:25:45.452" v="163" actId="207"/>
        <pc:sldMkLst>
          <pc:docMk/>
          <pc:sldMk cId="0" sldId="260"/>
        </pc:sldMkLst>
        <pc:spChg chg="mod">
          <ac:chgData name="Ms Alina Arshad" userId="cccdfd85-d35d-4453-9c6f-a463aae40722" providerId="ADAL" clId="{506AEF98-43AF-47E5-97BE-CEE6E380F332}" dt="2024-09-05T09:20:13.003" v="92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43.387" v="119" actId="1410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1:35.811" v="117" actId="14100"/>
          <ac:spMkLst>
            <pc:docMk/>
            <pc:sldMk cId="0" sldId="260"/>
            <ac:spMk id="8" creationId="{00000000-0000-0000-0000-000000000000}"/>
          </ac:spMkLst>
        </pc:spChg>
        <pc:graphicFrameChg chg="mod modGraphic">
          <ac:chgData name="Ms Alina Arshad" userId="cccdfd85-d35d-4453-9c6f-a463aae40722" providerId="ADAL" clId="{506AEF98-43AF-47E5-97BE-CEE6E380F332}" dt="2024-09-05T09:25:38.150" v="161" actId="207"/>
          <ac:graphicFrameMkLst>
            <pc:docMk/>
            <pc:sldMk cId="0" sldId="260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506AEF98-43AF-47E5-97BE-CEE6E380F332}" dt="2024-09-05T09:25:45.452" v="163" actId="207"/>
          <ac:graphicFrameMkLst>
            <pc:docMk/>
            <pc:sldMk cId="0" sldId="260"/>
            <ac:graphicFrameMk id="7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0:24.155" v="95" actId="478"/>
          <ac:picMkLst>
            <pc:docMk/>
            <pc:sldMk cId="0" sldId="260"/>
            <ac:picMk id="3" creationId="{00000000-0000-0000-0000-000000000000}"/>
          </ac:picMkLst>
        </pc:picChg>
        <pc:picChg chg="del">
          <ac:chgData name="Ms Alina Arshad" userId="cccdfd85-d35d-4453-9c6f-a463aae40722" providerId="ADAL" clId="{506AEF98-43AF-47E5-97BE-CEE6E380F332}" dt="2024-09-05T09:21:48.675" v="121" actId="478"/>
          <ac:picMkLst>
            <pc:docMk/>
            <pc:sldMk cId="0" sldId="260"/>
            <ac:picMk id="6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506AEF98-43AF-47E5-97BE-CEE6E380F332}" dt="2024-09-05T09:25:51.450" v="164" actId="207"/>
        <pc:sldMkLst>
          <pc:docMk/>
          <pc:sldMk cId="0" sldId="261"/>
        </pc:sldMkLst>
        <pc:spChg chg="del">
          <ac:chgData name="Ms Alina Arshad" userId="cccdfd85-d35d-4453-9c6f-a463aae40722" providerId="ADAL" clId="{506AEF98-43AF-47E5-97BE-CEE6E380F332}" dt="2024-09-05T09:24:03.114" v="142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4:27.558" v="148" actId="2711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Ms Alina Arshad" userId="cccdfd85-d35d-4453-9c6f-a463aae40722" providerId="ADAL" clId="{506AEF98-43AF-47E5-97BE-CEE6E380F332}" dt="2024-09-05T09:24:06.217" v="143" actId="478"/>
          <ac:spMkLst>
            <pc:docMk/>
            <pc:sldMk cId="0" sldId="261"/>
            <ac:spMk id="7" creationId="{9B225BDB-465A-3ADD-4CEC-29C7CC1832AD}"/>
          </ac:spMkLst>
        </pc:spChg>
        <pc:spChg chg="add mod">
          <ac:chgData name="Ms Alina Arshad" userId="cccdfd85-d35d-4453-9c6f-a463aae40722" providerId="ADAL" clId="{506AEF98-43AF-47E5-97BE-CEE6E380F332}" dt="2024-09-05T09:24:07.546" v="144"/>
          <ac:spMkLst>
            <pc:docMk/>
            <pc:sldMk cId="0" sldId="261"/>
            <ac:spMk id="8" creationId="{882DBBE7-BADA-A9F1-3050-34ED00C528A2}"/>
          </ac:spMkLst>
        </pc:spChg>
        <pc:graphicFrameChg chg="mod modGraphic">
          <ac:chgData name="Ms Alina Arshad" userId="cccdfd85-d35d-4453-9c6f-a463aae40722" providerId="ADAL" clId="{506AEF98-43AF-47E5-97BE-CEE6E380F332}" dt="2024-09-05T09:25:51.450" v="164" actId="207"/>
          <ac:graphicFrameMkLst>
            <pc:docMk/>
            <pc:sldMk cId="0" sldId="261"/>
            <ac:graphicFrameMk id="5" creationId="{00000000-0000-0000-0000-000000000000}"/>
          </ac:graphicFrameMkLst>
        </pc:graphicFrameChg>
        <pc:picChg chg="del">
          <ac:chgData name="Ms Alina Arshad" userId="cccdfd85-d35d-4453-9c6f-a463aae40722" providerId="ADAL" clId="{506AEF98-43AF-47E5-97BE-CEE6E380F332}" dt="2024-09-05T09:24:18.348" v="147" actId="478"/>
          <ac:picMkLst>
            <pc:docMk/>
            <pc:sldMk cId="0" sldId="261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5T09:26:42.097" v="174" actId="207"/>
        <pc:sldMkLst>
          <pc:docMk/>
          <pc:sldMk cId="0" sldId="262"/>
        </pc:sldMkLst>
        <pc:spChg chg="mod">
          <ac:chgData name="Ms Alina Arshad" userId="cccdfd85-d35d-4453-9c6f-a463aae40722" providerId="ADAL" clId="{506AEF98-43AF-47E5-97BE-CEE6E380F332}" dt="2024-09-05T09:26:08.874" v="16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6:42.097" v="174" actId="207"/>
          <ac:spMkLst>
            <pc:docMk/>
            <pc:sldMk cId="0" sldId="262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5T09:27:22.823" v="183" actId="207"/>
        <pc:sldMkLst>
          <pc:docMk/>
          <pc:sldMk cId="0" sldId="263"/>
        </pc:sldMkLst>
        <pc:spChg chg="mod">
          <ac:chgData name="Ms Alina Arshad" userId="cccdfd85-d35d-4453-9c6f-a463aae40722" providerId="ADAL" clId="{506AEF98-43AF-47E5-97BE-CEE6E380F332}" dt="2024-09-05T09:26:56.430" v="178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5T09:27:22.823" v="183" actId="207"/>
          <ac:spMkLst>
            <pc:docMk/>
            <pc:sldMk cId="0" sldId="26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8:09.575" v="198" actId="404"/>
        <pc:sldMkLst>
          <pc:docMk/>
          <pc:sldMk cId="0" sldId="264"/>
        </pc:sldMkLst>
        <pc:spChg chg="mod">
          <ac:chgData name="Ms Alina Arshad" userId="cccdfd85-d35d-4453-9c6f-a463aae40722" providerId="ADAL" clId="{506AEF98-43AF-47E5-97BE-CEE6E380F332}" dt="2024-09-06T04:44:50.131" v="194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8:09.575" v="198" actId="404"/>
          <ac:spMkLst>
            <pc:docMk/>
            <pc:sldMk cId="0" sldId="264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49:09.787" v="209" actId="207"/>
        <pc:sldMkLst>
          <pc:docMk/>
          <pc:sldMk cId="1577505814" sldId="265"/>
        </pc:sldMkLst>
        <pc:spChg chg="mod">
          <ac:chgData name="Ms Alina Arshad" userId="cccdfd85-d35d-4453-9c6f-a463aae40722" providerId="ADAL" clId="{506AEF98-43AF-47E5-97BE-CEE6E380F332}" dt="2024-09-06T04:48:27.833" v="203" actId="1076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49:09.787" v="209" actId="207"/>
          <ac:spMkLst>
            <pc:docMk/>
            <pc:sldMk cId="1577505814" sldId="265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0:19.086" v="224" actId="207"/>
        <pc:sldMkLst>
          <pc:docMk/>
          <pc:sldMk cId="1582826008" sldId="266"/>
        </pc:sldMkLst>
        <pc:spChg chg="mod">
          <ac:chgData name="Ms Alina Arshad" userId="cccdfd85-d35d-4453-9c6f-a463aae40722" providerId="ADAL" clId="{506AEF98-43AF-47E5-97BE-CEE6E380F332}" dt="2024-09-06T04:49:30.963" v="213" actId="113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0:19.086" v="224" actId="207"/>
          <ac:spMkLst>
            <pc:docMk/>
            <pc:sldMk cId="1582826008" sldId="266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24.650" v="238" actId="207"/>
        <pc:sldMkLst>
          <pc:docMk/>
          <pc:sldMk cId="731299161" sldId="267"/>
        </pc:sldMkLst>
        <pc:spChg chg="mod">
          <ac:chgData name="Ms Alina Arshad" userId="cccdfd85-d35d-4453-9c6f-a463aae40722" providerId="ADAL" clId="{506AEF98-43AF-47E5-97BE-CEE6E380F332}" dt="2024-09-06T04:50:58.749" v="233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4:51:24.650" v="238" actId="207"/>
          <ac:spMkLst>
            <pc:docMk/>
            <pc:sldMk cId="731299161" sldId="267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506AEF98-43AF-47E5-97BE-CEE6E380F332}" dt="2024-09-06T04:51:56.787" v="247" actId="1076"/>
        <pc:sldMkLst>
          <pc:docMk/>
          <pc:sldMk cId="90329638" sldId="268"/>
        </pc:sldMkLst>
        <pc:spChg chg="mod">
          <ac:chgData name="Ms Alina Arshad" userId="cccdfd85-d35d-4453-9c6f-a463aae40722" providerId="ADAL" clId="{506AEF98-43AF-47E5-97BE-CEE6E380F332}" dt="2024-09-06T04:51:55.847" v="246" actId="1076"/>
          <ac:spMkLst>
            <pc:docMk/>
            <pc:sldMk cId="90329638" sldId="268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1:56.787" v="247" actId="1076"/>
          <ac:picMkLst>
            <pc:docMk/>
            <pc:sldMk cId="90329638" sldId="268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10.571" v="252" actId="1076"/>
        <pc:sldMkLst>
          <pc:docMk/>
          <pc:sldMk cId="2295129282" sldId="269"/>
        </pc:sldMkLst>
        <pc:picChg chg="mod">
          <ac:chgData name="Ms Alina Arshad" userId="cccdfd85-d35d-4453-9c6f-a463aae40722" providerId="ADAL" clId="{506AEF98-43AF-47E5-97BE-CEE6E380F332}" dt="2024-09-06T04:52:10.571" v="252" actId="1076"/>
          <ac:picMkLst>
            <pc:docMk/>
            <pc:sldMk cId="2295129282" sldId="269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20.805" v="255" actId="1076"/>
        <pc:sldMkLst>
          <pc:docMk/>
          <pc:sldMk cId="2090315159" sldId="270"/>
        </pc:sldMkLst>
        <pc:picChg chg="mod">
          <ac:chgData name="Ms Alina Arshad" userId="cccdfd85-d35d-4453-9c6f-a463aae40722" providerId="ADAL" clId="{506AEF98-43AF-47E5-97BE-CEE6E380F332}" dt="2024-09-06T04:52:20.805" v="255" actId="1076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4:52:59.227" v="2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06AEF98-43AF-47E5-97BE-CEE6E380F332}" dt="2024-09-06T04:52:59.227" v="271" actId="1076"/>
          <ac:spMkLst>
            <pc:docMk/>
            <pc:sldMk cId="3034138166" sldId="271"/>
            <ac:spMk id="2" creationId="{00000000-0000-0000-0000-000000000000}"/>
          </ac:spMkLst>
        </pc:spChg>
        <pc:picChg chg="mod">
          <ac:chgData name="Ms Alina Arshad" userId="cccdfd85-d35d-4453-9c6f-a463aae40722" providerId="ADAL" clId="{506AEF98-43AF-47E5-97BE-CEE6E380F332}" dt="2024-09-06T04:52:53.655" v="270" actId="14100"/>
          <ac:picMkLst>
            <pc:docMk/>
            <pc:sldMk cId="3034138166" sldId="271"/>
            <ac:picMk id="3" creationId="{00000000-0000-0000-0000-000000000000}"/>
          </ac:picMkLst>
        </pc:picChg>
      </pc:sldChg>
      <pc:sldChg chg="modSp add del mod">
        <pc:chgData name="Ms Alina Arshad" userId="cccdfd85-d35d-4453-9c6f-a463aae40722" providerId="ADAL" clId="{506AEF98-43AF-47E5-97BE-CEE6E380F332}" dt="2024-09-06T05:00:31.482" v="282" actId="255"/>
        <pc:sldMkLst>
          <pc:docMk/>
          <pc:sldMk cId="2504047100" sldId="272"/>
        </pc:sldMkLst>
        <pc:spChg chg="mod">
          <ac:chgData name="Ms Alina Arshad" userId="cccdfd85-d35d-4453-9c6f-a463aae40722" providerId="ADAL" clId="{506AEF98-43AF-47E5-97BE-CEE6E380F332}" dt="2024-09-06T04:53:12.362" v="275" actId="1076"/>
          <ac:spMkLst>
            <pc:docMk/>
            <pc:sldMk cId="2504047100" sldId="272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0:31.482" v="282" actId="255"/>
          <ac:spMkLst>
            <pc:docMk/>
            <pc:sldMk cId="2504047100" sldId="27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6.068" v="304" actId="113"/>
        <pc:sldMkLst>
          <pc:docMk/>
          <pc:sldMk cId="4283755204" sldId="273"/>
        </pc:sldMkLst>
        <pc:spChg chg="mod">
          <ac:chgData name="Ms Alina Arshad" userId="cccdfd85-d35d-4453-9c6f-a463aae40722" providerId="ADAL" clId="{506AEF98-43AF-47E5-97BE-CEE6E380F332}" dt="2024-09-06T05:00:41.168" v="286" actId="113"/>
          <ac:spMkLst>
            <pc:docMk/>
            <pc:sldMk cId="4283755204" sldId="273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6.068" v="304" actId="113"/>
          <ac:spMkLst>
            <pc:docMk/>
            <pc:sldMk cId="4283755204" sldId="27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1:31.214" v="302" actId="113"/>
        <pc:sldMkLst>
          <pc:docMk/>
          <pc:sldMk cId="2935103945" sldId="274"/>
        </pc:sldMkLst>
        <pc:spChg chg="mod">
          <ac:chgData name="Ms Alina Arshad" userId="cccdfd85-d35d-4453-9c6f-a463aae40722" providerId="ADAL" clId="{506AEF98-43AF-47E5-97BE-CEE6E380F332}" dt="2024-09-06T05:01:05.870" v="295" actId="113"/>
          <ac:spMkLst>
            <pc:docMk/>
            <pc:sldMk cId="2935103945" sldId="274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1:31.214" v="302" actId="113"/>
          <ac:spMkLst>
            <pc:docMk/>
            <pc:sldMk cId="2935103945" sldId="274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506AEF98-43AF-47E5-97BE-CEE6E380F332}" dt="2024-09-06T05:02:08.009" v="313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06AEF98-43AF-47E5-97BE-CEE6E380F332}" dt="2024-09-06T05:01:55.431" v="309" actId="1076"/>
          <ac:spMkLst>
            <pc:docMk/>
            <pc:sldMk cId="1497646456" sldId="275"/>
            <ac:spMk id="2" creationId="{00000000-0000-0000-0000-000000000000}"/>
          </ac:spMkLst>
        </pc:spChg>
        <pc:spChg chg="mod">
          <ac:chgData name="Ms Alina Arshad" userId="cccdfd85-d35d-4453-9c6f-a463aae40722" providerId="ADAL" clId="{506AEF98-43AF-47E5-97BE-CEE6E380F332}" dt="2024-09-06T05:02:08.009" v="313" actId="207"/>
          <ac:spMkLst>
            <pc:docMk/>
            <pc:sldMk cId="1497646456" sldId="275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506AEF98-43AF-47E5-97BE-CEE6E380F332}" dt="2024-09-05T09:06:19.247" v="16" actId="47"/>
        <pc:sldMkLst>
          <pc:docMk/>
          <pc:sldMk cId="0" sldId="395"/>
        </pc:sldMkLst>
      </pc:sldChg>
      <pc:sldChg chg="del">
        <pc:chgData name="Ms Alina Arshad" userId="cccdfd85-d35d-4453-9c6f-a463aae40722" providerId="ADAL" clId="{506AEF98-43AF-47E5-97BE-CEE6E380F332}" dt="2024-09-05T09:06:19.481" v="17" actId="47"/>
        <pc:sldMkLst>
          <pc:docMk/>
          <pc:sldMk cId="0" sldId="396"/>
        </pc:sldMkLst>
      </pc:sldChg>
      <pc:sldChg chg="del">
        <pc:chgData name="Ms Alina Arshad" userId="cccdfd85-d35d-4453-9c6f-a463aae40722" providerId="ADAL" clId="{506AEF98-43AF-47E5-97BE-CEE6E380F332}" dt="2024-09-05T09:06:18.950" v="15" actId="47"/>
        <pc:sldMkLst>
          <pc:docMk/>
          <pc:sldMk cId="1634129650" sldId="397"/>
        </pc:sldMkLst>
      </pc:sldChg>
      <pc:sldMasterChg chg="delSldLayout">
        <pc:chgData name="Ms Alina Arshad" userId="cccdfd85-d35d-4453-9c6f-a463aae40722" providerId="ADAL" clId="{506AEF98-43AF-47E5-97BE-CEE6E380F332}" dt="2024-09-05T09:06:16.387" v="7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506AEF98-43AF-47E5-97BE-CEE6E380F332}" dt="2024-09-05T09:06:16.387" v="7" actId="47"/>
          <pc:sldLayoutMkLst>
            <pc:docMk/>
            <pc:sldMasterMk cId="1090009938" sldId="2147483660"/>
            <pc:sldLayoutMk cId="678066955" sldId="2147483672"/>
          </pc:sldLayoutMkLst>
        </pc:sldLayoutChg>
      </pc:sldMasterChg>
    </pc:docChg>
  </pc:docChgLst>
  <pc:docChgLst>
    <pc:chgData name="Ms Alina Arshad" userId="cccdfd85-d35d-4453-9c6f-a463aae40722" providerId="ADAL" clId="{44991E72-28EC-43D4-9452-2984EF5D346D}"/>
    <pc:docChg chg="undo custSel addSld delSld modSld">
      <pc:chgData name="Ms Alina Arshad" userId="cccdfd85-d35d-4453-9c6f-a463aae40722" providerId="ADAL" clId="{44991E72-28EC-43D4-9452-2984EF5D346D}" dt="2024-09-03T04:23:54.014" v="592" actId="404"/>
      <pc:docMkLst>
        <pc:docMk/>
      </pc:docMkLst>
      <pc:sldChg chg="addSp delSp modSp mod">
        <pc:chgData name="Ms Alina Arshad" userId="cccdfd85-d35d-4453-9c6f-a463aae40722" providerId="ADAL" clId="{44991E72-28EC-43D4-9452-2984EF5D346D}" dt="2024-08-29T08:38:26.035" v="584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44991E72-28EC-43D4-9452-2984EF5D346D}" dt="2024-08-29T08:38:26.035" v="584" actId="27636"/>
          <ac:spMkLst>
            <pc:docMk/>
            <pc:sldMk cId="3322361034" sldId="256"/>
            <ac:spMk id="3" creationId="{44E9F82C-BBA7-3495-1097-BEDB54FFFDF4}"/>
          </ac:spMkLst>
        </pc:spChg>
        <pc:spChg chg="add del mod">
          <ac:chgData name="Ms Alina Arshad" userId="cccdfd85-d35d-4453-9c6f-a463aae40722" providerId="ADAL" clId="{44991E72-28EC-43D4-9452-2984EF5D346D}" dt="2024-08-29T06:58:40.247" v="81" actId="478"/>
          <ac:spMkLst>
            <pc:docMk/>
            <pc:sldMk cId="3322361034" sldId="256"/>
            <ac:spMk id="6" creationId="{DA71808B-1605-2E5A-9020-A111E2109C1E}"/>
          </ac:spMkLst>
        </pc:spChg>
      </pc:sldChg>
      <pc:sldChg chg="modSp add mod">
        <pc:chgData name="Ms Alina Arshad" userId="cccdfd85-d35d-4453-9c6f-a463aae40722" providerId="ADAL" clId="{44991E72-28EC-43D4-9452-2984EF5D346D}" dt="2024-08-29T07:36:47.319" v="127" actId="403"/>
        <pc:sldMkLst>
          <pc:docMk/>
          <pc:sldMk cId="0" sldId="258"/>
        </pc:sldMkLst>
        <pc:spChg chg="mod">
          <ac:chgData name="Ms Alina Arshad" userId="cccdfd85-d35d-4453-9c6f-a463aae40722" providerId="ADAL" clId="{44991E72-28EC-43D4-9452-2984EF5D346D}" dt="2024-08-29T07:36:47.319" v="127" actId="403"/>
          <ac:spMkLst>
            <pc:docMk/>
            <pc:sldMk cId="0" sldId="258"/>
            <ac:spMk id="3" creationId="{00000000-0000-0000-0000-000000000000}"/>
          </ac:spMkLst>
        </pc:spChg>
        <pc:graphicFrameChg chg="modGraphic">
          <ac:chgData name="Ms Alina Arshad" userId="cccdfd85-d35d-4453-9c6f-a463aae40722" providerId="ADAL" clId="{44991E72-28EC-43D4-9452-2984EF5D346D}" dt="2024-08-29T07:35:42.142" v="124" actId="207"/>
          <ac:graphicFrameMkLst>
            <pc:docMk/>
            <pc:sldMk cId="0" sldId="258"/>
            <ac:graphicFrameMk id="2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44991E72-28EC-43D4-9452-2984EF5D346D}" dt="2024-08-29T07:40:55.749" v="147" actId="403"/>
        <pc:sldMkLst>
          <pc:docMk/>
          <pc:sldMk cId="0" sldId="259"/>
        </pc:sldMkLst>
        <pc:spChg chg="mod">
          <ac:chgData name="Ms Alina Arshad" userId="cccdfd85-d35d-4453-9c6f-a463aae40722" providerId="ADAL" clId="{44991E72-28EC-43D4-9452-2984EF5D346D}" dt="2024-08-29T07:37:18.868" v="132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7:40:55.749" v="147" actId="403"/>
          <ac:spMkLst>
            <pc:docMk/>
            <pc:sldMk cId="0" sldId="25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7:42:14.196" v="154" actId="1076"/>
        <pc:sldMkLst>
          <pc:docMk/>
          <pc:sldMk cId="0" sldId="260"/>
        </pc:sldMkLst>
        <pc:picChg chg="mod">
          <ac:chgData name="Ms Alina Arshad" userId="cccdfd85-d35d-4453-9c6f-a463aae40722" providerId="ADAL" clId="{44991E72-28EC-43D4-9452-2984EF5D346D}" dt="2024-08-29T07:42:14.196" v="154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00:14.745" v="276" actId="404"/>
        <pc:sldMkLst>
          <pc:docMk/>
          <pc:sldMk cId="0" sldId="261"/>
        </pc:sldMkLst>
        <pc:spChg chg="mod">
          <ac:chgData name="Ms Alina Arshad" userId="cccdfd85-d35d-4453-9c6f-a463aae40722" providerId="ADAL" clId="{44991E72-28EC-43D4-9452-2984EF5D346D}" dt="2024-08-29T07:47:22.283" v="189" actId="403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14.745" v="276" actId="404"/>
          <ac:spMkLst>
            <pc:docMk/>
            <pc:sldMk cId="0" sldId="26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0:48.725" v="286" actId="1076"/>
        <pc:sldMkLst>
          <pc:docMk/>
          <pc:sldMk cId="0" sldId="262"/>
        </pc:sldMkLst>
        <pc:spChg chg="mod">
          <ac:chgData name="Ms Alina Arshad" userId="cccdfd85-d35d-4453-9c6f-a463aae40722" providerId="ADAL" clId="{44991E72-28EC-43D4-9452-2984EF5D346D}" dt="2024-08-29T08:00:32.710" v="281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0:48.725" v="286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07:44.108" v="385" actId="207"/>
        <pc:sldMkLst>
          <pc:docMk/>
          <pc:sldMk cId="0" sldId="263"/>
        </pc:sldMkLst>
        <pc:spChg chg="mod">
          <ac:chgData name="Ms Alina Arshad" userId="cccdfd85-d35d-4453-9c6f-a463aae40722" providerId="ADAL" clId="{44991E72-28EC-43D4-9452-2984EF5D346D}" dt="2024-08-29T08:01:34.730" v="295" actId="113"/>
          <ac:spMkLst>
            <pc:docMk/>
            <pc:sldMk cId="0" sldId="263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7:44.108" v="385" actId="207"/>
          <ac:spMkLst>
            <pc:docMk/>
            <pc:sldMk cId="0" sldId="263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07:38.875" v="384" actId="1076"/>
          <ac:picMkLst>
            <pc:docMk/>
            <pc:sldMk cId="0" sldId="263"/>
            <ac:picMk id="3" creationId="{00000000-0000-0000-0000-000000000000}"/>
          </ac:picMkLst>
        </pc:picChg>
      </pc:sldChg>
      <pc:sldChg chg="addSp delSp modSp add mod">
        <pc:chgData name="Ms Alina Arshad" userId="cccdfd85-d35d-4453-9c6f-a463aae40722" providerId="ADAL" clId="{44991E72-28EC-43D4-9452-2984EF5D346D}" dt="2024-09-03T04:23:54.014" v="592" actId="404"/>
        <pc:sldMkLst>
          <pc:docMk/>
          <pc:sldMk cId="0" sldId="264"/>
        </pc:sldMkLst>
        <pc:spChg chg="mod">
          <ac:chgData name="Ms Alina Arshad" userId="cccdfd85-d35d-4453-9c6f-a463aae40722" providerId="ADAL" clId="{44991E72-28EC-43D4-9452-2984EF5D346D}" dt="2024-08-29T08:01:51.913" v="299" actId="403"/>
          <ac:spMkLst>
            <pc:docMk/>
            <pc:sldMk cId="0" sldId="264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44991E72-28EC-43D4-9452-2984EF5D346D}" dt="2024-09-03T04:23:15.630" v="585" actId="14100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Ms Alina Arshad" userId="cccdfd85-d35d-4453-9c6f-a463aae40722" providerId="ADAL" clId="{44991E72-28EC-43D4-9452-2984EF5D346D}" dt="2024-09-03T04:23:54.014" v="592" actId="404"/>
          <ac:spMkLst>
            <pc:docMk/>
            <pc:sldMk cId="0" sldId="264"/>
            <ac:spMk id="5" creationId="{F49829E9-2E92-A5C9-F182-CCE08B8090CD}"/>
          </ac:spMkLst>
        </pc:spChg>
      </pc:sldChg>
      <pc:sldChg chg="modSp add mod">
        <pc:chgData name="Ms Alina Arshad" userId="cccdfd85-d35d-4453-9c6f-a463aae40722" providerId="ADAL" clId="{44991E72-28EC-43D4-9452-2984EF5D346D}" dt="2024-08-29T08:04:14.004" v="338" actId="1076"/>
        <pc:sldMkLst>
          <pc:docMk/>
          <pc:sldMk cId="1577505814" sldId="265"/>
        </pc:sldMkLst>
        <pc:spChg chg="mod">
          <ac:chgData name="Ms Alina Arshad" userId="cccdfd85-d35d-4453-9c6f-a463aae40722" providerId="ADAL" clId="{44991E72-28EC-43D4-9452-2984EF5D346D}" dt="2024-08-29T08:03:46.692" v="333" actId="207"/>
          <ac:spMkLst>
            <pc:docMk/>
            <pc:sldMk cId="1577505814" sldId="265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14.004" v="338" actId="1076"/>
          <ac:spMkLst>
            <pc:docMk/>
            <pc:sldMk cId="1577505814" sldId="265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44991E72-28EC-43D4-9452-2984EF5D346D}" dt="2024-08-29T08:09:29.823" v="407" actId="1076"/>
        <pc:sldMkLst>
          <pc:docMk/>
          <pc:sldMk cId="1582826008" sldId="266"/>
        </pc:sldMkLst>
        <pc:spChg chg="del">
          <ac:chgData name="Ms Alina Arshad" userId="cccdfd85-d35d-4453-9c6f-a463aae40722" providerId="ADAL" clId="{44991E72-28EC-43D4-9452-2984EF5D346D}" dt="2024-08-29T08:04:22.645" v="339" actId="478"/>
          <ac:spMkLst>
            <pc:docMk/>
            <pc:sldMk cId="1582826008" sldId="266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4:57.742" v="355" actId="14100"/>
          <ac:spMkLst>
            <pc:docMk/>
            <pc:sldMk cId="1582826008" sldId="266"/>
            <ac:spMk id="10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8:49.436" v="389" actId="255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09:05.110" v="399" actId="1076"/>
          <ac:spMkLst>
            <pc:docMk/>
            <pc:sldMk cId="1582826008" sldId="266"/>
            <ac:spMk id="12" creationId="{00000000-0000-0000-0000-000000000000}"/>
          </ac:spMkLst>
        </pc:spChg>
        <pc:grpChg chg="del">
          <ac:chgData name="Ms Alina Arshad" userId="cccdfd85-d35d-4453-9c6f-a463aae40722" providerId="ADAL" clId="{44991E72-28EC-43D4-9452-2984EF5D346D}" dt="2024-08-29T08:04:26.410" v="342" actId="478"/>
          <ac:grpSpMkLst>
            <pc:docMk/>
            <pc:sldMk cId="1582826008" sldId="266"/>
            <ac:grpSpMk id="7" creationId="{00000000-0000-0000-0000-000000000000}"/>
          </ac:grpSpMkLst>
        </pc:grpChg>
        <pc:picChg chg="del">
          <ac:chgData name="Ms Alina Arshad" userId="cccdfd85-d35d-4453-9c6f-a463aae40722" providerId="ADAL" clId="{44991E72-28EC-43D4-9452-2984EF5D346D}" dt="2024-08-29T08:04:28.128" v="344" actId="478"/>
          <ac:picMkLst>
            <pc:docMk/>
            <pc:sldMk cId="1582826008" sldId="266"/>
            <ac:picMk id="3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5.816" v="341" actId="478"/>
          <ac:picMkLst>
            <pc:docMk/>
            <pc:sldMk cId="1582826008" sldId="266"/>
            <ac:picMk id="4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7.456" v="343" actId="478"/>
          <ac:picMkLst>
            <pc:docMk/>
            <pc:sldMk cId="1582826008" sldId="266"/>
            <ac:picMk id="5" creationId="{00000000-0000-0000-0000-000000000000}"/>
          </ac:picMkLst>
        </pc:picChg>
        <pc:picChg chg="del">
          <ac:chgData name="Ms Alina Arshad" userId="cccdfd85-d35d-4453-9c6f-a463aae40722" providerId="ADAL" clId="{44991E72-28EC-43D4-9452-2984EF5D346D}" dt="2024-08-29T08:04:24.113" v="340" actId="478"/>
          <ac:picMkLst>
            <pc:docMk/>
            <pc:sldMk cId="1582826008" sldId="266"/>
            <ac:picMk id="6" creationId="{00000000-0000-0000-0000-000000000000}"/>
          </ac:picMkLst>
        </pc:picChg>
        <pc:picChg chg="mod">
          <ac:chgData name="Ms Alina Arshad" userId="cccdfd85-d35d-4453-9c6f-a463aae40722" providerId="ADAL" clId="{44991E72-28EC-43D4-9452-2984EF5D346D}" dt="2024-08-29T08:09:13.515" v="402" actId="1076"/>
          <ac:picMkLst>
            <pc:docMk/>
            <pc:sldMk cId="1582826008" sldId="266"/>
            <ac:picMk id="13" creationId="{00000000-0000-0000-0000-000000000000}"/>
          </ac:picMkLst>
        </pc:picChg>
        <pc:picChg chg="mod modCrop">
          <ac:chgData name="Ms Alina Arshad" userId="cccdfd85-d35d-4453-9c6f-a463aae40722" providerId="ADAL" clId="{44991E72-28EC-43D4-9452-2984EF5D346D}" dt="2024-08-29T08:09:29.823" v="407" actId="1076"/>
          <ac:picMkLst>
            <pc:docMk/>
            <pc:sldMk cId="1582826008" sldId="266"/>
            <ac:picMk id="1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3:35.878" v="445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44991E72-28EC-43D4-9452-2984EF5D346D}" dt="2024-08-29T08:09:51.911" v="415" actId="1076"/>
          <ac:spMkLst>
            <pc:docMk/>
            <pc:sldMk cId="731299161" sldId="267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3:35.878" v="445" actId="20577"/>
          <ac:spMkLst>
            <pc:docMk/>
            <pc:sldMk cId="731299161" sldId="267"/>
            <ac:spMk id="3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2:56.468" v="443" actId="12"/>
          <ac:spMkLst>
            <pc:docMk/>
            <pc:sldMk cId="731299161" sldId="267"/>
            <ac:spMk id="4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0:27.839" v="428" actId="14100"/>
          <ac:picMkLst>
            <pc:docMk/>
            <pc:sldMk cId="731299161" sldId="267"/>
            <ac:picMk id="5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17:58.105" v="481" actId="1076"/>
        <pc:sldMkLst>
          <pc:docMk/>
          <pc:sldMk cId="90329638" sldId="268"/>
        </pc:sldMkLst>
        <pc:spChg chg="mod">
          <ac:chgData name="Ms Alina Arshad" userId="cccdfd85-d35d-4453-9c6f-a463aae40722" providerId="ADAL" clId="{44991E72-28EC-43D4-9452-2984EF5D346D}" dt="2024-08-29T08:16:47.171" v="469" actId="403"/>
          <ac:spMkLst>
            <pc:docMk/>
            <pc:sldMk cId="90329638" sldId="268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17:49.888" v="478" actId="1076"/>
          <ac:spMkLst>
            <pc:docMk/>
            <pc:sldMk cId="90329638" sldId="268"/>
            <ac:spMk id="3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17:58.105" v="481" actId="1076"/>
          <ac:picMkLst>
            <pc:docMk/>
            <pc:sldMk cId="90329638" sldId="268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44991E72-28EC-43D4-9452-2984EF5D346D}" dt="2024-08-29T08:20:16.085" v="509" actId="113"/>
        <pc:sldMkLst>
          <pc:docMk/>
          <pc:sldMk cId="2295129282" sldId="269"/>
        </pc:sldMkLst>
        <pc:spChg chg="mod">
          <ac:chgData name="Ms Alina Arshad" userId="cccdfd85-d35d-4453-9c6f-a463aae40722" providerId="ADAL" clId="{44991E72-28EC-43D4-9452-2984EF5D346D}" dt="2024-08-29T08:20:16.085" v="509" actId="113"/>
          <ac:spMkLst>
            <pc:docMk/>
            <pc:sldMk cId="2295129282" sldId="269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0:05.729" v="505" actId="113"/>
          <ac:spMkLst>
            <pc:docMk/>
            <pc:sldMk cId="2295129282" sldId="269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1:54.031" v="544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44991E72-28EC-43D4-9452-2984EF5D346D}" dt="2024-08-29T08:21:51.679" v="543" actId="403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1:54.031" v="544" actId="1076"/>
          <ac:spMkLst>
            <pc:docMk/>
            <pc:sldMk cId="2090315159" sldId="27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23:44.454" v="571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44991E72-28EC-43D4-9452-2984EF5D346D}" dt="2024-08-29T08:22:11.095" v="548" actId="403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44991E72-28EC-43D4-9452-2984EF5D346D}" dt="2024-08-29T08:23:44.454" v="571" actId="1076"/>
          <ac:spMkLst>
            <pc:docMk/>
            <pc:sldMk cId="3034138166" sldId="27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44991E72-28EC-43D4-9452-2984EF5D346D}" dt="2024-08-29T08:38:06.899" v="582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44991E72-28EC-43D4-9452-2984EF5D346D}" dt="2024-08-29T08:38:00.463" v="578" actId="1076"/>
          <ac:spMkLst>
            <pc:docMk/>
            <pc:sldMk cId="2504047100" sldId="272"/>
            <ac:spMk id="2" creationId="{00000000-0000-0000-0000-000000000000}"/>
          </ac:spMkLst>
        </pc:spChg>
        <pc:picChg chg="mod">
          <ac:chgData name="Ms Alina Arshad" userId="cccdfd85-d35d-4453-9c6f-a463aae40722" providerId="ADAL" clId="{44991E72-28EC-43D4-9452-2984EF5D346D}" dt="2024-08-29T08:38:06.899" v="582" actId="1076"/>
          <ac:picMkLst>
            <pc:docMk/>
            <pc:sldMk cId="2504047100" sldId="272"/>
            <ac:picMk id="3" creationId="{00000000-0000-0000-0000-000000000000}"/>
          </ac:picMkLst>
        </pc:picChg>
      </pc:sldChg>
      <pc:sldChg chg="del">
        <pc:chgData name="Ms Alina Arshad" userId="cccdfd85-d35d-4453-9c6f-a463aae40722" providerId="ADAL" clId="{44991E72-28EC-43D4-9452-2984EF5D346D}" dt="2024-08-29T07:33:57.889" v="92" actId="47"/>
        <pc:sldMkLst>
          <pc:docMk/>
          <pc:sldMk cId="2226389095" sldId="301"/>
        </pc:sldMkLst>
      </pc:sldChg>
      <pc:sldChg chg="del">
        <pc:chgData name="Ms Alina Arshad" userId="cccdfd85-d35d-4453-9c6f-a463aae40722" providerId="ADAL" clId="{44991E72-28EC-43D4-9452-2984EF5D346D}" dt="2024-08-29T07:33:58.045" v="93" actId="47"/>
        <pc:sldMkLst>
          <pc:docMk/>
          <pc:sldMk cId="1203345699" sldId="302"/>
        </pc:sldMkLst>
      </pc:sldChg>
      <pc:sldChg chg="del">
        <pc:chgData name="Ms Alina Arshad" userId="cccdfd85-d35d-4453-9c6f-a463aae40722" providerId="ADAL" clId="{44991E72-28EC-43D4-9452-2984EF5D346D}" dt="2024-08-29T07:34:01.341" v="99" actId="47"/>
        <pc:sldMkLst>
          <pc:docMk/>
          <pc:sldMk cId="1723003181" sldId="308"/>
        </pc:sldMkLst>
      </pc:sldChg>
      <pc:sldChg chg="del">
        <pc:chgData name="Ms Alina Arshad" userId="cccdfd85-d35d-4453-9c6f-a463aae40722" providerId="ADAL" clId="{44991E72-28EC-43D4-9452-2984EF5D346D}" dt="2024-08-29T07:34:02.716" v="101" actId="47"/>
        <pc:sldMkLst>
          <pc:docMk/>
          <pc:sldMk cId="126494912" sldId="310"/>
        </pc:sldMkLst>
      </pc:sldChg>
      <pc:sldChg chg="del">
        <pc:chgData name="Ms Alina Arshad" userId="cccdfd85-d35d-4453-9c6f-a463aae40722" providerId="ADAL" clId="{44991E72-28EC-43D4-9452-2984EF5D346D}" dt="2024-08-29T07:34:02.013" v="100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44991E72-28EC-43D4-9452-2984EF5D346D}" dt="2024-08-29T07:33:57.561" v="90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44991E72-28EC-43D4-9452-2984EF5D346D}" dt="2024-08-29T07:33:59.764" v="97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44991E72-28EC-43D4-9452-2984EF5D346D}" dt="2024-08-29T07:34:03.434" v="102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44991E72-28EC-43D4-9452-2984EF5D346D}" dt="2024-08-29T07:34:04.278" v="103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44991E72-28EC-43D4-9452-2984EF5D346D}" dt="2024-08-29T07:34:05.012" v="104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44991E72-28EC-43D4-9452-2984EF5D346D}" dt="2024-08-29T07:34:05.606" v="105" actId="47"/>
        <pc:sldMkLst>
          <pc:docMk/>
          <pc:sldMk cId="0" sldId="337"/>
        </pc:sldMkLst>
      </pc:sldChg>
      <pc:sldChg chg="del">
        <pc:chgData name="Ms Alina Arshad" userId="cccdfd85-d35d-4453-9c6f-a463aae40722" providerId="ADAL" clId="{44991E72-28EC-43D4-9452-2984EF5D346D}" dt="2024-08-29T07:33:58.951" v="96" actId="47"/>
        <pc:sldMkLst>
          <pc:docMk/>
          <pc:sldMk cId="0" sldId="361"/>
        </pc:sldMkLst>
      </pc:sldChg>
      <pc:sldChg chg="del">
        <pc:chgData name="Ms Alina Arshad" userId="cccdfd85-d35d-4453-9c6f-a463aae40722" providerId="ADAL" clId="{44991E72-28EC-43D4-9452-2984EF5D346D}" dt="2024-08-29T07:33:57.780" v="91" actId="47"/>
        <pc:sldMkLst>
          <pc:docMk/>
          <pc:sldMk cId="0" sldId="368"/>
        </pc:sldMkLst>
      </pc:sldChg>
      <pc:sldChg chg="del">
        <pc:chgData name="Ms Alina Arshad" userId="cccdfd85-d35d-4453-9c6f-a463aae40722" providerId="ADAL" clId="{44991E72-28EC-43D4-9452-2984EF5D346D}" dt="2024-08-29T07:33:58.186" v="94" actId="47"/>
        <pc:sldMkLst>
          <pc:docMk/>
          <pc:sldMk cId="2092443423" sldId="380"/>
        </pc:sldMkLst>
      </pc:sldChg>
      <pc:sldChg chg="del">
        <pc:chgData name="Ms Alina Arshad" userId="cccdfd85-d35d-4453-9c6f-a463aae40722" providerId="ADAL" clId="{44991E72-28EC-43D4-9452-2984EF5D346D}" dt="2024-08-29T07:33:58.358" v="95" actId="47"/>
        <pc:sldMkLst>
          <pc:docMk/>
          <pc:sldMk cId="80739059" sldId="381"/>
        </pc:sldMkLst>
      </pc:sldChg>
      <pc:sldChg chg="del">
        <pc:chgData name="Ms Alina Arshad" userId="cccdfd85-d35d-4453-9c6f-a463aae40722" providerId="ADAL" clId="{44991E72-28EC-43D4-9452-2984EF5D346D}" dt="2024-08-29T07:34:00.295" v="98" actId="47"/>
        <pc:sldMkLst>
          <pc:docMk/>
          <pc:sldMk cId="858854176" sldId="382"/>
        </pc:sldMkLst>
      </pc:sldChg>
    </pc:docChg>
  </pc:docChgLst>
  <pc:docChgLst>
    <pc:chgData name="Ms Alina Arshad" userId="cccdfd85-d35d-4453-9c6f-a463aae40722" providerId="ADAL" clId="{D4C91E6F-B9DD-440D-9732-C61CDFB6C2C8}"/>
    <pc:docChg chg="undo custSel addSld delSld modSld">
      <pc:chgData name="Ms Alina Arshad" userId="cccdfd85-d35d-4453-9c6f-a463aae40722" providerId="ADAL" clId="{D4C91E6F-B9DD-440D-9732-C61CDFB6C2C8}" dt="2024-09-22T13:28:42.450" v="404" actId="1076"/>
      <pc:docMkLst>
        <pc:docMk/>
      </pc:docMkLst>
      <pc:sldChg chg="new del">
        <pc:chgData name="Ms Alina Arshad" userId="cccdfd85-d35d-4453-9c6f-a463aae40722" providerId="ADAL" clId="{D4C91E6F-B9DD-440D-9732-C61CDFB6C2C8}" dt="2024-09-22T13:07:42.221" v="218" actId="680"/>
        <pc:sldMkLst>
          <pc:docMk/>
          <pc:sldMk cId="1855390167" sldId="256"/>
        </pc:sldMkLst>
      </pc:sldChg>
      <pc:sldChg chg="modSp add del mod">
        <pc:chgData name="Ms Alina Arshad" userId="cccdfd85-d35d-4453-9c6f-a463aae40722" providerId="ADAL" clId="{D4C91E6F-B9DD-440D-9732-C61CDFB6C2C8}" dt="2024-09-22T13:07:42.671" v="219" actId="47"/>
        <pc:sldMkLst>
          <pc:docMk/>
          <pc:sldMk cId="3322361034" sldId="256"/>
        </pc:sldMkLst>
        <pc:spChg chg="mod">
          <ac:chgData name="Ms Alina Arshad" userId="cccdfd85-d35d-4453-9c6f-a463aae40722" providerId="ADAL" clId="{D4C91E6F-B9DD-440D-9732-C61CDFB6C2C8}" dt="2024-09-22T13:02:12.272" v="129" actId="122"/>
          <ac:spMkLst>
            <pc:docMk/>
            <pc:sldMk cId="3322361034" sldId="256"/>
            <ac:spMk id="3" creationId="{44E9F82C-BBA7-3495-1097-BEDB54FFFDF4}"/>
          </ac:spMkLst>
        </pc:spChg>
      </pc:sldChg>
      <pc:sldChg chg="add del">
        <pc:chgData name="Ms Alina Arshad" userId="cccdfd85-d35d-4453-9c6f-a463aae40722" providerId="ADAL" clId="{D4C91E6F-B9DD-440D-9732-C61CDFB6C2C8}" dt="2024-09-22T13:02:23.599" v="131" actId="47"/>
        <pc:sldMkLst>
          <pc:docMk/>
          <pc:sldMk cId="0" sldId="257"/>
        </pc:sldMkLst>
      </pc:sldChg>
      <pc:sldChg chg="modSp add del mod">
        <pc:chgData name="Ms Alina Arshad" userId="cccdfd85-d35d-4453-9c6f-a463aae40722" providerId="ADAL" clId="{D4C91E6F-B9DD-440D-9732-C61CDFB6C2C8}" dt="2024-09-22T13:08:06.675" v="233" actId="47"/>
        <pc:sldMkLst>
          <pc:docMk/>
          <pc:sldMk cId="2343470586" sldId="257"/>
        </pc:sldMkLst>
        <pc:spChg chg="mod">
          <ac:chgData name="Ms Alina Arshad" userId="cccdfd85-d35d-4453-9c6f-a463aae40722" providerId="ADAL" clId="{D4C91E6F-B9DD-440D-9732-C61CDFB6C2C8}" dt="2024-09-22T13:07:58.750" v="224" actId="27636"/>
          <ac:spMkLst>
            <pc:docMk/>
            <pc:sldMk cId="2343470586" sldId="257"/>
            <ac:spMk id="3" creationId="{1A620018-CE39-4020-94EA-A75332477218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43.147" v="220" actId="47"/>
        <pc:sldMkLst>
          <pc:docMk/>
          <pc:sldMk cId="0" sldId="258"/>
        </pc:sldMkLst>
        <pc:spChg chg="mod">
          <ac:chgData name="Ms Alina Arshad" userId="cccdfd85-d35d-4453-9c6f-a463aae40722" providerId="ADAL" clId="{D4C91E6F-B9DD-440D-9732-C61CDFB6C2C8}" dt="2024-09-22T13:02:43.692" v="134" actId="113"/>
          <ac:spMkLst>
            <pc:docMk/>
            <pc:sldMk cId="0" sldId="258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3:02.394" v="138" actId="2711"/>
          <ac:spMkLst>
            <pc:docMk/>
            <pc:sldMk cId="0" sldId="258"/>
            <ac:spMk id="3" creationId="{00000000-0000-0000-0000-000000000000}"/>
          </ac:spMkLst>
        </pc:spChg>
      </pc:sldChg>
      <pc:sldChg chg="modSp add del mod modNotesTx">
        <pc:chgData name="Ms Alina Arshad" userId="cccdfd85-d35d-4453-9c6f-a463aae40722" providerId="ADAL" clId="{D4C91E6F-B9DD-440D-9732-C61CDFB6C2C8}" dt="2024-09-22T13:08:24.737" v="236"/>
        <pc:sldMkLst>
          <pc:docMk/>
          <pc:sldMk cId="0" sldId="259"/>
        </pc:sldMkLst>
        <pc:grpChg chg="mod">
          <ac:chgData name="Ms Alina Arshad" userId="cccdfd85-d35d-4453-9c6f-a463aae40722" providerId="ADAL" clId="{D4C91E6F-B9DD-440D-9732-C61CDFB6C2C8}" dt="2024-09-22T13:03:09.171" v="139" actId="1076"/>
          <ac:grpSpMkLst>
            <pc:docMk/>
            <pc:sldMk cId="0" sldId="259"/>
            <ac:grpSpMk id="2" creationId="{00000000-0000-0000-0000-000000000000}"/>
          </ac:grpSpMkLst>
        </pc:grpChg>
        <pc:picChg chg="mod">
          <ac:chgData name="Ms Alina Arshad" userId="cccdfd85-d35d-4453-9c6f-a463aae40722" providerId="ADAL" clId="{D4C91E6F-B9DD-440D-9732-C61CDFB6C2C8}" dt="2024-09-22T13:03:15.346" v="140" actId="2085"/>
          <ac:picMkLst>
            <pc:docMk/>
            <pc:sldMk cId="0" sldId="259"/>
            <ac:picMk id="4" creationId="{00000000-0000-0000-0000-000000000000}"/>
          </ac:picMkLst>
        </pc:picChg>
      </pc:sldChg>
      <pc:sldChg chg="modSp add del mod modNotesTx">
        <pc:chgData name="Ms Alina Arshad" userId="cccdfd85-d35d-4453-9c6f-a463aae40722" providerId="ADAL" clId="{D4C91E6F-B9DD-440D-9732-C61CDFB6C2C8}" dt="2024-09-22T13:08:41.224" v="238"/>
        <pc:sldMkLst>
          <pc:docMk/>
          <pc:sldMk cId="0" sldId="260"/>
        </pc:sldMkLst>
        <pc:spChg chg="mod">
          <ac:chgData name="Ms Alina Arshad" userId="cccdfd85-d35d-4453-9c6f-a463aae40722" providerId="ADAL" clId="{D4C91E6F-B9DD-440D-9732-C61CDFB6C2C8}" dt="2024-09-22T13:03:43.152" v="146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4:20.885" v="161" actId="20577"/>
          <ac:spMkLst>
            <pc:docMk/>
            <pc:sldMk cId="0" sldId="260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D4C91E6F-B9DD-440D-9732-C61CDFB6C2C8}" dt="2024-09-22T13:07:37.134" v="212" actId="47"/>
        <pc:sldMkLst>
          <pc:docMk/>
          <pc:sldMk cId="0" sldId="261"/>
        </pc:sldMkLst>
        <pc:spChg chg="mod">
          <ac:chgData name="Ms Alina Arshad" userId="cccdfd85-d35d-4453-9c6f-a463aae40722" providerId="ADAL" clId="{D4C91E6F-B9DD-440D-9732-C61CDFB6C2C8}" dt="2024-09-22T13:04:32.763" v="164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Ms Alina Arshad" userId="cccdfd85-d35d-4453-9c6f-a463aae40722" providerId="ADAL" clId="{D4C91E6F-B9DD-440D-9732-C61CDFB6C2C8}" dt="2024-09-22T13:06:27.187" v="166" actId="1076"/>
          <ac:spMkLst>
            <pc:docMk/>
            <pc:sldMk cId="0" sldId="261"/>
            <ac:spMk id="3" creationId="{00000000-0000-0000-0000-000000000000}"/>
          </ac:spMkLst>
        </pc:spChg>
        <pc:grpChg chg="mod">
          <ac:chgData name="Ms Alina Arshad" userId="cccdfd85-d35d-4453-9c6f-a463aae40722" providerId="ADAL" clId="{D4C91E6F-B9DD-440D-9732-C61CDFB6C2C8}" dt="2024-09-22T13:04:36.578" v="165" actId="1076"/>
          <ac:grpSpMkLst>
            <pc:docMk/>
            <pc:sldMk cId="0" sldId="261"/>
            <ac:grpSpMk id="4" creationId="{00000000-0000-0000-0000-000000000000}"/>
          </ac:grpSpMkLst>
        </pc:grpChg>
      </pc:sldChg>
      <pc:sldChg chg="add del">
        <pc:chgData name="Ms Alina Arshad" userId="cccdfd85-d35d-4453-9c6f-a463aae40722" providerId="ADAL" clId="{D4C91E6F-B9DD-440D-9732-C61CDFB6C2C8}" dt="2024-09-22T13:08:06.214" v="232" actId="47"/>
        <pc:sldMkLst>
          <pc:docMk/>
          <pc:sldMk cId="3815384740" sldId="261"/>
        </pc:sldMkLst>
      </pc:sldChg>
      <pc:sldChg chg="add del">
        <pc:chgData name="Ms Alina Arshad" userId="cccdfd85-d35d-4453-9c6f-a463aae40722" providerId="ADAL" clId="{D4C91E6F-B9DD-440D-9732-C61CDFB6C2C8}" dt="2024-09-22T13:07:35.157" v="167" actId="47"/>
        <pc:sldMkLst>
          <pc:docMk/>
          <pc:sldMk cId="0" sldId="262"/>
        </pc:sldMkLst>
      </pc:sldChg>
      <pc:sldChg chg="add del">
        <pc:chgData name="Ms Alina Arshad" userId="cccdfd85-d35d-4453-9c6f-a463aae40722" providerId="ADAL" clId="{D4C91E6F-B9DD-440D-9732-C61CDFB6C2C8}" dt="2024-09-22T13:08:14.053" v="234" actId="47"/>
        <pc:sldMkLst>
          <pc:docMk/>
          <pc:sldMk cId="129713762" sldId="262"/>
        </pc:sldMkLst>
      </pc:sldChg>
      <pc:sldChg chg="add del">
        <pc:chgData name="Ms Alina Arshad" userId="cccdfd85-d35d-4453-9c6f-a463aae40722" providerId="ADAL" clId="{D4C91E6F-B9DD-440D-9732-C61CDFB6C2C8}" dt="2024-09-22T13:07:35.672" v="168" actId="47"/>
        <pc:sldMkLst>
          <pc:docMk/>
          <pc:sldMk cId="0" sldId="263"/>
        </pc:sldMkLst>
      </pc:sldChg>
      <pc:sldChg chg="add del setBg">
        <pc:chgData name="Ms Alina Arshad" userId="cccdfd85-d35d-4453-9c6f-a463aae40722" providerId="ADAL" clId="{D4C91E6F-B9DD-440D-9732-C61CDFB6C2C8}" dt="2024-09-22T13:08:22.006" v="235" actId="47"/>
        <pc:sldMkLst>
          <pc:docMk/>
          <pc:sldMk cId="3764556304" sldId="263"/>
        </pc:sldMkLst>
      </pc:sldChg>
      <pc:sldChg chg="add del">
        <pc:chgData name="Ms Alina Arshad" userId="cccdfd85-d35d-4453-9c6f-a463aae40722" providerId="ADAL" clId="{D4C91E6F-B9DD-440D-9732-C61CDFB6C2C8}" dt="2024-09-22T13:07:35.700" v="169" actId="47"/>
        <pc:sldMkLst>
          <pc:docMk/>
          <pc:sldMk cId="0" sldId="264"/>
        </pc:sldMkLst>
      </pc:sldChg>
      <pc:sldChg chg="add del">
        <pc:chgData name="Ms Alina Arshad" userId="cccdfd85-d35d-4453-9c6f-a463aae40722" providerId="ADAL" clId="{D4C91E6F-B9DD-440D-9732-C61CDFB6C2C8}" dt="2024-09-22T13:08:34.058" v="237" actId="47"/>
        <pc:sldMkLst>
          <pc:docMk/>
          <pc:sldMk cId="1207064355" sldId="264"/>
        </pc:sldMkLst>
      </pc:sldChg>
      <pc:sldChg chg="add del">
        <pc:chgData name="Ms Alina Arshad" userId="cccdfd85-d35d-4453-9c6f-a463aae40722" providerId="ADAL" clId="{D4C91E6F-B9DD-440D-9732-C61CDFB6C2C8}" dt="2024-09-22T13:07:35.725" v="170" actId="47"/>
        <pc:sldMkLst>
          <pc:docMk/>
          <pc:sldMk cId="1577505814" sldId="265"/>
        </pc:sldMkLst>
        <pc:spChg chg="mod">
          <ac:chgData name="Ms Alina Arshad" userId="cccdfd85-d35d-4453-9c6f-a463aae40722" providerId="ADAL" clId="{D4C91E6F-B9DD-440D-9732-C61CDFB6C2C8}" dt="2024-09-22T13:08:55.410" v="241" actId="14100"/>
          <ac:spMkLst>
            <pc:docMk/>
            <pc:sldMk cId="1577505814" sldId="265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09:39.028" v="256" actId="20577"/>
          <ac:spMkLst>
            <pc:docMk/>
            <pc:sldMk cId="1577505814" sldId="265"/>
            <ac:spMk id="3" creationId="{E63F2E24-C7BF-41F5-B648-FAA96C5DE71A}"/>
          </ac:spMkLst>
        </pc:spChg>
        <pc:spChg chg="mod">
          <ac:chgData name="Ms Alina Arshad" userId="cccdfd85-d35d-4453-9c6f-a463aae40722" providerId="ADAL" clId="{D4C91E6F-B9DD-440D-9732-C61CDFB6C2C8}" dt="2024-09-22T13:15:03.116" v="266" actId="1076"/>
          <ac:spMkLst>
            <pc:docMk/>
            <pc:sldMk cId="1577505814" sldId="265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4:56.785" v="264" actId="1076"/>
          <ac:picMkLst>
            <pc:docMk/>
            <pc:sldMk cId="1577505814" sldId="265"/>
            <ac:picMk id="5" creationId="{28B6A947-1E80-48EF-9AA4-2B6CCB11361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770" v="171" actId="47"/>
        <pc:sldMkLst>
          <pc:docMk/>
          <pc:sldMk cId="1582826008" sldId="266"/>
        </pc:sldMkLst>
        <pc:spChg chg="mod">
          <ac:chgData name="Ms Alina Arshad" userId="cccdfd85-d35d-4453-9c6f-a463aae40722" providerId="ADAL" clId="{D4C91E6F-B9DD-440D-9732-C61CDFB6C2C8}" dt="2024-09-22T13:19:27.669" v="311" actId="14100"/>
          <ac:spMkLst>
            <pc:docMk/>
            <pc:sldMk cId="1582826008" sldId="266"/>
            <ac:spMk id="2" creationId="{46EBB6ED-E43E-4705-8E79-74B8B05AAD23}"/>
          </ac:spMkLst>
        </pc:spChg>
        <pc:spChg chg="mod">
          <ac:chgData name="Ms Alina Arshad" userId="cccdfd85-d35d-4453-9c6f-a463aae40722" providerId="ADAL" clId="{D4C91E6F-B9DD-440D-9732-C61CDFB6C2C8}" dt="2024-09-22T13:20:12.385" v="318" actId="12"/>
          <ac:spMkLst>
            <pc:docMk/>
            <pc:sldMk cId="1582826008" sldId="266"/>
            <ac:spMk id="3" creationId="{4196CBF0-4754-427D-8A38-7DDD2A8EC7AF}"/>
          </ac:spMkLst>
        </pc:spChg>
      </pc:sldChg>
      <pc:sldChg chg="modSp add mod">
        <pc:chgData name="Ms Alina Arshad" userId="cccdfd85-d35d-4453-9c6f-a463aae40722" providerId="ADAL" clId="{D4C91E6F-B9DD-440D-9732-C61CDFB6C2C8}" dt="2024-09-22T13:23:30.753" v="35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D4C91E6F-B9DD-440D-9732-C61CDFB6C2C8}" dt="2024-09-22T13:22:57.244" v="346" actId="207"/>
          <ac:spMkLst>
            <pc:docMk/>
            <pc:sldMk cId="731299161" sldId="267"/>
            <ac:spMk id="2" creationId="{9201C7C5-381E-4176-A65A-204F25AA8BDC}"/>
          </ac:spMkLst>
        </pc:spChg>
        <pc:spChg chg="mod">
          <ac:chgData name="Ms Alina Arshad" userId="cccdfd85-d35d-4453-9c6f-a463aae40722" providerId="ADAL" clId="{D4C91E6F-B9DD-440D-9732-C61CDFB6C2C8}" dt="2024-09-22T13:23:15.910" v="351" actId="27636"/>
          <ac:spMkLst>
            <pc:docMk/>
            <pc:sldMk cId="731299161" sldId="267"/>
            <ac:spMk id="3" creationId="{FCCFEEAF-64FB-4C56-B9BC-E9CF77168172}"/>
          </ac:spMkLst>
        </pc:spChg>
        <pc:picChg chg="mod">
          <ac:chgData name="Ms Alina Arshad" userId="cccdfd85-d35d-4453-9c6f-a463aae40722" providerId="ADAL" clId="{D4C91E6F-B9DD-440D-9732-C61CDFB6C2C8}" dt="2024-09-22T13:23:19.471" v="352" actId="1076"/>
          <ac:picMkLst>
            <pc:docMk/>
            <pc:sldMk cId="731299161" sldId="267"/>
            <ac:picMk id="5" creationId="{8353E4DA-5B96-4841-87DE-4D047CCEE14B}"/>
          </ac:picMkLst>
        </pc:picChg>
        <pc:picChg chg="mod">
          <ac:chgData name="Ms Alina Arshad" userId="cccdfd85-d35d-4453-9c6f-a463aae40722" providerId="ADAL" clId="{D4C91E6F-B9DD-440D-9732-C61CDFB6C2C8}" dt="2024-09-22T13:23:30.753" v="355" actId="1076"/>
          <ac:picMkLst>
            <pc:docMk/>
            <pc:sldMk cId="731299161" sldId="267"/>
            <ac:picMk id="7" creationId="{8F9DBF2E-B7FC-4CA0-B16C-95411F8BFBDA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51" v="173" actId="47"/>
        <pc:sldMkLst>
          <pc:docMk/>
          <pc:sldMk cId="90329638" sldId="268"/>
        </pc:sldMkLst>
        <pc:spChg chg="mod">
          <ac:chgData name="Ms Alina Arshad" userId="cccdfd85-d35d-4453-9c6f-a463aae40722" providerId="ADAL" clId="{D4C91E6F-B9DD-440D-9732-C61CDFB6C2C8}" dt="2024-09-22T13:20:29.385" v="322" actId="207"/>
          <ac:spMkLst>
            <pc:docMk/>
            <pc:sldMk cId="90329638" sldId="268"/>
            <ac:spMk id="2" creationId="{4EDE3C3C-40B3-4F0A-A7FF-AB655B1FF156}"/>
          </ac:spMkLst>
        </pc:spChg>
        <pc:picChg chg="mod">
          <ac:chgData name="Ms Alina Arshad" userId="cccdfd85-d35d-4453-9c6f-a463aae40722" providerId="ADAL" clId="{D4C91E6F-B9DD-440D-9732-C61CDFB6C2C8}" dt="2024-09-22T13:20:25.320" v="321" actId="1076"/>
          <ac:picMkLst>
            <pc:docMk/>
            <pc:sldMk cId="90329638" sldId="268"/>
            <ac:picMk id="4" creationId="{DB3C41BB-6C26-4A8B-9A8A-A3637402DEC3}"/>
          </ac:picMkLst>
        </pc:picChg>
      </pc:sldChg>
      <pc:sldChg chg="add del">
        <pc:chgData name="Ms Alina Arshad" userId="cccdfd85-d35d-4453-9c6f-a463aae40722" providerId="ADAL" clId="{D4C91E6F-B9DD-440D-9732-C61CDFB6C2C8}" dt="2024-09-22T13:07:35.883" v="174" actId="47"/>
        <pc:sldMkLst>
          <pc:docMk/>
          <pc:sldMk cId="2295129282" sldId="269"/>
        </pc:sldMkLst>
        <pc:spChg chg="mod">
          <ac:chgData name="Ms Alina Arshad" userId="cccdfd85-d35d-4453-9c6f-a463aae40722" providerId="ADAL" clId="{D4C91E6F-B9DD-440D-9732-C61CDFB6C2C8}" dt="2024-09-22T13:20:33.194" v="323" actId="207"/>
          <ac:spMkLst>
            <pc:docMk/>
            <pc:sldMk cId="2295129282" sldId="269"/>
            <ac:spMk id="2" creationId="{93C8DEF6-C2A6-4FFE-93D4-B72310FBBE69}"/>
          </ac:spMkLst>
        </pc:spChg>
        <pc:spChg chg="mod">
          <ac:chgData name="Ms Alina Arshad" userId="cccdfd85-d35d-4453-9c6f-a463aae40722" providerId="ADAL" clId="{D4C91E6F-B9DD-440D-9732-C61CDFB6C2C8}" dt="2024-09-22T13:20:54.354" v="327" actId="12"/>
          <ac:spMkLst>
            <pc:docMk/>
            <pc:sldMk cId="2295129282" sldId="269"/>
            <ac:spMk id="3" creationId="{66EFAC1E-5121-41BA-9011-3E368A014F17}"/>
          </ac:spMkLst>
        </pc:spChg>
      </pc:sldChg>
      <pc:sldChg chg="add del">
        <pc:chgData name="Ms Alina Arshad" userId="cccdfd85-d35d-4453-9c6f-a463aae40722" providerId="ADAL" clId="{D4C91E6F-B9DD-440D-9732-C61CDFB6C2C8}" dt="2024-09-22T13:07:35.915" v="175" actId="47"/>
        <pc:sldMkLst>
          <pc:docMk/>
          <pc:sldMk cId="2090315159" sldId="270"/>
        </pc:sldMkLst>
        <pc:spChg chg="del mod">
          <ac:chgData name="Ms Alina Arshad" userId="cccdfd85-d35d-4453-9c6f-a463aae40722" providerId="ADAL" clId="{D4C91E6F-B9DD-440D-9732-C61CDFB6C2C8}" dt="2024-09-22T13:21:00.410" v="329" actId="478"/>
          <ac:spMkLst>
            <pc:docMk/>
            <pc:sldMk cId="2090315159" sldId="270"/>
            <ac:spMk id="2" creationId="{0426256D-2615-4908-82AE-C041376F8B14}"/>
          </ac:spMkLst>
        </pc:spChg>
        <pc:picChg chg="mod">
          <ac:chgData name="Ms Alina Arshad" userId="cccdfd85-d35d-4453-9c6f-a463aae40722" providerId="ADAL" clId="{D4C91E6F-B9DD-440D-9732-C61CDFB6C2C8}" dt="2024-09-22T13:21:05.927" v="331" actId="14100"/>
          <ac:picMkLst>
            <pc:docMk/>
            <pc:sldMk cId="2090315159" sldId="270"/>
            <ac:picMk id="5" creationId="{25C3C4F9-7925-4068-AA4C-4E3D602F577F}"/>
          </ac:picMkLst>
        </pc:picChg>
      </pc:sldChg>
      <pc:sldChg chg="add del">
        <pc:chgData name="Ms Alina Arshad" userId="cccdfd85-d35d-4453-9c6f-a463aae40722" providerId="ADAL" clId="{D4C91E6F-B9DD-440D-9732-C61CDFB6C2C8}" dt="2024-09-22T13:07:35.946" v="176" actId="47"/>
        <pc:sldMkLst>
          <pc:docMk/>
          <pc:sldMk cId="3034138166" sldId="271"/>
        </pc:sldMkLst>
        <pc:spChg chg="mod">
          <ac:chgData name="Ms Alina Arshad" userId="cccdfd85-d35d-4453-9c6f-a463aae40722" providerId="ADAL" clId="{D4C91E6F-B9DD-440D-9732-C61CDFB6C2C8}" dt="2024-09-22T13:21:39.851" v="338" actId="207"/>
          <ac:spMkLst>
            <pc:docMk/>
            <pc:sldMk cId="3034138166" sldId="271"/>
            <ac:spMk id="2" creationId="{8C9FE61B-36F7-43C1-B94F-337BAEC25346}"/>
          </ac:spMkLst>
        </pc:spChg>
        <pc:spChg chg="mod">
          <ac:chgData name="Ms Alina Arshad" userId="cccdfd85-d35d-4453-9c6f-a463aae40722" providerId="ADAL" clId="{D4C91E6F-B9DD-440D-9732-C61CDFB6C2C8}" dt="2024-09-22T13:21:35.824" v="337" actId="12"/>
          <ac:spMkLst>
            <pc:docMk/>
            <pc:sldMk cId="3034138166" sldId="271"/>
            <ac:spMk id="3" creationId="{F4DD344C-E183-4834-ADD9-55E7821B0508}"/>
          </ac:spMkLst>
        </pc:spChg>
      </pc:sldChg>
      <pc:sldChg chg="add del">
        <pc:chgData name="Ms Alina Arshad" userId="cccdfd85-d35d-4453-9c6f-a463aae40722" providerId="ADAL" clId="{D4C91E6F-B9DD-440D-9732-C61CDFB6C2C8}" dt="2024-09-22T13:07:35.960" v="177" actId="47"/>
        <pc:sldMkLst>
          <pc:docMk/>
          <pc:sldMk cId="2504047100" sldId="272"/>
        </pc:sldMkLst>
        <pc:spChg chg="mod">
          <ac:chgData name="Ms Alina Arshad" userId="cccdfd85-d35d-4453-9c6f-a463aae40722" providerId="ADAL" clId="{D4C91E6F-B9DD-440D-9732-C61CDFB6C2C8}" dt="2024-09-22T13:25:13.354" v="360" actId="403"/>
          <ac:spMkLst>
            <pc:docMk/>
            <pc:sldMk cId="2504047100" sldId="272"/>
            <ac:spMk id="3" creationId="{63575681-B3F7-4B23-9460-6AB9C10F11E7}"/>
          </ac:spMkLst>
        </pc:spChg>
        <pc:spChg chg="mod">
          <ac:chgData name="Ms Alina Arshad" userId="cccdfd85-d35d-4453-9c6f-a463aae40722" providerId="ADAL" clId="{D4C91E6F-B9DD-440D-9732-C61CDFB6C2C8}" dt="2024-09-22T13:24:55.335" v="356" actId="207"/>
          <ac:spMkLst>
            <pc:docMk/>
            <pc:sldMk cId="2504047100" sldId="272"/>
            <ac:spMk id="6" creationId="{0D48C4BA-D3D1-40FF-B0BF-0C6BBE0932B9}"/>
          </ac:spMkLst>
        </pc:spChg>
        <pc:picChg chg="mod">
          <ac:chgData name="Ms Alina Arshad" userId="cccdfd85-d35d-4453-9c6f-a463aae40722" providerId="ADAL" clId="{D4C91E6F-B9DD-440D-9732-C61CDFB6C2C8}" dt="2024-09-22T13:25:26.652" v="363" actId="1076"/>
          <ac:picMkLst>
            <pc:docMk/>
            <pc:sldMk cId="2504047100" sldId="272"/>
            <ac:picMk id="5" creationId="{875B59C6-BD88-403C-A5A5-3503BF501A7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6:22.252" v="37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D4C91E6F-B9DD-440D-9732-C61CDFB6C2C8}" dt="2024-09-22T13:25:53.216" v="370" actId="2711"/>
          <ac:spMkLst>
            <pc:docMk/>
            <pc:sldMk cId="4283755204" sldId="273"/>
            <ac:spMk id="3" creationId="{480AF8B5-325E-40CD-8205-5DD4CE2045CE}"/>
          </ac:spMkLst>
        </pc:spChg>
        <pc:spChg chg="mod">
          <ac:chgData name="Ms Alina Arshad" userId="cccdfd85-d35d-4453-9c6f-a463aae40722" providerId="ADAL" clId="{D4C91E6F-B9DD-440D-9732-C61CDFB6C2C8}" dt="2024-09-22T13:26:22.252" v="379" actId="1076"/>
          <ac:spMkLst>
            <pc:docMk/>
            <pc:sldMk cId="4283755204" sldId="273"/>
            <ac:spMk id="6" creationId="{4BFD4BED-801D-42A3-8A5B-FF9C1516D72C}"/>
          </ac:spMkLst>
        </pc:spChg>
        <pc:picChg chg="mod">
          <ac:chgData name="Ms Alina Arshad" userId="cccdfd85-d35d-4453-9c6f-a463aae40722" providerId="ADAL" clId="{D4C91E6F-B9DD-440D-9732-C61CDFB6C2C8}" dt="2024-09-22T13:25:42.787" v="366" actId="1076"/>
          <ac:picMkLst>
            <pc:docMk/>
            <pc:sldMk cId="4283755204" sldId="273"/>
            <ac:picMk id="5" creationId="{D8DA8D51-5D53-44D8-AD01-9D3D3C4B857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42" v="179" actId="47"/>
        <pc:sldMkLst>
          <pc:docMk/>
          <pc:sldMk cId="2935103945" sldId="274"/>
        </pc:sldMkLst>
        <pc:spChg chg="mod">
          <ac:chgData name="Ms Alina Arshad" userId="cccdfd85-d35d-4453-9c6f-a463aae40722" providerId="ADAL" clId="{D4C91E6F-B9DD-440D-9732-C61CDFB6C2C8}" dt="2024-09-22T13:26:29.045" v="380" actId="207"/>
          <ac:spMkLst>
            <pc:docMk/>
            <pc:sldMk cId="2935103945" sldId="274"/>
            <ac:spMk id="2" creationId="{C68223F5-F8BE-48BC-8240-78FBA46AF802}"/>
          </ac:spMkLst>
        </pc:spChg>
        <pc:spChg chg="mod">
          <ac:chgData name="Ms Alina Arshad" userId="cccdfd85-d35d-4453-9c6f-a463aae40722" providerId="ADAL" clId="{D4C91E6F-B9DD-440D-9732-C61CDFB6C2C8}" dt="2024-09-22T13:26:45.100" v="386" actId="20577"/>
          <ac:spMkLst>
            <pc:docMk/>
            <pc:sldMk cId="2935103945" sldId="274"/>
            <ac:spMk id="3" creationId="{58F9CE5B-D0D8-4F74-8E4E-CFF85A1C2C17}"/>
          </ac:spMkLst>
        </pc:spChg>
      </pc:sldChg>
      <pc:sldChg chg="modSp add mod">
        <pc:chgData name="Ms Alina Arshad" userId="cccdfd85-d35d-4453-9c6f-a463aae40722" providerId="ADAL" clId="{D4C91E6F-B9DD-440D-9732-C61CDFB6C2C8}" dt="2024-09-22T13:27:16.223" v="393" actId="1076"/>
        <pc:sldMkLst>
          <pc:docMk/>
          <pc:sldMk cId="1497646456" sldId="275"/>
        </pc:sldMkLst>
        <pc:picChg chg="mod">
          <ac:chgData name="Ms Alina Arshad" userId="cccdfd85-d35d-4453-9c6f-a463aae40722" providerId="ADAL" clId="{D4C91E6F-B9DD-440D-9732-C61CDFB6C2C8}" dt="2024-09-22T13:27:12.158" v="392" actId="1076"/>
          <ac:picMkLst>
            <pc:docMk/>
            <pc:sldMk cId="1497646456" sldId="275"/>
            <ac:picMk id="5" creationId="{0DBB2777-7016-4A01-8AF0-F96056B9FC8F}"/>
          </ac:picMkLst>
        </pc:picChg>
        <pc:picChg chg="mod">
          <ac:chgData name="Ms Alina Arshad" userId="cccdfd85-d35d-4453-9c6f-a463aae40722" providerId="ADAL" clId="{D4C91E6F-B9DD-440D-9732-C61CDFB6C2C8}" dt="2024-09-22T13:27:16.223" v="393" actId="1076"/>
          <ac:picMkLst>
            <pc:docMk/>
            <pc:sldMk cId="1497646456" sldId="275"/>
            <ac:picMk id="6" creationId="{FA9585FB-CBE2-4A52-9153-F383B3C1533C}"/>
          </ac:picMkLst>
        </pc:picChg>
      </pc:sldChg>
      <pc:sldChg chg="add del">
        <pc:chgData name="Ms Alina Arshad" userId="cccdfd85-d35d-4453-9c6f-a463aae40722" providerId="ADAL" clId="{D4C91E6F-B9DD-440D-9732-C61CDFB6C2C8}" dt="2024-09-22T13:07:36.089" v="181" actId="47"/>
        <pc:sldMkLst>
          <pc:docMk/>
          <pc:sldMk cId="3993717517" sldId="276"/>
        </pc:sldMkLst>
        <pc:spChg chg="mod">
          <ac:chgData name="Ms Alina Arshad" userId="cccdfd85-d35d-4453-9c6f-a463aae40722" providerId="ADAL" clId="{D4C91E6F-B9DD-440D-9732-C61CDFB6C2C8}" dt="2024-09-22T13:27:41.415" v="397" actId="207"/>
          <ac:spMkLst>
            <pc:docMk/>
            <pc:sldMk cId="3993717517" sldId="276"/>
            <ac:spMk id="2" creationId="{781791DC-0148-40EC-85C5-4A802374F13F}"/>
          </ac:spMkLst>
        </pc:spChg>
        <pc:spChg chg="mod">
          <ac:chgData name="Ms Alina Arshad" userId="cccdfd85-d35d-4453-9c6f-a463aae40722" providerId="ADAL" clId="{D4C91E6F-B9DD-440D-9732-C61CDFB6C2C8}" dt="2024-09-22T13:27:50.921" v="399" actId="403"/>
          <ac:spMkLst>
            <pc:docMk/>
            <pc:sldMk cId="3993717517" sldId="276"/>
            <ac:spMk id="3" creationId="{31A7AFD5-81DA-4DED-AD8C-F310D4820705}"/>
          </ac:spMkLst>
        </pc:spChg>
      </pc:sldChg>
      <pc:sldChg chg="add del">
        <pc:chgData name="Ms Alina Arshad" userId="cccdfd85-d35d-4453-9c6f-a463aae40722" providerId="ADAL" clId="{D4C91E6F-B9DD-440D-9732-C61CDFB6C2C8}" dt="2024-09-22T13:07:36.120" v="182" actId="47"/>
        <pc:sldMkLst>
          <pc:docMk/>
          <pc:sldMk cId="0" sldId="277"/>
        </pc:sldMkLst>
      </pc:sldChg>
      <pc:sldChg chg="add del">
        <pc:chgData name="Ms Alina Arshad" userId="cccdfd85-d35d-4453-9c6f-a463aae40722" providerId="ADAL" clId="{D4C91E6F-B9DD-440D-9732-C61CDFB6C2C8}" dt="2024-09-22T13:07:36.158" v="183" actId="47"/>
        <pc:sldMkLst>
          <pc:docMk/>
          <pc:sldMk cId="2668593764" sldId="278"/>
        </pc:sldMkLst>
        <pc:spChg chg="mod">
          <ac:chgData name="Ms Alina Arshad" userId="cccdfd85-d35d-4453-9c6f-a463aae40722" providerId="ADAL" clId="{D4C91E6F-B9DD-440D-9732-C61CDFB6C2C8}" dt="2024-09-22T13:27:26.932" v="394" actId="207"/>
          <ac:spMkLst>
            <pc:docMk/>
            <pc:sldMk cId="2668593764" sldId="278"/>
            <ac:spMk id="2" creationId="{E5F7AB3E-208B-4CED-8A8F-7FD72405664D}"/>
          </ac:spMkLst>
        </pc:spChg>
        <pc:spChg chg="mod">
          <ac:chgData name="Ms Alina Arshad" userId="cccdfd85-d35d-4453-9c6f-a463aae40722" providerId="ADAL" clId="{D4C91E6F-B9DD-440D-9732-C61CDFB6C2C8}" dt="2024-09-22T13:27:35.494" v="396" actId="2711"/>
          <ac:spMkLst>
            <pc:docMk/>
            <pc:sldMk cId="2668593764" sldId="278"/>
            <ac:spMk id="3" creationId="{49F9FC7E-9E3B-42F7-B653-B264FCCAE9D8}"/>
          </ac:spMkLst>
        </pc:spChg>
      </pc:sldChg>
      <pc:sldChg chg="del">
        <pc:chgData name="Ms Alina Arshad" userId="cccdfd85-d35d-4453-9c6f-a463aae40722" providerId="ADAL" clId="{D4C91E6F-B9DD-440D-9732-C61CDFB6C2C8}" dt="2024-09-22T13:07:37.093" v="211" actId="47"/>
        <pc:sldMkLst>
          <pc:docMk/>
          <pc:sldMk cId="1325985888" sldId="279"/>
        </pc:sldMkLst>
      </pc:sldChg>
      <pc:sldChg chg="modSp add mod">
        <pc:chgData name="Ms Alina Arshad" userId="cccdfd85-d35d-4453-9c6f-a463aae40722" providerId="ADAL" clId="{D4C91E6F-B9DD-440D-9732-C61CDFB6C2C8}" dt="2024-09-22T13:07:58.843" v="228" actId="27636"/>
        <pc:sldMkLst>
          <pc:docMk/>
          <pc:sldMk cId="3703048629" sldId="279"/>
        </pc:sldMkLst>
        <pc:spChg chg="mod">
          <ac:chgData name="Ms Alina Arshad" userId="cccdfd85-d35d-4453-9c6f-a463aae40722" providerId="ADAL" clId="{D4C91E6F-B9DD-440D-9732-C61CDFB6C2C8}" dt="2024-09-22T13:07:58.843" v="228" actId="27636"/>
          <ac:spMkLst>
            <pc:docMk/>
            <pc:sldMk cId="3703048629" sldId="279"/>
            <ac:spMk id="3" creationId="{14C2275F-EEF7-4B46-8F23-7E6682716D48}"/>
          </ac:spMkLst>
        </pc:spChg>
      </pc:sldChg>
      <pc:sldChg chg="add del">
        <pc:chgData name="Ms Alina Arshad" userId="cccdfd85-d35d-4453-9c6f-a463aae40722" providerId="ADAL" clId="{D4C91E6F-B9DD-440D-9732-C61CDFB6C2C8}" dt="2024-09-22T13:02:21.183" v="130" actId="47"/>
        <pc:sldMkLst>
          <pc:docMk/>
          <pc:sldMk cId="1821615422" sldId="28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605066316" sldId="281"/>
        </pc:sldMkLst>
      </pc:sldChg>
      <pc:sldChg chg="add del">
        <pc:chgData name="Ms Alina Arshad" userId="cccdfd85-d35d-4453-9c6f-a463aae40722" providerId="ADAL" clId="{D4C91E6F-B9DD-440D-9732-C61CDFB6C2C8}" dt="2024-09-22T13:07:36.223" v="185" actId="47"/>
        <pc:sldMkLst>
          <pc:docMk/>
          <pc:sldMk cId="24697311" sldId="282"/>
        </pc:sldMkLst>
      </pc:sldChg>
      <pc:sldChg chg="modSp add mod">
        <pc:chgData name="Ms Alina Arshad" userId="cccdfd85-d35d-4453-9c6f-a463aae40722" providerId="ADAL" clId="{D4C91E6F-B9DD-440D-9732-C61CDFB6C2C8}" dt="2024-09-22T13:26:58.544" v="388" actId="14100"/>
        <pc:sldMkLst>
          <pc:docMk/>
          <pc:sldMk cId="3289392637" sldId="283"/>
        </pc:sldMkLst>
        <pc:picChg chg="mod">
          <ac:chgData name="Ms Alina Arshad" userId="cccdfd85-d35d-4453-9c6f-a463aae40722" providerId="ADAL" clId="{D4C91E6F-B9DD-440D-9732-C61CDFB6C2C8}" dt="2024-09-22T13:26:58.544" v="388" actId="14100"/>
          <ac:picMkLst>
            <pc:docMk/>
            <pc:sldMk cId="3289392637" sldId="283"/>
            <ac:picMk id="5" creationId="{E9364447-0905-4016-B0E8-FD9646A14B14}"/>
          </ac:picMkLst>
        </pc:picChg>
      </pc:sldChg>
      <pc:sldChg chg="add del">
        <pc:chgData name="Ms Alina Arshad" userId="cccdfd85-d35d-4453-9c6f-a463aae40722" providerId="ADAL" clId="{D4C91E6F-B9DD-440D-9732-C61CDFB6C2C8}" dt="2024-09-22T13:07:36.291" v="187" actId="47"/>
        <pc:sldMkLst>
          <pc:docMk/>
          <pc:sldMk cId="800652809" sldId="284"/>
        </pc:sldMkLst>
      </pc:sldChg>
      <pc:sldChg chg="add del">
        <pc:chgData name="Ms Alina Arshad" userId="cccdfd85-d35d-4453-9c6f-a463aae40722" providerId="ADAL" clId="{D4C91E6F-B9DD-440D-9732-C61CDFB6C2C8}" dt="2024-09-22T13:07:36.322" v="188" actId="47"/>
        <pc:sldMkLst>
          <pc:docMk/>
          <pc:sldMk cId="1402144616" sldId="285"/>
        </pc:sldMkLst>
        <pc:spChg chg="mo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2" creationId="{2F6CB8CE-8AA3-4A30-80C4-4E7895E4B350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6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7" creationId="{39CB82C2-DF65-4EC1-8280-F201D50F570B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9" creationId="{4E4490D0-3672-446A-AC12-B4830333BDDD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0" creationId="{FA4CD5CB-D209-4D70-8CA4-629731C59219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1" creationId="{39CB82C2-DF65-4EC1-8280-F201D50F570B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4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5" creationId="{FA4CD5CB-D209-4D70-8CA4-629731C59219}"/>
          </ac:spMkLst>
        </pc:spChg>
        <pc:spChg chg="add">
          <ac:chgData name="Ms Alina Arshad" userId="cccdfd85-d35d-4453-9c6f-a463aae40722" providerId="ADAL" clId="{D4C91E6F-B9DD-440D-9732-C61CDFB6C2C8}" dt="2024-09-22T13:16:35.790" v="290" actId="26606"/>
          <ac:spMkLst>
            <pc:docMk/>
            <pc:sldMk cId="1402144616" sldId="285"/>
            <ac:spMk id="16" creationId="{593ACC25-C262-417A-8AA9-0641C772BDB6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19" creationId="{B4C27B90-DF2B-4D00-BA07-18ED774CD2F1}"/>
          </ac:spMkLst>
        </pc:spChg>
        <pc:spChg chg="add del">
          <ac:chgData name="Ms Alina Arshad" userId="cccdfd85-d35d-4453-9c6f-a463aae40722" providerId="ADAL" clId="{D4C91E6F-B9DD-440D-9732-C61CDFB6C2C8}" dt="2024-09-22T13:16:32.257" v="289" actId="26606"/>
          <ac:spMkLst>
            <pc:docMk/>
            <pc:sldMk cId="1402144616" sldId="285"/>
            <ac:spMk id="21" creationId="{593ACC25-C262-417A-8AA9-0641C772BDB6}"/>
          </ac:spMkLst>
        </pc:spChg>
        <pc:picChg chg="mod">
          <ac:chgData name="Ms Alina Arshad" userId="cccdfd85-d35d-4453-9c6f-a463aae40722" providerId="ADAL" clId="{D4C91E6F-B9DD-440D-9732-C61CDFB6C2C8}" dt="2024-09-22T13:16:44.250" v="292" actId="1076"/>
          <ac:picMkLst>
            <pc:docMk/>
            <pc:sldMk cId="1402144616" sldId="285"/>
            <ac:picMk id="4" creationId="{2D2785FA-9ADF-4C9B-A0F6-034810D10C6E}"/>
          </ac:picMkLst>
        </pc:pic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8" creationId="{7E1D4427-852B-4B37-8E76-0E9F1810BA2A}"/>
          </ac:cxnSpMkLst>
        </pc:cxnChg>
        <pc:cxnChg chg="add">
          <ac:chgData name="Ms Alina Arshad" userId="cccdfd85-d35d-4453-9c6f-a463aae40722" providerId="ADAL" clId="{D4C91E6F-B9DD-440D-9732-C61CDFB6C2C8}" dt="2024-09-22T13:16:35.790" v="290" actId="26606"/>
          <ac:cxnSpMkLst>
            <pc:docMk/>
            <pc:sldMk cId="1402144616" sldId="285"/>
            <ac:cxnSpMk id="12" creationId="{5C6A2BAE-B461-4B55-8E1F-0722ABDD1393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3" creationId="{7E1D4427-852B-4B37-8E76-0E9F1810BA2A}"/>
          </ac:cxnSpMkLst>
        </pc:cxnChg>
        <pc:cxnChg chg="add del">
          <ac:chgData name="Ms Alina Arshad" userId="cccdfd85-d35d-4453-9c6f-a463aae40722" providerId="ADAL" clId="{D4C91E6F-B9DD-440D-9732-C61CDFB6C2C8}" dt="2024-09-22T13:16:32.257" v="289" actId="26606"/>
          <ac:cxnSpMkLst>
            <pc:docMk/>
            <pc:sldMk cId="1402144616" sldId="285"/>
            <ac:cxnSpMk id="17" creationId="{5C6A2BAE-B461-4B55-8E1F-0722ABDD1393}"/>
          </ac:cxnSpMkLst>
        </pc:cxnChg>
      </pc:sldChg>
      <pc:sldChg chg="add del">
        <pc:chgData name="Ms Alina Arshad" userId="cccdfd85-d35d-4453-9c6f-a463aae40722" providerId="ADAL" clId="{D4C91E6F-B9DD-440D-9732-C61CDFB6C2C8}" dt="2024-09-22T13:07:36.353" v="189" actId="47"/>
        <pc:sldMkLst>
          <pc:docMk/>
          <pc:sldMk cId="0" sldId="286"/>
        </pc:sldMkLst>
      </pc:sldChg>
      <pc:sldChg chg="delSp modSp add mod">
        <pc:chgData name="Ms Alina Arshad" userId="cccdfd85-d35d-4453-9c6f-a463aae40722" providerId="ADAL" clId="{D4C91E6F-B9DD-440D-9732-C61CDFB6C2C8}" dt="2024-09-22T13:28:42.450" v="404" actId="1076"/>
        <pc:sldMkLst>
          <pc:docMk/>
          <pc:sldMk cId="3229345964" sldId="287"/>
        </pc:sldMkLst>
        <pc:spChg chg="del">
          <ac:chgData name="Ms Alina Arshad" userId="cccdfd85-d35d-4453-9c6f-a463aae40722" providerId="ADAL" clId="{D4C91E6F-B9DD-440D-9732-C61CDFB6C2C8}" dt="2024-09-22T13:28:32.954" v="400" actId="478"/>
          <ac:spMkLst>
            <pc:docMk/>
            <pc:sldMk cId="3229345964" sldId="287"/>
            <ac:spMk id="2" creationId="{5DA081F5-16CF-4CA2-A173-0E030024A636}"/>
          </ac:spMkLst>
        </pc:spChg>
        <pc:picChg chg="mod">
          <ac:chgData name="Ms Alina Arshad" userId="cccdfd85-d35d-4453-9c6f-a463aae40722" providerId="ADAL" clId="{D4C91E6F-B9DD-440D-9732-C61CDFB6C2C8}" dt="2024-09-22T13:28:42.450" v="404" actId="1076"/>
          <ac:picMkLst>
            <pc:docMk/>
            <pc:sldMk cId="3229345964" sldId="287"/>
            <ac:picMk id="5" creationId="{8EF4BFF1-87E0-4AF5-83CA-F11370D161B8}"/>
          </ac:picMkLst>
        </pc:pic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02870935" sldId="288"/>
        </pc:sldMkLst>
      </pc:sldChg>
      <pc:sldChg chg="add del">
        <pc:chgData name="Ms Alina Arshad" userId="cccdfd85-d35d-4453-9c6f-a463aae40722" providerId="ADAL" clId="{D4C91E6F-B9DD-440D-9732-C61CDFB6C2C8}" dt="2024-09-22T13:07:36.456" v="192" actId="47"/>
        <pc:sldMkLst>
          <pc:docMk/>
          <pc:sldMk cId="0" sldId="289"/>
        </pc:sldMkLst>
      </pc:sldChg>
      <pc:sldChg chg="add del">
        <pc:chgData name="Ms Alina Arshad" userId="cccdfd85-d35d-4453-9c6f-a463aae40722" providerId="ADAL" clId="{D4C91E6F-B9DD-440D-9732-C61CDFB6C2C8}" dt="2024-09-22T13:07:36.475" v="193" actId="47"/>
        <pc:sldMkLst>
          <pc:docMk/>
          <pc:sldMk cId="0" sldId="290"/>
        </pc:sldMkLst>
      </pc:sldChg>
      <pc:sldChg chg="add del">
        <pc:chgData name="Ms Alina Arshad" userId="cccdfd85-d35d-4453-9c6f-a463aae40722" providerId="ADAL" clId="{D4C91E6F-B9DD-440D-9732-C61CDFB6C2C8}" dt="2024-09-22T13:07:36.517" v="194" actId="47"/>
        <pc:sldMkLst>
          <pc:docMk/>
          <pc:sldMk cId="0" sldId="291"/>
        </pc:sldMkLst>
      </pc:sldChg>
      <pc:sldChg chg="add del">
        <pc:chgData name="Ms Alina Arshad" userId="cccdfd85-d35d-4453-9c6f-a463aae40722" providerId="ADAL" clId="{D4C91E6F-B9DD-440D-9732-C61CDFB6C2C8}" dt="2024-09-22T13:07:36.562" v="195" actId="47"/>
        <pc:sldMkLst>
          <pc:docMk/>
          <pc:sldMk cId="0" sldId="292"/>
        </pc:sldMkLst>
      </pc:sldChg>
      <pc:sldChg chg="add del">
        <pc:chgData name="Ms Alina Arshad" userId="cccdfd85-d35d-4453-9c6f-a463aae40722" providerId="ADAL" clId="{D4C91E6F-B9DD-440D-9732-C61CDFB6C2C8}" dt="2024-09-22T13:07:36.605" v="196" actId="47"/>
        <pc:sldMkLst>
          <pc:docMk/>
          <pc:sldMk cId="0" sldId="293"/>
        </pc:sldMkLst>
      </pc:sldChg>
      <pc:sldChg chg="add del">
        <pc:chgData name="Ms Alina Arshad" userId="cccdfd85-d35d-4453-9c6f-a463aae40722" providerId="ADAL" clId="{D4C91E6F-B9DD-440D-9732-C61CDFB6C2C8}" dt="2024-09-22T13:07:36.636" v="197" actId="47"/>
        <pc:sldMkLst>
          <pc:docMk/>
          <pc:sldMk cId="0" sldId="294"/>
        </pc:sldMkLst>
      </pc:sldChg>
      <pc:sldChg chg="add del">
        <pc:chgData name="Ms Alina Arshad" userId="cccdfd85-d35d-4453-9c6f-a463aae40722" providerId="ADAL" clId="{D4C91E6F-B9DD-440D-9732-C61CDFB6C2C8}" dt="2024-09-22T13:07:36.651" v="198" actId="47"/>
        <pc:sldMkLst>
          <pc:docMk/>
          <pc:sldMk cId="0" sldId="295"/>
        </pc:sldMkLst>
      </pc:sldChg>
      <pc:sldChg chg="add del">
        <pc:chgData name="Ms Alina Arshad" userId="cccdfd85-d35d-4453-9c6f-a463aae40722" providerId="ADAL" clId="{D4C91E6F-B9DD-440D-9732-C61CDFB6C2C8}" dt="2024-09-22T13:07:36.673" v="199" actId="47"/>
        <pc:sldMkLst>
          <pc:docMk/>
          <pc:sldMk cId="0" sldId="296"/>
        </pc:sldMkLst>
      </pc:sldChg>
      <pc:sldChg chg="add del">
        <pc:chgData name="Ms Alina Arshad" userId="cccdfd85-d35d-4453-9c6f-a463aae40722" providerId="ADAL" clId="{D4C91E6F-B9DD-440D-9732-C61CDFB6C2C8}" dt="2024-09-22T13:07:36.722" v="200" actId="47"/>
        <pc:sldMkLst>
          <pc:docMk/>
          <pc:sldMk cId="0" sldId="297"/>
        </pc:sldMkLst>
      </pc:sldChg>
      <pc:sldChg chg="add del">
        <pc:chgData name="Ms Alina Arshad" userId="cccdfd85-d35d-4453-9c6f-a463aae40722" providerId="ADAL" clId="{D4C91E6F-B9DD-440D-9732-C61CDFB6C2C8}" dt="2024-09-22T13:07:36.760" v="201" actId="47"/>
        <pc:sldMkLst>
          <pc:docMk/>
          <pc:sldMk cId="0" sldId="298"/>
        </pc:sldMkLst>
      </pc:sldChg>
      <pc:sldChg chg="add del">
        <pc:chgData name="Ms Alina Arshad" userId="cccdfd85-d35d-4453-9c6f-a463aae40722" providerId="ADAL" clId="{D4C91E6F-B9DD-440D-9732-C61CDFB6C2C8}" dt="2024-09-22T13:07:36.791" v="202" actId="47"/>
        <pc:sldMkLst>
          <pc:docMk/>
          <pc:sldMk cId="0" sldId="299"/>
        </pc:sldMkLst>
      </pc:sldChg>
      <pc:sldChg chg="add del">
        <pc:chgData name="Ms Alina Arshad" userId="cccdfd85-d35d-4453-9c6f-a463aae40722" providerId="ADAL" clId="{D4C91E6F-B9DD-440D-9732-C61CDFB6C2C8}" dt="2024-09-22T13:07:36.806" v="203" actId="47"/>
        <pc:sldMkLst>
          <pc:docMk/>
          <pc:sldMk cId="0" sldId="300"/>
        </pc:sldMkLst>
      </pc:sldChg>
      <pc:sldChg chg="add del">
        <pc:chgData name="Ms Alina Arshad" userId="cccdfd85-d35d-4453-9c6f-a463aae40722" providerId="ADAL" clId="{D4C91E6F-B9DD-440D-9732-C61CDFB6C2C8}" dt="2024-09-22T13:07:36.854" v="204" actId="47"/>
        <pc:sldMkLst>
          <pc:docMk/>
          <pc:sldMk cId="0" sldId="301"/>
        </pc:sldMkLst>
      </pc:sldChg>
      <pc:sldChg chg="add del">
        <pc:chgData name="Ms Alina Arshad" userId="cccdfd85-d35d-4453-9c6f-a463aae40722" providerId="ADAL" clId="{D4C91E6F-B9DD-440D-9732-C61CDFB6C2C8}" dt="2024-09-22T13:07:36.887" v="205" actId="47"/>
        <pc:sldMkLst>
          <pc:docMk/>
          <pc:sldMk cId="0" sldId="302"/>
        </pc:sldMkLst>
      </pc:sldChg>
      <pc:sldChg chg="add del">
        <pc:chgData name="Ms Alina Arshad" userId="cccdfd85-d35d-4453-9c6f-a463aae40722" providerId="ADAL" clId="{D4C91E6F-B9DD-440D-9732-C61CDFB6C2C8}" dt="2024-09-22T13:07:36.945" v="206" actId="47"/>
        <pc:sldMkLst>
          <pc:docMk/>
          <pc:sldMk cId="0" sldId="303"/>
        </pc:sldMkLst>
      </pc:sldChg>
      <pc:sldChg chg="add del">
        <pc:chgData name="Ms Alina Arshad" userId="cccdfd85-d35d-4453-9c6f-a463aae40722" providerId="ADAL" clId="{D4C91E6F-B9DD-440D-9732-C61CDFB6C2C8}" dt="2024-09-22T13:07:36.961" v="207" actId="47"/>
        <pc:sldMkLst>
          <pc:docMk/>
          <pc:sldMk cId="0" sldId="304"/>
        </pc:sldMkLst>
      </pc:sldChg>
      <pc:sldChg chg="add del">
        <pc:chgData name="Ms Alina Arshad" userId="cccdfd85-d35d-4453-9c6f-a463aae40722" providerId="ADAL" clId="{D4C91E6F-B9DD-440D-9732-C61CDFB6C2C8}" dt="2024-09-22T13:07:36.976" v="208" actId="47"/>
        <pc:sldMkLst>
          <pc:docMk/>
          <pc:sldMk cId="0" sldId="305"/>
        </pc:sldMkLst>
      </pc:sldChg>
      <pc:sldChg chg="add del">
        <pc:chgData name="Ms Alina Arshad" userId="cccdfd85-d35d-4453-9c6f-a463aae40722" providerId="ADAL" clId="{D4C91E6F-B9DD-440D-9732-C61CDFB6C2C8}" dt="2024-09-22T13:07:37.046" v="209" actId="47"/>
        <pc:sldMkLst>
          <pc:docMk/>
          <pc:sldMk cId="0" sldId="306"/>
        </pc:sldMkLst>
      </pc:sldChg>
      <pc:sldChg chg="add del">
        <pc:chgData name="Ms Alina Arshad" userId="cccdfd85-d35d-4453-9c6f-a463aae40722" providerId="ADAL" clId="{D4C91E6F-B9DD-440D-9732-C61CDFB6C2C8}" dt="2024-09-22T13:07:37.078" v="210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D4C91E6F-B9DD-440D-9732-C61CDFB6C2C8}" dt="2024-09-22T13:00:34.514" v="22" actId="47"/>
        <pc:sldMkLst>
          <pc:docMk/>
          <pc:sldMk cId="3233864465" sldId="338"/>
        </pc:sldMkLst>
      </pc:sldChg>
      <pc:sldChg chg="del">
        <pc:chgData name="Ms Alina Arshad" userId="cccdfd85-d35d-4453-9c6f-a463aae40722" providerId="ADAL" clId="{D4C91E6F-B9DD-440D-9732-C61CDFB6C2C8}" dt="2024-09-22T13:00:34.573" v="24" actId="47"/>
        <pc:sldMkLst>
          <pc:docMk/>
          <pc:sldMk cId="1267034377" sldId="339"/>
        </pc:sldMkLst>
      </pc:sldChg>
      <pc:sldChg chg="del">
        <pc:chgData name="Ms Alina Arshad" userId="cccdfd85-d35d-4453-9c6f-a463aae40722" providerId="ADAL" clId="{D4C91E6F-B9DD-440D-9732-C61CDFB6C2C8}" dt="2024-09-22T13:00:35.285" v="26" actId="47"/>
        <pc:sldMkLst>
          <pc:docMk/>
          <pc:sldMk cId="2400815569" sldId="340"/>
        </pc:sldMkLst>
      </pc:sldChg>
      <pc:sldChg chg="del">
        <pc:chgData name="Ms Alina Arshad" userId="cccdfd85-d35d-4453-9c6f-a463aae40722" providerId="ADAL" clId="{D4C91E6F-B9DD-440D-9732-C61CDFB6C2C8}" dt="2024-09-22T13:00:35.591" v="28" actId="47"/>
        <pc:sldMkLst>
          <pc:docMk/>
          <pc:sldMk cId="1204309406" sldId="341"/>
        </pc:sldMkLst>
      </pc:sldChg>
      <pc:sldChg chg="del">
        <pc:chgData name="Ms Alina Arshad" userId="cccdfd85-d35d-4453-9c6f-a463aae40722" providerId="ADAL" clId="{D4C91E6F-B9DD-440D-9732-C61CDFB6C2C8}" dt="2024-09-22T13:00:34.459" v="20" actId="47"/>
        <pc:sldMkLst>
          <pc:docMk/>
          <pc:sldMk cId="96607437" sldId="34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4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2036508356" sldId="348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32290220" sldId="349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448686030" sldId="350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3109540881" sldId="351"/>
        </pc:sldMkLst>
      </pc:sldChg>
      <pc:sldChg chg="modSp add mod">
        <pc:chgData name="Ms Alina Arshad" userId="cccdfd85-d35d-4453-9c6f-a463aae40722" providerId="ADAL" clId="{D4C91E6F-B9DD-440D-9732-C61CDFB6C2C8}" dt="2024-09-22T13:07:58.869" v="229" actId="27636"/>
        <pc:sldMkLst>
          <pc:docMk/>
          <pc:sldMk cId="0" sldId="352"/>
        </pc:sldMkLst>
        <pc:spChg chg="mod">
          <ac:chgData name="Ms Alina Arshad" userId="cccdfd85-d35d-4453-9c6f-a463aae40722" providerId="ADAL" clId="{D4C91E6F-B9DD-440D-9732-C61CDFB6C2C8}" dt="2024-09-22T13:07:58.869" v="229" actId="27636"/>
          <ac:spMkLst>
            <pc:docMk/>
            <pc:sldMk cId="0" sldId="352"/>
            <ac:spMk id="64516" creationId="{D2D679A3-2E8D-4632-948B-DAF7F009B134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3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4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5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57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68"/>
        </pc:sldMkLst>
      </pc:sldChg>
      <pc:sldChg chg="modSp add mod">
        <pc:chgData name="Ms Alina Arshad" userId="cccdfd85-d35d-4453-9c6f-a463aae40722" providerId="ADAL" clId="{D4C91E6F-B9DD-440D-9732-C61CDFB6C2C8}" dt="2024-09-22T13:07:58.878" v="231" actId="27636"/>
        <pc:sldMkLst>
          <pc:docMk/>
          <pc:sldMk cId="0" sldId="369"/>
        </pc:sldMkLst>
        <pc:spChg chg="mod">
          <ac:chgData name="Ms Alina Arshad" userId="cccdfd85-d35d-4453-9c6f-a463aae40722" providerId="ADAL" clId="{D4C91E6F-B9DD-440D-9732-C61CDFB6C2C8}" dt="2024-09-22T13:07:58.878" v="231" actId="27636"/>
          <ac:spMkLst>
            <pc:docMk/>
            <pc:sldMk cId="0" sldId="369"/>
            <ac:spMk id="81924" creationId="{68248C69-9332-4A99-BC0A-14F57C4D99DE}"/>
          </ac:spMkLst>
        </pc:spChg>
      </pc:sldChg>
      <pc:sldChg chg="modSp add mod">
        <pc:chgData name="Ms Alina Arshad" userId="cccdfd85-d35d-4453-9c6f-a463aae40722" providerId="ADAL" clId="{D4C91E6F-B9DD-440D-9732-C61CDFB6C2C8}" dt="2024-09-22T13:07:58.875" v="230" actId="27636"/>
        <pc:sldMkLst>
          <pc:docMk/>
          <pc:sldMk cId="0" sldId="370"/>
        </pc:sldMkLst>
        <pc:spChg chg="mod">
          <ac:chgData name="Ms Alina Arshad" userId="cccdfd85-d35d-4453-9c6f-a463aae40722" providerId="ADAL" clId="{D4C91E6F-B9DD-440D-9732-C61CDFB6C2C8}" dt="2024-09-22T13:07:58.875" v="230" actId="27636"/>
          <ac:spMkLst>
            <pc:docMk/>
            <pc:sldMk cId="0" sldId="370"/>
            <ac:spMk id="77828" creationId="{AE58D6A9-2268-4B9B-B644-43B75570DBA9}"/>
          </ac:spMkLst>
        </pc:spChg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1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7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2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0" sldId="396"/>
        </pc:sldMkLst>
      </pc:sldChg>
      <pc:sldChg chg="add">
        <pc:chgData name="Ms Alina Arshad" userId="cccdfd85-d35d-4453-9c6f-a463aae40722" providerId="ADAL" clId="{D4C91E6F-B9DD-440D-9732-C61CDFB6C2C8}" dt="2024-09-22T13:07:58.693" v="223"/>
        <pc:sldMkLst>
          <pc:docMk/>
          <pc:sldMk cId="1634129650" sldId="397"/>
        </pc:sldMkLst>
      </pc:sldChg>
      <pc:sldChg chg="modSp add mod">
        <pc:chgData name="Ms Alina Arshad" userId="cccdfd85-d35d-4453-9c6f-a463aae40722" providerId="ADAL" clId="{D4C91E6F-B9DD-440D-9732-C61CDFB6C2C8}" dt="2024-09-22T13:15:46.580" v="277" actId="14100"/>
        <pc:sldMkLst>
          <pc:docMk/>
          <pc:sldMk cId="818196387" sldId="398"/>
        </pc:sldMkLst>
        <pc:spChg chg="mod">
          <ac:chgData name="Ms Alina Arshad" userId="cccdfd85-d35d-4453-9c6f-a463aae40722" providerId="ADAL" clId="{D4C91E6F-B9DD-440D-9732-C61CDFB6C2C8}" dt="2024-09-22T13:15:12.286" v="267" actId="207"/>
          <ac:spMkLst>
            <pc:docMk/>
            <pc:sldMk cId="818196387" sldId="398"/>
            <ac:spMk id="2" creationId="{41435336-0E45-46A6-ADEF-9EF46BC634DD}"/>
          </ac:spMkLst>
        </pc:spChg>
        <pc:spChg chg="mod">
          <ac:chgData name="Ms Alina Arshad" userId="cccdfd85-d35d-4453-9c6f-a463aae40722" providerId="ADAL" clId="{D4C91E6F-B9DD-440D-9732-C61CDFB6C2C8}" dt="2024-09-22T13:15:46.580" v="277" actId="14100"/>
          <ac:spMkLst>
            <pc:docMk/>
            <pc:sldMk cId="818196387" sldId="398"/>
            <ac:spMk id="4" creationId="{00000000-0000-0000-0000-000000000000}"/>
          </ac:spMkLst>
        </pc:spChg>
        <pc:picChg chg="mod">
          <ac:chgData name="Ms Alina Arshad" userId="cccdfd85-d35d-4453-9c6f-a463aae40722" providerId="ADAL" clId="{D4C91E6F-B9DD-440D-9732-C61CDFB6C2C8}" dt="2024-09-22T13:15:42.498" v="276" actId="1076"/>
          <ac:picMkLst>
            <pc:docMk/>
            <pc:sldMk cId="818196387" sldId="398"/>
            <ac:picMk id="6" creationId="{00000000-0000-0000-0000-000000000000}"/>
          </ac:picMkLst>
        </pc:picChg>
      </pc:sldChg>
      <pc:sldChg chg="modSp add mod">
        <pc:chgData name="Ms Alina Arshad" userId="cccdfd85-d35d-4453-9c6f-a463aae40722" providerId="ADAL" clId="{D4C91E6F-B9DD-440D-9732-C61CDFB6C2C8}" dt="2024-09-22T13:16:05.241" v="284" actId="403"/>
        <pc:sldMkLst>
          <pc:docMk/>
          <pc:sldMk cId="3016557581" sldId="399"/>
        </pc:sldMkLst>
        <pc:spChg chg="mod">
          <ac:chgData name="Ms Alina Arshad" userId="cccdfd85-d35d-4453-9c6f-a463aae40722" providerId="ADAL" clId="{D4C91E6F-B9DD-440D-9732-C61CDFB6C2C8}" dt="2024-09-22T13:15:51.562" v="278" actId="207"/>
          <ac:spMkLst>
            <pc:docMk/>
            <pc:sldMk cId="3016557581" sldId="399"/>
            <ac:spMk id="2" creationId="{E2B52054-9130-4CB7-BA10-54AC86DB3C4E}"/>
          </ac:spMkLst>
        </pc:spChg>
        <pc:spChg chg="mod">
          <ac:chgData name="Ms Alina Arshad" userId="cccdfd85-d35d-4453-9c6f-a463aae40722" providerId="ADAL" clId="{D4C91E6F-B9DD-440D-9732-C61CDFB6C2C8}" dt="2024-09-22T13:16:05.241" v="284" actId="403"/>
          <ac:spMkLst>
            <pc:docMk/>
            <pc:sldMk cId="3016557581" sldId="399"/>
            <ac:spMk id="3" creationId="{0EA14083-9FE5-4604-AE9D-7238164721FE}"/>
          </ac:spMkLst>
        </pc:spChg>
      </pc:sldChg>
      <pc:sldChg chg="modSp add mod">
        <pc:chgData name="Ms Alina Arshad" userId="cccdfd85-d35d-4453-9c6f-a463aae40722" providerId="ADAL" clId="{D4C91E6F-B9DD-440D-9732-C61CDFB6C2C8}" dt="2024-09-22T13:17:35.564" v="306" actId="33524"/>
        <pc:sldMkLst>
          <pc:docMk/>
          <pc:sldMk cId="778265951" sldId="400"/>
        </pc:sldMkLst>
        <pc:spChg chg="mod">
          <ac:chgData name="Ms Alina Arshad" userId="cccdfd85-d35d-4453-9c6f-a463aae40722" providerId="ADAL" clId="{D4C91E6F-B9DD-440D-9732-C61CDFB6C2C8}" dt="2024-09-22T13:17:02.083" v="296" actId="207"/>
          <ac:spMkLst>
            <pc:docMk/>
            <pc:sldMk cId="778265951" sldId="400"/>
            <ac:spMk id="2" creationId="{81D18A18-D626-433C-BD10-286086DF62BE}"/>
          </ac:spMkLst>
        </pc:spChg>
        <pc:spChg chg="mod">
          <ac:chgData name="Ms Alina Arshad" userId="cccdfd85-d35d-4453-9c6f-a463aae40722" providerId="ADAL" clId="{D4C91E6F-B9DD-440D-9732-C61CDFB6C2C8}" dt="2024-09-22T13:17:35.564" v="306" actId="33524"/>
          <ac:spMkLst>
            <pc:docMk/>
            <pc:sldMk cId="778265951" sldId="400"/>
            <ac:spMk id="3" creationId="{F5F3CEE5-C73D-4116-87E2-1842D15B8EF7}"/>
          </ac:spMkLst>
        </pc:spChg>
        <pc:picChg chg="mod">
          <ac:chgData name="Ms Alina Arshad" userId="cccdfd85-d35d-4453-9c6f-a463aae40722" providerId="ADAL" clId="{D4C91E6F-B9DD-440D-9732-C61CDFB6C2C8}" dt="2024-09-22T13:17:28.856" v="305" actId="1076"/>
          <ac:picMkLst>
            <pc:docMk/>
            <pc:sldMk cId="778265951" sldId="400"/>
            <ac:picMk id="5" creationId="{13889469-74D1-4332-9F10-768E2A51287B}"/>
          </ac:picMkLst>
        </pc:picChg>
      </pc:sldChg>
      <pc:sldChg chg="modSp add mod">
        <pc:chgData name="Ms Alina Arshad" userId="cccdfd85-d35d-4453-9c6f-a463aae40722" providerId="ADAL" clId="{D4C91E6F-B9DD-440D-9732-C61CDFB6C2C8}" dt="2024-09-22T13:21:58.553" v="341" actId="14100"/>
        <pc:sldMkLst>
          <pc:docMk/>
          <pc:sldMk cId="978211767" sldId="401"/>
        </pc:sldMkLst>
        <pc:spChg chg="mod">
          <ac:chgData name="Ms Alina Arshad" userId="cccdfd85-d35d-4453-9c6f-a463aae40722" providerId="ADAL" clId="{D4C91E6F-B9DD-440D-9732-C61CDFB6C2C8}" dt="2024-09-22T13:21:46.534" v="339" actId="207"/>
          <ac:spMkLst>
            <pc:docMk/>
            <pc:sldMk cId="978211767" sldId="401"/>
            <ac:spMk id="2" creationId="{144233A4-E56A-464D-B33A-A1504BF17870}"/>
          </ac:spMkLst>
        </pc:spChg>
        <pc:spChg chg="mod">
          <ac:chgData name="Ms Alina Arshad" userId="cccdfd85-d35d-4453-9c6f-a463aae40722" providerId="ADAL" clId="{D4C91E6F-B9DD-440D-9732-C61CDFB6C2C8}" dt="2024-09-22T13:21:58.553" v="341" actId="14100"/>
          <ac:spMkLst>
            <pc:docMk/>
            <pc:sldMk cId="978211767" sldId="401"/>
            <ac:spMk id="3" creationId="{E937F355-7669-4EAF-9A89-20F10222BF5D}"/>
          </ac:spMkLst>
        </pc:spChg>
      </pc:sldChg>
      <pc:sldChg chg="modSp add mod">
        <pc:chgData name="Ms Alina Arshad" userId="cccdfd85-d35d-4453-9c6f-a463aae40722" providerId="ADAL" clId="{D4C91E6F-B9DD-440D-9732-C61CDFB6C2C8}" dt="2024-09-22T13:22:20.742" v="345" actId="207"/>
        <pc:sldMkLst>
          <pc:docMk/>
          <pc:sldMk cId="20141498" sldId="402"/>
        </pc:sldMkLst>
        <pc:spChg chg="mod">
          <ac:chgData name="Ms Alina Arshad" userId="cccdfd85-d35d-4453-9c6f-a463aae40722" providerId="ADAL" clId="{D4C91E6F-B9DD-440D-9732-C61CDFB6C2C8}" dt="2024-09-22T13:22:20.742" v="345" actId="207"/>
          <ac:spMkLst>
            <pc:docMk/>
            <pc:sldMk cId="20141498" sldId="402"/>
            <ac:spMk id="2" creationId="{D639E78D-B438-402C-80B5-31FC5FB10F7F}"/>
          </ac:spMkLst>
        </pc:spChg>
        <pc:spChg chg="mod">
          <ac:chgData name="Ms Alina Arshad" userId="cccdfd85-d35d-4453-9c6f-a463aae40722" providerId="ADAL" clId="{D4C91E6F-B9DD-440D-9732-C61CDFB6C2C8}" dt="2024-09-22T13:22:16.676" v="344" actId="2711"/>
          <ac:spMkLst>
            <pc:docMk/>
            <pc:sldMk cId="20141498" sldId="402"/>
            <ac:spMk id="3" creationId="{2EA2AE38-5155-482E-84CB-CC5042136080}"/>
          </ac:spMkLst>
        </pc:spChg>
      </pc:sldChg>
    </pc:docChg>
  </pc:docChgLst>
  <pc:docChgLst>
    <pc:chgData name="Ms Alina Arshad" userId="cccdfd85-d35d-4453-9c6f-a463aae40722" providerId="ADAL" clId="{700AA452-C530-416E-96E5-BDDCF9860929}"/>
    <pc:docChg chg="custSel addSld delSld modSld sldOrd modMainMaster">
      <pc:chgData name="Ms Alina Arshad" userId="cccdfd85-d35d-4453-9c6f-a463aae40722" providerId="ADAL" clId="{700AA452-C530-416E-96E5-BDDCF9860929}" dt="2024-09-30T18:52:44.057" v="228" actId="1076"/>
      <pc:docMkLst>
        <pc:docMk/>
      </pc:docMkLst>
      <pc:sldChg chg="modSp mod">
        <pc:chgData name="Ms Alina Arshad" userId="cccdfd85-d35d-4453-9c6f-a463aae40722" providerId="ADAL" clId="{700AA452-C530-416E-96E5-BDDCF9860929}" dt="2024-09-30T14:50:50.653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00AA452-C530-416E-96E5-BDDCF9860929}" dt="2024-09-30T14:50:50.653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00AA452-C530-416E-96E5-BDDCF9860929}" dt="2024-09-22T13:30:22.497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700AA452-C530-416E-96E5-BDDCF9860929}" dt="2024-09-22T13:30:22.895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700AA452-C530-416E-96E5-BDDCF9860929}" dt="2024-09-22T13:30:23.271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700AA452-C530-416E-96E5-BDDCF9860929}" dt="2024-09-22T13:30:23.636" v="5" actId="47"/>
        <pc:sldMkLst>
          <pc:docMk/>
          <pc:sldMk cId="1577505814" sldId="265"/>
        </pc:sldMkLst>
      </pc:sldChg>
      <pc:sldChg chg="del">
        <pc:chgData name="Ms Alina Arshad" userId="cccdfd85-d35d-4453-9c6f-a463aae40722" providerId="ADAL" clId="{700AA452-C530-416E-96E5-BDDCF9860929}" dt="2024-09-22T13:30:25.540" v="10" actId="47"/>
        <pc:sldMkLst>
          <pc:docMk/>
          <pc:sldMk cId="1582826008" sldId="266"/>
        </pc:sldMkLst>
      </pc:sldChg>
      <pc:sldChg chg="del">
        <pc:chgData name="Ms Alina Arshad" userId="cccdfd85-d35d-4453-9c6f-a463aae40722" providerId="ADAL" clId="{700AA452-C530-416E-96E5-BDDCF9860929}" dt="2024-09-22T13:30:28.390" v="17" actId="47"/>
        <pc:sldMkLst>
          <pc:docMk/>
          <pc:sldMk cId="731299161" sldId="267"/>
        </pc:sldMkLst>
      </pc:sldChg>
      <pc:sldChg chg="del">
        <pc:chgData name="Ms Alina Arshad" userId="cccdfd85-d35d-4453-9c6f-a463aae40722" providerId="ADAL" clId="{700AA452-C530-416E-96E5-BDDCF9860929}" dt="2024-09-22T13:30:25.951" v="11" actId="47"/>
        <pc:sldMkLst>
          <pc:docMk/>
          <pc:sldMk cId="90329638" sldId="268"/>
        </pc:sldMkLst>
      </pc:sldChg>
      <pc:sldChg chg="del">
        <pc:chgData name="Ms Alina Arshad" userId="cccdfd85-d35d-4453-9c6f-a463aae40722" providerId="ADAL" clId="{700AA452-C530-416E-96E5-BDDCF9860929}" dt="2024-09-22T13:30:26.385" v="12" actId="47"/>
        <pc:sldMkLst>
          <pc:docMk/>
          <pc:sldMk cId="2295129282" sldId="269"/>
        </pc:sldMkLst>
      </pc:sldChg>
      <pc:sldChg chg="del">
        <pc:chgData name="Ms Alina Arshad" userId="cccdfd85-d35d-4453-9c6f-a463aae40722" providerId="ADAL" clId="{700AA452-C530-416E-96E5-BDDCF9860929}" dt="2024-09-22T13:30:26.779" v="13" actId="47"/>
        <pc:sldMkLst>
          <pc:docMk/>
          <pc:sldMk cId="2090315159" sldId="270"/>
        </pc:sldMkLst>
      </pc:sldChg>
      <pc:sldChg chg="del">
        <pc:chgData name="Ms Alina Arshad" userId="cccdfd85-d35d-4453-9c6f-a463aae40722" providerId="ADAL" clId="{700AA452-C530-416E-96E5-BDDCF9860929}" dt="2024-09-22T13:30:27.167" v="14" actId="47"/>
        <pc:sldMkLst>
          <pc:docMk/>
          <pc:sldMk cId="3034138166" sldId="271"/>
        </pc:sldMkLst>
      </pc:sldChg>
      <pc:sldChg chg="del">
        <pc:chgData name="Ms Alina Arshad" userId="cccdfd85-d35d-4453-9c6f-a463aae40722" providerId="ADAL" clId="{700AA452-C530-416E-96E5-BDDCF9860929}" dt="2024-09-22T13:30:28.703" v="18" actId="47"/>
        <pc:sldMkLst>
          <pc:docMk/>
          <pc:sldMk cId="2504047100" sldId="272"/>
        </pc:sldMkLst>
      </pc:sldChg>
      <pc:sldChg chg="del">
        <pc:chgData name="Ms Alina Arshad" userId="cccdfd85-d35d-4453-9c6f-a463aae40722" providerId="ADAL" clId="{700AA452-C530-416E-96E5-BDDCF9860929}" dt="2024-09-22T13:30:29.112" v="19" actId="47"/>
        <pc:sldMkLst>
          <pc:docMk/>
          <pc:sldMk cId="4283755204" sldId="273"/>
        </pc:sldMkLst>
      </pc:sldChg>
      <pc:sldChg chg="del">
        <pc:chgData name="Ms Alina Arshad" userId="cccdfd85-d35d-4453-9c6f-a463aae40722" providerId="ADAL" clId="{700AA452-C530-416E-96E5-BDDCF9860929}" dt="2024-09-22T13:30:30.826" v="20" actId="47"/>
        <pc:sldMkLst>
          <pc:docMk/>
          <pc:sldMk cId="2935103945" sldId="274"/>
        </pc:sldMkLst>
      </pc:sldChg>
      <pc:sldChg chg="del">
        <pc:chgData name="Ms Alina Arshad" userId="cccdfd85-d35d-4453-9c6f-a463aae40722" providerId="ADAL" clId="{700AA452-C530-416E-96E5-BDDCF9860929}" dt="2024-09-22T13:30:32.394" v="22" actId="47"/>
        <pc:sldMkLst>
          <pc:docMk/>
          <pc:sldMk cId="1497646456" sldId="275"/>
        </pc:sldMkLst>
      </pc:sldChg>
      <pc:sldChg chg="del">
        <pc:chgData name="Ms Alina Arshad" userId="cccdfd85-d35d-4453-9c6f-a463aae40722" providerId="ADAL" clId="{700AA452-C530-416E-96E5-BDDCF9860929}" dt="2024-09-22T13:30:34.442" v="24" actId="47"/>
        <pc:sldMkLst>
          <pc:docMk/>
          <pc:sldMk cId="3993717517" sldId="276"/>
        </pc:sldMkLst>
      </pc:sldChg>
      <pc:sldChg chg="del">
        <pc:chgData name="Ms Alina Arshad" userId="cccdfd85-d35d-4453-9c6f-a463aae40722" providerId="ADAL" clId="{700AA452-C530-416E-96E5-BDDCF9860929}" dt="2024-09-22T13:30:33.290" v="23" actId="47"/>
        <pc:sldMkLst>
          <pc:docMk/>
          <pc:sldMk cId="2668593764" sldId="278"/>
        </pc:sldMkLst>
      </pc:sldChg>
      <pc:sldChg chg="modSp mod">
        <pc:chgData name="Ms Alina Arshad" userId="cccdfd85-d35d-4453-9c6f-a463aae40722" providerId="ADAL" clId="{700AA452-C530-416E-96E5-BDDCF9860929}" dt="2024-09-22T13:34:43.002" v="68" actId="12"/>
        <pc:sldMkLst>
          <pc:docMk/>
          <pc:sldMk cId="3703048629" sldId="279"/>
        </pc:sldMkLst>
        <pc:spChg chg="mod">
          <ac:chgData name="Ms Alina Arshad" userId="cccdfd85-d35d-4453-9c6f-a463aae40722" providerId="ADAL" clId="{700AA452-C530-416E-96E5-BDDCF9860929}" dt="2024-09-22T13:33:11.415" v="43" actId="113"/>
          <ac:spMkLst>
            <pc:docMk/>
            <pc:sldMk cId="3703048629" sldId="279"/>
            <ac:spMk id="2" creationId="{C0531C6D-BBF1-4A8F-A69A-DB05C817BC81}"/>
          </ac:spMkLst>
        </pc:spChg>
        <pc:spChg chg="mod">
          <ac:chgData name="Ms Alina Arshad" userId="cccdfd85-d35d-4453-9c6f-a463aae40722" providerId="ADAL" clId="{700AA452-C530-416E-96E5-BDDCF9860929}" dt="2024-09-22T13:34:43.002" v="68" actId="12"/>
          <ac:spMkLst>
            <pc:docMk/>
            <pc:sldMk cId="3703048629" sldId="279"/>
            <ac:spMk id="3" creationId="{14C2275F-EEF7-4B46-8F23-7E6682716D48}"/>
          </ac:spMkLst>
        </pc:spChg>
        <pc:picChg chg="mod">
          <ac:chgData name="Ms Alina Arshad" userId="cccdfd85-d35d-4453-9c6f-a463aae40722" providerId="ADAL" clId="{700AA452-C530-416E-96E5-BDDCF9860929}" dt="2024-09-22T13:33:32.702" v="53" actId="1076"/>
          <ac:picMkLst>
            <pc:docMk/>
            <pc:sldMk cId="3703048629" sldId="279"/>
            <ac:picMk id="5" creationId="{B341A69E-52DE-472E-8D85-410C0A82622D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33:50.104" v="57" actId="1076"/>
        <pc:sldMkLst>
          <pc:docMk/>
          <pc:sldMk cId="1821615422" sldId="280"/>
        </pc:sldMkLst>
        <pc:spChg chg="del">
          <ac:chgData name="Ms Alina Arshad" userId="cccdfd85-d35d-4453-9c6f-a463aae40722" providerId="ADAL" clId="{700AA452-C530-416E-96E5-BDDCF9860929}" dt="2024-09-22T13:33:39.548" v="54" actId="478"/>
          <ac:spMkLst>
            <pc:docMk/>
            <pc:sldMk cId="1821615422" sldId="280"/>
            <ac:spMk id="2" creationId="{3F5B8599-097F-47C6-8975-4A5EB88DFD01}"/>
          </ac:spMkLst>
        </pc:spChg>
        <pc:picChg chg="mod">
          <ac:chgData name="Ms Alina Arshad" userId="cccdfd85-d35d-4453-9c6f-a463aae40722" providerId="ADAL" clId="{700AA452-C530-416E-96E5-BDDCF9860929}" dt="2024-09-22T13:33:50.104" v="57" actId="1076"/>
          <ac:picMkLst>
            <pc:docMk/>
            <pc:sldMk cId="1821615422" sldId="280"/>
            <ac:picMk id="5" creationId="{894791AD-65B4-4FB8-9291-53F6E89BDCE6}"/>
          </ac:picMkLst>
        </pc:picChg>
      </pc:sldChg>
      <pc:sldChg chg="modSp mod">
        <pc:chgData name="Ms Alina Arshad" userId="cccdfd85-d35d-4453-9c6f-a463aae40722" providerId="ADAL" clId="{700AA452-C530-416E-96E5-BDDCF9860929}" dt="2024-09-28T19:12:04.191" v="13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700AA452-C530-416E-96E5-BDDCF9860929}" dt="2024-09-28T19:11:44.367" v="135" actId="27636"/>
          <ac:spMkLst>
            <pc:docMk/>
            <pc:sldMk cId="3605066316" sldId="281"/>
            <ac:spMk id="2" creationId="{B31F7F40-579C-4FE5-8B85-B1955C717D63}"/>
          </ac:spMkLst>
        </pc:spChg>
        <pc:spChg chg="mod">
          <ac:chgData name="Ms Alina Arshad" userId="cccdfd85-d35d-4453-9c6f-a463aae40722" providerId="ADAL" clId="{700AA452-C530-416E-96E5-BDDCF9860929}" dt="2024-09-28T19:11:54.895" v="137" actId="14100"/>
          <ac:spMkLst>
            <pc:docMk/>
            <pc:sldMk cId="3605066316" sldId="281"/>
            <ac:spMk id="3" creationId="{4B76A832-156A-4738-A370-C6C9263DD589}"/>
          </ac:spMkLst>
        </pc:spChg>
        <pc:picChg chg="mod">
          <ac:chgData name="Ms Alina Arshad" userId="cccdfd85-d35d-4453-9c6f-a463aae40722" providerId="ADAL" clId="{700AA452-C530-416E-96E5-BDDCF9860929}" dt="2024-09-28T19:12:04.191" v="138" actId="1076"/>
          <ac:picMkLst>
            <pc:docMk/>
            <pc:sldMk cId="3605066316" sldId="281"/>
            <ac:picMk id="4" creationId="{AF3FF7B2-C599-40C2-A196-FB83C9F0FFF2}"/>
          </ac:picMkLst>
        </pc:picChg>
      </pc:sldChg>
      <pc:sldChg chg="modSp mod">
        <pc:chgData name="Ms Alina Arshad" userId="cccdfd85-d35d-4453-9c6f-a463aae40722" providerId="ADAL" clId="{700AA452-C530-416E-96E5-BDDCF9860929}" dt="2024-09-29T12:58:48.742" v="151" actId="14100"/>
        <pc:sldMkLst>
          <pc:docMk/>
          <pc:sldMk cId="24697311" sldId="282"/>
        </pc:sldMkLst>
        <pc:spChg chg="mod">
          <ac:chgData name="Ms Alina Arshad" userId="cccdfd85-d35d-4453-9c6f-a463aae40722" providerId="ADAL" clId="{700AA452-C530-416E-96E5-BDDCF9860929}" dt="2024-09-28T19:24:32.392" v="147" actId="207"/>
          <ac:spMkLst>
            <pc:docMk/>
            <pc:sldMk cId="24697311" sldId="282"/>
            <ac:spMk id="2" creationId="{C8D57331-0580-411F-A66E-6F735F653098}"/>
          </ac:spMkLst>
        </pc:spChg>
        <pc:spChg chg="mod">
          <ac:chgData name="Ms Alina Arshad" userId="cccdfd85-d35d-4453-9c6f-a463aae40722" providerId="ADAL" clId="{700AA452-C530-416E-96E5-BDDCF9860929}" dt="2024-09-29T12:58:48.742" v="151" actId="14100"/>
          <ac:spMkLst>
            <pc:docMk/>
            <pc:sldMk cId="24697311" sldId="282"/>
            <ac:spMk id="3" creationId="{5D6B3F0C-9FE7-4CF4-8A70-5A9DC5CC300D}"/>
          </ac:spMkLst>
        </pc:spChg>
      </pc:sldChg>
      <pc:sldChg chg="del">
        <pc:chgData name="Ms Alina Arshad" userId="cccdfd85-d35d-4453-9c6f-a463aae40722" providerId="ADAL" clId="{700AA452-C530-416E-96E5-BDDCF9860929}" dt="2024-09-22T13:30:31.378" v="21" actId="47"/>
        <pc:sldMkLst>
          <pc:docMk/>
          <pc:sldMk cId="3289392637" sldId="283"/>
        </pc:sldMkLst>
      </pc:sldChg>
      <pc:sldChg chg="modSp mod">
        <pc:chgData name="Ms Alina Arshad" userId="cccdfd85-d35d-4453-9c6f-a463aae40722" providerId="ADAL" clId="{700AA452-C530-416E-96E5-BDDCF9860929}" dt="2024-09-22T13:41:49.891" v="98" actId="2711"/>
        <pc:sldMkLst>
          <pc:docMk/>
          <pc:sldMk cId="800652809" sldId="284"/>
        </pc:sldMkLst>
        <pc:spChg chg="mod">
          <ac:chgData name="Ms Alina Arshad" userId="cccdfd85-d35d-4453-9c6f-a463aae40722" providerId="ADAL" clId="{700AA452-C530-416E-96E5-BDDCF9860929}" dt="2024-09-22T13:41:49.891" v="98" actId="2711"/>
          <ac:spMkLst>
            <pc:docMk/>
            <pc:sldMk cId="800652809" sldId="284"/>
            <ac:spMk id="3" creationId="{B5595F3F-845B-42B5-B0D6-06074B82D45C}"/>
          </ac:spMkLst>
        </pc:spChg>
      </pc:sldChg>
      <pc:sldChg chg="del">
        <pc:chgData name="Ms Alina Arshad" userId="cccdfd85-d35d-4453-9c6f-a463aae40722" providerId="ADAL" clId="{700AA452-C530-416E-96E5-BDDCF9860929}" dt="2024-09-22T13:30:24.766" v="8" actId="47"/>
        <pc:sldMkLst>
          <pc:docMk/>
          <pc:sldMk cId="1402144616" sldId="285"/>
        </pc:sldMkLst>
      </pc:sldChg>
      <pc:sldChg chg="del">
        <pc:chgData name="Ms Alina Arshad" userId="cccdfd85-d35d-4453-9c6f-a463aae40722" providerId="ADAL" clId="{700AA452-C530-416E-96E5-BDDCF9860929}" dt="2024-09-22T13:30:35.929" v="25" actId="47"/>
        <pc:sldMkLst>
          <pc:docMk/>
          <pc:sldMk cId="3229345964" sldId="287"/>
        </pc:sldMkLst>
      </pc:sldChg>
      <pc:sldChg chg="modSp mod">
        <pc:chgData name="Ms Alina Arshad" userId="cccdfd85-d35d-4453-9c6f-a463aae40722" providerId="ADAL" clId="{700AA452-C530-416E-96E5-BDDCF9860929}" dt="2024-09-22T13:34:26.334" v="67" actId="12"/>
        <pc:sldMkLst>
          <pc:docMk/>
          <pc:sldMk cId="2002870935" sldId="288"/>
        </pc:sldMkLst>
        <pc:spChg chg="mod">
          <ac:chgData name="Ms Alina Arshad" userId="cccdfd85-d35d-4453-9c6f-a463aae40722" providerId="ADAL" clId="{700AA452-C530-416E-96E5-BDDCF9860929}" dt="2024-09-22T13:34:01.272" v="61" actId="1076"/>
          <ac:spMkLst>
            <pc:docMk/>
            <pc:sldMk cId="2002870935" sldId="288"/>
            <ac:spMk id="2" creationId="{3F5B8599-097F-47C6-8975-4A5EB88DFD01}"/>
          </ac:spMkLst>
        </pc:spChg>
        <pc:spChg chg="mod">
          <ac:chgData name="Ms Alina Arshad" userId="cccdfd85-d35d-4453-9c6f-a463aae40722" providerId="ADAL" clId="{700AA452-C530-416E-96E5-BDDCF9860929}" dt="2024-09-22T13:34:26.334" v="67" actId="12"/>
          <ac:spMkLst>
            <pc:docMk/>
            <pc:sldMk cId="2002870935" sldId="288"/>
            <ac:spMk id="4" creationId="{CE607608-9379-4954-A9D2-4545D6BFDFB4}"/>
          </ac:spMkLst>
        </pc:spChg>
      </pc:sldChg>
      <pc:sldChg chg="addSp modSp mod setBg">
        <pc:chgData name="Ms Alina Arshad" userId="cccdfd85-d35d-4453-9c6f-a463aae40722" providerId="ADAL" clId="{700AA452-C530-416E-96E5-BDDCF9860929}" dt="2024-09-22T13:31:19.705" v="41" actId="1076"/>
        <pc:sldMkLst>
          <pc:docMk/>
          <pc:sldMk cId="0" sldId="347"/>
        </pc:sldMkLst>
        <pc:spChg chg="mo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75" creationId="{05811255-AEB9-464F-8A4D-2ACF44038D7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1" creationId="{4E4490D0-3672-446A-AC12-B4830333BDDD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3" creationId="{39CB82C2-DF65-4EC1-8280-F201D50F570B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87" creationId="{FA4CD5CB-D209-4D70-8CA4-629731C59219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1" creationId="{B4C27B90-DF2B-4D00-BA07-18ED774CD2F1}"/>
          </ac:spMkLst>
        </pc:spChg>
        <pc:spChg chg="add">
          <ac:chgData name="Ms Alina Arshad" userId="cccdfd85-d35d-4453-9c6f-a463aae40722" providerId="ADAL" clId="{700AA452-C530-416E-96E5-BDDCF9860929}" dt="2024-09-22T13:30:55.075" v="31" actId="26606"/>
          <ac:spMkLst>
            <pc:docMk/>
            <pc:sldMk cId="0" sldId="347"/>
            <ac:spMk id="54293" creationId="{593ACC25-C262-417A-8AA9-0641C772BDB6}"/>
          </ac:spMkLst>
        </pc:spChg>
        <pc:picChg chg="mod">
          <ac:chgData name="Ms Alina Arshad" userId="cccdfd85-d35d-4453-9c6f-a463aae40722" providerId="ADAL" clId="{700AA452-C530-416E-96E5-BDDCF9860929}" dt="2024-09-22T13:31:19.705" v="41" actId="1076"/>
          <ac:picMkLst>
            <pc:docMk/>
            <pc:sldMk cId="0" sldId="347"/>
            <ac:picMk id="54276" creationId="{2AD11418-104B-4018-8AA4-90D20E00BBB7}"/>
          </ac:picMkLst>
        </pc:pic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5" creationId="{7E1D4427-852B-4B37-8E76-0E9F1810BA2A}"/>
          </ac:cxnSpMkLst>
        </pc:cxnChg>
        <pc:cxnChg chg="add">
          <ac:chgData name="Ms Alina Arshad" userId="cccdfd85-d35d-4453-9c6f-a463aae40722" providerId="ADAL" clId="{700AA452-C530-416E-96E5-BDDCF9860929}" dt="2024-09-22T13:30:55.075" v="31" actId="26606"/>
          <ac:cxnSpMkLst>
            <pc:docMk/>
            <pc:sldMk cId="0" sldId="347"/>
            <ac:cxnSpMk id="54289" creationId="{5C6A2BAE-B461-4B55-8E1F-0722ABDD1393}"/>
          </ac:cxnSpMkLst>
        </pc:cxnChg>
      </pc:sldChg>
      <pc:sldChg chg="modSp mod">
        <pc:chgData name="Ms Alina Arshad" userId="cccdfd85-d35d-4453-9c6f-a463aae40722" providerId="ADAL" clId="{700AA452-C530-416E-96E5-BDDCF9860929}" dt="2024-09-29T13:05:06.492" v="154" actId="20577"/>
        <pc:sldMkLst>
          <pc:docMk/>
          <pc:sldMk cId="2036508356" sldId="348"/>
        </pc:sldMkLst>
        <pc:spChg chg="mod">
          <ac:chgData name="Ms Alina Arshad" userId="cccdfd85-d35d-4453-9c6f-a463aae40722" providerId="ADAL" clId="{700AA452-C530-416E-96E5-BDDCF9860929}" dt="2024-09-29T13:04:40.062" v="152" actId="207"/>
          <ac:spMkLst>
            <pc:docMk/>
            <pc:sldMk cId="2036508356" sldId="348"/>
            <ac:spMk id="2" creationId="{C0E80CD8-9EA5-4B12-B717-3449A4678F5C}"/>
          </ac:spMkLst>
        </pc:spChg>
        <pc:spChg chg="mod">
          <ac:chgData name="Ms Alina Arshad" userId="cccdfd85-d35d-4453-9c6f-a463aae40722" providerId="ADAL" clId="{700AA452-C530-416E-96E5-BDDCF9860929}" dt="2024-09-29T13:05:06.492" v="154" actId="20577"/>
          <ac:spMkLst>
            <pc:docMk/>
            <pc:sldMk cId="2036508356" sldId="348"/>
            <ac:spMk id="3" creationId="{0D74B3B6-9876-42D3-AE90-C1F71A7BF21E}"/>
          </ac:spMkLst>
        </pc:spChg>
      </pc:sldChg>
      <pc:sldChg chg="modSp mod">
        <pc:chgData name="Ms Alina Arshad" userId="cccdfd85-d35d-4453-9c6f-a463aae40722" providerId="ADAL" clId="{700AA452-C530-416E-96E5-BDDCF9860929}" dt="2024-09-29T13:05:56.360" v="155" actId="255"/>
        <pc:sldMkLst>
          <pc:docMk/>
          <pc:sldMk cId="132290220" sldId="349"/>
        </pc:sldMkLst>
        <pc:spChg chg="mod">
          <ac:chgData name="Ms Alina Arshad" userId="cccdfd85-d35d-4453-9c6f-a463aae40722" providerId="ADAL" clId="{700AA452-C530-416E-96E5-BDDCF9860929}" dt="2024-09-22T13:35:33.981" v="80" actId="207"/>
          <ac:spMkLst>
            <pc:docMk/>
            <pc:sldMk cId="132290220" sldId="349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9T13:05:56.360" v="155" actId="255"/>
          <ac:spMkLst>
            <pc:docMk/>
            <pc:sldMk cId="132290220" sldId="349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2T13:36:56.677" v="95" actId="12"/>
        <pc:sldMkLst>
          <pc:docMk/>
          <pc:sldMk cId="448686030" sldId="350"/>
        </pc:sldMkLst>
        <pc:spChg chg="mod">
          <ac:chgData name="Ms Alina Arshad" userId="cccdfd85-d35d-4453-9c6f-a463aae40722" providerId="ADAL" clId="{700AA452-C530-416E-96E5-BDDCF9860929}" dt="2024-09-22T13:36:41.029" v="90" actId="207"/>
          <ac:spMkLst>
            <pc:docMk/>
            <pc:sldMk cId="448686030" sldId="350"/>
            <ac:spMk id="2" creationId="{04248D45-4C2A-4CD2-ADA7-8010DE04DD37}"/>
          </ac:spMkLst>
        </pc:spChg>
        <pc:spChg chg="mod">
          <ac:chgData name="Ms Alina Arshad" userId="cccdfd85-d35d-4453-9c6f-a463aae40722" providerId="ADAL" clId="{700AA452-C530-416E-96E5-BDDCF9860929}" dt="2024-09-22T13:36:56.677" v="95" actId="12"/>
          <ac:spMkLst>
            <pc:docMk/>
            <pc:sldMk cId="448686030" sldId="350"/>
            <ac:spMk id="3" creationId="{9A2F1328-E205-4C6F-BD3F-6506878F6705}"/>
          </ac:spMkLst>
        </pc:spChg>
      </pc:sldChg>
      <pc:sldChg chg="modSp mod">
        <pc:chgData name="Ms Alina Arshad" userId="cccdfd85-d35d-4453-9c6f-a463aae40722" providerId="ADAL" clId="{700AA452-C530-416E-96E5-BDDCF9860929}" dt="2024-09-29T13:07:04.867" v="156" actId="1076"/>
        <pc:sldMkLst>
          <pc:docMk/>
          <pc:sldMk cId="3109540881" sldId="351"/>
        </pc:sldMkLst>
        <pc:spChg chg="mod">
          <ac:chgData name="Ms Alina Arshad" userId="cccdfd85-d35d-4453-9c6f-a463aae40722" providerId="ADAL" clId="{700AA452-C530-416E-96E5-BDDCF9860929}" dt="2024-09-22T13:36:24.960" v="87" actId="1076"/>
          <ac:spMkLst>
            <pc:docMk/>
            <pc:sldMk cId="3109540881" sldId="351"/>
            <ac:spMk id="3" creationId="{00000000-0000-0000-0000-000000000000}"/>
          </ac:spMkLst>
        </pc:spChg>
        <pc:spChg chg="mod">
          <ac:chgData name="Ms Alina Arshad" userId="cccdfd85-d35d-4453-9c6f-a463aae40722" providerId="ADAL" clId="{700AA452-C530-416E-96E5-BDDCF9860929}" dt="2024-09-22T13:36:30.456" v="88" actId="1076"/>
          <ac:spMkLst>
            <pc:docMk/>
            <pc:sldMk cId="3109540881" sldId="351"/>
            <ac:spMk id="7" creationId="{00000000-0000-0000-0000-000000000000}"/>
          </ac:spMkLst>
        </pc:spChg>
        <pc:picChg chg="mod">
          <ac:chgData name="Ms Alina Arshad" userId="cccdfd85-d35d-4453-9c6f-a463aae40722" providerId="ADAL" clId="{700AA452-C530-416E-96E5-BDDCF9860929}" dt="2024-09-29T13:07:04.867" v="156" actId="1076"/>
          <ac:picMkLst>
            <pc:docMk/>
            <pc:sldMk cId="3109540881" sldId="351"/>
            <ac:picMk id="4" creationId="{21521628-EC7A-4860-9AD2-ED0E0C440F5B}"/>
          </ac:picMkLst>
        </pc:picChg>
        <pc:cxnChg chg="mod">
          <ac:chgData name="Ms Alina Arshad" userId="cccdfd85-d35d-4453-9c6f-a463aae40722" providerId="ADAL" clId="{700AA452-C530-416E-96E5-BDDCF9860929}" dt="2024-09-22T13:36:32.961" v="89" actId="1076"/>
          <ac:cxnSpMkLst>
            <pc:docMk/>
            <pc:sldMk cId="3109540881" sldId="351"/>
            <ac:cxnSpMk id="6" creationId="{00000000-0000-0000-0000-000000000000}"/>
          </ac:cxnSpMkLst>
        </pc:cxnChg>
      </pc:sldChg>
      <pc:sldChg chg="modSp mod">
        <pc:chgData name="Ms Alina Arshad" userId="cccdfd85-d35d-4453-9c6f-a463aae40722" providerId="ADAL" clId="{700AA452-C530-416E-96E5-BDDCF9860929}" dt="2024-09-30T15:04:42.060" v="159" actId="207"/>
        <pc:sldMkLst>
          <pc:docMk/>
          <pc:sldMk cId="0" sldId="352"/>
        </pc:sldMkLst>
        <pc:spChg chg="mod">
          <ac:chgData name="Ms Alina Arshad" userId="cccdfd85-d35d-4453-9c6f-a463aae40722" providerId="ADAL" clId="{700AA452-C530-416E-96E5-BDDCF9860929}" dt="2024-09-30T15:04:42.060" v="159" actId="207"/>
          <ac:spMkLst>
            <pc:docMk/>
            <pc:sldMk cId="0" sldId="352"/>
            <ac:spMk id="64515" creationId="{2E4645F8-E14A-4CA7-AE6B-F33FAA978EE6}"/>
          </ac:spMkLst>
        </pc:spChg>
        <pc:spChg chg="mod">
          <ac:chgData name="Ms Alina Arshad" userId="cccdfd85-d35d-4453-9c6f-a463aae40722" providerId="ADAL" clId="{700AA452-C530-416E-96E5-BDDCF9860929}" dt="2024-09-22T13:45:31.228" v="110" actId="14100"/>
          <ac:spMkLst>
            <pc:docMk/>
            <pc:sldMk cId="0" sldId="352"/>
            <ac:spMk id="64516" creationId="{D2D679A3-2E8D-4632-948B-DAF7F009B134}"/>
          </ac:spMkLst>
        </pc:spChg>
      </pc:sldChg>
      <pc:sldChg chg="modSp mod">
        <pc:chgData name="Ms Alina Arshad" userId="cccdfd85-d35d-4453-9c6f-a463aae40722" providerId="ADAL" clId="{700AA452-C530-416E-96E5-BDDCF9860929}" dt="2024-09-22T13:46:13.377" v="122" actId="207"/>
        <pc:sldMkLst>
          <pc:docMk/>
          <pc:sldMk cId="0" sldId="353"/>
        </pc:sldMkLst>
        <pc:spChg chg="mod">
          <ac:chgData name="Ms Alina Arshad" userId="cccdfd85-d35d-4453-9c6f-a463aae40722" providerId="ADAL" clId="{700AA452-C530-416E-96E5-BDDCF9860929}" dt="2024-09-22T13:45:57.835" v="118" actId="113"/>
          <ac:spMkLst>
            <pc:docMk/>
            <pc:sldMk cId="0" sldId="353"/>
            <ac:spMk id="66563" creationId="{650DE2D3-D33D-40B5-8D5C-AB29784566B6}"/>
          </ac:spMkLst>
        </pc:spChg>
        <pc:spChg chg="mod">
          <ac:chgData name="Ms Alina Arshad" userId="cccdfd85-d35d-4453-9c6f-a463aae40722" providerId="ADAL" clId="{700AA452-C530-416E-96E5-BDDCF9860929}" dt="2024-09-22T13:46:13.377" v="122" actId="207"/>
          <ac:spMkLst>
            <pc:docMk/>
            <pc:sldMk cId="0" sldId="353"/>
            <ac:spMk id="66565" creationId="{64F0F6F5-8B02-4BA2-8850-441C6DF481F0}"/>
          </ac:spMkLst>
        </pc:spChg>
        <pc:picChg chg="mod">
          <ac:chgData name="Ms Alina Arshad" userId="cccdfd85-d35d-4453-9c6f-a463aae40722" providerId="ADAL" clId="{700AA452-C530-416E-96E5-BDDCF9860929}" dt="2024-09-22T13:45:59.814" v="119" actId="1076"/>
          <ac:picMkLst>
            <pc:docMk/>
            <pc:sldMk cId="0" sldId="353"/>
            <ac:picMk id="66564" creationId="{573920A5-602D-4661-B4F9-9067EB5BEADE}"/>
          </ac:picMkLst>
        </pc:picChg>
      </pc:sldChg>
      <pc:sldChg chg="modSp mod">
        <pc:chgData name="Ms Alina Arshad" userId="cccdfd85-d35d-4453-9c6f-a463aae40722" providerId="ADAL" clId="{700AA452-C530-416E-96E5-BDDCF9860929}" dt="2024-09-30T15:07:21.563" v="164" actId="14100"/>
        <pc:sldMkLst>
          <pc:docMk/>
          <pc:sldMk cId="0" sldId="354"/>
        </pc:sldMkLst>
        <pc:spChg chg="mod">
          <ac:chgData name="Ms Alina Arshad" userId="cccdfd85-d35d-4453-9c6f-a463aae40722" providerId="ADAL" clId="{700AA452-C530-416E-96E5-BDDCF9860929}" dt="2024-09-30T15:07:18.372" v="163" actId="1076"/>
          <ac:spMkLst>
            <pc:docMk/>
            <pc:sldMk cId="0" sldId="354"/>
            <ac:spMk id="68611" creationId="{7219106E-1553-4571-BEA9-6E2CC9576B6D}"/>
          </ac:spMkLst>
        </pc:spChg>
        <pc:picChg chg="mod">
          <ac:chgData name="Ms Alina Arshad" userId="cccdfd85-d35d-4453-9c6f-a463aae40722" providerId="ADAL" clId="{700AA452-C530-416E-96E5-BDDCF9860929}" dt="2024-09-30T15:07:21.563" v="164" actId="14100"/>
          <ac:picMkLst>
            <pc:docMk/>
            <pc:sldMk cId="0" sldId="354"/>
            <ac:picMk id="68612" creationId="{0C875AAC-7673-45CE-B586-BDF42E669911}"/>
          </ac:picMkLst>
        </pc:picChg>
      </pc:sldChg>
      <pc:sldChg chg="modSp mod">
        <pc:chgData name="Ms Alina Arshad" userId="cccdfd85-d35d-4453-9c6f-a463aae40722" providerId="ADAL" clId="{700AA452-C530-416E-96E5-BDDCF9860929}" dt="2024-09-30T15:08:40.788" v="170" actId="1076"/>
        <pc:sldMkLst>
          <pc:docMk/>
          <pc:sldMk cId="0" sldId="355"/>
        </pc:sldMkLst>
        <pc:spChg chg="mod">
          <ac:chgData name="Ms Alina Arshad" userId="cccdfd85-d35d-4453-9c6f-a463aae40722" providerId="ADAL" clId="{700AA452-C530-416E-96E5-BDDCF9860929}" dt="2024-09-30T15:08:03.318" v="165" actId="207"/>
          <ac:spMkLst>
            <pc:docMk/>
            <pc:sldMk cId="0" sldId="355"/>
            <ac:spMk id="75779" creationId="{B61B8769-D463-457A-B042-0D946EB6E901}"/>
          </ac:spMkLst>
        </pc:spChg>
        <pc:spChg chg="mod">
          <ac:chgData name="Ms Alina Arshad" userId="cccdfd85-d35d-4453-9c6f-a463aae40722" providerId="ADAL" clId="{700AA452-C530-416E-96E5-BDDCF9860929}" dt="2024-09-30T15:08:40.788" v="170" actId="1076"/>
          <ac:spMkLst>
            <pc:docMk/>
            <pc:sldMk cId="0" sldId="355"/>
            <ac:spMk id="75780" creationId="{B969BE2E-346A-40F3-BA4C-8A977B24D846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2:44.057" v="228" actId="1076"/>
        <pc:sldMkLst>
          <pc:docMk/>
          <pc:sldMk cId="0" sldId="357"/>
        </pc:sldMkLst>
        <pc:spChg chg="del">
          <ac:chgData name="Ms Alina Arshad" userId="cccdfd85-d35d-4453-9c6f-a463aae40722" providerId="ADAL" clId="{700AA452-C530-416E-96E5-BDDCF9860929}" dt="2024-09-30T18:52:12.279" v="220" actId="478"/>
          <ac:spMkLst>
            <pc:docMk/>
            <pc:sldMk cId="0" sldId="357"/>
            <ac:spMk id="84994" creationId="{FEC753B0-AD36-4203-91A2-CE32D7F4AE44}"/>
          </ac:spMkLst>
        </pc:spChg>
        <pc:spChg chg="mod">
          <ac:chgData name="Ms Alina Arshad" userId="cccdfd85-d35d-4453-9c6f-a463aae40722" providerId="ADAL" clId="{700AA452-C530-416E-96E5-BDDCF9860929}" dt="2024-09-30T18:52:44.057" v="228" actId="1076"/>
          <ac:spMkLst>
            <pc:docMk/>
            <pc:sldMk cId="0" sldId="357"/>
            <ac:spMk id="84995" creationId="{6B637A28-0889-4EC5-BA30-354C9967D0FB}"/>
          </ac:spMkLst>
        </pc:spChg>
        <pc:graphicFrameChg chg="mod modGraphic">
          <ac:chgData name="Ms Alina Arshad" userId="cccdfd85-d35d-4453-9c6f-a463aae40722" providerId="ADAL" clId="{700AA452-C530-416E-96E5-BDDCF9860929}" dt="2024-09-30T18:52:39.248" v="227" actId="1076"/>
          <ac:graphicFrameMkLst>
            <pc:docMk/>
            <pc:sldMk cId="0" sldId="357"/>
            <ac:graphicFrameMk id="884809" creationId="{556EDF7B-4711-416D-A419-F0CB230120BD}"/>
          </ac:graphicFrameMkLst>
        </pc:graphicFrameChg>
      </pc:sldChg>
      <pc:sldChg chg="modSp mod">
        <pc:chgData name="Ms Alina Arshad" userId="cccdfd85-d35d-4453-9c6f-a463aae40722" providerId="ADAL" clId="{700AA452-C530-416E-96E5-BDDCF9860929}" dt="2024-09-30T18:48:23.109" v="199" actId="403"/>
        <pc:sldMkLst>
          <pc:docMk/>
          <pc:sldMk cId="0" sldId="368"/>
        </pc:sldMkLst>
        <pc:spChg chg="mod">
          <ac:chgData name="Ms Alina Arshad" userId="cccdfd85-d35d-4453-9c6f-a463aae40722" providerId="ADAL" clId="{700AA452-C530-416E-96E5-BDDCF9860929}" dt="2024-09-30T18:48:23.109" v="199" actId="403"/>
          <ac:spMkLst>
            <pc:docMk/>
            <pc:sldMk cId="0" sldId="368"/>
            <ac:spMk id="80899" creationId="{8AA31434-6D57-45F6-91CD-6F6FEBE0E785}"/>
          </ac:spMkLst>
        </pc:spChg>
      </pc:sldChg>
      <pc:sldChg chg="modSp mod">
        <pc:chgData name="Ms Alina Arshad" userId="cccdfd85-d35d-4453-9c6f-a463aae40722" providerId="ADAL" clId="{700AA452-C530-416E-96E5-BDDCF9860929}" dt="2024-09-30T18:49:20.358" v="205" actId="207"/>
        <pc:sldMkLst>
          <pc:docMk/>
          <pc:sldMk cId="0" sldId="369"/>
        </pc:sldMkLst>
        <pc:spChg chg="mod">
          <ac:chgData name="Ms Alina Arshad" userId="cccdfd85-d35d-4453-9c6f-a463aae40722" providerId="ADAL" clId="{700AA452-C530-416E-96E5-BDDCF9860929}" dt="2024-09-30T18:49:05.147" v="204" actId="1076"/>
          <ac:spMkLst>
            <pc:docMk/>
            <pc:sldMk cId="0" sldId="369"/>
            <ac:spMk id="81923" creationId="{212404F8-56E8-4683-B334-13C19B18AB45}"/>
          </ac:spMkLst>
        </pc:spChg>
        <pc:spChg chg="mod">
          <ac:chgData name="Ms Alina Arshad" userId="cccdfd85-d35d-4453-9c6f-a463aae40722" providerId="ADAL" clId="{700AA452-C530-416E-96E5-BDDCF9860929}" dt="2024-09-30T18:49:20.358" v="205" actId="207"/>
          <ac:spMkLst>
            <pc:docMk/>
            <pc:sldMk cId="0" sldId="369"/>
            <ac:spMk id="81924" creationId="{68248C69-9332-4A99-BC0A-14F57C4D99DE}"/>
          </ac:spMkLst>
        </pc:spChg>
      </pc:sldChg>
      <pc:sldChg chg="modSp mod">
        <pc:chgData name="Ms Alina Arshad" userId="cccdfd85-d35d-4453-9c6f-a463aae40722" providerId="ADAL" clId="{700AA452-C530-416E-96E5-BDDCF9860929}" dt="2024-09-30T18:45:49.813" v="193" actId="20577"/>
        <pc:sldMkLst>
          <pc:docMk/>
          <pc:sldMk cId="0" sldId="370"/>
        </pc:sldMkLst>
        <pc:spChg chg="mod">
          <ac:chgData name="Ms Alina Arshad" userId="cccdfd85-d35d-4453-9c6f-a463aae40722" providerId="ADAL" clId="{700AA452-C530-416E-96E5-BDDCF9860929}" dt="2024-09-30T15:08:48.912" v="172" actId="207"/>
          <ac:spMkLst>
            <pc:docMk/>
            <pc:sldMk cId="0" sldId="370"/>
            <ac:spMk id="77827" creationId="{67E99228-87F5-434B-834C-05F83602BEA7}"/>
          </ac:spMkLst>
        </pc:spChg>
        <pc:spChg chg="mod">
          <ac:chgData name="Ms Alina Arshad" userId="cccdfd85-d35d-4453-9c6f-a463aae40722" providerId="ADAL" clId="{700AA452-C530-416E-96E5-BDDCF9860929}" dt="2024-09-30T18:45:49.813" v="193" actId="20577"/>
          <ac:spMkLst>
            <pc:docMk/>
            <pc:sldMk cId="0" sldId="370"/>
            <ac:spMk id="77828" creationId="{AE58D6A9-2268-4B9B-B644-43B75570DBA9}"/>
          </ac:spMkLst>
        </pc:spChg>
      </pc:sldChg>
      <pc:sldChg chg="modSp mod">
        <pc:chgData name="Ms Alina Arshad" userId="cccdfd85-d35d-4453-9c6f-a463aae40722" providerId="ADAL" clId="{700AA452-C530-416E-96E5-BDDCF9860929}" dt="2024-09-30T18:46:34.209" v="196" actId="14100"/>
        <pc:sldMkLst>
          <pc:docMk/>
          <pc:sldMk cId="0" sldId="371"/>
        </pc:sldMkLst>
        <pc:spChg chg="mod">
          <ac:chgData name="Ms Alina Arshad" userId="cccdfd85-d35d-4453-9c6f-a463aae40722" providerId="ADAL" clId="{700AA452-C530-416E-96E5-BDDCF9860929}" dt="2024-09-30T18:46:34.209" v="196" actId="14100"/>
          <ac:spMkLst>
            <pc:docMk/>
            <pc:sldMk cId="0" sldId="371"/>
            <ac:spMk id="79875" creationId="{8CF305EB-D670-4393-98CF-42D50C4A807E}"/>
          </ac:spMkLst>
        </pc:spChg>
        <pc:spChg chg="mod">
          <ac:chgData name="Ms Alina Arshad" userId="cccdfd85-d35d-4453-9c6f-a463aae40722" providerId="ADAL" clId="{700AA452-C530-416E-96E5-BDDCF9860929}" dt="2024-09-30T18:46:25.475" v="194" actId="207"/>
          <ac:spMkLst>
            <pc:docMk/>
            <pc:sldMk cId="0" sldId="371"/>
            <ac:spMk id="79876" creationId="{092D5270-798D-445A-9B24-A3520F9BB889}"/>
          </ac:spMkLst>
        </pc:spChg>
      </pc:sldChg>
      <pc:sldChg chg="modSp mod ord">
        <pc:chgData name="Ms Alina Arshad" userId="cccdfd85-d35d-4453-9c6f-a463aae40722" providerId="ADAL" clId="{700AA452-C530-416E-96E5-BDDCF9860929}" dt="2024-09-30T18:39:15.777" v="179" actId="1076"/>
        <pc:sldMkLst>
          <pc:docMk/>
          <pc:sldMk cId="0" sldId="372"/>
        </pc:sldMkLst>
        <pc:spChg chg="mod">
          <ac:chgData name="Ms Alina Arshad" userId="cccdfd85-d35d-4453-9c6f-a463aae40722" providerId="ADAL" clId="{700AA452-C530-416E-96E5-BDDCF9860929}" dt="2024-09-30T18:39:10.504" v="177" actId="1076"/>
          <ac:spMkLst>
            <pc:docMk/>
            <pc:sldMk cId="0" sldId="372"/>
            <ac:spMk id="78851" creationId="{5938DAAF-F418-44DE-B803-5D31322FB670}"/>
          </ac:spMkLst>
        </pc:spChg>
        <pc:picChg chg="mod">
          <ac:chgData name="Ms Alina Arshad" userId="cccdfd85-d35d-4453-9c6f-a463aae40722" providerId="ADAL" clId="{700AA452-C530-416E-96E5-BDDCF9860929}" dt="2024-09-30T18:39:15.777" v="179" actId="1076"/>
          <ac:picMkLst>
            <pc:docMk/>
            <pc:sldMk cId="0" sldId="372"/>
            <ac:picMk id="78852" creationId="{698D94F0-9B82-46C7-B735-4F93695DB9A6}"/>
          </ac:picMkLst>
        </pc:picChg>
      </pc:sldChg>
      <pc:sldChg chg="delSp modSp add mod modTransition">
        <pc:chgData name="Ms Alina Arshad" userId="cccdfd85-d35d-4453-9c6f-a463aae40722" providerId="ADAL" clId="{700AA452-C530-416E-96E5-BDDCF9860929}" dt="2024-09-28T18:48:27.419" v="132" actId="478"/>
        <pc:sldMkLst>
          <pc:docMk/>
          <pc:sldMk cId="0" sldId="384"/>
        </pc:sldMkLst>
        <pc:spChg chg="del">
          <ac:chgData name="Ms Alina Arshad" userId="cccdfd85-d35d-4453-9c6f-a463aae40722" providerId="ADAL" clId="{700AA452-C530-416E-96E5-BDDCF9860929}" dt="2024-09-28T18:48:27.419" v="132" actId="478"/>
          <ac:spMkLst>
            <pc:docMk/>
            <pc:sldMk cId="0" sldId="384"/>
            <ac:spMk id="45058" creationId="{F5A5FDB9-F4E1-AF56-BB8A-D14E39931F53}"/>
          </ac:spMkLst>
        </pc:spChg>
        <pc:spChg chg="mod">
          <ac:chgData name="Ms Alina Arshad" userId="cccdfd85-d35d-4453-9c6f-a463aae40722" providerId="ADAL" clId="{700AA452-C530-416E-96E5-BDDCF9860929}" dt="2024-09-28T18:48:08.791" v="129" actId="207"/>
          <ac:spMkLst>
            <pc:docMk/>
            <pc:sldMk cId="0" sldId="384"/>
            <ac:spMk id="45059" creationId="{84D44900-4D45-4C5B-F55E-8C00BDEFF2B6}"/>
          </ac:spMkLst>
        </pc:spChg>
        <pc:spChg chg="mod">
          <ac:chgData name="Ms Alina Arshad" userId="cccdfd85-d35d-4453-9c6f-a463aae40722" providerId="ADAL" clId="{700AA452-C530-416E-96E5-BDDCF9860929}" dt="2024-09-28T18:48:24.244" v="131" actId="12"/>
          <ac:spMkLst>
            <pc:docMk/>
            <pc:sldMk cId="0" sldId="384"/>
            <ac:spMk id="45060" creationId="{91B64F00-F425-3490-70A7-8C5948A081EA}"/>
          </ac:spMkLst>
        </pc:spChg>
      </pc:sldChg>
      <pc:sldChg chg="modSp mod">
        <pc:chgData name="Ms Alina Arshad" userId="cccdfd85-d35d-4453-9c6f-a463aae40722" providerId="ADAL" clId="{700AA452-C530-416E-96E5-BDDCF9860929}" dt="2024-09-30T18:51:31.050" v="210" actId="403"/>
        <pc:sldMkLst>
          <pc:docMk/>
          <pc:sldMk cId="0" sldId="392"/>
        </pc:sldMkLst>
        <pc:spChg chg="mod">
          <ac:chgData name="Ms Alina Arshad" userId="cccdfd85-d35d-4453-9c6f-a463aae40722" providerId="ADAL" clId="{700AA452-C530-416E-96E5-BDDCF9860929}" dt="2024-09-30T18:51:21.703" v="208" actId="1076"/>
          <ac:spMkLst>
            <pc:docMk/>
            <pc:sldMk cId="0" sldId="392"/>
            <ac:spMk id="82946" creationId="{E151F0DE-2290-4565-B2AF-2946B137DBDA}"/>
          </ac:spMkLst>
        </pc:spChg>
        <pc:spChg chg="mod">
          <ac:chgData name="Ms Alina Arshad" userId="cccdfd85-d35d-4453-9c6f-a463aae40722" providerId="ADAL" clId="{700AA452-C530-416E-96E5-BDDCF9860929}" dt="2024-09-30T18:51:31.050" v="210" actId="403"/>
          <ac:spMkLst>
            <pc:docMk/>
            <pc:sldMk cId="0" sldId="392"/>
            <ac:spMk id="82947" creationId="{718E235B-BEB1-4C55-9204-377314CEE69D}"/>
          </ac:spMkLst>
        </pc:spChg>
      </pc:sldChg>
      <pc:sldChg chg="delSp modSp mod">
        <pc:chgData name="Ms Alina Arshad" userId="cccdfd85-d35d-4453-9c6f-a463aae40722" providerId="ADAL" clId="{700AA452-C530-416E-96E5-BDDCF9860929}" dt="2024-09-30T18:51:58.386" v="217" actId="113"/>
        <pc:sldMkLst>
          <pc:docMk/>
          <pc:sldMk cId="0" sldId="396"/>
        </pc:sldMkLst>
        <pc:spChg chg="mod">
          <ac:chgData name="Ms Alina Arshad" userId="cccdfd85-d35d-4453-9c6f-a463aae40722" providerId="ADAL" clId="{700AA452-C530-416E-96E5-BDDCF9860929}" dt="2024-09-30T18:51:58.386" v="217" actId="113"/>
          <ac:spMkLst>
            <pc:docMk/>
            <pc:sldMk cId="0" sldId="396"/>
            <ac:spMk id="83970" creationId="{0BE439A8-31E1-4FAD-A6BE-A942378CBD17}"/>
          </ac:spMkLst>
        </pc:spChg>
        <pc:picChg chg="del mod">
          <ac:chgData name="Ms Alina Arshad" userId="cccdfd85-d35d-4453-9c6f-a463aae40722" providerId="ADAL" clId="{700AA452-C530-416E-96E5-BDDCF9860929}" dt="2024-09-30T18:51:47.699" v="213" actId="478"/>
          <ac:picMkLst>
            <pc:docMk/>
            <pc:sldMk cId="0" sldId="396"/>
            <ac:picMk id="83974" creationId="{4CDE9EC7-1771-4D94-B064-F61198DC51C7}"/>
          </ac:picMkLst>
        </pc:picChg>
      </pc:sldChg>
      <pc:sldChg chg="delSp modSp mod">
        <pc:chgData name="Ms Alina Arshad" userId="cccdfd85-d35d-4453-9c6f-a463aae40722" providerId="ADAL" clId="{700AA452-C530-416E-96E5-BDDCF9860929}" dt="2024-09-22T13:45:49.091" v="116" actId="478"/>
        <pc:sldMkLst>
          <pc:docMk/>
          <pc:sldMk cId="1634129650" sldId="397"/>
        </pc:sldMkLst>
        <pc:spChg chg="del">
          <ac:chgData name="Ms Alina Arshad" userId="cccdfd85-d35d-4453-9c6f-a463aae40722" providerId="ADAL" clId="{700AA452-C530-416E-96E5-BDDCF9860929}" dt="2024-09-22T13:45:49.091" v="116" actId="478"/>
          <ac:spMkLst>
            <pc:docMk/>
            <pc:sldMk cId="1634129650" sldId="397"/>
            <ac:spMk id="2" creationId="{76698A79-8446-4955-82E7-25E504015F3E}"/>
          </ac:spMkLst>
        </pc:spChg>
        <pc:spChg chg="mod">
          <ac:chgData name="Ms Alina Arshad" userId="cccdfd85-d35d-4453-9c6f-a463aae40722" providerId="ADAL" clId="{700AA452-C530-416E-96E5-BDDCF9860929}" dt="2024-09-22T13:45:45.855" v="115" actId="12"/>
          <ac:spMkLst>
            <pc:docMk/>
            <pc:sldMk cId="1634129650" sldId="397"/>
            <ac:spMk id="3" creationId="{566192B2-7CA6-4494-AAC2-7D51C0489E13}"/>
          </ac:spMkLst>
        </pc:spChg>
      </pc:sldChg>
      <pc:sldChg chg="del">
        <pc:chgData name="Ms Alina Arshad" userId="cccdfd85-d35d-4453-9c6f-a463aae40722" providerId="ADAL" clId="{700AA452-C530-416E-96E5-BDDCF9860929}" dt="2024-09-22T13:30:24.076" v="6" actId="47"/>
        <pc:sldMkLst>
          <pc:docMk/>
          <pc:sldMk cId="818196387" sldId="398"/>
        </pc:sldMkLst>
      </pc:sldChg>
      <pc:sldChg chg="del">
        <pc:chgData name="Ms Alina Arshad" userId="cccdfd85-d35d-4453-9c6f-a463aae40722" providerId="ADAL" clId="{700AA452-C530-416E-96E5-BDDCF9860929}" dt="2024-09-22T13:30:24.415" v="7" actId="47"/>
        <pc:sldMkLst>
          <pc:docMk/>
          <pc:sldMk cId="3016557581" sldId="399"/>
        </pc:sldMkLst>
      </pc:sldChg>
      <pc:sldChg chg="del">
        <pc:chgData name="Ms Alina Arshad" userId="cccdfd85-d35d-4453-9c6f-a463aae40722" providerId="ADAL" clId="{700AA452-C530-416E-96E5-BDDCF9860929}" dt="2024-09-22T13:30:25.184" v="9" actId="47"/>
        <pc:sldMkLst>
          <pc:docMk/>
          <pc:sldMk cId="778265951" sldId="400"/>
        </pc:sldMkLst>
      </pc:sldChg>
      <pc:sldChg chg="del">
        <pc:chgData name="Ms Alina Arshad" userId="cccdfd85-d35d-4453-9c6f-a463aae40722" providerId="ADAL" clId="{700AA452-C530-416E-96E5-BDDCF9860929}" dt="2024-09-22T13:30:27.655" v="15" actId="47"/>
        <pc:sldMkLst>
          <pc:docMk/>
          <pc:sldMk cId="978211767" sldId="401"/>
        </pc:sldMkLst>
      </pc:sldChg>
      <pc:sldChg chg="del">
        <pc:chgData name="Ms Alina Arshad" userId="cccdfd85-d35d-4453-9c6f-a463aae40722" providerId="ADAL" clId="{700AA452-C530-416E-96E5-BDDCF9860929}" dt="2024-09-22T13:30:28.051" v="16" actId="47"/>
        <pc:sldMkLst>
          <pc:docMk/>
          <pc:sldMk cId="20141498" sldId="402"/>
        </pc:sldMkLst>
      </pc:sldChg>
      <pc:sldMasterChg chg="modSldLayout">
        <pc:chgData name="Ms Alina Arshad" userId="cccdfd85-d35d-4453-9c6f-a463aae40722" providerId="ADAL" clId="{700AA452-C530-416E-96E5-BDDCF9860929}" dt="2024-09-22T13:44:14.924" v="99" actId="16037"/>
        <pc:sldMasterMkLst>
          <pc:docMk/>
          <pc:sldMasterMk cId="1090009938" sldId="2147483660"/>
        </pc:sldMasterMkLst>
        <pc:sldLayoutChg chg="modSp">
          <pc:chgData name="Ms Alina Arshad" userId="cccdfd85-d35d-4453-9c6f-a463aae40722" providerId="ADAL" clId="{700AA452-C530-416E-96E5-BDDCF9860929}" dt="2024-09-22T13:44:14.924" v="99" actId="16037"/>
          <pc:sldLayoutMkLst>
            <pc:docMk/>
            <pc:sldMasterMk cId="1090009938" sldId="2147483660"/>
            <pc:sldLayoutMk cId="2573694011" sldId="2147483662"/>
          </pc:sldLayoutMkLst>
          <pc:spChg chg="mod">
            <ac:chgData name="Ms Alina Arshad" userId="cccdfd85-d35d-4453-9c6f-a463aae40722" providerId="ADAL" clId="{700AA452-C530-416E-96E5-BDDCF9860929}" dt="2024-09-22T13:44:14.924" v="99" actId="16037"/>
            <ac:spMkLst>
              <pc:docMk/>
              <pc:sldMasterMk cId="1090009938" sldId="2147483660"/>
              <pc:sldLayoutMk cId="2573694011" sldId="2147483662"/>
              <ac:spMk id="3" creationId="{00000000-0000-0000-0000-000000000000}"/>
            </ac:spMkLst>
          </pc:spChg>
        </pc:sldLayoutChg>
      </pc:sldMasterChg>
    </pc:docChg>
  </pc:docChgLst>
  <pc:docChgLst>
    <pc:chgData name="Ms Alina Arshad" userId="cccdfd85-d35d-4453-9c6f-a463aae40722" providerId="ADAL" clId="{3DC40453-2615-4ACE-A024-C61DE1A47E6A}"/>
    <pc:docChg chg="delSld modSld">
      <pc:chgData name="Ms Alina Arshad" userId="cccdfd85-d35d-4453-9c6f-a463aae40722" providerId="ADAL" clId="{3DC40453-2615-4ACE-A024-C61DE1A47E6A}" dt="2024-09-08T12:04:59.350" v="26" actId="2696"/>
      <pc:docMkLst>
        <pc:docMk/>
      </pc:docMkLst>
      <pc:sldChg chg="modSp mod modNotesTx">
        <pc:chgData name="Ms Alina Arshad" userId="cccdfd85-d35d-4453-9c6f-a463aae40722" providerId="ADAL" clId="{3DC40453-2615-4ACE-A024-C61DE1A47E6A}" dt="2024-09-08T11:56:17.075" v="24"/>
        <pc:sldMkLst>
          <pc:docMk/>
          <pc:sldMk cId="0" sldId="259"/>
        </pc:sldMkLst>
        <pc:graphicFrameChg chg="modGraphic">
          <ac:chgData name="Ms Alina Arshad" userId="cccdfd85-d35d-4453-9c6f-a463aae40722" providerId="ADAL" clId="{3DC40453-2615-4ACE-A024-C61DE1A47E6A}" dt="2024-09-08T11:55:17.515" v="23" actId="14734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3DC40453-2615-4ACE-A024-C61DE1A47E6A}" dt="2024-09-08T11:57:54.719" v="25" actId="5793"/>
        <pc:sldMkLst>
          <pc:docMk/>
          <pc:sldMk cId="0" sldId="262"/>
        </pc:sldMkLst>
        <pc:spChg chg="mod">
          <ac:chgData name="Ms Alina Arshad" userId="cccdfd85-d35d-4453-9c6f-a463aae40722" providerId="ADAL" clId="{3DC40453-2615-4ACE-A024-C61DE1A47E6A}" dt="2024-09-08T11:57:54.719" v="25" actId="5793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5:03.322" v="1" actId="20577"/>
        <pc:sldMkLst>
          <pc:docMk/>
          <pc:sldMk cId="0" sldId="263"/>
        </pc:sldMkLst>
        <pc:spChg chg="mod">
          <ac:chgData name="Ms Alina Arshad" userId="cccdfd85-d35d-4453-9c6f-a463aae40722" providerId="ADAL" clId="{3DC40453-2615-4ACE-A024-C61DE1A47E6A}" dt="2024-09-08T08:35:03.322" v="1" actId="20577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36:48.436" v="3" actId="1076"/>
        <pc:sldMkLst>
          <pc:docMk/>
          <pc:sldMk cId="0" sldId="264"/>
        </pc:sldMkLst>
        <pc:spChg chg="mod">
          <ac:chgData name="Ms Alina Arshad" userId="cccdfd85-d35d-4453-9c6f-a463aae40722" providerId="ADAL" clId="{3DC40453-2615-4ACE-A024-C61DE1A47E6A}" dt="2024-09-08T08:36:48.436" v="3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1:22.601" v="5" actId="20577"/>
        <pc:sldMkLst>
          <pc:docMk/>
          <pc:sldMk cId="1577505814" sldId="265"/>
        </pc:sldMkLst>
        <pc:spChg chg="mod">
          <ac:chgData name="Ms Alina Arshad" userId="cccdfd85-d35d-4453-9c6f-a463aae40722" providerId="ADAL" clId="{3DC40453-2615-4ACE-A024-C61DE1A47E6A}" dt="2024-09-08T08:41:22.601" v="5" actId="20577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42:20.927" v="9" actId="403"/>
        <pc:sldMkLst>
          <pc:docMk/>
          <pc:sldMk cId="1582826008" sldId="266"/>
        </pc:sldMkLst>
        <pc:spChg chg="mod">
          <ac:chgData name="Ms Alina Arshad" userId="cccdfd85-d35d-4453-9c6f-a463aae40722" providerId="ADAL" clId="{3DC40453-2615-4ACE-A024-C61DE1A47E6A}" dt="2024-09-08T08:42:20.927" v="9" actId="403"/>
          <ac:spMkLst>
            <pc:docMk/>
            <pc:sldMk cId="1582826008" sldId="266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0:50.297" v="15" actId="1076"/>
        <pc:sldMkLst>
          <pc:docMk/>
          <pc:sldMk cId="731299161" sldId="267"/>
        </pc:sldMkLst>
        <pc:spChg chg="mod">
          <ac:chgData name="Ms Alina Arshad" userId="cccdfd85-d35d-4453-9c6f-a463aae40722" providerId="ADAL" clId="{3DC40453-2615-4ACE-A024-C61DE1A47E6A}" dt="2024-09-08T08:50:50.297" v="15" actId="1076"/>
          <ac:spMkLst>
            <pc:docMk/>
            <pc:sldMk cId="731299161" sldId="267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3DC40453-2615-4ACE-A024-C61DE1A47E6A}" dt="2024-09-08T08:52:25.007" v="17" actId="1035"/>
        <pc:sldMkLst>
          <pc:docMk/>
          <pc:sldMk cId="2090315159" sldId="270"/>
        </pc:sldMkLst>
        <pc:picChg chg="mod">
          <ac:chgData name="Ms Alina Arshad" userId="cccdfd85-d35d-4453-9c6f-a463aae40722" providerId="ADAL" clId="{3DC40453-2615-4ACE-A024-C61DE1A47E6A}" dt="2024-09-08T08:52:25.007" v="17" actId="1035"/>
          <ac:picMkLst>
            <pc:docMk/>
            <pc:sldMk cId="2090315159" sldId="27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3DC40453-2615-4ACE-A024-C61DE1A47E6A}" dt="2024-09-08T08:53:48.350" v="21" actId="113"/>
        <pc:sldMkLst>
          <pc:docMk/>
          <pc:sldMk cId="2504047100" sldId="272"/>
        </pc:sldMkLst>
        <pc:spChg chg="mod">
          <ac:chgData name="Ms Alina Arshad" userId="cccdfd85-d35d-4453-9c6f-a463aae40722" providerId="ADAL" clId="{3DC40453-2615-4ACE-A024-C61DE1A47E6A}" dt="2024-09-08T08:53:48.350" v="21" actId="113"/>
          <ac:spMkLst>
            <pc:docMk/>
            <pc:sldMk cId="2504047100" sldId="27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3DC40453-2615-4ACE-A024-C61DE1A47E6A}" dt="2024-09-08T12:04:59.350" v="26" actId="2696"/>
        <pc:sldMkLst>
          <pc:docMk/>
          <pc:sldMk cId="1497646456" sldId="275"/>
        </pc:sldMkLst>
      </pc:sldChg>
    </pc:docChg>
  </pc:docChgLst>
  <pc:docChgLst>
    <pc:chgData name="Ms Alina Arshad" userId="cccdfd85-d35d-4453-9c6f-a463aae40722" providerId="ADAL" clId="{57485560-A1FA-415A-BF02-476F12996002}"/>
    <pc:docChg chg="undo custSel addSld modSld sldOrd">
      <pc:chgData name="Ms Alina Arshad" userId="cccdfd85-d35d-4453-9c6f-a463aae40722" providerId="ADAL" clId="{57485560-A1FA-415A-BF02-476F12996002}" dt="2024-09-01T05:25:33.551" v="283" actId="20577"/>
      <pc:docMkLst>
        <pc:docMk/>
      </pc:docMkLst>
      <pc:sldChg chg="addSp delSp mod">
        <pc:chgData name="Ms Alina Arshad" userId="cccdfd85-d35d-4453-9c6f-a463aae40722" providerId="ADAL" clId="{57485560-A1FA-415A-BF02-476F12996002}" dt="2024-09-01T04:11:14.245" v="2" actId="22"/>
        <pc:sldMkLst>
          <pc:docMk/>
          <pc:sldMk cId="0" sldId="259"/>
        </pc:sldMkLst>
        <pc:picChg chg="add del">
          <ac:chgData name="Ms Alina Arshad" userId="cccdfd85-d35d-4453-9c6f-a463aae40722" providerId="ADAL" clId="{57485560-A1FA-415A-BF02-476F12996002}" dt="2024-09-01T04:11:14.245" v="2" actId="22"/>
          <ac:picMkLst>
            <pc:docMk/>
            <pc:sldMk cId="0" sldId="259"/>
            <ac:picMk id="5" creationId="{057F4995-001D-925F-66AC-88924EEB93E7}"/>
          </ac:picMkLst>
        </pc:picChg>
      </pc:sldChg>
      <pc:sldChg chg="modSp mod">
        <pc:chgData name="Ms Alina Arshad" userId="cccdfd85-d35d-4453-9c6f-a463aae40722" providerId="ADAL" clId="{57485560-A1FA-415A-BF02-476F12996002}" dt="2024-09-01T04:14:43.156" v="8" actId="1076"/>
        <pc:sldMkLst>
          <pc:docMk/>
          <pc:sldMk cId="0" sldId="260"/>
        </pc:sldMkLst>
        <pc:picChg chg="mod">
          <ac:chgData name="Ms Alina Arshad" userId="cccdfd85-d35d-4453-9c6f-a463aae40722" providerId="ADAL" clId="{57485560-A1FA-415A-BF02-476F12996002}" dt="2024-09-01T04:14:43.156" v="8" actId="1076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Ms Alina Arshad" userId="cccdfd85-d35d-4453-9c6f-a463aae40722" providerId="ADAL" clId="{57485560-A1FA-415A-BF02-476F12996002}" dt="2024-09-01T04:18:18.107" v="52" actId="113"/>
        <pc:sldMkLst>
          <pc:docMk/>
          <pc:sldMk cId="0" sldId="261"/>
        </pc:sldMkLst>
        <pc:spChg chg="mod">
          <ac:chgData name="Ms Alina Arshad" userId="cccdfd85-d35d-4453-9c6f-a463aae40722" providerId="ADAL" clId="{57485560-A1FA-415A-BF02-476F12996002}" dt="2024-09-01T04:18:18.107" v="52" actId="113"/>
          <ac:spMkLst>
            <pc:docMk/>
            <pc:sldMk cId="0" sldId="261"/>
            <ac:spMk id="3" creationId="{00000000-0000-0000-0000-000000000000}"/>
          </ac:spMkLst>
        </pc:spChg>
      </pc:sldChg>
      <pc:sldChg chg="modSp mod modNotesTx">
        <pc:chgData name="Ms Alina Arshad" userId="cccdfd85-d35d-4453-9c6f-a463aae40722" providerId="ADAL" clId="{57485560-A1FA-415A-BF02-476F12996002}" dt="2024-09-01T05:00:40.446" v="208" actId="1076"/>
        <pc:sldMkLst>
          <pc:docMk/>
          <pc:sldMk cId="0" sldId="262"/>
        </pc:sldMkLst>
        <pc:spChg chg="mod">
          <ac:chgData name="Ms Alina Arshad" userId="cccdfd85-d35d-4453-9c6f-a463aae40722" providerId="ADAL" clId="{57485560-A1FA-415A-BF02-476F12996002}" dt="2024-09-01T05:00:40.446" v="208" actId="1076"/>
          <ac:spMkLst>
            <pc:docMk/>
            <pc:sldMk cId="0" sldId="262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0:34.321" v="207" actId="14100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0.337" v="187" actId="113"/>
        <pc:sldMkLst>
          <pc:docMk/>
          <pc:sldMk cId="0" sldId="264"/>
        </pc:sldMkLst>
        <pc:spChg chg="mod">
          <ac:chgData name="Ms Alina Arshad" userId="cccdfd85-d35d-4453-9c6f-a463aae40722" providerId="ADAL" clId="{57485560-A1FA-415A-BF02-476F12996002}" dt="2024-09-01T04:58:20.337" v="187" actId="113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4:58:29.544" v="188" actId="113"/>
        <pc:sldMkLst>
          <pc:docMk/>
          <pc:sldMk cId="1577505814" sldId="265"/>
        </pc:sldMkLst>
        <pc:spChg chg="mod">
          <ac:chgData name="Ms Alina Arshad" userId="cccdfd85-d35d-4453-9c6f-a463aae40722" providerId="ADAL" clId="{57485560-A1FA-415A-BF02-476F12996002}" dt="2024-09-01T04:58:29.544" v="188" actId="113"/>
          <ac:spMkLst>
            <pc:docMk/>
            <pc:sldMk cId="1577505814" sldId="26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4:23.703" v="211" actId="20577"/>
        <pc:sldMkLst>
          <pc:docMk/>
          <pc:sldMk cId="1582826008" sldId="266"/>
        </pc:sldMkLst>
        <pc:spChg chg="mod">
          <ac:chgData name="Ms Alina Arshad" userId="cccdfd85-d35d-4453-9c6f-a463aae40722" providerId="ADAL" clId="{57485560-A1FA-415A-BF02-476F12996002}" dt="2024-09-01T05:03:09.408" v="210" actId="20577"/>
          <ac:spMkLst>
            <pc:docMk/>
            <pc:sldMk cId="1582826008" sldId="266"/>
            <ac:spMk id="11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04:23.703" v="211" actId="20577"/>
          <ac:spMkLst>
            <pc:docMk/>
            <pc:sldMk cId="1582826008" sldId="266"/>
            <ac:spMk id="12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5:30.761" v="212" actId="20577"/>
        <pc:sldMkLst>
          <pc:docMk/>
          <pc:sldMk cId="731299161" sldId="267"/>
        </pc:sldMkLst>
        <pc:spChg chg="mod">
          <ac:chgData name="Ms Alina Arshad" userId="cccdfd85-d35d-4453-9c6f-a463aae40722" providerId="ADAL" clId="{57485560-A1FA-415A-BF02-476F12996002}" dt="2024-09-01T05:05:30.761" v="212" actId="20577"/>
          <ac:spMkLst>
            <pc:docMk/>
            <pc:sldMk cId="731299161" sldId="267"/>
            <ac:spMk id="4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09:01.570" v="220" actId="255"/>
        <pc:sldMkLst>
          <pc:docMk/>
          <pc:sldMk cId="90329638" sldId="268"/>
        </pc:sldMkLst>
        <pc:spChg chg="mod">
          <ac:chgData name="Ms Alina Arshad" userId="cccdfd85-d35d-4453-9c6f-a463aae40722" providerId="ADAL" clId="{57485560-A1FA-415A-BF02-476F12996002}" dt="2024-09-01T05:09:01.570" v="220" actId="255"/>
          <ac:spMkLst>
            <pc:docMk/>
            <pc:sldMk cId="90329638" sldId="26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03.383" v="223" actId="20577"/>
        <pc:sldMkLst>
          <pc:docMk/>
          <pc:sldMk cId="2295129282" sldId="269"/>
        </pc:sldMkLst>
        <pc:spChg chg="mod">
          <ac:chgData name="Ms Alina Arshad" userId="cccdfd85-d35d-4453-9c6f-a463aae40722" providerId="ADAL" clId="{57485560-A1FA-415A-BF02-476F12996002}" dt="2024-09-01T05:11:03.383" v="223" actId="20577"/>
          <ac:spMkLst>
            <pc:docMk/>
            <pc:sldMk cId="2295129282" sldId="269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11:51.067" v="229" actId="5793"/>
        <pc:sldMkLst>
          <pc:docMk/>
          <pc:sldMk cId="2090315159" sldId="270"/>
        </pc:sldMkLst>
        <pc:spChg chg="mod">
          <ac:chgData name="Ms Alina Arshad" userId="cccdfd85-d35d-4453-9c6f-a463aae40722" providerId="ADAL" clId="{57485560-A1FA-415A-BF02-476F12996002}" dt="2024-09-01T05:11:09.635" v="224" actId="207"/>
          <ac:spMkLst>
            <pc:docMk/>
            <pc:sldMk cId="2090315159" sldId="270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11:51.067" v="229" actId="5793"/>
          <ac:spMkLst>
            <pc:docMk/>
            <pc:sldMk cId="2090315159" sldId="27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57485560-A1FA-415A-BF02-476F12996002}" dt="2024-09-01T05:21:52.328" v="235" actId="20577"/>
        <pc:sldMkLst>
          <pc:docMk/>
          <pc:sldMk cId="3034138166" sldId="271"/>
        </pc:sldMkLst>
        <pc:spChg chg="mod">
          <ac:chgData name="Ms Alina Arshad" userId="cccdfd85-d35d-4453-9c6f-a463aae40722" providerId="ADAL" clId="{57485560-A1FA-415A-BF02-476F12996002}" dt="2024-08-31T05:25:06.082" v="0" actId="207"/>
          <ac:spMkLst>
            <pc:docMk/>
            <pc:sldMk cId="3034138166" sldId="271"/>
            <ac:spMk id="2" creationId="{00000000-0000-0000-0000-000000000000}"/>
          </ac:spMkLst>
        </pc:spChg>
        <pc:spChg chg="mod">
          <ac:chgData name="Ms Alina Arshad" userId="cccdfd85-d35d-4453-9c6f-a463aae40722" providerId="ADAL" clId="{57485560-A1FA-415A-BF02-476F12996002}" dt="2024-09-01T05:21:52.328" v="235" actId="20577"/>
          <ac:spMkLst>
            <pc:docMk/>
            <pc:sldMk cId="3034138166" sldId="271"/>
            <ac:spMk id="3" creationId="{00000000-0000-0000-0000-000000000000}"/>
          </ac:spMkLst>
        </pc:spChg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5"/>
        </pc:sldMkLst>
      </pc:sldChg>
      <pc:sldChg chg="add">
        <pc:chgData name="Ms Alina Arshad" userId="cccdfd85-d35d-4453-9c6f-a463aae40722" providerId="ADAL" clId="{57485560-A1FA-415A-BF02-476F12996002}" dt="2024-09-01T05:22:47.975" v="236"/>
        <pc:sldMkLst>
          <pc:docMk/>
          <pc:sldMk cId="0" sldId="396"/>
        </pc:sldMkLst>
      </pc:sldChg>
      <pc:sldChg chg="addSp modSp add mod ord">
        <pc:chgData name="Ms Alina Arshad" userId="cccdfd85-d35d-4453-9c6f-a463aae40722" providerId="ADAL" clId="{57485560-A1FA-415A-BF02-476F12996002}" dt="2024-09-01T05:25:33.551" v="283" actId="20577"/>
        <pc:sldMkLst>
          <pc:docMk/>
          <pc:sldMk cId="1634129650" sldId="397"/>
        </pc:sldMkLst>
        <pc:spChg chg="add mod">
          <ac:chgData name="Ms Alina Arshad" userId="cccdfd85-d35d-4453-9c6f-a463aae40722" providerId="ADAL" clId="{57485560-A1FA-415A-BF02-476F12996002}" dt="2024-09-01T05:25:12.124" v="266" actId="1076"/>
          <ac:spMkLst>
            <pc:docMk/>
            <pc:sldMk cId="1634129650" sldId="397"/>
            <ac:spMk id="9" creationId="{9D0D359F-C3E9-3846-8DB7-AD3581B08C6B}"/>
          </ac:spMkLst>
        </pc:spChg>
        <pc:spChg chg="add mod">
          <ac:chgData name="Ms Alina Arshad" userId="cccdfd85-d35d-4453-9c6f-a463aae40722" providerId="ADAL" clId="{57485560-A1FA-415A-BF02-476F12996002}" dt="2024-09-01T05:25:33.551" v="283" actId="20577"/>
          <ac:spMkLst>
            <pc:docMk/>
            <pc:sldMk cId="1634129650" sldId="397"/>
            <ac:spMk id="11" creationId="{39892B7B-C278-B430-2B7F-DE54CB5DF6B8}"/>
          </ac:spMkLst>
        </pc:spChg>
        <pc:cxnChg chg="add mod">
          <ac:chgData name="Ms Alina Arshad" userId="cccdfd85-d35d-4453-9c6f-a463aae40722" providerId="ADAL" clId="{57485560-A1FA-415A-BF02-476F12996002}" dt="2024-09-01T05:25:07.018" v="265" actId="1076"/>
          <ac:cxnSpMkLst>
            <pc:docMk/>
            <pc:sldMk cId="1634129650" sldId="397"/>
            <ac:cxnSpMk id="7" creationId="{84E759F7-FE21-D60C-031A-2B938FAD14BD}"/>
          </ac:cxnSpMkLst>
        </pc:cxnChg>
        <pc:cxnChg chg="add mod">
          <ac:chgData name="Ms Alina Arshad" userId="cccdfd85-d35d-4453-9c6f-a463aae40722" providerId="ADAL" clId="{57485560-A1FA-415A-BF02-476F12996002}" dt="2024-09-01T05:25:18.356" v="268" actId="14100"/>
          <ac:cxnSpMkLst>
            <pc:docMk/>
            <pc:sldMk cId="1634129650" sldId="397"/>
            <ac:cxnSpMk id="10" creationId="{8A2E3792-997B-B08B-40C7-96693FDD8B19}"/>
          </ac:cxnSpMkLst>
        </pc:cxnChg>
      </pc:sldChg>
    </pc:docChg>
  </pc:docChgLst>
  <pc:docChgLst>
    <pc:chgData name="Ms Alina Arshad" userId="cccdfd85-d35d-4453-9c6f-a463aae40722" providerId="ADAL" clId="{6EDDA1BD-D3CC-45E4-ACF9-6AC323ACE8EB}"/>
    <pc:docChg chg="modSld">
      <pc:chgData name="Ms Alina Arshad" userId="cccdfd85-d35d-4453-9c6f-a463aae40722" providerId="ADAL" clId="{6EDDA1BD-D3CC-45E4-ACF9-6AC323ACE8EB}" dt="2024-10-01T05:29:43.597" v="2" actId="478"/>
      <pc:docMkLst>
        <pc:docMk/>
      </pc:docMkLst>
      <pc:sldChg chg="modSp mod">
        <pc:chgData name="Ms Alina Arshad" userId="cccdfd85-d35d-4453-9c6f-a463aae40722" providerId="ADAL" clId="{6EDDA1BD-D3CC-45E4-ACF9-6AC323ACE8EB}" dt="2024-10-01T05:14:42.548" v="1" actId="20577"/>
        <pc:sldMkLst>
          <pc:docMk/>
          <pc:sldMk cId="0" sldId="352"/>
        </pc:sldMkLst>
        <pc:spChg chg="mod">
          <ac:chgData name="Ms Alina Arshad" userId="cccdfd85-d35d-4453-9c6f-a463aae40722" providerId="ADAL" clId="{6EDDA1BD-D3CC-45E4-ACF9-6AC323ACE8EB}" dt="2024-10-01T05:14:42.548" v="1" actId="20577"/>
          <ac:spMkLst>
            <pc:docMk/>
            <pc:sldMk cId="0" sldId="352"/>
            <ac:spMk id="64516" creationId="{D2D679A3-2E8D-4632-948B-DAF7F009B134}"/>
          </ac:spMkLst>
        </pc:spChg>
      </pc:sldChg>
      <pc:sldChg chg="delSp">
        <pc:chgData name="Ms Alina Arshad" userId="cccdfd85-d35d-4453-9c6f-a463aae40722" providerId="ADAL" clId="{6EDDA1BD-D3CC-45E4-ACF9-6AC323ACE8EB}" dt="2024-10-01T05:29:43.597" v="2" actId="478"/>
        <pc:sldMkLst>
          <pc:docMk/>
          <pc:sldMk cId="0" sldId="368"/>
        </pc:sldMkLst>
        <pc:spChg chg="del">
          <ac:chgData name="Ms Alina Arshad" userId="cccdfd85-d35d-4453-9c6f-a463aae40722" providerId="ADAL" clId="{6EDDA1BD-D3CC-45E4-ACF9-6AC323ACE8EB}" dt="2024-10-01T05:29:43.597" v="2" actId="478"/>
          <ac:spMkLst>
            <pc:docMk/>
            <pc:sldMk cId="0" sldId="368"/>
            <ac:spMk id="80898" creationId="{52ED864D-0629-4251-9D8E-CE2EF8458A4D}"/>
          </ac:spMkLst>
        </pc:spChg>
      </pc:sldChg>
    </pc:docChg>
  </pc:docChgLst>
  <pc:docChgLst>
    <pc:chgData name="Ms Alina Arshad" userId="cccdfd85-d35d-4453-9c6f-a463aae40722" providerId="ADAL" clId="{0CB232A2-0B42-4DBF-AC2D-50B32D7285CF}"/>
    <pc:docChg chg="custSel addSld delSld modSld sldOrd">
      <pc:chgData name="Ms Alina Arshad" userId="cccdfd85-d35d-4453-9c6f-a463aae40722" providerId="ADAL" clId="{0CB232A2-0B42-4DBF-AC2D-50B32D7285CF}" dt="2024-09-17T07:38:04.651" v="169" actId="47"/>
      <pc:docMkLst>
        <pc:docMk/>
      </pc:docMkLst>
      <pc:sldChg chg="modSp mod">
        <pc:chgData name="Ms Alina Arshad" userId="cccdfd85-d35d-4453-9c6f-a463aae40722" providerId="ADAL" clId="{0CB232A2-0B42-4DBF-AC2D-50B32D7285CF}" dt="2024-09-15T13:43:36.080" v="115" actId="1076"/>
        <pc:sldMkLst>
          <pc:docMk/>
          <pc:sldMk cId="0" sldId="258"/>
        </pc:sldMkLst>
        <pc:spChg chg="mod">
          <ac:chgData name="Ms Alina Arshad" userId="cccdfd85-d35d-4453-9c6f-a463aae40722" providerId="ADAL" clId="{0CB232A2-0B42-4DBF-AC2D-50B32D7285CF}" dt="2024-09-15T13:42:00.427" v="111" actId="14100"/>
          <ac:spMkLst>
            <pc:docMk/>
            <pc:sldMk cId="0" sldId="258"/>
            <ac:spMk id="106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43:36.080" v="115" actId="1076"/>
          <ac:spMkLst>
            <pc:docMk/>
            <pc:sldMk cId="0" sldId="258"/>
            <ac:spMk id="107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2:20.799" v="112" actId="207"/>
        <pc:sldMkLst>
          <pc:docMk/>
          <pc:sldMk cId="0" sldId="259"/>
        </pc:sldMkLst>
        <pc:spChg chg="mod">
          <ac:chgData name="Ms Alina Arshad" userId="cccdfd85-d35d-4453-9c6f-a463aae40722" providerId="ADAL" clId="{0CB232A2-0B42-4DBF-AC2D-50B32D7285CF}" dt="2024-09-15T13:42:20.799" v="112" actId="207"/>
          <ac:spMkLst>
            <pc:docMk/>
            <pc:sldMk cId="0" sldId="259"/>
            <ac:spMk id="11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3:40:10.232" v="105" actId="14100"/>
        <pc:sldMkLst>
          <pc:docMk/>
          <pc:sldMk cId="0" sldId="260"/>
        </pc:sldMkLst>
        <pc:picChg chg="mod">
          <ac:chgData name="Ms Alina Arshad" userId="cccdfd85-d35d-4453-9c6f-a463aae40722" providerId="ADAL" clId="{0CB232A2-0B42-4DBF-AC2D-50B32D7285CF}" dt="2024-09-15T13:40:10.232" v="105" actId="14100"/>
          <ac:picMkLst>
            <pc:docMk/>
            <pc:sldMk cId="0" sldId="260"/>
            <ac:picMk id="120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4T10:46:51.265" v="3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0CB232A2-0B42-4DBF-AC2D-50B32D7285CF}" dt="2024-09-14T10:46:51.265" v="3" actId="1076"/>
          <ac:spMkLst>
            <pc:docMk/>
            <pc:sldMk cId="2295129282" sldId="269"/>
            <ac:spMk id="192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0:45:57.979" v="1" actId="2085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0CB232A2-0B42-4DBF-AC2D-50B32D7285CF}" dt="2024-09-15T13:45:36.793" v="117" actId="113"/>
        <pc:sldMkLst>
          <pc:docMk/>
          <pc:sldMk cId="2090315159" sldId="270"/>
        </pc:sldMkLst>
        <pc:spChg chg="mod">
          <ac:chgData name="Ms Alina Arshad" userId="cccdfd85-d35d-4453-9c6f-a463aae40722" providerId="ADAL" clId="{0CB232A2-0B42-4DBF-AC2D-50B32D7285CF}" dt="2024-09-15T13:45:36.793" v="117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4T10:47:31.591" v="4" actId="207"/>
          <ac:spMkLst>
            <pc:docMk/>
            <pc:sldMk cId="2090315159" sldId="270"/>
            <ac:spMk id="202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4T11:11:09.943" v="5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0CB232A2-0B42-4DBF-AC2D-50B32D7285CF}" dt="2024-09-14T11:11:07.043" v="52" actId="2057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0CB232A2-0B42-4DBF-AC2D-50B32D7285CF}" dt="2024-09-14T11:11:09.943" v="5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addSp delSp modSp mod">
        <pc:chgData name="Ms Alina Arshad" userId="cccdfd85-d35d-4453-9c6f-a463aae40722" providerId="ADAL" clId="{0CB232A2-0B42-4DBF-AC2D-50B32D7285CF}" dt="2024-09-15T13:53:32.742" v="137" actId="1076"/>
        <pc:sldMkLst>
          <pc:docMk/>
          <pc:sldMk cId="0" sldId="277"/>
        </pc:sldMkLst>
        <pc:spChg chg="add del mod">
          <ac:chgData name="Ms Alina Arshad" userId="cccdfd85-d35d-4453-9c6f-a463aae40722" providerId="ADAL" clId="{0CB232A2-0B42-4DBF-AC2D-50B32D7285CF}" dt="2024-09-15T13:53:25.594" v="135" actId="478"/>
          <ac:spMkLst>
            <pc:docMk/>
            <pc:sldMk cId="0" sldId="277"/>
            <ac:spMk id="3" creationId="{D1390B3A-9202-17C5-8B1D-C85833BAA94C}"/>
          </ac:spMkLst>
        </pc:spChg>
        <pc:spChg chg="mod">
          <ac:chgData name="Ms Alina Arshad" userId="cccdfd85-d35d-4453-9c6f-a463aae40722" providerId="ADAL" clId="{0CB232A2-0B42-4DBF-AC2D-50B32D7285CF}" dt="2024-09-15T13:51:51.007" v="12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0CB232A2-0B42-4DBF-AC2D-50B32D7285CF}" dt="2024-09-15T13:53:29.472" v="136" actId="1076"/>
          <ac:spMkLst>
            <pc:docMk/>
            <pc:sldMk cId="0" sldId="277"/>
            <ac:spMk id="255" creationId="{00000000-0000-0000-0000-000000000000}"/>
          </ac:spMkLst>
        </pc:spChg>
        <pc:graphicFrameChg chg="mod">
          <ac:chgData name="Ms Alina Arshad" userId="cccdfd85-d35d-4453-9c6f-a463aae40722" providerId="ADAL" clId="{0CB232A2-0B42-4DBF-AC2D-50B32D7285CF}" dt="2024-09-15T13:53:32.742" v="137" actId="1076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0CB232A2-0B42-4DBF-AC2D-50B32D7285CF}" dt="2024-09-14T11:53:23.512" v="104" actId="20577"/>
        <pc:sldMkLst>
          <pc:docMk/>
          <pc:sldMk cId="0" sldId="290"/>
        </pc:sldMkLst>
        <pc:spChg chg="mod">
          <ac:chgData name="Ms Alina Arshad" userId="cccdfd85-d35d-4453-9c6f-a463aae40722" providerId="ADAL" clId="{0CB232A2-0B42-4DBF-AC2D-50B32D7285CF}" dt="2024-09-14T11:53:23.512" v="104" actId="20577"/>
          <ac:spMkLst>
            <pc:docMk/>
            <pc:sldMk cId="0" sldId="290"/>
            <ac:spMk id="333" creationId="{00000000-0000-0000-0000-000000000000}"/>
          </ac:spMkLst>
        </pc:spChg>
      </pc:sldChg>
      <pc:sldChg chg="modSp mod">
        <pc:chgData name="Ms Alina Arshad" userId="cccdfd85-d35d-4453-9c6f-a463aae40722" providerId="ADAL" clId="{0CB232A2-0B42-4DBF-AC2D-50B32D7285CF}" dt="2024-09-15T14:10:32.357" v="138" actId="113"/>
        <pc:sldMkLst>
          <pc:docMk/>
          <pc:sldMk cId="0" sldId="302"/>
        </pc:sldMkLst>
        <pc:spChg chg="mod">
          <ac:chgData name="Ms Alina Arshad" userId="cccdfd85-d35d-4453-9c6f-a463aae40722" providerId="ADAL" clId="{0CB232A2-0B42-4DBF-AC2D-50B32D7285CF}" dt="2024-09-15T14:10:32.357" v="138" actId="113"/>
          <ac:spMkLst>
            <pc:docMk/>
            <pc:sldMk cId="0" sldId="302"/>
            <ac:spMk id="409" creationId="{00000000-0000-0000-0000-000000000000}"/>
          </ac:spMkLst>
        </pc:spChg>
      </pc:sldChg>
      <pc:sldChg chg="del">
        <pc:chgData name="Ms Alina Arshad" userId="cccdfd85-d35d-4453-9c6f-a463aae40722" providerId="ADAL" clId="{0CB232A2-0B42-4DBF-AC2D-50B32D7285CF}" dt="2024-09-17T07:37:56.773" v="139" actId="47"/>
        <pc:sldMkLst>
          <pc:docMk/>
          <pc:sldMk cId="0" sldId="307"/>
        </pc:sldMkLst>
      </pc:sldChg>
      <pc:sldChg chg="del">
        <pc:chgData name="Ms Alina Arshad" userId="cccdfd85-d35d-4453-9c6f-a463aae40722" providerId="ADAL" clId="{0CB232A2-0B42-4DBF-AC2D-50B32D7285CF}" dt="2024-09-17T07:37:58.202" v="140" actId="47"/>
        <pc:sldMkLst>
          <pc:docMk/>
          <pc:sldMk cId="0" sldId="308"/>
        </pc:sldMkLst>
      </pc:sldChg>
      <pc:sldChg chg="del">
        <pc:chgData name="Ms Alina Arshad" userId="cccdfd85-d35d-4453-9c6f-a463aae40722" providerId="ADAL" clId="{0CB232A2-0B42-4DBF-AC2D-50B32D7285CF}" dt="2024-09-17T07:37:59.300" v="141" actId="47"/>
        <pc:sldMkLst>
          <pc:docMk/>
          <pc:sldMk cId="0" sldId="309"/>
        </pc:sldMkLst>
      </pc:sldChg>
      <pc:sldChg chg="del">
        <pc:chgData name="Ms Alina Arshad" userId="cccdfd85-d35d-4453-9c6f-a463aae40722" providerId="ADAL" clId="{0CB232A2-0B42-4DBF-AC2D-50B32D7285CF}" dt="2024-09-17T07:38:00.061" v="142" actId="47"/>
        <pc:sldMkLst>
          <pc:docMk/>
          <pc:sldMk cId="0" sldId="310"/>
        </pc:sldMkLst>
      </pc:sldChg>
      <pc:sldChg chg="del">
        <pc:chgData name="Ms Alina Arshad" userId="cccdfd85-d35d-4453-9c6f-a463aae40722" providerId="ADAL" clId="{0CB232A2-0B42-4DBF-AC2D-50B32D7285CF}" dt="2024-09-17T07:38:00.661" v="143" actId="47"/>
        <pc:sldMkLst>
          <pc:docMk/>
          <pc:sldMk cId="0" sldId="311"/>
        </pc:sldMkLst>
      </pc:sldChg>
      <pc:sldChg chg="del">
        <pc:chgData name="Ms Alina Arshad" userId="cccdfd85-d35d-4453-9c6f-a463aae40722" providerId="ADAL" clId="{0CB232A2-0B42-4DBF-AC2D-50B32D7285CF}" dt="2024-09-17T07:38:01.181" v="144" actId="47"/>
        <pc:sldMkLst>
          <pc:docMk/>
          <pc:sldMk cId="0" sldId="312"/>
        </pc:sldMkLst>
      </pc:sldChg>
      <pc:sldChg chg="del">
        <pc:chgData name="Ms Alina Arshad" userId="cccdfd85-d35d-4453-9c6f-a463aae40722" providerId="ADAL" clId="{0CB232A2-0B42-4DBF-AC2D-50B32D7285CF}" dt="2024-09-17T07:38:01.535" v="145" actId="47"/>
        <pc:sldMkLst>
          <pc:docMk/>
          <pc:sldMk cId="0" sldId="313"/>
        </pc:sldMkLst>
      </pc:sldChg>
      <pc:sldChg chg="del">
        <pc:chgData name="Ms Alina Arshad" userId="cccdfd85-d35d-4453-9c6f-a463aae40722" providerId="ADAL" clId="{0CB232A2-0B42-4DBF-AC2D-50B32D7285CF}" dt="2024-09-17T07:38:01.928" v="146" actId="47"/>
        <pc:sldMkLst>
          <pc:docMk/>
          <pc:sldMk cId="0" sldId="314"/>
        </pc:sldMkLst>
      </pc:sldChg>
      <pc:sldChg chg="del">
        <pc:chgData name="Ms Alina Arshad" userId="cccdfd85-d35d-4453-9c6f-a463aae40722" providerId="ADAL" clId="{0CB232A2-0B42-4DBF-AC2D-50B32D7285CF}" dt="2024-09-17T07:38:02.233" v="147" actId="47"/>
        <pc:sldMkLst>
          <pc:docMk/>
          <pc:sldMk cId="0" sldId="315"/>
        </pc:sldMkLst>
      </pc:sldChg>
      <pc:sldChg chg="del">
        <pc:chgData name="Ms Alina Arshad" userId="cccdfd85-d35d-4453-9c6f-a463aae40722" providerId="ADAL" clId="{0CB232A2-0B42-4DBF-AC2D-50B32D7285CF}" dt="2024-09-17T07:38:02.483" v="148" actId="47"/>
        <pc:sldMkLst>
          <pc:docMk/>
          <pc:sldMk cId="0" sldId="316"/>
        </pc:sldMkLst>
      </pc:sldChg>
      <pc:sldChg chg="del">
        <pc:chgData name="Ms Alina Arshad" userId="cccdfd85-d35d-4453-9c6f-a463aae40722" providerId="ADAL" clId="{0CB232A2-0B42-4DBF-AC2D-50B32D7285CF}" dt="2024-09-17T07:38:02.657" v="149" actId="47"/>
        <pc:sldMkLst>
          <pc:docMk/>
          <pc:sldMk cId="0" sldId="317"/>
        </pc:sldMkLst>
      </pc:sldChg>
      <pc:sldChg chg="del">
        <pc:chgData name="Ms Alina Arshad" userId="cccdfd85-d35d-4453-9c6f-a463aae40722" providerId="ADAL" clId="{0CB232A2-0B42-4DBF-AC2D-50B32D7285CF}" dt="2024-09-17T07:38:03.192" v="150" actId="47"/>
        <pc:sldMkLst>
          <pc:docMk/>
          <pc:sldMk cId="0" sldId="318"/>
        </pc:sldMkLst>
      </pc:sldChg>
      <pc:sldChg chg="del">
        <pc:chgData name="Ms Alina Arshad" userId="cccdfd85-d35d-4453-9c6f-a463aae40722" providerId="ADAL" clId="{0CB232A2-0B42-4DBF-AC2D-50B32D7285CF}" dt="2024-09-17T07:38:03.222" v="151" actId="47"/>
        <pc:sldMkLst>
          <pc:docMk/>
          <pc:sldMk cId="0" sldId="319"/>
        </pc:sldMkLst>
      </pc:sldChg>
      <pc:sldChg chg="del">
        <pc:chgData name="Ms Alina Arshad" userId="cccdfd85-d35d-4453-9c6f-a463aae40722" providerId="ADAL" clId="{0CB232A2-0B42-4DBF-AC2D-50B32D7285CF}" dt="2024-09-17T07:38:03.241" v="152" actId="47"/>
        <pc:sldMkLst>
          <pc:docMk/>
          <pc:sldMk cId="0" sldId="320"/>
        </pc:sldMkLst>
      </pc:sldChg>
      <pc:sldChg chg="del">
        <pc:chgData name="Ms Alina Arshad" userId="cccdfd85-d35d-4453-9c6f-a463aae40722" providerId="ADAL" clId="{0CB232A2-0B42-4DBF-AC2D-50B32D7285CF}" dt="2024-09-17T07:38:03.256" v="153" actId="47"/>
        <pc:sldMkLst>
          <pc:docMk/>
          <pc:sldMk cId="0" sldId="321"/>
        </pc:sldMkLst>
      </pc:sldChg>
      <pc:sldChg chg="del">
        <pc:chgData name="Ms Alina Arshad" userId="cccdfd85-d35d-4453-9c6f-a463aae40722" providerId="ADAL" clId="{0CB232A2-0B42-4DBF-AC2D-50B32D7285CF}" dt="2024-09-17T07:38:03.292" v="154" actId="47"/>
        <pc:sldMkLst>
          <pc:docMk/>
          <pc:sldMk cId="0" sldId="322"/>
        </pc:sldMkLst>
      </pc:sldChg>
      <pc:sldChg chg="del">
        <pc:chgData name="Ms Alina Arshad" userId="cccdfd85-d35d-4453-9c6f-a463aae40722" providerId="ADAL" clId="{0CB232A2-0B42-4DBF-AC2D-50B32D7285CF}" dt="2024-09-17T07:38:03.323" v="155" actId="47"/>
        <pc:sldMkLst>
          <pc:docMk/>
          <pc:sldMk cId="0" sldId="323"/>
        </pc:sldMkLst>
      </pc:sldChg>
      <pc:sldChg chg="del">
        <pc:chgData name="Ms Alina Arshad" userId="cccdfd85-d35d-4453-9c6f-a463aae40722" providerId="ADAL" clId="{0CB232A2-0B42-4DBF-AC2D-50B32D7285CF}" dt="2024-09-17T07:38:03.373" v="156" actId="47"/>
        <pc:sldMkLst>
          <pc:docMk/>
          <pc:sldMk cId="0" sldId="324"/>
        </pc:sldMkLst>
      </pc:sldChg>
      <pc:sldChg chg="del">
        <pc:chgData name="Ms Alina Arshad" userId="cccdfd85-d35d-4453-9c6f-a463aae40722" providerId="ADAL" clId="{0CB232A2-0B42-4DBF-AC2D-50B32D7285CF}" dt="2024-09-17T07:38:03.394" v="157" actId="47"/>
        <pc:sldMkLst>
          <pc:docMk/>
          <pc:sldMk cId="0" sldId="325"/>
        </pc:sldMkLst>
      </pc:sldChg>
      <pc:sldChg chg="del">
        <pc:chgData name="Ms Alina Arshad" userId="cccdfd85-d35d-4453-9c6f-a463aae40722" providerId="ADAL" clId="{0CB232A2-0B42-4DBF-AC2D-50B32D7285CF}" dt="2024-09-17T07:38:03.429" v="158" actId="47"/>
        <pc:sldMkLst>
          <pc:docMk/>
          <pc:sldMk cId="0" sldId="326"/>
        </pc:sldMkLst>
      </pc:sldChg>
      <pc:sldChg chg="del">
        <pc:chgData name="Ms Alina Arshad" userId="cccdfd85-d35d-4453-9c6f-a463aae40722" providerId="ADAL" clId="{0CB232A2-0B42-4DBF-AC2D-50B32D7285CF}" dt="2024-09-17T07:38:03.450" v="159" actId="47"/>
        <pc:sldMkLst>
          <pc:docMk/>
          <pc:sldMk cId="0" sldId="327"/>
        </pc:sldMkLst>
      </pc:sldChg>
      <pc:sldChg chg="del">
        <pc:chgData name="Ms Alina Arshad" userId="cccdfd85-d35d-4453-9c6f-a463aae40722" providerId="ADAL" clId="{0CB232A2-0B42-4DBF-AC2D-50B32D7285CF}" dt="2024-09-17T07:38:03.489" v="160" actId="47"/>
        <pc:sldMkLst>
          <pc:docMk/>
          <pc:sldMk cId="0" sldId="328"/>
        </pc:sldMkLst>
      </pc:sldChg>
      <pc:sldChg chg="del">
        <pc:chgData name="Ms Alina Arshad" userId="cccdfd85-d35d-4453-9c6f-a463aae40722" providerId="ADAL" clId="{0CB232A2-0B42-4DBF-AC2D-50B32D7285CF}" dt="2024-09-17T07:38:03.516" v="161" actId="47"/>
        <pc:sldMkLst>
          <pc:docMk/>
          <pc:sldMk cId="0" sldId="329"/>
        </pc:sldMkLst>
      </pc:sldChg>
      <pc:sldChg chg="del">
        <pc:chgData name="Ms Alina Arshad" userId="cccdfd85-d35d-4453-9c6f-a463aae40722" providerId="ADAL" clId="{0CB232A2-0B42-4DBF-AC2D-50B32D7285CF}" dt="2024-09-17T07:38:03.563" v="162" actId="47"/>
        <pc:sldMkLst>
          <pc:docMk/>
          <pc:sldMk cId="0" sldId="330"/>
        </pc:sldMkLst>
      </pc:sldChg>
      <pc:sldChg chg="del">
        <pc:chgData name="Ms Alina Arshad" userId="cccdfd85-d35d-4453-9c6f-a463aae40722" providerId="ADAL" clId="{0CB232A2-0B42-4DBF-AC2D-50B32D7285CF}" dt="2024-09-17T07:38:03.584" v="163" actId="47"/>
        <pc:sldMkLst>
          <pc:docMk/>
          <pc:sldMk cId="0" sldId="331"/>
        </pc:sldMkLst>
      </pc:sldChg>
      <pc:sldChg chg="del">
        <pc:chgData name="Ms Alina Arshad" userId="cccdfd85-d35d-4453-9c6f-a463aae40722" providerId="ADAL" clId="{0CB232A2-0B42-4DBF-AC2D-50B32D7285CF}" dt="2024-09-17T07:38:03.612" v="164" actId="47"/>
        <pc:sldMkLst>
          <pc:docMk/>
          <pc:sldMk cId="0" sldId="332"/>
        </pc:sldMkLst>
      </pc:sldChg>
      <pc:sldChg chg="del">
        <pc:chgData name="Ms Alina Arshad" userId="cccdfd85-d35d-4453-9c6f-a463aae40722" providerId="ADAL" clId="{0CB232A2-0B42-4DBF-AC2D-50B32D7285CF}" dt="2024-09-17T07:38:03.668" v="165" actId="47"/>
        <pc:sldMkLst>
          <pc:docMk/>
          <pc:sldMk cId="0" sldId="333"/>
        </pc:sldMkLst>
      </pc:sldChg>
      <pc:sldChg chg="del">
        <pc:chgData name="Ms Alina Arshad" userId="cccdfd85-d35d-4453-9c6f-a463aae40722" providerId="ADAL" clId="{0CB232A2-0B42-4DBF-AC2D-50B32D7285CF}" dt="2024-09-17T07:38:03.680" v="166" actId="47"/>
        <pc:sldMkLst>
          <pc:docMk/>
          <pc:sldMk cId="0" sldId="334"/>
        </pc:sldMkLst>
      </pc:sldChg>
      <pc:sldChg chg="del">
        <pc:chgData name="Ms Alina Arshad" userId="cccdfd85-d35d-4453-9c6f-a463aae40722" providerId="ADAL" clId="{0CB232A2-0B42-4DBF-AC2D-50B32D7285CF}" dt="2024-09-17T07:38:04.295" v="167" actId="47"/>
        <pc:sldMkLst>
          <pc:docMk/>
          <pc:sldMk cId="0" sldId="335"/>
        </pc:sldMkLst>
      </pc:sldChg>
      <pc:sldChg chg="del">
        <pc:chgData name="Ms Alina Arshad" userId="cccdfd85-d35d-4453-9c6f-a463aae40722" providerId="ADAL" clId="{0CB232A2-0B42-4DBF-AC2D-50B32D7285CF}" dt="2024-09-17T07:38:04.494" v="168" actId="47"/>
        <pc:sldMkLst>
          <pc:docMk/>
          <pc:sldMk cId="0" sldId="336"/>
        </pc:sldMkLst>
      </pc:sldChg>
      <pc:sldChg chg="del">
        <pc:chgData name="Ms Alina Arshad" userId="cccdfd85-d35d-4453-9c6f-a463aae40722" providerId="ADAL" clId="{0CB232A2-0B42-4DBF-AC2D-50B32D7285CF}" dt="2024-09-17T07:38:04.651" v="169" actId="47"/>
        <pc:sldMkLst>
          <pc:docMk/>
          <pc:sldMk cId="0" sldId="337"/>
        </pc:sldMkLst>
      </pc:sldChg>
      <pc:sldChg chg="modSp mod">
        <pc:chgData name="Ms Alina Arshad" userId="cccdfd85-d35d-4453-9c6f-a463aae40722" providerId="ADAL" clId="{0CB232A2-0B42-4DBF-AC2D-50B32D7285CF}" dt="2024-09-14T11:34:36.657" v="79" actId="20577"/>
        <pc:sldMkLst>
          <pc:docMk/>
          <pc:sldMk cId="1204309406" sldId="341"/>
        </pc:sldMkLst>
        <pc:spChg chg="mod">
          <ac:chgData name="Ms Alina Arshad" userId="cccdfd85-d35d-4453-9c6f-a463aae40722" providerId="ADAL" clId="{0CB232A2-0B42-4DBF-AC2D-50B32D7285CF}" dt="2024-09-14T11:34:36.657" v="79" actId="20577"/>
          <ac:spMkLst>
            <pc:docMk/>
            <pc:sldMk cId="1204309406" sldId="341"/>
            <ac:spMk id="3" creationId="{FB09A7D6-CB86-1298-9237-F494689B2453}"/>
          </ac:spMkLst>
        </pc:spChg>
      </pc:sldChg>
      <pc:sldChg chg="addSp modSp new mod ord">
        <pc:chgData name="Ms Alina Arshad" userId="cccdfd85-d35d-4453-9c6f-a463aae40722" providerId="ADAL" clId="{0CB232A2-0B42-4DBF-AC2D-50B32D7285CF}" dt="2024-09-14T11:24:13.633" v="69"/>
        <pc:sldMkLst>
          <pc:docMk/>
          <pc:sldMk cId="96607437" sldId="342"/>
        </pc:sldMkLst>
        <pc:spChg chg="add mod">
          <ac:chgData name="Ms Alina Arshad" userId="cccdfd85-d35d-4453-9c6f-a463aae40722" providerId="ADAL" clId="{0CB232A2-0B42-4DBF-AC2D-50B32D7285CF}" dt="2024-09-14T11:23:57.202" v="62" actId="1076"/>
          <ac:spMkLst>
            <pc:docMk/>
            <pc:sldMk cId="96607437" sldId="342"/>
            <ac:spMk id="3" creationId="{83929A5B-4351-FE6D-372A-06A618BD7968}"/>
          </ac:spMkLst>
        </pc:spChg>
        <pc:spChg chg="add mod">
          <ac:chgData name="Ms Alina Arshad" userId="cccdfd85-d35d-4453-9c6f-a463aae40722" providerId="ADAL" clId="{0CB232A2-0B42-4DBF-AC2D-50B32D7285CF}" dt="2024-09-14T11:24:08.938" v="67" actId="14100"/>
          <ac:spMkLst>
            <pc:docMk/>
            <pc:sldMk cId="96607437" sldId="342"/>
            <ac:spMk id="5" creationId="{2FCB2354-E8E1-7D4F-9119-EADE938CCBEE}"/>
          </ac:spMkLst>
        </pc:spChg>
      </pc:sldChg>
    </pc:docChg>
  </pc:docChgLst>
  <pc:docChgLst>
    <pc:chgData name="Ms Alina Arshad" userId="cccdfd85-d35d-4453-9c6f-a463aae40722" providerId="ADAL" clId="{EC46C24F-DFE6-4C66-A534-0EF59585138A}"/>
    <pc:docChg chg="undo custSel addSld delSld modSld">
      <pc:chgData name="Ms Alina Arshad" userId="cccdfd85-d35d-4453-9c6f-a463aae40722" providerId="ADAL" clId="{EC46C24F-DFE6-4C66-A534-0EF59585138A}" dt="2024-10-13T09:06:47.473" v="361" actId="1076"/>
      <pc:docMkLst>
        <pc:docMk/>
      </pc:docMkLst>
      <pc:sldChg chg="modSp mod">
        <pc:chgData name="Ms Alina Arshad" userId="cccdfd85-d35d-4453-9c6f-a463aae40722" providerId="ADAL" clId="{EC46C24F-DFE6-4C66-A534-0EF59585138A}" dt="2024-10-13T08:41:34.198" v="158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EC46C24F-DFE6-4C66-A534-0EF59585138A}" dt="2024-10-13T08:41:34.198" v="158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EC46C24F-DFE6-4C66-A534-0EF59585138A}" dt="2024-10-08T12:35:07.048" v="1" actId="47"/>
        <pc:sldMkLst>
          <pc:docMk/>
          <pc:sldMk cId="0" sldId="257"/>
        </pc:sldMkLst>
      </pc:sldChg>
      <pc:sldChg chg="del">
        <pc:chgData name="Ms Alina Arshad" userId="cccdfd85-d35d-4453-9c6f-a463aae40722" providerId="ADAL" clId="{EC46C24F-DFE6-4C66-A534-0EF59585138A}" dt="2024-10-08T12:35:07.469" v="2" actId="47"/>
        <pc:sldMkLst>
          <pc:docMk/>
          <pc:sldMk cId="0" sldId="258"/>
        </pc:sldMkLst>
      </pc:sldChg>
      <pc:sldChg chg="del">
        <pc:chgData name="Ms Alina Arshad" userId="cccdfd85-d35d-4453-9c6f-a463aae40722" providerId="ADAL" clId="{EC46C24F-DFE6-4C66-A534-0EF59585138A}" dt="2024-10-08T12:35:07.863" v="3" actId="47"/>
        <pc:sldMkLst>
          <pc:docMk/>
          <pc:sldMk cId="0" sldId="259"/>
        </pc:sldMkLst>
      </pc:sldChg>
      <pc:sldChg chg="del">
        <pc:chgData name="Ms Alina Arshad" userId="cccdfd85-d35d-4453-9c6f-a463aae40722" providerId="ADAL" clId="{EC46C24F-DFE6-4C66-A534-0EF59585138A}" dt="2024-10-08T12:35:08.230" v="4" actId="47"/>
        <pc:sldMkLst>
          <pc:docMk/>
          <pc:sldMk cId="0" sldId="260"/>
        </pc:sldMkLst>
      </pc:sldChg>
      <pc:sldChg chg="del">
        <pc:chgData name="Ms Alina Arshad" userId="cccdfd85-d35d-4453-9c6f-a463aae40722" providerId="ADAL" clId="{EC46C24F-DFE6-4C66-A534-0EF59585138A}" dt="2024-10-08T12:35:08.594" v="5" actId="47"/>
        <pc:sldMkLst>
          <pc:docMk/>
          <pc:sldMk cId="0" sldId="261"/>
        </pc:sldMkLst>
      </pc:sldChg>
      <pc:sldChg chg="del">
        <pc:chgData name="Ms Alina Arshad" userId="cccdfd85-d35d-4453-9c6f-a463aae40722" providerId="ADAL" clId="{EC46C24F-DFE6-4C66-A534-0EF59585138A}" dt="2024-10-08T12:35:08.900" v="6" actId="47"/>
        <pc:sldMkLst>
          <pc:docMk/>
          <pc:sldMk cId="0" sldId="262"/>
        </pc:sldMkLst>
      </pc:sldChg>
      <pc:sldChg chg="del">
        <pc:chgData name="Ms Alina Arshad" userId="cccdfd85-d35d-4453-9c6f-a463aae40722" providerId="ADAL" clId="{EC46C24F-DFE6-4C66-A534-0EF59585138A}" dt="2024-10-08T12:35:09.251" v="7" actId="47"/>
        <pc:sldMkLst>
          <pc:docMk/>
          <pc:sldMk cId="0" sldId="263"/>
        </pc:sldMkLst>
      </pc:sldChg>
      <pc:sldChg chg="del">
        <pc:chgData name="Ms Alina Arshad" userId="cccdfd85-d35d-4453-9c6f-a463aae40722" providerId="ADAL" clId="{EC46C24F-DFE6-4C66-A534-0EF59585138A}" dt="2024-10-08T12:35:09.560" v="8" actId="47"/>
        <pc:sldMkLst>
          <pc:docMk/>
          <pc:sldMk cId="0" sldId="264"/>
        </pc:sldMkLst>
      </pc:sldChg>
      <pc:sldChg chg="del">
        <pc:chgData name="Ms Alina Arshad" userId="cccdfd85-d35d-4453-9c6f-a463aae40722" providerId="ADAL" clId="{EC46C24F-DFE6-4C66-A534-0EF59585138A}" dt="2024-10-08T12:35:09.855" v="9" actId="47"/>
        <pc:sldMkLst>
          <pc:docMk/>
          <pc:sldMk cId="0" sldId="265"/>
        </pc:sldMkLst>
      </pc:sldChg>
      <pc:sldChg chg="del">
        <pc:chgData name="Ms Alina Arshad" userId="cccdfd85-d35d-4453-9c6f-a463aae40722" providerId="ADAL" clId="{EC46C24F-DFE6-4C66-A534-0EF59585138A}" dt="2024-10-08T12:35:10.096" v="10" actId="47"/>
        <pc:sldMkLst>
          <pc:docMk/>
          <pc:sldMk cId="0" sldId="266"/>
        </pc:sldMkLst>
      </pc:sldChg>
      <pc:sldChg chg="del">
        <pc:chgData name="Ms Alina Arshad" userId="cccdfd85-d35d-4453-9c6f-a463aae40722" providerId="ADAL" clId="{EC46C24F-DFE6-4C66-A534-0EF59585138A}" dt="2024-10-08T12:35:10.354" v="11" actId="47"/>
        <pc:sldMkLst>
          <pc:docMk/>
          <pc:sldMk cId="0" sldId="267"/>
        </pc:sldMkLst>
      </pc:sldChg>
      <pc:sldChg chg="del">
        <pc:chgData name="Ms Alina Arshad" userId="cccdfd85-d35d-4453-9c6f-a463aae40722" providerId="ADAL" clId="{EC46C24F-DFE6-4C66-A534-0EF59585138A}" dt="2024-10-08T12:35:10.634" v="12" actId="47"/>
        <pc:sldMkLst>
          <pc:docMk/>
          <pc:sldMk cId="0" sldId="268"/>
        </pc:sldMkLst>
      </pc:sldChg>
      <pc:sldChg chg="del">
        <pc:chgData name="Ms Alina Arshad" userId="cccdfd85-d35d-4453-9c6f-a463aae40722" providerId="ADAL" clId="{EC46C24F-DFE6-4C66-A534-0EF59585138A}" dt="2024-10-08T12:35:11.050" v="13" actId="47"/>
        <pc:sldMkLst>
          <pc:docMk/>
          <pc:sldMk cId="0" sldId="269"/>
        </pc:sldMkLst>
      </pc:sldChg>
      <pc:sldChg chg="del">
        <pc:chgData name="Ms Alina Arshad" userId="cccdfd85-d35d-4453-9c6f-a463aae40722" providerId="ADAL" clId="{EC46C24F-DFE6-4C66-A534-0EF59585138A}" dt="2024-10-08T12:35:11.343" v="14" actId="47"/>
        <pc:sldMkLst>
          <pc:docMk/>
          <pc:sldMk cId="0" sldId="270"/>
        </pc:sldMkLst>
      </pc:sldChg>
      <pc:sldChg chg="del">
        <pc:chgData name="Ms Alina Arshad" userId="cccdfd85-d35d-4453-9c6f-a463aae40722" providerId="ADAL" clId="{EC46C24F-DFE6-4C66-A534-0EF59585138A}" dt="2024-10-08T12:35:11.844" v="15" actId="47"/>
        <pc:sldMkLst>
          <pc:docMk/>
          <pc:sldMk cId="0" sldId="271"/>
        </pc:sldMkLst>
      </pc:sldChg>
      <pc:sldChg chg="del">
        <pc:chgData name="Ms Alina Arshad" userId="cccdfd85-d35d-4453-9c6f-a463aae40722" providerId="ADAL" clId="{EC46C24F-DFE6-4C66-A534-0EF59585138A}" dt="2024-10-08T12:35:12.125" v="16" actId="47"/>
        <pc:sldMkLst>
          <pc:docMk/>
          <pc:sldMk cId="0" sldId="272"/>
        </pc:sldMkLst>
      </pc:sldChg>
      <pc:sldChg chg="delSp modSp add del mod">
        <pc:chgData name="Ms Alina Arshad" userId="cccdfd85-d35d-4453-9c6f-a463aae40722" providerId="ADAL" clId="{EC46C24F-DFE6-4C66-A534-0EF59585138A}" dt="2024-10-09T15:31:13.845" v="93" actId="2696"/>
        <pc:sldMkLst>
          <pc:docMk/>
          <pc:sldMk cId="0" sldId="291"/>
        </pc:sldMkLst>
        <pc:spChg chg="del mod">
          <ac:chgData name="Ms Alina Arshad" userId="cccdfd85-d35d-4453-9c6f-a463aae40722" providerId="ADAL" clId="{EC46C24F-DFE6-4C66-A534-0EF59585138A}" dt="2024-10-08T12:36:00.534" v="21" actId="478"/>
          <ac:spMkLst>
            <pc:docMk/>
            <pc:sldMk cId="0" sldId="291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2:36:48.650" v="40" actId="1076"/>
          <ac:spMkLst>
            <pc:docMk/>
            <pc:sldMk cId="0" sldId="291"/>
            <ac:spMk id="3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4:20:43.248" v="89" actId="20577"/>
          <ac:spMkLst>
            <pc:docMk/>
            <pc:sldMk cId="0" sldId="291"/>
            <ac:spMk id="5" creationId="{00000000-0000-0000-0000-000000000000}"/>
          </ac:spMkLst>
        </pc:spChg>
        <pc:picChg chg="mod">
          <ac:chgData name="Ms Alina Arshad" userId="cccdfd85-d35d-4453-9c6f-a463aae40722" providerId="ADAL" clId="{EC46C24F-DFE6-4C66-A534-0EF59585138A}" dt="2024-10-08T12:35:20.348" v="17" actId="1076"/>
          <ac:picMkLst>
            <pc:docMk/>
            <pc:sldMk cId="0" sldId="291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EC46C24F-DFE6-4C66-A534-0EF59585138A}" dt="2024-10-08T14:21:42.429" v="91" actId="20577"/>
        <pc:sldMkLst>
          <pc:docMk/>
          <pc:sldMk cId="0" sldId="292"/>
        </pc:sldMkLst>
        <pc:spChg chg="mod">
          <ac:chgData name="Ms Alina Arshad" userId="cccdfd85-d35d-4453-9c6f-a463aae40722" providerId="ADAL" clId="{EC46C24F-DFE6-4C66-A534-0EF59585138A}" dt="2024-10-08T12:37:10.347" v="46" actId="207"/>
          <ac:spMkLst>
            <pc:docMk/>
            <pc:sldMk cId="0" sldId="292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4:21:42.429" v="91" actId="20577"/>
          <ac:spMkLst>
            <pc:docMk/>
            <pc:sldMk cId="0" sldId="292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EC46C24F-DFE6-4C66-A534-0EF59585138A}" dt="2024-10-08T14:22:59.562" v="92" actId="20577"/>
        <pc:sldMkLst>
          <pc:docMk/>
          <pc:sldMk cId="0" sldId="293"/>
        </pc:sldMkLst>
        <pc:spChg chg="mod">
          <ac:chgData name="Ms Alina Arshad" userId="cccdfd85-d35d-4453-9c6f-a463aae40722" providerId="ADAL" clId="{EC46C24F-DFE6-4C66-A534-0EF59585138A}" dt="2024-10-08T12:37:39.261" v="54" actId="113"/>
          <ac:spMkLst>
            <pc:docMk/>
            <pc:sldMk cId="0" sldId="293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4:22:59.562" v="92" actId="20577"/>
          <ac:spMkLst>
            <pc:docMk/>
            <pc:sldMk cId="0" sldId="29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EC46C24F-DFE6-4C66-A534-0EF59585138A}" dt="2024-10-08T12:38:26.434" v="70" actId="1076"/>
        <pc:sldMkLst>
          <pc:docMk/>
          <pc:sldMk cId="0" sldId="294"/>
        </pc:sldMkLst>
        <pc:spChg chg="mod">
          <ac:chgData name="Ms Alina Arshad" userId="cccdfd85-d35d-4453-9c6f-a463aae40722" providerId="ADAL" clId="{EC46C24F-DFE6-4C66-A534-0EF59585138A}" dt="2024-10-08T12:38:26.434" v="70" actId="1076"/>
          <ac:spMkLst>
            <pc:docMk/>
            <pc:sldMk cId="0" sldId="294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2:38:04.525" v="61" actId="207"/>
          <ac:spMkLst>
            <pc:docMk/>
            <pc:sldMk cId="0" sldId="294"/>
            <ac:spMk id="7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2:38:22.683" v="69" actId="1076"/>
          <ac:spMkLst>
            <pc:docMk/>
            <pc:sldMk cId="0" sldId="294"/>
            <ac:spMk id="8" creationId="{00000000-0000-0000-0000-000000000000}"/>
          </ac:spMkLst>
        </pc:spChg>
        <pc:grpChg chg="mod">
          <ac:chgData name="Ms Alina Arshad" userId="cccdfd85-d35d-4453-9c6f-a463aae40722" providerId="ADAL" clId="{EC46C24F-DFE6-4C66-A534-0EF59585138A}" dt="2024-10-08T12:38:17.979" v="68" actId="1076"/>
          <ac:grpSpMkLst>
            <pc:docMk/>
            <pc:sldMk cId="0" sldId="294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EC46C24F-DFE6-4C66-A534-0EF59585138A}" dt="2024-10-08T12:38:58.771" v="78" actId="1076"/>
        <pc:sldMkLst>
          <pc:docMk/>
          <pc:sldMk cId="0" sldId="295"/>
        </pc:sldMkLst>
        <pc:spChg chg="mod">
          <ac:chgData name="Ms Alina Arshad" userId="cccdfd85-d35d-4453-9c6f-a463aae40722" providerId="ADAL" clId="{EC46C24F-DFE6-4C66-A534-0EF59585138A}" dt="2024-10-08T12:38:56.230" v="77" actId="1076"/>
          <ac:spMkLst>
            <pc:docMk/>
            <pc:sldMk cId="0" sldId="295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08T12:38:37.714" v="73" actId="1076"/>
          <ac:spMkLst>
            <pc:docMk/>
            <pc:sldMk cId="0" sldId="295"/>
            <ac:spMk id="7" creationId="{00000000-0000-0000-0000-000000000000}"/>
          </ac:spMkLst>
        </pc:spChg>
        <pc:grpChg chg="mod">
          <ac:chgData name="Ms Alina Arshad" userId="cccdfd85-d35d-4453-9c6f-a463aae40722" providerId="ADAL" clId="{EC46C24F-DFE6-4C66-A534-0EF59585138A}" dt="2024-10-08T12:38:58.771" v="78" actId="1076"/>
          <ac:grpSpMkLst>
            <pc:docMk/>
            <pc:sldMk cId="0" sldId="295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EC46C24F-DFE6-4C66-A534-0EF59585138A}" dt="2024-10-13T08:30:10.858" v="99" actId="1076"/>
        <pc:sldMkLst>
          <pc:docMk/>
          <pc:sldMk cId="0" sldId="296"/>
        </pc:sldMkLst>
        <pc:spChg chg="mod">
          <ac:chgData name="Ms Alina Arshad" userId="cccdfd85-d35d-4453-9c6f-a463aae40722" providerId="ADAL" clId="{EC46C24F-DFE6-4C66-A534-0EF59585138A}" dt="2024-10-13T08:30:01.756" v="96" actId="1076"/>
          <ac:spMkLst>
            <pc:docMk/>
            <pc:sldMk cId="0" sldId="296"/>
            <ac:spMk id="2" creationId="{00000000-0000-0000-0000-000000000000}"/>
          </ac:spMkLst>
        </pc:spChg>
        <pc:picChg chg="mod">
          <ac:chgData name="Ms Alina Arshad" userId="cccdfd85-d35d-4453-9c6f-a463aae40722" providerId="ADAL" clId="{EC46C24F-DFE6-4C66-A534-0EF59585138A}" dt="2024-10-13T08:30:10.858" v="99" actId="1076"/>
          <ac:picMkLst>
            <pc:docMk/>
            <pc:sldMk cId="0" sldId="296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EC46C24F-DFE6-4C66-A534-0EF59585138A}" dt="2024-10-13T08:32:00.828" v="121" actId="1076"/>
        <pc:sldMkLst>
          <pc:docMk/>
          <pc:sldMk cId="0" sldId="297"/>
        </pc:sldMkLst>
        <pc:spChg chg="mod">
          <ac:chgData name="Ms Alina Arshad" userId="cccdfd85-d35d-4453-9c6f-a463aae40722" providerId="ADAL" clId="{EC46C24F-DFE6-4C66-A534-0EF59585138A}" dt="2024-10-13T08:30:22.463" v="102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8:31:39.487" v="118" actId="113"/>
          <ac:spMkLst>
            <pc:docMk/>
            <pc:sldMk cId="0" sldId="297"/>
            <ac:spMk id="3" creationId="{00000000-0000-0000-0000-000000000000}"/>
          </ac:spMkLst>
        </pc:spChg>
        <pc:picChg chg="mod">
          <ac:chgData name="Ms Alina Arshad" userId="cccdfd85-d35d-4453-9c6f-a463aae40722" providerId="ADAL" clId="{EC46C24F-DFE6-4C66-A534-0EF59585138A}" dt="2024-10-13T08:32:00.828" v="121" actId="1076"/>
          <ac:picMkLst>
            <pc:docMk/>
            <pc:sldMk cId="0" sldId="297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EC46C24F-DFE6-4C66-A534-0EF59585138A}" dt="2024-10-13T08:32:47.063" v="129" actId="207"/>
        <pc:sldMkLst>
          <pc:docMk/>
          <pc:sldMk cId="0" sldId="298"/>
        </pc:sldMkLst>
        <pc:spChg chg="mod">
          <ac:chgData name="Ms Alina Arshad" userId="cccdfd85-d35d-4453-9c6f-a463aae40722" providerId="ADAL" clId="{EC46C24F-DFE6-4C66-A534-0EF59585138A}" dt="2024-10-13T08:32:14.190" v="124" actId="113"/>
          <ac:spMkLst>
            <pc:docMk/>
            <pc:sldMk cId="0" sldId="298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8:32:47.063" v="129" actId="207"/>
          <ac:spMkLst>
            <pc:docMk/>
            <pc:sldMk cId="0" sldId="298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EC46C24F-DFE6-4C66-A534-0EF59585138A}" dt="2024-10-13T08:35:32.063" v="150" actId="403"/>
        <pc:sldMkLst>
          <pc:docMk/>
          <pc:sldMk cId="0" sldId="299"/>
        </pc:sldMkLst>
        <pc:spChg chg="mod">
          <ac:chgData name="Ms Alina Arshad" userId="cccdfd85-d35d-4453-9c6f-a463aae40722" providerId="ADAL" clId="{EC46C24F-DFE6-4C66-A534-0EF59585138A}" dt="2024-10-13T08:33:55.951" v="146" actId="207"/>
          <ac:spMkLst>
            <pc:docMk/>
            <pc:sldMk cId="0" sldId="299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8:35:32.063" v="150" actId="403"/>
          <ac:spMkLst>
            <pc:docMk/>
            <pc:sldMk cId="0" sldId="299"/>
            <ac:spMk id="7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8:33:40.001" v="141" actId="1076"/>
          <ac:spMkLst>
            <pc:docMk/>
            <pc:sldMk cId="0" sldId="299"/>
            <ac:spMk id="8" creationId="{00000000-0000-0000-0000-000000000000}"/>
          </ac:spMkLst>
        </pc:spChg>
        <pc:grpChg chg="mod">
          <ac:chgData name="Ms Alina Arshad" userId="cccdfd85-d35d-4453-9c6f-a463aae40722" providerId="ADAL" clId="{EC46C24F-DFE6-4C66-A534-0EF59585138A}" dt="2024-10-13T08:33:46.734" v="143" actId="14100"/>
          <ac:grpSpMkLst>
            <pc:docMk/>
            <pc:sldMk cId="0" sldId="299"/>
            <ac:grpSpMk id="3" creationId="{00000000-0000-0000-0000-000000000000}"/>
          </ac:grpSpMkLst>
        </pc:grpChg>
      </pc:sldChg>
      <pc:sldChg chg="modSp add mod">
        <pc:chgData name="Ms Alina Arshad" userId="cccdfd85-d35d-4453-9c6f-a463aae40722" providerId="ADAL" clId="{EC46C24F-DFE6-4C66-A534-0EF59585138A}" dt="2024-10-13T08:58:30.670" v="179" actId="1076"/>
        <pc:sldMkLst>
          <pc:docMk/>
          <pc:sldMk cId="0" sldId="300"/>
        </pc:sldMkLst>
        <pc:spChg chg="mod">
          <ac:chgData name="Ms Alina Arshad" userId="cccdfd85-d35d-4453-9c6f-a463aae40722" providerId="ADAL" clId="{EC46C24F-DFE6-4C66-A534-0EF59585138A}" dt="2024-10-13T08:57:28.878" v="161" actId="207"/>
          <ac:spMkLst>
            <pc:docMk/>
            <pc:sldMk cId="0" sldId="300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8:58:04.902" v="171" actId="1076"/>
          <ac:spMkLst>
            <pc:docMk/>
            <pc:sldMk cId="0" sldId="300"/>
            <ac:spMk id="9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8:58:14.638" v="176" actId="207"/>
          <ac:spMkLst>
            <pc:docMk/>
            <pc:sldMk cId="0" sldId="300"/>
            <ac:spMk id="10" creationId="{00000000-0000-0000-0000-000000000000}"/>
          </ac:spMkLst>
        </pc:spChg>
        <pc:grpChg chg="mod">
          <ac:chgData name="Ms Alina Arshad" userId="cccdfd85-d35d-4453-9c6f-a463aae40722" providerId="ADAL" clId="{EC46C24F-DFE6-4C66-A534-0EF59585138A}" dt="2024-10-13T08:57:35.102" v="162" actId="1076"/>
          <ac:grpSpMkLst>
            <pc:docMk/>
            <pc:sldMk cId="0" sldId="300"/>
            <ac:grpSpMk id="3" creationId="{00000000-0000-0000-0000-000000000000}"/>
          </ac:grpSpMkLst>
        </pc:grpChg>
        <pc:picChg chg="mod">
          <ac:chgData name="Ms Alina Arshad" userId="cccdfd85-d35d-4453-9c6f-a463aae40722" providerId="ADAL" clId="{EC46C24F-DFE6-4C66-A534-0EF59585138A}" dt="2024-10-13T08:58:24.616" v="177" actId="1076"/>
          <ac:picMkLst>
            <pc:docMk/>
            <pc:sldMk cId="0" sldId="300"/>
            <ac:picMk id="6" creationId="{00000000-0000-0000-0000-000000000000}"/>
          </ac:picMkLst>
        </pc:picChg>
        <pc:picChg chg="mod">
          <ac:chgData name="Ms Alina Arshad" userId="cccdfd85-d35d-4453-9c6f-a463aae40722" providerId="ADAL" clId="{EC46C24F-DFE6-4C66-A534-0EF59585138A}" dt="2024-10-13T08:58:27.011" v="178" actId="1076"/>
          <ac:picMkLst>
            <pc:docMk/>
            <pc:sldMk cId="0" sldId="300"/>
            <ac:picMk id="7" creationId="{00000000-0000-0000-0000-000000000000}"/>
          </ac:picMkLst>
        </pc:picChg>
        <pc:picChg chg="mod">
          <ac:chgData name="Ms Alina Arshad" userId="cccdfd85-d35d-4453-9c6f-a463aae40722" providerId="ADAL" clId="{EC46C24F-DFE6-4C66-A534-0EF59585138A}" dt="2024-10-13T08:58:30.670" v="179" actId="1076"/>
          <ac:picMkLst>
            <pc:docMk/>
            <pc:sldMk cId="0" sldId="300"/>
            <ac:picMk id="8" creationId="{00000000-0000-0000-0000-000000000000}"/>
          </ac:picMkLst>
        </pc:picChg>
      </pc:sldChg>
      <pc:sldChg chg="modSp add mod">
        <pc:chgData name="Ms Alina Arshad" userId="cccdfd85-d35d-4453-9c6f-a463aae40722" providerId="ADAL" clId="{EC46C24F-DFE6-4C66-A534-0EF59585138A}" dt="2024-10-13T09:00:33.417" v="190" actId="1076"/>
        <pc:sldMkLst>
          <pc:docMk/>
          <pc:sldMk cId="0" sldId="301"/>
        </pc:sldMkLst>
        <pc:spChg chg="mod">
          <ac:chgData name="Ms Alina Arshad" userId="cccdfd85-d35d-4453-9c6f-a463aae40722" providerId="ADAL" clId="{EC46C24F-DFE6-4C66-A534-0EF59585138A}" dt="2024-10-13T09:00:11.685" v="182" actId="207"/>
          <ac:spMkLst>
            <pc:docMk/>
            <pc:sldMk cId="0" sldId="301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9:00:24.489" v="187" actId="207"/>
          <ac:spMkLst>
            <pc:docMk/>
            <pc:sldMk cId="0" sldId="301"/>
            <ac:spMk id="3" creationId="{00000000-0000-0000-0000-000000000000}"/>
          </ac:spMkLst>
        </pc:spChg>
        <pc:picChg chg="mod">
          <ac:chgData name="Ms Alina Arshad" userId="cccdfd85-d35d-4453-9c6f-a463aae40722" providerId="ADAL" clId="{EC46C24F-DFE6-4C66-A534-0EF59585138A}" dt="2024-10-13T09:00:33.417" v="190" actId="1076"/>
          <ac:picMkLst>
            <pc:docMk/>
            <pc:sldMk cId="0" sldId="301"/>
            <ac:picMk id="4" creationId="{00000000-0000-0000-0000-000000000000}"/>
          </ac:picMkLst>
        </pc:picChg>
      </pc:sldChg>
      <pc:sldChg chg="addSp delSp modSp add del mod">
        <pc:chgData name="Ms Alina Arshad" userId="cccdfd85-d35d-4453-9c6f-a463aae40722" providerId="ADAL" clId="{EC46C24F-DFE6-4C66-A534-0EF59585138A}" dt="2024-10-13T09:03:42.387" v="347" actId="2696"/>
        <pc:sldMkLst>
          <pc:docMk/>
          <pc:sldMk cId="0" sldId="302"/>
        </pc:sldMkLst>
        <pc:spChg chg="add mod">
          <ac:chgData name="Ms Alina Arshad" userId="cccdfd85-d35d-4453-9c6f-a463aae40722" providerId="ADAL" clId="{EC46C24F-DFE6-4C66-A534-0EF59585138A}" dt="2024-10-13T09:03:02.109" v="338" actId="14100"/>
          <ac:spMkLst>
            <pc:docMk/>
            <pc:sldMk cId="0" sldId="302"/>
            <ac:spMk id="3" creationId="{9D34D119-EE8B-1541-207D-970514F9AA13}"/>
          </ac:spMkLst>
        </pc:spChg>
        <pc:spChg chg="mod">
          <ac:chgData name="Ms Alina Arshad" userId="cccdfd85-d35d-4453-9c6f-a463aae40722" providerId="ADAL" clId="{EC46C24F-DFE6-4C66-A534-0EF59585138A}" dt="2024-10-13T09:00:43.475" v="193" actId="207"/>
          <ac:spMkLst>
            <pc:docMk/>
            <pc:sldMk cId="0" sldId="302"/>
            <ac:spMk id="9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9:03:19.336" v="342" actId="1076"/>
          <ac:spMkLst>
            <pc:docMk/>
            <pc:sldMk cId="0" sldId="302"/>
            <ac:spMk id="11" creationId="{00000000-0000-0000-0000-000000000000}"/>
          </ac:spMkLst>
        </pc:spChg>
        <pc:spChg chg="del mod">
          <ac:chgData name="Ms Alina Arshad" userId="cccdfd85-d35d-4453-9c6f-a463aae40722" providerId="ADAL" clId="{EC46C24F-DFE6-4C66-A534-0EF59585138A}" dt="2024-10-13T09:02:12.620" v="310"/>
          <ac:spMkLst>
            <pc:docMk/>
            <pc:sldMk cId="0" sldId="302"/>
            <ac:spMk id="1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9:01:29.507" v="246" actId="1038"/>
          <ac:spMkLst>
            <pc:docMk/>
            <pc:sldMk cId="0" sldId="302"/>
            <ac:spMk id="13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9:02:32.434" v="325" actId="1076"/>
          <ac:spMkLst>
            <pc:docMk/>
            <pc:sldMk cId="0" sldId="302"/>
            <ac:spMk id="14" creationId="{00000000-0000-0000-0000-000000000000}"/>
          </ac:spMkLst>
        </pc:spChg>
        <pc:grpChg chg="del">
          <ac:chgData name="Ms Alina Arshad" userId="cccdfd85-d35d-4453-9c6f-a463aae40722" providerId="ADAL" clId="{EC46C24F-DFE6-4C66-A534-0EF59585138A}" dt="2024-10-13T08:40:45.494" v="155" actId="478"/>
          <ac:grpSpMkLst>
            <pc:docMk/>
            <pc:sldMk cId="0" sldId="302"/>
            <ac:grpSpMk id="2" creationId="{00000000-0000-0000-0000-000000000000}"/>
          </ac:grpSpMkLst>
        </pc:grpChg>
        <pc:grpChg chg="del">
          <ac:chgData name="Ms Alina Arshad" userId="cccdfd85-d35d-4453-9c6f-a463aae40722" providerId="ADAL" clId="{EC46C24F-DFE6-4C66-A534-0EF59585138A}" dt="2024-10-13T08:40:48.198" v="156" actId="478"/>
          <ac:grpSpMkLst>
            <pc:docMk/>
            <pc:sldMk cId="0" sldId="302"/>
            <ac:grpSpMk id="6" creationId="{00000000-0000-0000-0000-000000000000}"/>
          </ac:grpSpMkLst>
        </pc:grpChg>
        <pc:picChg chg="mod">
          <ac:chgData name="Ms Alina Arshad" userId="cccdfd85-d35d-4453-9c6f-a463aae40722" providerId="ADAL" clId="{EC46C24F-DFE6-4C66-A534-0EF59585138A}" dt="2024-10-13T09:02:48.223" v="335" actId="1076"/>
          <ac:picMkLst>
            <pc:docMk/>
            <pc:sldMk cId="0" sldId="302"/>
            <ac:picMk id="10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EC46C24F-DFE6-4C66-A534-0EF59585138A}" dt="2024-10-13T09:04:05.523" v="352" actId="47"/>
        <pc:sldMkLst>
          <pc:docMk/>
          <pc:sldMk cId="0" sldId="303"/>
        </pc:sldMkLst>
        <pc:spChg chg="mod">
          <ac:chgData name="Ms Alina Arshad" userId="cccdfd85-d35d-4453-9c6f-a463aae40722" providerId="ADAL" clId="{EC46C24F-DFE6-4C66-A534-0EF59585138A}" dt="2024-10-13T09:03:31.831" v="345" actId="1076"/>
          <ac:spMkLst>
            <pc:docMk/>
            <pc:sldMk cId="0" sldId="303"/>
            <ac:spMk id="2" creationId="{00000000-0000-0000-0000-000000000000}"/>
          </ac:spMkLst>
        </pc:spChg>
        <pc:spChg chg="del">
          <ac:chgData name="Ms Alina Arshad" userId="cccdfd85-d35d-4453-9c6f-a463aae40722" providerId="ADAL" clId="{EC46C24F-DFE6-4C66-A534-0EF59585138A}" dt="2024-10-13T09:03:54.527" v="349" actId="21"/>
          <ac:spMkLst>
            <pc:docMk/>
            <pc:sldMk cId="0" sldId="303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EC46C24F-DFE6-4C66-A534-0EF59585138A}" dt="2024-10-13T09:06:36.963" v="359" actId="1076"/>
        <pc:sldMkLst>
          <pc:docMk/>
          <pc:sldMk cId="0" sldId="304"/>
        </pc:sldMkLst>
        <pc:picChg chg="mod">
          <ac:chgData name="Ms Alina Arshad" userId="cccdfd85-d35d-4453-9c6f-a463aae40722" providerId="ADAL" clId="{EC46C24F-DFE6-4C66-A534-0EF59585138A}" dt="2024-10-13T09:06:36.963" v="359" actId="1076"/>
          <ac:picMkLst>
            <pc:docMk/>
            <pc:sldMk cId="0" sldId="304"/>
            <ac:picMk id="3" creationId="{00000000-0000-0000-0000-000000000000}"/>
          </ac:picMkLst>
        </pc:picChg>
      </pc:sldChg>
      <pc:sldChg chg="add">
        <pc:chgData name="Ms Alina Arshad" userId="cccdfd85-d35d-4453-9c6f-a463aae40722" providerId="ADAL" clId="{EC46C24F-DFE6-4C66-A534-0EF59585138A}" dt="2024-10-13T08:40:25.721" v="151"/>
        <pc:sldMkLst>
          <pc:docMk/>
          <pc:sldMk cId="0" sldId="305"/>
        </pc:sldMkLst>
      </pc:sldChg>
      <pc:sldChg chg="modSp add mod">
        <pc:chgData name="Ms Alina Arshad" userId="cccdfd85-d35d-4453-9c6f-a463aae40722" providerId="ADAL" clId="{EC46C24F-DFE6-4C66-A534-0EF59585138A}" dt="2024-10-13T09:06:47.473" v="361" actId="1076"/>
        <pc:sldMkLst>
          <pc:docMk/>
          <pc:sldMk cId="0" sldId="306"/>
        </pc:sldMkLst>
        <pc:picChg chg="mod">
          <ac:chgData name="Ms Alina Arshad" userId="cccdfd85-d35d-4453-9c6f-a463aae40722" providerId="ADAL" clId="{EC46C24F-DFE6-4C66-A534-0EF59585138A}" dt="2024-10-13T09:06:44.273" v="360" actId="1076"/>
          <ac:picMkLst>
            <pc:docMk/>
            <pc:sldMk cId="0" sldId="306"/>
            <ac:picMk id="2" creationId="{00000000-0000-0000-0000-000000000000}"/>
          </ac:picMkLst>
        </pc:picChg>
        <pc:picChg chg="mod">
          <ac:chgData name="Ms Alina Arshad" userId="cccdfd85-d35d-4453-9c6f-a463aae40722" providerId="ADAL" clId="{EC46C24F-DFE6-4C66-A534-0EF59585138A}" dt="2024-10-13T09:06:47.473" v="361" actId="1076"/>
          <ac:picMkLst>
            <pc:docMk/>
            <pc:sldMk cId="0" sldId="306"/>
            <ac:picMk id="3" creationId="{00000000-0000-0000-0000-000000000000}"/>
          </ac:picMkLst>
        </pc:picChg>
      </pc:sldChg>
      <pc:sldChg chg="add">
        <pc:chgData name="Ms Alina Arshad" userId="cccdfd85-d35d-4453-9c6f-a463aae40722" providerId="ADAL" clId="{EC46C24F-DFE6-4C66-A534-0EF59585138A}" dt="2024-10-13T08:40:25.721" v="151"/>
        <pc:sldMkLst>
          <pc:docMk/>
          <pc:sldMk cId="0" sldId="307"/>
        </pc:sldMkLst>
      </pc:sldChg>
      <pc:sldChg chg="add">
        <pc:chgData name="Ms Alina Arshad" userId="cccdfd85-d35d-4453-9c6f-a463aae40722" providerId="ADAL" clId="{EC46C24F-DFE6-4C66-A534-0EF59585138A}" dt="2024-10-13T08:40:25.721" v="151"/>
        <pc:sldMkLst>
          <pc:docMk/>
          <pc:sldMk cId="0" sldId="308"/>
        </pc:sldMkLst>
      </pc:sldChg>
      <pc:sldChg chg="addSp modSp add mod">
        <pc:chgData name="Ms Alina Arshad" userId="cccdfd85-d35d-4453-9c6f-a463aae40722" providerId="ADAL" clId="{EC46C24F-DFE6-4C66-A534-0EF59585138A}" dt="2024-10-13T09:06:14.701" v="356" actId="207"/>
        <pc:sldMkLst>
          <pc:docMk/>
          <pc:sldMk cId="1606309289" sldId="309"/>
        </pc:sldMkLst>
        <pc:spChg chg="add mod">
          <ac:chgData name="Ms Alina Arshad" userId="cccdfd85-d35d-4453-9c6f-a463aae40722" providerId="ADAL" clId="{EC46C24F-DFE6-4C66-A534-0EF59585138A}" dt="2024-10-13T09:04:03.831" v="351" actId="1076"/>
          <ac:spMkLst>
            <pc:docMk/>
            <pc:sldMk cId="1606309289" sldId="309"/>
            <ac:spMk id="2" creationId="{00000000-0000-0000-0000-000000000000}"/>
          </ac:spMkLst>
        </pc:spChg>
        <pc:spChg chg="mod">
          <ac:chgData name="Ms Alina Arshad" userId="cccdfd85-d35d-4453-9c6f-a463aae40722" providerId="ADAL" clId="{EC46C24F-DFE6-4C66-A534-0EF59585138A}" dt="2024-10-13T09:06:14.701" v="356" actId="207"/>
          <ac:spMkLst>
            <pc:docMk/>
            <pc:sldMk cId="1606309289" sldId="309"/>
            <ac:spMk id="9" creationId="{DC8D6E6B-EDF6-CC3E-F77A-282830465835}"/>
          </ac:spMkLst>
        </pc:spChg>
      </pc:sldChg>
      <pc:sldMasterChg chg="delSldLayout">
        <pc:chgData name="Ms Alina Arshad" userId="cccdfd85-d35d-4453-9c6f-a463aae40722" providerId="ADAL" clId="{EC46C24F-DFE6-4C66-A534-0EF59585138A}" dt="2024-10-08T12:35:11.343" v="14" actId="47"/>
        <pc:sldMasterMkLst>
          <pc:docMk/>
          <pc:sldMasterMk cId="1090009938" sldId="2147483660"/>
        </pc:sldMasterMkLst>
        <pc:sldLayoutChg chg="del">
          <pc:chgData name="Ms Alina Arshad" userId="cccdfd85-d35d-4453-9c6f-a463aae40722" providerId="ADAL" clId="{EC46C24F-DFE6-4C66-A534-0EF59585138A}" dt="2024-10-08T12:35:11.343" v="14" actId="47"/>
          <pc:sldLayoutMkLst>
            <pc:docMk/>
            <pc:sldMasterMk cId="1090009938" sldId="2147483660"/>
            <pc:sldLayoutMk cId="3151685511" sldId="2147483672"/>
          </pc:sldLayoutMkLst>
        </pc:sldLayoutChg>
      </pc:sldMasterChg>
    </pc:docChg>
  </pc:docChgLst>
  <pc:docChgLst>
    <pc:chgData name="Ms Alina Arshad" userId="cccdfd85-d35d-4453-9c6f-a463aae40722" providerId="ADAL" clId="{5B8A6D22-27A2-4EF9-83C4-9A1491FF93A7}"/>
    <pc:docChg chg="undo custSel addSld delSld modSld">
      <pc:chgData name="Ms Alina Arshad" userId="cccdfd85-d35d-4453-9c6f-a463aae40722" providerId="ADAL" clId="{5B8A6D22-27A2-4EF9-83C4-9A1491FF93A7}" dt="2024-09-16T08:06:46.187" v="660" actId="22"/>
      <pc:docMkLst>
        <pc:docMk/>
      </pc:docMkLst>
      <pc:sldChg chg="addSp delSp modSp mod">
        <pc:chgData name="Ms Alina Arshad" userId="cccdfd85-d35d-4453-9c6f-a463aae40722" providerId="ADAL" clId="{5B8A6D22-27A2-4EF9-83C4-9A1491FF93A7}" dt="2024-09-16T08:06:46.187" v="660" actId="22"/>
        <pc:sldMkLst>
          <pc:docMk/>
          <pc:sldMk cId="3322361034" sldId="256"/>
        </pc:sldMkLst>
        <pc:spChg chg="add del mod">
          <ac:chgData name="Ms Alina Arshad" userId="cccdfd85-d35d-4453-9c6f-a463aae40722" providerId="ADAL" clId="{5B8A6D22-27A2-4EF9-83C4-9A1491FF93A7}" dt="2024-09-16T08:06:46.187" v="660" actId="22"/>
          <ac:spMkLst>
            <pc:docMk/>
            <pc:sldMk cId="3322361034" sldId="256"/>
            <ac:spMk id="6" creationId="{72021E80-E761-54BE-AD10-FD26DBA73B2D}"/>
          </ac:spMkLst>
        </pc:spChg>
      </pc:sldChg>
      <pc:sldChg chg="modSp mod">
        <pc:chgData name="Ms Alina Arshad" userId="cccdfd85-d35d-4453-9c6f-a463aae40722" providerId="ADAL" clId="{5B8A6D22-27A2-4EF9-83C4-9A1491FF93A7}" dt="2024-09-13T05:11:00.601" v="148" actId="1076"/>
        <pc:sldMkLst>
          <pc:docMk/>
          <pc:sldMk cId="90329638" sldId="268"/>
        </pc:sldMkLst>
        <pc:spChg chg="mod">
          <ac:chgData name="Ms Alina Arshad" userId="cccdfd85-d35d-4453-9c6f-a463aae40722" providerId="ADAL" clId="{5B8A6D22-27A2-4EF9-83C4-9A1491FF93A7}" dt="2024-09-13T05:11:00.601" v="148" actId="1076"/>
          <ac:spMkLst>
            <pc:docMk/>
            <pc:sldMk cId="90329638" sldId="268"/>
            <ac:spMk id="1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0:58.274" v="147" actId="1076"/>
          <ac:picMkLst>
            <pc:docMk/>
            <pc:sldMk cId="90329638" sldId="268"/>
            <ac:picMk id="18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0:35.182" v="24" actId="1076"/>
        <pc:sldMkLst>
          <pc:docMk/>
          <pc:sldMk cId="2295129282" sldId="269"/>
        </pc:sldMkLst>
        <pc:spChg chg="mod">
          <ac:chgData name="Ms Alina Arshad" userId="cccdfd85-d35d-4453-9c6f-a463aae40722" providerId="ADAL" clId="{5B8A6D22-27A2-4EF9-83C4-9A1491FF93A7}" dt="2024-09-12T06:49:19.888" v="4" actId="1076"/>
          <ac:spMkLst>
            <pc:docMk/>
            <pc:sldMk cId="2295129282" sldId="269"/>
            <ac:spMk id="19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3.120" v="20" actId="403"/>
          <ac:spMkLst>
            <pc:docMk/>
            <pc:sldMk cId="2295129282" sldId="269"/>
            <ac:spMk id="19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35.182" v="24" actId="1076"/>
          <ac:spMkLst>
            <pc:docMk/>
            <pc:sldMk cId="2295129282" sldId="269"/>
            <ac:spMk id="1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0:29.260" v="22" actId="1076"/>
          <ac:spMkLst>
            <pc:docMk/>
            <pc:sldMk cId="2295129282" sldId="269"/>
            <ac:spMk id="19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49:25.084" v="7" actId="1076"/>
          <ac:picMkLst>
            <pc:docMk/>
            <pc:sldMk cId="2295129282" sldId="269"/>
            <ac:picMk id="19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1:44.971" v="36" actId="1076"/>
        <pc:sldMkLst>
          <pc:docMk/>
          <pc:sldMk cId="2090315159" sldId="270"/>
        </pc:sldMkLst>
        <pc:spChg chg="mod">
          <ac:chgData name="Ms Alina Arshad" userId="cccdfd85-d35d-4453-9c6f-a463aae40722" providerId="ADAL" clId="{5B8A6D22-27A2-4EF9-83C4-9A1491FF93A7}" dt="2024-09-12T06:51:01.318" v="30" actId="113"/>
          <ac:spMkLst>
            <pc:docMk/>
            <pc:sldMk cId="2090315159" sldId="270"/>
            <ac:spMk id="2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04.077" v="31" actId="207"/>
          <ac:spMkLst>
            <pc:docMk/>
            <pc:sldMk cId="2090315159" sldId="270"/>
            <ac:spMk id="2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1:44.971" v="36" actId="1076"/>
          <ac:spMkLst>
            <pc:docMk/>
            <pc:sldMk cId="2090315159" sldId="270"/>
            <ac:spMk id="2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6:52:07.621" v="43" actId="1076"/>
        <pc:sldMkLst>
          <pc:docMk/>
          <pc:sldMk cId="3034138166" sldId="271"/>
        </pc:sldMkLst>
        <pc:spChg chg="mod">
          <ac:chgData name="Ms Alina Arshad" userId="cccdfd85-d35d-4453-9c6f-a463aae40722" providerId="ADAL" clId="{5B8A6D22-27A2-4EF9-83C4-9A1491FF93A7}" dt="2024-09-12T06:51:52.566" v="40" actId="1076"/>
          <ac:spMkLst>
            <pc:docMk/>
            <pc:sldMk cId="3034138166" sldId="271"/>
            <ac:spMk id="20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03.347" v="42" actId="207"/>
          <ac:spMkLst>
            <pc:docMk/>
            <pc:sldMk cId="3034138166" sldId="271"/>
            <ac:spMk id="21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07.621" v="43" actId="1076"/>
          <ac:picMkLst>
            <pc:docMk/>
            <pc:sldMk cId="3034138166" sldId="271"/>
            <ac:picMk id="21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2:35.218" v="50" actId="1076"/>
        <pc:sldMkLst>
          <pc:docMk/>
          <pc:sldMk cId="2504047100" sldId="272"/>
        </pc:sldMkLst>
        <pc:spChg chg="mod">
          <ac:chgData name="Ms Alina Arshad" userId="cccdfd85-d35d-4453-9c6f-a463aae40722" providerId="ADAL" clId="{5B8A6D22-27A2-4EF9-83C4-9A1491FF93A7}" dt="2024-09-12T06:52:22.609" v="47" actId="207"/>
          <ac:spMkLst>
            <pc:docMk/>
            <pc:sldMk cId="2504047100" sldId="272"/>
            <ac:spMk id="21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2:30.200" v="49" actId="207"/>
          <ac:spMkLst>
            <pc:docMk/>
            <pc:sldMk cId="2504047100" sldId="272"/>
            <ac:spMk id="2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6:52:26.794" v="48" actId="1076"/>
          <ac:picMkLst>
            <pc:docMk/>
            <pc:sldMk cId="2504047100" sldId="272"/>
            <ac:picMk id="21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2:35.218" v="50" actId="1076"/>
          <ac:picMkLst>
            <pc:docMk/>
            <pc:sldMk cId="2504047100" sldId="272"/>
            <ac:picMk id="21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12.755" v="149" actId="1076"/>
        <pc:sldMkLst>
          <pc:docMk/>
          <pc:sldMk cId="4283755204" sldId="273"/>
        </pc:sldMkLst>
        <pc:spChg chg="mod">
          <ac:chgData name="Ms Alina Arshad" userId="cccdfd85-d35d-4453-9c6f-a463aae40722" providerId="ADAL" clId="{5B8A6D22-27A2-4EF9-83C4-9A1491FF93A7}" dt="2024-09-12T06:54:22.495" v="54" actId="1076"/>
          <ac:spMkLst>
            <pc:docMk/>
            <pc:sldMk cId="4283755204" sldId="273"/>
            <ac:spMk id="22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12.755" v="149" actId="1076"/>
          <ac:picMkLst>
            <pc:docMk/>
            <pc:sldMk cId="4283755204" sldId="273"/>
            <ac:picMk id="226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2T06:55:15.540" v="59" actId="1076"/>
          <ac:picMkLst>
            <pc:docMk/>
            <pc:sldMk cId="4283755204" sldId="273"/>
            <ac:picMk id="227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1:20.577" v="150" actId="1076"/>
        <pc:sldMkLst>
          <pc:docMk/>
          <pc:sldMk cId="2935103945" sldId="274"/>
        </pc:sldMkLst>
        <pc:spChg chg="mod">
          <ac:chgData name="Ms Alina Arshad" userId="cccdfd85-d35d-4453-9c6f-a463aae40722" providerId="ADAL" clId="{5B8A6D22-27A2-4EF9-83C4-9A1491FF93A7}" dt="2024-09-12T06:55:27.971" v="63" actId="1076"/>
          <ac:spMkLst>
            <pc:docMk/>
            <pc:sldMk cId="2935103945" sldId="274"/>
            <ac:spMk id="23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38.863" v="64" actId="207"/>
          <ac:spMkLst>
            <pc:docMk/>
            <pc:sldMk cId="2935103945" sldId="274"/>
            <ac:spMk id="2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1:20.577" v="150" actId="1076"/>
          <ac:picMkLst>
            <pc:docMk/>
            <pc:sldMk cId="2935103945" sldId="274"/>
            <ac:picMk id="23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6:55:59.781" v="71" actId="207"/>
        <pc:sldMkLst>
          <pc:docMk/>
          <pc:sldMk cId="1497646456" sldId="275"/>
        </pc:sldMkLst>
        <pc:spChg chg="mod">
          <ac:chgData name="Ms Alina Arshad" userId="cccdfd85-d35d-4453-9c6f-a463aae40722" providerId="ADAL" clId="{5B8A6D22-27A2-4EF9-83C4-9A1491FF93A7}" dt="2024-09-12T06:55:57.639" v="70" actId="1076"/>
          <ac:spMkLst>
            <pc:docMk/>
            <pc:sldMk cId="1497646456" sldId="275"/>
            <ac:spMk id="23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5:59.781" v="71" actId="207"/>
          <ac:spMkLst>
            <pc:docMk/>
            <pc:sldMk cId="1497646456" sldId="275"/>
            <ac:spMk id="24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1:35.304" v="153" actId="113"/>
        <pc:sldMkLst>
          <pc:docMk/>
          <pc:sldMk cId="3993717517" sldId="276"/>
        </pc:sldMkLst>
        <pc:spChg chg="mod">
          <ac:chgData name="Ms Alina Arshad" userId="cccdfd85-d35d-4453-9c6f-a463aae40722" providerId="ADAL" clId="{5B8A6D22-27A2-4EF9-83C4-9A1491FF93A7}" dt="2024-09-12T06:56:16.816" v="74" actId="27636"/>
          <ac:spMkLst>
            <pc:docMk/>
            <pc:sldMk cId="3993717517" sldId="276"/>
            <ac:spMk id="2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1:35.304" v="153" actId="113"/>
          <ac:spMkLst>
            <pc:docMk/>
            <pc:sldMk cId="3993717517" sldId="276"/>
            <ac:spMk id="2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6T03:47:58.286" v="651" actId="20577"/>
        <pc:sldMkLst>
          <pc:docMk/>
          <pc:sldMk cId="0" sldId="277"/>
        </pc:sldMkLst>
        <pc:spChg chg="mod">
          <ac:chgData name="Ms Alina Arshad" userId="cccdfd85-d35d-4453-9c6f-a463aae40722" providerId="ADAL" clId="{5B8A6D22-27A2-4EF9-83C4-9A1491FF93A7}" dt="2024-09-12T06:57:57.575" v="84" actId="1076"/>
          <ac:spMkLst>
            <pc:docMk/>
            <pc:sldMk cId="0" sldId="277"/>
            <ac:spMk id="2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7:53.172" v="83" actId="1076"/>
          <ac:spMkLst>
            <pc:docMk/>
            <pc:sldMk cId="0" sldId="277"/>
            <ac:spMk id="255" creationId="{00000000-0000-0000-0000-000000000000}"/>
          </ac:spMkLst>
        </pc:spChg>
        <pc:graphicFrameChg chg="mod modGraphic">
          <ac:chgData name="Ms Alina Arshad" userId="cccdfd85-d35d-4453-9c6f-a463aae40722" providerId="ADAL" clId="{5B8A6D22-27A2-4EF9-83C4-9A1491FF93A7}" dt="2024-09-16T03:47:58.286" v="651" actId="20577"/>
          <ac:graphicFrameMkLst>
            <pc:docMk/>
            <pc:sldMk cId="0" sldId="277"/>
            <ac:graphicFrameMk id="254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38.473" v="100" actId="1076"/>
        <pc:sldMkLst>
          <pc:docMk/>
          <pc:sldMk cId="2668593764" sldId="278"/>
        </pc:sldMkLst>
        <pc:spChg chg="mod">
          <ac:chgData name="Ms Alina Arshad" userId="cccdfd85-d35d-4453-9c6f-a463aae40722" providerId="ADAL" clId="{5B8A6D22-27A2-4EF9-83C4-9A1491FF93A7}" dt="2024-09-12T06:58:59.110" v="95" actId="1076"/>
          <ac:spMkLst>
            <pc:docMk/>
            <pc:sldMk cId="2668593764" sldId="278"/>
            <ac:spMk id="26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8:57.039" v="94" actId="1076"/>
          <ac:spMkLst>
            <pc:docMk/>
            <pc:sldMk cId="2668593764" sldId="278"/>
            <ac:spMk id="2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6:59:18.334" v="98" actId="1076"/>
          <ac:spMkLst>
            <pc:docMk/>
            <pc:sldMk cId="2668593764" sldId="278"/>
            <ac:spMk id="263" creationId="{00000000-0000-0000-0000-000000000000}"/>
          </ac:spMkLst>
        </pc:spChg>
        <pc:graphicFrameChg chg="mod">
          <ac:chgData name="Ms Alina Arshad" userId="cccdfd85-d35d-4453-9c6f-a463aae40722" providerId="ADAL" clId="{5B8A6D22-27A2-4EF9-83C4-9A1491FF93A7}" dt="2024-09-12T06:59:08.736" v="96" actId="1076"/>
          <ac:graphicFrameMkLst>
            <pc:docMk/>
            <pc:sldMk cId="2668593764" sldId="278"/>
            <ac:graphicFrameMk id="264" creationId="{00000000-0000-0000-0000-000000000000}"/>
          </ac:graphicFrameMkLst>
        </pc:graphicFrameChg>
        <pc:graphicFrameChg chg="mod">
          <ac:chgData name="Ms Alina Arshad" userId="cccdfd85-d35d-4453-9c6f-a463aae40722" providerId="ADAL" clId="{5B8A6D22-27A2-4EF9-83C4-9A1491FF93A7}" dt="2024-09-12T07:01:38.473" v="100" actId="1076"/>
          <ac:graphicFrameMkLst>
            <pc:docMk/>
            <pc:sldMk cId="2668593764" sldId="278"/>
            <ac:graphicFrameMk id="265" creationId="{00000000-0000-0000-0000-000000000000}"/>
          </ac:graphicFrameMkLst>
        </pc:graphicFrameChg>
      </pc:sldChg>
      <pc:sldChg chg="modSp mod">
        <pc:chgData name="Ms Alina Arshad" userId="cccdfd85-d35d-4453-9c6f-a463aae40722" providerId="ADAL" clId="{5B8A6D22-27A2-4EF9-83C4-9A1491FF93A7}" dt="2024-09-12T07:01:59.359" v="108" actId="1076"/>
        <pc:sldMkLst>
          <pc:docMk/>
          <pc:sldMk cId="3605066316" sldId="281"/>
        </pc:sldMkLst>
        <pc:spChg chg="mod">
          <ac:chgData name="Ms Alina Arshad" userId="cccdfd85-d35d-4453-9c6f-a463aae40722" providerId="ADAL" clId="{5B8A6D22-27A2-4EF9-83C4-9A1491FF93A7}" dt="2024-09-12T07:01:57.063" v="107" actId="1076"/>
          <ac:spMkLst>
            <pc:docMk/>
            <pc:sldMk cId="3605066316" sldId="281"/>
            <ac:spMk id="27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1:59.359" v="108" actId="1076"/>
          <ac:picMkLst>
            <pc:docMk/>
            <pc:sldMk cId="3605066316" sldId="281"/>
            <ac:picMk id="27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13.645" v="113" actId="14100"/>
        <pc:sldMkLst>
          <pc:docMk/>
          <pc:sldMk cId="24697311" sldId="282"/>
        </pc:sldMkLst>
        <pc:spChg chg="mod">
          <ac:chgData name="Ms Alina Arshad" userId="cccdfd85-d35d-4453-9c6f-a463aae40722" providerId="ADAL" clId="{5B8A6D22-27A2-4EF9-83C4-9A1491FF93A7}" dt="2024-09-12T07:02:13.645" v="113" actId="14100"/>
          <ac:spMkLst>
            <pc:docMk/>
            <pc:sldMk cId="24697311" sldId="282"/>
            <ac:spMk id="27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09.818" v="112" actId="1076"/>
          <ac:picMkLst>
            <pc:docMk/>
            <pc:sldMk cId="24697311" sldId="282"/>
            <ac:picMk id="27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2T07:02:32.578" v="122" actId="27636"/>
        <pc:sldMkLst>
          <pc:docMk/>
          <pc:sldMk cId="3289392637" sldId="283"/>
        </pc:sldMkLst>
        <pc:spChg chg="mod">
          <ac:chgData name="Ms Alina Arshad" userId="cccdfd85-d35d-4453-9c6f-a463aae40722" providerId="ADAL" clId="{5B8A6D22-27A2-4EF9-83C4-9A1491FF93A7}" dt="2024-09-12T07:02:32.578" v="122" actId="27636"/>
          <ac:spMkLst>
            <pc:docMk/>
            <pc:sldMk cId="3289392637" sldId="283"/>
            <ac:spMk id="28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28.146" v="120" actId="1076"/>
          <ac:picMkLst>
            <pc:docMk/>
            <pc:sldMk cId="3289392637" sldId="283"/>
            <ac:picMk id="2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13:51.900" v="187" actId="729"/>
        <pc:sldMkLst>
          <pc:docMk/>
          <pc:sldMk cId="800652809" sldId="284"/>
        </pc:sldMkLst>
        <pc:spChg chg="mod">
          <ac:chgData name="Ms Alina Arshad" userId="cccdfd85-d35d-4453-9c6f-a463aae40722" providerId="ADAL" clId="{5B8A6D22-27A2-4EF9-83C4-9A1491FF93A7}" dt="2024-09-12T07:02:45.877" v="129" actId="14100"/>
          <ac:spMkLst>
            <pc:docMk/>
            <pc:sldMk cId="800652809" sldId="284"/>
            <ac:spMk id="29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2T07:02:36.504" v="123" actId="1076"/>
          <ac:picMkLst>
            <pc:docMk/>
            <pc:sldMk cId="800652809" sldId="284"/>
            <ac:picMk id="293" creationId="{00000000-0000-0000-0000-000000000000}"/>
          </ac:picMkLst>
        </pc:picChg>
      </pc:sldChg>
      <pc:sldChg chg="modSp del mod modShow">
        <pc:chgData name="Ms Alina Arshad" userId="cccdfd85-d35d-4453-9c6f-a463aae40722" providerId="ADAL" clId="{5B8A6D22-27A2-4EF9-83C4-9A1491FF93A7}" dt="2024-09-13T05:14:16.175" v="189" actId="47"/>
        <pc:sldMkLst>
          <pc:docMk/>
          <pc:sldMk cId="1402144616" sldId="285"/>
        </pc:sldMkLst>
        <pc:spChg chg="mod">
          <ac:chgData name="Ms Alina Arshad" userId="cccdfd85-d35d-4453-9c6f-a463aae40722" providerId="ADAL" clId="{5B8A6D22-27A2-4EF9-83C4-9A1491FF93A7}" dt="2024-09-12T07:06:10.037" v="136" actId="113"/>
          <ac:spMkLst>
            <pc:docMk/>
            <pc:sldMk cId="1402144616" sldId="285"/>
            <ac:spMk id="29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2:58.581" v="134" actId="14100"/>
          <ac:spMkLst>
            <pc:docMk/>
            <pc:sldMk cId="1402144616" sldId="285"/>
            <ac:spMk id="29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4:33.451" v="203" actId="404"/>
        <pc:sldMkLst>
          <pc:docMk/>
          <pc:sldMk cId="0" sldId="286"/>
        </pc:sldMkLst>
        <pc:spChg chg="mod">
          <ac:chgData name="Ms Alina Arshad" userId="cccdfd85-d35d-4453-9c6f-a463aae40722" providerId="ADAL" clId="{5B8A6D22-27A2-4EF9-83C4-9A1491FF93A7}" dt="2024-09-13T05:14:33.451" v="203" actId="404"/>
          <ac:spMkLst>
            <pc:docMk/>
            <pc:sldMk cId="0" sldId="286"/>
            <ac:spMk id="3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06.008" v="141" actId="14100"/>
          <ac:spMkLst>
            <pc:docMk/>
            <pc:sldMk cId="0" sldId="286"/>
            <ac:spMk id="30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2T07:09:18.339" v="146" actId="207"/>
        <pc:sldMkLst>
          <pc:docMk/>
          <pc:sldMk cId="3229345964" sldId="287"/>
        </pc:sldMkLst>
        <pc:spChg chg="mod">
          <ac:chgData name="Ms Alina Arshad" userId="cccdfd85-d35d-4453-9c6f-a463aae40722" providerId="ADAL" clId="{5B8A6D22-27A2-4EF9-83C4-9A1491FF93A7}" dt="2024-09-12T07:09:15.575" v="145" actId="1076"/>
          <ac:spMkLst>
            <pc:docMk/>
            <pc:sldMk cId="3229345964" sldId="287"/>
            <ac:spMk id="3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2T07:09:18.339" v="146" actId="207"/>
          <ac:spMkLst>
            <pc:docMk/>
            <pc:sldMk cId="3229345964" sldId="287"/>
            <ac:spMk id="312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15:12.439" v="210" actId="1076"/>
        <pc:sldMkLst>
          <pc:docMk/>
          <pc:sldMk cId="2002870935" sldId="288"/>
        </pc:sldMkLst>
        <pc:spChg chg="mod">
          <ac:chgData name="Ms Alina Arshad" userId="cccdfd85-d35d-4453-9c6f-a463aae40722" providerId="ADAL" clId="{5B8A6D22-27A2-4EF9-83C4-9A1491FF93A7}" dt="2024-09-13T05:15:04.952" v="208" actId="14100"/>
          <ac:spMkLst>
            <pc:docMk/>
            <pc:sldMk cId="2002870935" sldId="288"/>
            <ac:spMk id="3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07.951" v="209" actId="1076"/>
          <ac:picMkLst>
            <pc:docMk/>
            <pc:sldMk cId="2002870935" sldId="288"/>
            <ac:picMk id="320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15:12.439" v="210" actId="1076"/>
          <ac:picMkLst>
            <pc:docMk/>
            <pc:sldMk cId="2002870935" sldId="288"/>
            <ac:picMk id="32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5:39.437" v="223" actId="207"/>
        <pc:sldMkLst>
          <pc:docMk/>
          <pc:sldMk cId="0" sldId="289"/>
        </pc:sldMkLst>
        <pc:spChg chg="mod">
          <ac:chgData name="Ms Alina Arshad" userId="cccdfd85-d35d-4453-9c6f-a463aae40722" providerId="ADAL" clId="{5B8A6D22-27A2-4EF9-83C4-9A1491FF93A7}" dt="2024-09-13T05:15:28.059" v="218" actId="27636"/>
          <ac:spMkLst>
            <pc:docMk/>
            <pc:sldMk cId="0" sldId="289"/>
            <ac:spMk id="32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5:39.437" v="223" actId="207"/>
          <ac:spMkLst>
            <pc:docMk/>
            <pc:sldMk cId="0" sldId="289"/>
            <ac:spMk id="32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6:09.657" v="229" actId="2711"/>
        <pc:sldMkLst>
          <pc:docMk/>
          <pc:sldMk cId="0" sldId="290"/>
        </pc:sldMkLst>
        <pc:spChg chg="mod">
          <ac:chgData name="Ms Alina Arshad" userId="cccdfd85-d35d-4453-9c6f-a463aae40722" providerId="ADAL" clId="{5B8A6D22-27A2-4EF9-83C4-9A1491FF93A7}" dt="2024-09-13T05:16:09.657" v="229" actId="2711"/>
          <ac:spMkLst>
            <pc:docMk/>
            <pc:sldMk cId="0" sldId="290"/>
            <ac:spMk id="333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5:48.330" v="225" actId="14100"/>
          <ac:picMkLst>
            <pc:docMk/>
            <pc:sldMk cId="0" sldId="290"/>
            <ac:picMk id="33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6:46.897" v="250" actId="1076"/>
        <pc:sldMkLst>
          <pc:docMk/>
          <pc:sldMk cId="0" sldId="291"/>
        </pc:sldMkLst>
        <pc:spChg chg="mod">
          <ac:chgData name="Ms Alina Arshad" userId="cccdfd85-d35d-4453-9c6f-a463aae40722" providerId="ADAL" clId="{5B8A6D22-27A2-4EF9-83C4-9A1491FF93A7}" dt="2024-09-13T05:16:41.828" v="247" actId="27636"/>
          <ac:spMkLst>
            <pc:docMk/>
            <pc:sldMk cId="0" sldId="291"/>
            <ac:spMk id="33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6:46.897" v="250" actId="1076"/>
          <ac:picMkLst>
            <pc:docMk/>
            <pc:sldMk cId="0" sldId="291"/>
            <ac:picMk id="3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7:13.587" v="259" actId="2711"/>
        <pc:sldMkLst>
          <pc:docMk/>
          <pc:sldMk cId="0" sldId="292"/>
        </pc:sldMkLst>
        <pc:spChg chg="mod">
          <ac:chgData name="Ms Alina Arshad" userId="cccdfd85-d35d-4453-9c6f-a463aae40722" providerId="ADAL" clId="{5B8A6D22-27A2-4EF9-83C4-9A1491FF93A7}" dt="2024-09-13T05:16:56.754" v="253" actId="14100"/>
          <ac:spMkLst>
            <pc:docMk/>
            <pc:sldMk cId="0" sldId="292"/>
            <ac:spMk id="34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7:13.587" v="259" actId="2711"/>
          <ac:spMkLst>
            <pc:docMk/>
            <pc:sldMk cId="0" sldId="292"/>
            <ac:spMk id="34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7:54.481" v="276" actId="1076"/>
        <pc:sldMkLst>
          <pc:docMk/>
          <pc:sldMk cId="0" sldId="293"/>
        </pc:sldMkLst>
        <pc:spChg chg="mod">
          <ac:chgData name="Ms Alina Arshad" userId="cccdfd85-d35d-4453-9c6f-a463aae40722" providerId="ADAL" clId="{5B8A6D22-27A2-4EF9-83C4-9A1491FF93A7}" dt="2024-09-13T05:17:54.481" v="276" actId="1076"/>
          <ac:spMkLst>
            <pc:docMk/>
            <pc:sldMk cId="0" sldId="293"/>
            <ac:spMk id="35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7:40.969" v="270" actId="1076"/>
          <ac:picMkLst>
            <pc:docMk/>
            <pc:sldMk cId="0" sldId="293"/>
            <ac:picMk id="351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18:16.246" v="287" actId="20577"/>
        <pc:sldMkLst>
          <pc:docMk/>
          <pc:sldMk cId="0" sldId="294"/>
        </pc:sldMkLst>
        <pc:spChg chg="mod">
          <ac:chgData name="Ms Alina Arshad" userId="cccdfd85-d35d-4453-9c6f-a463aae40722" providerId="ADAL" clId="{5B8A6D22-27A2-4EF9-83C4-9A1491FF93A7}" dt="2024-09-13T05:18:16.246" v="287" actId="20577"/>
          <ac:spMkLst>
            <pc:docMk/>
            <pc:sldMk cId="0" sldId="294"/>
            <ac:spMk id="356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18:03.026" v="279" actId="1076"/>
          <ac:picMkLst>
            <pc:docMk/>
            <pc:sldMk cId="0" sldId="294"/>
            <ac:picMk id="357" creationId="{00000000-0000-0000-0000-000000000000}"/>
          </ac:picMkLst>
        </pc:picChg>
      </pc:sldChg>
      <pc:sldChg chg="delSp modSp mod">
        <pc:chgData name="Ms Alina Arshad" userId="cccdfd85-d35d-4453-9c6f-a463aae40722" providerId="ADAL" clId="{5B8A6D22-27A2-4EF9-83C4-9A1491FF93A7}" dt="2024-09-13T05:18:42.445" v="299" actId="1076"/>
        <pc:sldMkLst>
          <pc:docMk/>
          <pc:sldMk cId="0" sldId="295"/>
        </pc:sldMkLst>
        <pc:spChg chg="del">
          <ac:chgData name="Ms Alina Arshad" userId="cccdfd85-d35d-4453-9c6f-a463aae40722" providerId="ADAL" clId="{5B8A6D22-27A2-4EF9-83C4-9A1491FF93A7}" dt="2024-09-13T05:18:23.414" v="288" actId="478"/>
          <ac:spMkLst>
            <pc:docMk/>
            <pc:sldMk cId="0" sldId="295"/>
            <ac:spMk id="3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42.445" v="299" actId="1076"/>
          <ac:spMkLst>
            <pc:docMk/>
            <pc:sldMk cId="0" sldId="295"/>
            <ac:spMk id="36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8:53.107" v="303" actId="207"/>
        <pc:sldMkLst>
          <pc:docMk/>
          <pc:sldMk cId="0" sldId="296"/>
        </pc:sldMkLst>
        <pc:spChg chg="mod">
          <ac:chgData name="Ms Alina Arshad" userId="cccdfd85-d35d-4453-9c6f-a463aae40722" providerId="ADAL" clId="{5B8A6D22-27A2-4EF9-83C4-9A1491FF93A7}" dt="2024-09-13T05:18:50.848" v="302" actId="113"/>
          <ac:spMkLst>
            <pc:docMk/>
            <pc:sldMk cId="0" sldId="296"/>
            <ac:spMk id="36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8:53.107" v="303" actId="207"/>
          <ac:spMkLst>
            <pc:docMk/>
            <pc:sldMk cId="0" sldId="296"/>
            <ac:spMk id="36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19:03.816" v="308" actId="207"/>
        <pc:sldMkLst>
          <pc:docMk/>
          <pc:sldMk cId="0" sldId="297"/>
        </pc:sldMkLst>
        <pc:spChg chg="mod">
          <ac:chgData name="Ms Alina Arshad" userId="cccdfd85-d35d-4453-9c6f-a463aae40722" providerId="ADAL" clId="{5B8A6D22-27A2-4EF9-83C4-9A1491FF93A7}" dt="2024-09-13T05:19:00.926" v="307" actId="27636"/>
          <ac:spMkLst>
            <pc:docMk/>
            <pc:sldMk cId="0" sldId="297"/>
            <ac:spMk id="37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19:03.816" v="308" actId="207"/>
          <ac:spMkLst>
            <pc:docMk/>
            <pc:sldMk cId="0" sldId="297"/>
            <ac:spMk id="375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1:57.672" v="332" actId="403"/>
        <pc:sldMkLst>
          <pc:docMk/>
          <pc:sldMk cId="0" sldId="298"/>
        </pc:sldMkLst>
        <pc:spChg chg="mod">
          <ac:chgData name="Ms Alina Arshad" userId="cccdfd85-d35d-4453-9c6f-a463aae40722" providerId="ADAL" clId="{5B8A6D22-27A2-4EF9-83C4-9A1491FF93A7}" dt="2024-09-13T05:21:57.672" v="332" actId="403"/>
          <ac:spMkLst>
            <pc:docMk/>
            <pc:sldMk cId="0" sldId="298"/>
            <ac:spMk id="381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0:54.546" v="311" actId="1076"/>
          <ac:picMkLst>
            <pc:docMk/>
            <pc:sldMk cId="0" sldId="298"/>
            <ac:picMk id="382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21.505" v="342" actId="1076"/>
        <pc:sldMkLst>
          <pc:docMk/>
          <pc:sldMk cId="0" sldId="299"/>
        </pc:sldMkLst>
        <pc:spChg chg="mod">
          <ac:chgData name="Ms Alina Arshad" userId="cccdfd85-d35d-4453-9c6f-a463aae40722" providerId="ADAL" clId="{5B8A6D22-27A2-4EF9-83C4-9A1491FF93A7}" dt="2024-09-13T05:22:21.505" v="342" actId="1076"/>
          <ac:spMkLst>
            <pc:docMk/>
            <pc:sldMk cId="0" sldId="299"/>
            <ac:spMk id="38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18.844" v="341" actId="1076"/>
          <ac:picMkLst>
            <pc:docMk/>
            <pc:sldMk cId="0" sldId="299"/>
            <ac:picMk id="38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2:54.631" v="358" actId="27636"/>
        <pc:sldMkLst>
          <pc:docMk/>
          <pc:sldMk cId="0" sldId="300"/>
        </pc:sldMkLst>
        <pc:spChg chg="mod">
          <ac:chgData name="Ms Alina Arshad" userId="cccdfd85-d35d-4453-9c6f-a463aae40722" providerId="ADAL" clId="{5B8A6D22-27A2-4EF9-83C4-9A1491FF93A7}" dt="2024-09-13T05:22:54.631" v="358" actId="27636"/>
          <ac:spMkLst>
            <pc:docMk/>
            <pc:sldMk cId="0" sldId="300"/>
            <ac:spMk id="394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2:29.858" v="345" actId="1076"/>
          <ac:picMkLst>
            <pc:docMk/>
            <pc:sldMk cId="0" sldId="300"/>
            <ac:picMk id="395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3:03.847" v="361" actId="14100"/>
        <pc:sldMkLst>
          <pc:docMk/>
          <pc:sldMk cId="0" sldId="301"/>
        </pc:sldMkLst>
        <pc:spChg chg="mod">
          <ac:chgData name="Ms Alina Arshad" userId="cccdfd85-d35d-4453-9c6f-a463aae40722" providerId="ADAL" clId="{5B8A6D22-27A2-4EF9-83C4-9A1491FF93A7}" dt="2024-09-13T05:23:03.847" v="361" actId="14100"/>
          <ac:spMkLst>
            <pc:docMk/>
            <pc:sldMk cId="0" sldId="301"/>
            <ac:spMk id="40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17.341" v="364" actId="207"/>
        <pc:sldMkLst>
          <pc:docMk/>
          <pc:sldMk cId="0" sldId="302"/>
        </pc:sldMkLst>
        <pc:spChg chg="mod">
          <ac:chgData name="Ms Alina Arshad" userId="cccdfd85-d35d-4453-9c6f-a463aae40722" providerId="ADAL" clId="{5B8A6D22-27A2-4EF9-83C4-9A1491FF93A7}" dt="2024-09-13T05:23:13.439" v="363" actId="27636"/>
          <ac:spMkLst>
            <pc:docMk/>
            <pc:sldMk cId="0" sldId="302"/>
            <ac:spMk id="4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3:17.341" v="364" actId="207"/>
          <ac:spMkLst>
            <pc:docMk/>
            <pc:sldMk cId="0" sldId="302"/>
            <ac:spMk id="4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3:42.147" v="370" actId="14100"/>
        <pc:sldMkLst>
          <pc:docMk/>
          <pc:sldMk cId="0" sldId="303"/>
        </pc:sldMkLst>
        <pc:spChg chg="mod">
          <ac:chgData name="Ms Alina Arshad" userId="cccdfd85-d35d-4453-9c6f-a463aae40722" providerId="ADAL" clId="{5B8A6D22-27A2-4EF9-83C4-9A1491FF93A7}" dt="2024-09-13T05:23:42.147" v="370" actId="14100"/>
          <ac:spMkLst>
            <pc:docMk/>
            <pc:sldMk cId="0" sldId="303"/>
            <ac:spMk id="41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3:34.127" v="369" actId="14100"/>
          <ac:picMkLst>
            <pc:docMk/>
            <pc:sldMk cId="0" sldId="303"/>
            <ac:picMk id="4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05.710" v="378" actId="1076"/>
        <pc:sldMkLst>
          <pc:docMk/>
          <pc:sldMk cId="0" sldId="304"/>
        </pc:sldMkLst>
        <pc:spChg chg="mod">
          <ac:chgData name="Ms Alina Arshad" userId="cccdfd85-d35d-4453-9c6f-a463aae40722" providerId="ADAL" clId="{5B8A6D22-27A2-4EF9-83C4-9A1491FF93A7}" dt="2024-09-13T05:24:02.244" v="377" actId="113"/>
          <ac:spMkLst>
            <pc:docMk/>
            <pc:sldMk cId="0" sldId="304"/>
            <ac:spMk id="422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4:05.710" v="378" actId="1076"/>
          <ac:picMkLst>
            <pc:docMk/>
            <pc:sldMk cId="0" sldId="304"/>
            <ac:picMk id="42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4:24.465" v="385" actId="207"/>
        <pc:sldMkLst>
          <pc:docMk/>
          <pc:sldMk cId="0" sldId="305"/>
        </pc:sldMkLst>
        <pc:spChg chg="mod">
          <ac:chgData name="Ms Alina Arshad" userId="cccdfd85-d35d-4453-9c6f-a463aae40722" providerId="ADAL" clId="{5B8A6D22-27A2-4EF9-83C4-9A1491FF93A7}" dt="2024-09-13T05:24:15.183" v="382" actId="27636"/>
          <ac:spMkLst>
            <pc:docMk/>
            <pc:sldMk cId="0" sldId="305"/>
            <ac:spMk id="43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4:24.465" v="385" actId="207"/>
          <ac:spMkLst>
            <pc:docMk/>
            <pc:sldMk cId="0" sldId="305"/>
            <ac:spMk id="43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6:26.766" v="399" actId="207"/>
        <pc:sldMkLst>
          <pc:docMk/>
          <pc:sldMk cId="0" sldId="306"/>
        </pc:sldMkLst>
        <pc:spChg chg="mod">
          <ac:chgData name="Ms Alina Arshad" userId="cccdfd85-d35d-4453-9c6f-a463aae40722" providerId="ADAL" clId="{5B8A6D22-27A2-4EF9-83C4-9A1491FF93A7}" dt="2024-09-13T05:26:12.122" v="395" actId="1076"/>
          <ac:spMkLst>
            <pc:docMk/>
            <pc:sldMk cId="0" sldId="306"/>
            <ac:spMk id="43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26.766" v="399" actId="207"/>
          <ac:spMkLst>
            <pc:docMk/>
            <pc:sldMk cId="0" sldId="306"/>
            <ac:spMk id="440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6:13.794" v="396" actId="1076"/>
          <ac:picMkLst>
            <pc:docMk/>
            <pc:sldMk cId="0" sldId="306"/>
            <ac:picMk id="438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6:16.730" v="397" actId="1076"/>
          <ac:picMkLst>
            <pc:docMk/>
            <pc:sldMk cId="0" sldId="306"/>
            <ac:picMk id="439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6:48.837" v="404" actId="113"/>
        <pc:sldMkLst>
          <pc:docMk/>
          <pc:sldMk cId="0" sldId="307"/>
        </pc:sldMkLst>
        <pc:spChg chg="mod">
          <ac:chgData name="Ms Alina Arshad" userId="cccdfd85-d35d-4453-9c6f-a463aae40722" providerId="ADAL" clId="{5B8A6D22-27A2-4EF9-83C4-9A1491FF93A7}" dt="2024-09-13T05:26:40.090" v="402" actId="14100"/>
          <ac:spMkLst>
            <pc:docMk/>
            <pc:sldMk cId="0" sldId="307"/>
            <ac:spMk id="44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6:48.837" v="404" actId="113"/>
          <ac:spMkLst>
            <pc:docMk/>
            <pc:sldMk cId="0" sldId="307"/>
            <ac:spMk id="44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7:33.515" v="420" actId="1076"/>
        <pc:sldMkLst>
          <pc:docMk/>
          <pc:sldMk cId="0" sldId="308"/>
        </pc:sldMkLst>
        <pc:spChg chg="mod">
          <ac:chgData name="Ms Alina Arshad" userId="cccdfd85-d35d-4453-9c6f-a463aae40722" providerId="ADAL" clId="{5B8A6D22-27A2-4EF9-83C4-9A1491FF93A7}" dt="2024-09-13T05:26:59.642" v="408" actId="14100"/>
          <ac:spMkLst>
            <pc:docMk/>
            <pc:sldMk cId="0" sldId="308"/>
            <ac:spMk id="45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7:33.515" v="420" actId="1076"/>
          <ac:spMkLst>
            <pc:docMk/>
            <pc:sldMk cId="0" sldId="308"/>
            <ac:spMk id="45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05.875" v="411" actId="1076"/>
          <ac:picMkLst>
            <pc:docMk/>
            <pc:sldMk cId="0" sldId="308"/>
            <ac:picMk id="454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30.375" v="419" actId="1076"/>
          <ac:picMkLst>
            <pc:docMk/>
            <pc:sldMk cId="0" sldId="308"/>
            <ac:picMk id="45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04.912" v="434" actId="1076"/>
        <pc:sldMkLst>
          <pc:docMk/>
          <pc:sldMk cId="0" sldId="309"/>
        </pc:sldMkLst>
        <pc:spChg chg="mod">
          <ac:chgData name="Ms Alina Arshad" userId="cccdfd85-d35d-4453-9c6f-a463aae40722" providerId="ADAL" clId="{5B8A6D22-27A2-4EF9-83C4-9A1491FF93A7}" dt="2024-09-13T05:27:48.996" v="426" actId="1076"/>
          <ac:spMkLst>
            <pc:docMk/>
            <pc:sldMk cId="0" sldId="309"/>
            <ac:spMk id="46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04.912" v="434" actId="1076"/>
          <ac:spMkLst>
            <pc:docMk/>
            <pc:sldMk cId="0" sldId="309"/>
            <ac:spMk id="46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7:53.686" v="429" actId="1076"/>
          <ac:picMkLst>
            <pc:docMk/>
            <pc:sldMk cId="0" sldId="309"/>
            <ac:picMk id="463" creationId="{00000000-0000-0000-0000-000000000000}"/>
          </ac:picMkLst>
        </pc:picChg>
        <pc:picChg chg="mod">
          <ac:chgData name="Ms Alina Arshad" userId="cccdfd85-d35d-4453-9c6f-a463aae40722" providerId="ADAL" clId="{5B8A6D22-27A2-4EF9-83C4-9A1491FF93A7}" dt="2024-09-13T05:27:45.262" v="424" actId="1076"/>
          <ac:picMkLst>
            <pc:docMk/>
            <pc:sldMk cId="0" sldId="309"/>
            <ac:picMk id="464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28:19.789" v="438" actId="207"/>
        <pc:sldMkLst>
          <pc:docMk/>
          <pc:sldMk cId="0" sldId="310"/>
        </pc:sldMkLst>
        <pc:spChg chg="mod">
          <ac:chgData name="Ms Alina Arshad" userId="cccdfd85-d35d-4453-9c6f-a463aae40722" providerId="ADAL" clId="{5B8A6D22-27A2-4EF9-83C4-9A1491FF93A7}" dt="2024-09-13T05:28:16.258" v="437" actId="14100"/>
          <ac:spMkLst>
            <pc:docMk/>
            <pc:sldMk cId="0" sldId="310"/>
            <ac:spMk id="47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19.789" v="438" actId="207"/>
          <ac:spMkLst>
            <pc:docMk/>
            <pc:sldMk cId="0" sldId="310"/>
            <ac:spMk id="47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28:49.849" v="450" actId="1076"/>
        <pc:sldMkLst>
          <pc:docMk/>
          <pc:sldMk cId="0" sldId="311"/>
        </pc:sldMkLst>
        <pc:spChg chg="mod">
          <ac:chgData name="Ms Alina Arshad" userId="cccdfd85-d35d-4453-9c6f-a463aae40722" providerId="ADAL" clId="{5B8A6D22-27A2-4EF9-83C4-9A1491FF93A7}" dt="2024-09-13T05:28:33.913" v="445" actId="1076"/>
          <ac:spMkLst>
            <pc:docMk/>
            <pc:sldMk cId="0" sldId="311"/>
            <ac:spMk id="477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28:49.849" v="450" actId="1076"/>
          <ac:spMkLst>
            <pc:docMk/>
            <pc:sldMk cId="0" sldId="311"/>
            <ac:spMk id="479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28:36.417" v="446" actId="1076"/>
          <ac:picMkLst>
            <pc:docMk/>
            <pc:sldMk cId="0" sldId="311"/>
            <ac:picMk id="478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5:27.078" v="463" actId="1076"/>
        <pc:sldMkLst>
          <pc:docMk/>
          <pc:sldMk cId="0" sldId="312"/>
        </pc:sldMkLst>
        <pc:spChg chg="mod">
          <ac:chgData name="Ms Alina Arshad" userId="cccdfd85-d35d-4453-9c6f-a463aae40722" providerId="ADAL" clId="{5B8A6D22-27A2-4EF9-83C4-9A1491FF93A7}" dt="2024-09-13T05:35:11.835" v="455" actId="1076"/>
          <ac:spMkLst>
            <pc:docMk/>
            <pc:sldMk cId="0" sldId="312"/>
            <ac:spMk id="48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25.126" v="461" actId="1076"/>
          <ac:spMkLst>
            <pc:docMk/>
            <pc:sldMk cId="0" sldId="312"/>
            <ac:spMk id="488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5:27.078" v="463" actId="1076"/>
          <ac:picMkLst>
            <pc:docMk/>
            <pc:sldMk cId="0" sldId="312"/>
            <ac:picMk id="486" creationId="{00000000-0000-0000-0000-000000000000}"/>
          </ac:picMkLst>
        </pc:picChg>
      </pc:sldChg>
      <pc:sldChg chg="modSp mod modShow">
        <pc:chgData name="Ms Alina Arshad" userId="cccdfd85-d35d-4453-9c6f-a463aae40722" providerId="ADAL" clId="{5B8A6D22-27A2-4EF9-83C4-9A1491FF93A7}" dt="2024-09-13T05:35:54.938" v="473" actId="729"/>
        <pc:sldMkLst>
          <pc:docMk/>
          <pc:sldMk cId="0" sldId="313"/>
        </pc:sldMkLst>
        <pc:spChg chg="mod">
          <ac:chgData name="Ms Alina Arshad" userId="cccdfd85-d35d-4453-9c6f-a463aae40722" providerId="ADAL" clId="{5B8A6D22-27A2-4EF9-83C4-9A1491FF93A7}" dt="2024-09-13T05:35:36.295" v="467" actId="1076"/>
          <ac:spMkLst>
            <pc:docMk/>
            <pc:sldMk cId="0" sldId="313"/>
            <ac:spMk id="49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5:48.088" v="472" actId="207"/>
          <ac:spMkLst>
            <pc:docMk/>
            <pc:sldMk cId="0" sldId="313"/>
            <ac:spMk id="495" creationId="{00000000-0000-0000-0000-000000000000}"/>
          </ac:spMkLst>
        </pc:spChg>
      </pc:sldChg>
      <pc:sldChg chg="modSp mod modShow">
        <pc:chgData name="Ms Alina Arshad" userId="cccdfd85-d35d-4453-9c6f-a463aae40722" providerId="ADAL" clId="{5B8A6D22-27A2-4EF9-83C4-9A1491FF93A7}" dt="2024-09-13T05:38:01.383" v="486" actId="404"/>
        <pc:sldMkLst>
          <pc:docMk/>
          <pc:sldMk cId="0" sldId="314"/>
        </pc:sldMkLst>
        <pc:spChg chg="mod">
          <ac:chgData name="Ms Alina Arshad" userId="cccdfd85-d35d-4453-9c6f-a463aae40722" providerId="ADAL" clId="{5B8A6D22-27A2-4EF9-83C4-9A1491FF93A7}" dt="2024-09-13T05:37:57.275" v="485" actId="1076"/>
          <ac:spMkLst>
            <pc:docMk/>
            <pc:sldMk cId="0" sldId="314"/>
            <ac:spMk id="50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01.383" v="486" actId="404"/>
          <ac:spMkLst>
            <pc:docMk/>
            <pc:sldMk cId="0" sldId="314"/>
            <ac:spMk id="504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7:38.579" v="481" actId="1076"/>
          <ac:spMkLst>
            <pc:docMk/>
            <pc:sldMk cId="0" sldId="314"/>
            <ac:spMk id="505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6:08.662" v="476" actId="1076"/>
          <ac:picMkLst>
            <pc:docMk/>
            <pc:sldMk cId="0" sldId="314"/>
            <ac:picMk id="503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14.801" v="492" actId="207"/>
        <pc:sldMkLst>
          <pc:docMk/>
          <pc:sldMk cId="0" sldId="315"/>
        </pc:sldMkLst>
        <pc:spChg chg="mod">
          <ac:chgData name="Ms Alina Arshad" userId="cccdfd85-d35d-4453-9c6f-a463aae40722" providerId="ADAL" clId="{5B8A6D22-27A2-4EF9-83C4-9A1491FF93A7}" dt="2024-09-13T05:38:11.662" v="489" actId="14100"/>
          <ac:spMkLst>
            <pc:docMk/>
            <pc:sldMk cId="0" sldId="315"/>
            <ac:spMk id="511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14.801" v="492" actId="207"/>
          <ac:spMkLst>
            <pc:docMk/>
            <pc:sldMk cId="0" sldId="315"/>
            <ac:spMk id="512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26.127" v="495" actId="207"/>
        <pc:sldMkLst>
          <pc:docMk/>
          <pc:sldMk cId="0" sldId="316"/>
        </pc:sldMkLst>
        <pc:spChg chg="mod">
          <ac:chgData name="Ms Alina Arshad" userId="cccdfd85-d35d-4453-9c6f-a463aae40722" providerId="ADAL" clId="{5B8A6D22-27A2-4EF9-83C4-9A1491FF93A7}" dt="2024-09-13T05:38:23.783" v="494" actId="1076"/>
          <ac:spMkLst>
            <pc:docMk/>
            <pc:sldMk cId="0" sldId="316"/>
            <ac:spMk id="51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26.127" v="495" actId="207"/>
          <ac:spMkLst>
            <pc:docMk/>
            <pc:sldMk cId="0" sldId="316"/>
            <ac:spMk id="51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8:44.712" v="503" actId="1076"/>
        <pc:sldMkLst>
          <pc:docMk/>
          <pc:sldMk cId="0" sldId="317"/>
        </pc:sldMkLst>
        <pc:spChg chg="mod">
          <ac:chgData name="Ms Alina Arshad" userId="cccdfd85-d35d-4453-9c6f-a463aae40722" providerId="ADAL" clId="{5B8A6D22-27A2-4EF9-83C4-9A1491FF93A7}" dt="2024-09-13T05:38:34.026" v="497" actId="14100"/>
          <ac:spMkLst>
            <pc:docMk/>
            <pc:sldMk cId="0" sldId="317"/>
            <ac:spMk id="52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39.716" v="500" actId="1076"/>
          <ac:spMkLst>
            <pc:docMk/>
            <pc:sldMk cId="0" sldId="317"/>
            <ac:spMk id="52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5:38:44.712" v="503" actId="1076"/>
          <ac:picMkLst>
            <pc:docMk/>
            <pc:sldMk cId="0" sldId="317"/>
            <ac:picMk id="52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5:38:56.740" v="507" actId="207"/>
        <pc:sldMkLst>
          <pc:docMk/>
          <pc:sldMk cId="0" sldId="318"/>
        </pc:sldMkLst>
        <pc:spChg chg="mod">
          <ac:chgData name="Ms Alina Arshad" userId="cccdfd85-d35d-4453-9c6f-a463aae40722" providerId="ADAL" clId="{5B8A6D22-27A2-4EF9-83C4-9A1491FF93A7}" dt="2024-09-13T05:38:54.256" v="506" actId="14100"/>
          <ac:spMkLst>
            <pc:docMk/>
            <pc:sldMk cId="0" sldId="318"/>
            <ac:spMk id="53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8:56.740" v="507" actId="207"/>
          <ac:spMkLst>
            <pc:docMk/>
            <pc:sldMk cId="0" sldId="318"/>
            <ac:spMk id="53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36.508" v="519" actId="207"/>
        <pc:sldMkLst>
          <pc:docMk/>
          <pc:sldMk cId="0" sldId="319"/>
        </pc:sldMkLst>
        <pc:spChg chg="mod">
          <ac:chgData name="Ms Alina Arshad" userId="cccdfd85-d35d-4453-9c6f-a463aae40722" providerId="ADAL" clId="{5B8A6D22-27A2-4EF9-83C4-9A1491FF93A7}" dt="2024-09-13T05:39:08.797" v="511" actId="1076"/>
          <ac:spMkLst>
            <pc:docMk/>
            <pc:sldMk cId="0" sldId="319"/>
            <ac:spMk id="540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36.508" v="519" actId="207"/>
          <ac:spMkLst>
            <pc:docMk/>
            <pc:sldMk cId="0" sldId="319"/>
            <ac:spMk id="541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39:43.101" v="521" actId="207"/>
        <pc:sldMkLst>
          <pc:docMk/>
          <pc:sldMk cId="0" sldId="320"/>
        </pc:sldMkLst>
        <pc:spChg chg="mod">
          <ac:chgData name="Ms Alina Arshad" userId="cccdfd85-d35d-4453-9c6f-a463aae40722" providerId="ADAL" clId="{5B8A6D22-27A2-4EF9-83C4-9A1491FF93A7}" dt="2024-09-13T05:39:40.086" v="520" actId="207"/>
          <ac:spMkLst>
            <pc:docMk/>
            <pc:sldMk cId="0" sldId="320"/>
            <ac:spMk id="5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43.101" v="521" actId="207"/>
          <ac:spMkLst>
            <pc:docMk/>
            <pc:sldMk cId="0" sldId="320"/>
            <ac:spMk id="5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03.137" v="526" actId="207"/>
        <pc:sldMkLst>
          <pc:docMk/>
          <pc:sldMk cId="0" sldId="321"/>
        </pc:sldMkLst>
        <pc:spChg chg="mod">
          <ac:chgData name="Ms Alina Arshad" userId="cccdfd85-d35d-4453-9c6f-a463aae40722" providerId="ADAL" clId="{5B8A6D22-27A2-4EF9-83C4-9A1491FF93A7}" dt="2024-09-13T05:39:51.130" v="523" actId="14100"/>
          <ac:spMkLst>
            <pc:docMk/>
            <pc:sldMk cId="0" sldId="321"/>
            <ac:spMk id="55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39:58.675" v="525" actId="2711"/>
          <ac:spMkLst>
            <pc:docMk/>
            <pc:sldMk cId="0" sldId="321"/>
            <ac:spMk id="5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03.137" v="526" actId="207"/>
          <ac:spMkLst>
            <pc:docMk/>
            <pc:sldMk cId="0" sldId="321"/>
            <ac:spMk id="5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0:17.744" v="534" actId="20577"/>
        <pc:sldMkLst>
          <pc:docMk/>
          <pc:sldMk cId="0" sldId="322"/>
        </pc:sldMkLst>
        <pc:spChg chg="mod">
          <ac:chgData name="Ms Alina Arshad" userId="cccdfd85-d35d-4453-9c6f-a463aae40722" providerId="ADAL" clId="{5B8A6D22-27A2-4EF9-83C4-9A1491FF93A7}" dt="2024-09-13T05:40:10.948" v="529" actId="27636"/>
          <ac:spMkLst>
            <pc:docMk/>
            <pc:sldMk cId="0" sldId="322"/>
            <ac:spMk id="5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0:17.744" v="534" actId="20577"/>
          <ac:spMkLst>
            <pc:docMk/>
            <pc:sldMk cId="0" sldId="322"/>
            <ac:spMk id="56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09.017" v="547" actId="14100"/>
        <pc:sldMkLst>
          <pc:docMk/>
          <pc:sldMk cId="0" sldId="323"/>
        </pc:sldMkLst>
        <pc:spChg chg="mod">
          <ac:chgData name="Ms Alina Arshad" userId="cccdfd85-d35d-4453-9c6f-a463aae40722" providerId="ADAL" clId="{5B8A6D22-27A2-4EF9-83C4-9A1491FF93A7}" dt="2024-09-13T05:40:50.376" v="538" actId="207"/>
          <ac:spMkLst>
            <pc:docMk/>
            <pc:sldMk cId="0" sldId="323"/>
            <ac:spMk id="56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09.017" v="547" actId="14100"/>
          <ac:spMkLst>
            <pc:docMk/>
            <pc:sldMk cId="0" sldId="323"/>
            <ac:spMk id="57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1:47.797" v="554" actId="207"/>
        <pc:sldMkLst>
          <pc:docMk/>
          <pc:sldMk cId="0" sldId="324"/>
        </pc:sldMkLst>
        <pc:spChg chg="mod">
          <ac:chgData name="Ms Alina Arshad" userId="cccdfd85-d35d-4453-9c6f-a463aae40722" providerId="ADAL" clId="{5B8A6D22-27A2-4EF9-83C4-9A1491FF93A7}" dt="2024-09-13T05:41:29.887" v="551" actId="207"/>
          <ac:spMkLst>
            <pc:docMk/>
            <pc:sldMk cId="0" sldId="324"/>
            <ac:spMk id="57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1:47.797" v="554" actId="207"/>
          <ac:spMkLst>
            <pc:docMk/>
            <pc:sldMk cId="0" sldId="324"/>
            <ac:spMk id="57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5:42:40.229" v="567" actId="207"/>
        <pc:sldMkLst>
          <pc:docMk/>
          <pc:sldMk cId="0" sldId="325"/>
        </pc:sldMkLst>
        <pc:spChg chg="mod">
          <ac:chgData name="Ms Alina Arshad" userId="cccdfd85-d35d-4453-9c6f-a463aae40722" providerId="ADAL" clId="{5B8A6D22-27A2-4EF9-83C4-9A1491FF93A7}" dt="2024-09-13T05:42:36.755" v="566" actId="1076"/>
          <ac:spMkLst>
            <pc:docMk/>
            <pc:sldMk cId="0" sldId="325"/>
            <ac:spMk id="58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5:42:40.229" v="567" actId="207"/>
          <ac:spMkLst>
            <pc:docMk/>
            <pc:sldMk cId="0" sldId="325"/>
            <ac:spMk id="58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4:13.537" v="571" actId="207"/>
        <pc:sldMkLst>
          <pc:docMk/>
          <pc:sldMk cId="0" sldId="326"/>
        </pc:sldMkLst>
        <pc:spChg chg="mod">
          <ac:chgData name="Ms Alina Arshad" userId="cccdfd85-d35d-4453-9c6f-a463aae40722" providerId="ADAL" clId="{5B8A6D22-27A2-4EF9-83C4-9A1491FF93A7}" dt="2024-09-13T06:34:10.053" v="570" actId="1076"/>
          <ac:spMkLst>
            <pc:docMk/>
            <pc:sldMk cId="0" sldId="326"/>
            <ac:spMk id="58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13.537" v="571" actId="207"/>
          <ac:spMkLst>
            <pc:docMk/>
            <pc:sldMk cId="0" sldId="326"/>
            <ac:spMk id="59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5:12.054" v="588" actId="14100"/>
        <pc:sldMkLst>
          <pc:docMk/>
          <pc:sldMk cId="0" sldId="327"/>
        </pc:sldMkLst>
        <pc:spChg chg="mod">
          <ac:chgData name="Ms Alina Arshad" userId="cccdfd85-d35d-4453-9c6f-a463aae40722" providerId="ADAL" clId="{5B8A6D22-27A2-4EF9-83C4-9A1491FF93A7}" dt="2024-09-13T06:34:22.582" v="573" actId="14100"/>
          <ac:spMkLst>
            <pc:docMk/>
            <pc:sldMk cId="0" sldId="327"/>
            <ac:spMk id="59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4:34.922" v="577" actId="207"/>
          <ac:spMkLst>
            <pc:docMk/>
            <pc:sldMk cId="0" sldId="327"/>
            <ac:spMk id="59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5:12.054" v="588" actId="14100"/>
          <ac:spMkLst>
            <pc:docMk/>
            <pc:sldMk cId="0" sldId="327"/>
            <ac:spMk id="59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6:37.576" v="592" actId="207"/>
        <pc:sldMkLst>
          <pc:docMk/>
          <pc:sldMk cId="0" sldId="328"/>
        </pc:sldMkLst>
        <pc:spChg chg="mod">
          <ac:chgData name="Ms Alina Arshad" userId="cccdfd85-d35d-4453-9c6f-a463aae40722" providerId="ADAL" clId="{5B8A6D22-27A2-4EF9-83C4-9A1491FF93A7}" dt="2024-09-13T06:36:23.412" v="591" actId="14100"/>
          <ac:spMkLst>
            <pc:docMk/>
            <pc:sldMk cId="0" sldId="328"/>
            <ac:spMk id="60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6:37.576" v="592" actId="207"/>
          <ac:spMkLst>
            <pc:docMk/>
            <pc:sldMk cId="0" sldId="328"/>
            <ac:spMk id="60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46.588" v="597" actId="207"/>
        <pc:sldMkLst>
          <pc:docMk/>
          <pc:sldMk cId="0" sldId="329"/>
        </pc:sldMkLst>
        <pc:spChg chg="mod">
          <ac:chgData name="Ms Alina Arshad" userId="cccdfd85-d35d-4453-9c6f-a463aae40722" providerId="ADAL" clId="{5B8A6D22-27A2-4EF9-83C4-9A1491FF93A7}" dt="2024-09-13T06:37:42.885" v="596" actId="207"/>
          <ac:spMkLst>
            <pc:docMk/>
            <pc:sldMk cId="0" sldId="329"/>
            <ac:spMk id="608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46.588" v="597" actId="207"/>
          <ac:spMkLst>
            <pc:docMk/>
            <pc:sldMk cId="0" sldId="329"/>
            <ac:spMk id="609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7:59.873" v="604" actId="1076"/>
        <pc:sldMkLst>
          <pc:docMk/>
          <pc:sldMk cId="0" sldId="330"/>
        </pc:sldMkLst>
        <pc:spChg chg="mod">
          <ac:chgData name="Ms Alina Arshad" userId="cccdfd85-d35d-4453-9c6f-a463aae40722" providerId="ADAL" clId="{5B8A6D22-27A2-4EF9-83C4-9A1491FF93A7}" dt="2024-09-13T06:37:52.843" v="600" actId="14100"/>
          <ac:spMkLst>
            <pc:docMk/>
            <pc:sldMk cId="0" sldId="330"/>
            <ac:spMk id="615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7:55.702" v="601" actId="1076"/>
          <ac:spMkLst>
            <pc:docMk/>
            <pc:sldMk cId="0" sldId="330"/>
            <ac:spMk id="617" creationId="{00000000-0000-0000-0000-000000000000}"/>
          </ac:spMkLst>
        </pc:spChg>
        <pc:picChg chg="mod">
          <ac:chgData name="Ms Alina Arshad" userId="cccdfd85-d35d-4453-9c6f-a463aae40722" providerId="ADAL" clId="{5B8A6D22-27A2-4EF9-83C4-9A1491FF93A7}" dt="2024-09-13T06:37:59.873" v="604" actId="1076"/>
          <ac:picMkLst>
            <pc:docMk/>
            <pc:sldMk cId="0" sldId="330"/>
            <ac:picMk id="616" creationId="{00000000-0000-0000-0000-000000000000}"/>
          </ac:picMkLst>
        </pc:picChg>
      </pc:sldChg>
      <pc:sldChg chg="modSp mod">
        <pc:chgData name="Ms Alina Arshad" userId="cccdfd85-d35d-4453-9c6f-a463aae40722" providerId="ADAL" clId="{5B8A6D22-27A2-4EF9-83C4-9A1491FF93A7}" dt="2024-09-13T06:38:15.645" v="608" actId="207"/>
        <pc:sldMkLst>
          <pc:docMk/>
          <pc:sldMk cId="0" sldId="331"/>
        </pc:sldMkLst>
        <pc:spChg chg="mod">
          <ac:chgData name="Ms Alina Arshad" userId="cccdfd85-d35d-4453-9c6f-a463aae40722" providerId="ADAL" clId="{5B8A6D22-27A2-4EF9-83C4-9A1491FF93A7}" dt="2024-09-13T06:38:12.901" v="607" actId="14100"/>
          <ac:spMkLst>
            <pc:docMk/>
            <pc:sldMk cId="0" sldId="331"/>
            <ac:spMk id="62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15.645" v="608" actId="207"/>
          <ac:spMkLst>
            <pc:docMk/>
            <pc:sldMk cId="0" sldId="331"/>
            <ac:spMk id="624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36.075" v="612" actId="207"/>
        <pc:sldMkLst>
          <pc:docMk/>
          <pc:sldMk cId="0" sldId="332"/>
        </pc:sldMkLst>
        <pc:spChg chg="mod">
          <ac:chgData name="Ms Alina Arshad" userId="cccdfd85-d35d-4453-9c6f-a463aae40722" providerId="ADAL" clId="{5B8A6D22-27A2-4EF9-83C4-9A1491FF93A7}" dt="2024-09-13T06:38:33.560" v="611" actId="14100"/>
          <ac:spMkLst>
            <pc:docMk/>
            <pc:sldMk cId="0" sldId="332"/>
            <ac:spMk id="62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36.075" v="612" actId="207"/>
          <ac:spMkLst>
            <pc:docMk/>
            <pc:sldMk cId="0" sldId="332"/>
            <ac:spMk id="63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8:49.541" v="616" actId="207"/>
        <pc:sldMkLst>
          <pc:docMk/>
          <pc:sldMk cId="0" sldId="333"/>
        </pc:sldMkLst>
        <pc:spChg chg="mod">
          <ac:chgData name="Ms Alina Arshad" userId="cccdfd85-d35d-4453-9c6f-a463aae40722" providerId="ADAL" clId="{5B8A6D22-27A2-4EF9-83C4-9A1491FF93A7}" dt="2024-09-13T06:38:46.697" v="615" actId="14100"/>
          <ac:spMkLst>
            <pc:docMk/>
            <pc:sldMk cId="0" sldId="333"/>
            <ac:spMk id="63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8:49.541" v="616" actId="207"/>
          <ac:spMkLst>
            <pc:docMk/>
            <pc:sldMk cId="0" sldId="333"/>
            <ac:spMk id="63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02.917" v="621" actId="207"/>
        <pc:sldMkLst>
          <pc:docMk/>
          <pc:sldMk cId="0" sldId="334"/>
        </pc:sldMkLst>
        <pc:spChg chg="mod">
          <ac:chgData name="Ms Alina Arshad" userId="cccdfd85-d35d-4453-9c6f-a463aae40722" providerId="ADAL" clId="{5B8A6D22-27A2-4EF9-83C4-9A1491FF93A7}" dt="2024-09-13T06:38:58.679" v="619" actId="113"/>
          <ac:spMkLst>
            <pc:docMk/>
            <pc:sldMk cId="0" sldId="334"/>
            <ac:spMk id="642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02.917" v="621" actId="207"/>
          <ac:spMkLst>
            <pc:docMk/>
            <pc:sldMk cId="0" sldId="334"/>
            <ac:spMk id="643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13.056" v="625" actId="207"/>
        <pc:sldMkLst>
          <pc:docMk/>
          <pc:sldMk cId="0" sldId="335"/>
        </pc:sldMkLst>
        <pc:spChg chg="mod">
          <ac:chgData name="Ms Alina Arshad" userId="cccdfd85-d35d-4453-9c6f-a463aae40722" providerId="ADAL" clId="{5B8A6D22-27A2-4EF9-83C4-9A1491FF93A7}" dt="2024-09-13T06:39:10.822" v="624" actId="14100"/>
          <ac:spMkLst>
            <pc:docMk/>
            <pc:sldMk cId="0" sldId="335"/>
            <ac:spMk id="649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13.056" v="625" actId="207"/>
          <ac:spMkLst>
            <pc:docMk/>
            <pc:sldMk cId="0" sldId="335"/>
            <ac:spMk id="650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33.838" v="634" actId="1076"/>
        <pc:sldMkLst>
          <pc:docMk/>
          <pc:sldMk cId="0" sldId="336"/>
        </pc:sldMkLst>
        <pc:spChg chg="mod">
          <ac:chgData name="Ms Alina Arshad" userId="cccdfd85-d35d-4453-9c6f-a463aae40722" providerId="ADAL" clId="{5B8A6D22-27A2-4EF9-83C4-9A1491FF93A7}" dt="2024-09-13T06:39:33.838" v="634" actId="1076"/>
          <ac:spMkLst>
            <pc:docMk/>
            <pc:sldMk cId="0" sldId="336"/>
            <ac:spMk id="656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29.042" v="633" actId="20577"/>
          <ac:spMkLst>
            <pc:docMk/>
            <pc:sldMk cId="0" sldId="336"/>
            <ac:spMk id="657" creationId="{00000000-0000-0000-0000-000000000000}"/>
          </ac:spMkLst>
        </pc:spChg>
      </pc:sldChg>
      <pc:sldChg chg="modSp mod">
        <pc:chgData name="Ms Alina Arshad" userId="cccdfd85-d35d-4453-9c6f-a463aae40722" providerId="ADAL" clId="{5B8A6D22-27A2-4EF9-83C4-9A1491FF93A7}" dt="2024-09-13T06:39:44.101" v="636" actId="207"/>
        <pc:sldMkLst>
          <pc:docMk/>
          <pc:sldMk cId="0" sldId="337"/>
        </pc:sldMkLst>
        <pc:spChg chg="mod">
          <ac:chgData name="Ms Alina Arshad" userId="cccdfd85-d35d-4453-9c6f-a463aae40722" providerId="ADAL" clId="{5B8A6D22-27A2-4EF9-83C4-9A1491FF93A7}" dt="2024-09-13T06:39:38.759" v="635" actId="1076"/>
          <ac:spMkLst>
            <pc:docMk/>
            <pc:sldMk cId="0" sldId="337"/>
            <ac:spMk id="663" creationId="{00000000-0000-0000-0000-000000000000}"/>
          </ac:spMkLst>
        </pc:spChg>
        <pc:spChg chg="mod">
          <ac:chgData name="Ms Alina Arshad" userId="cccdfd85-d35d-4453-9c6f-a463aae40722" providerId="ADAL" clId="{5B8A6D22-27A2-4EF9-83C4-9A1491FF93A7}" dt="2024-09-13T06:39:44.101" v="636" actId="207"/>
          <ac:spMkLst>
            <pc:docMk/>
            <pc:sldMk cId="0" sldId="337"/>
            <ac:spMk id="664" creationId="{00000000-0000-0000-0000-000000000000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24.005" v="161" actId="1076"/>
        <pc:sldMkLst>
          <pc:docMk/>
          <pc:sldMk cId="3233864465" sldId="338"/>
        </pc:sldMkLst>
        <pc:spChg chg="add mod">
          <ac:chgData name="Ms Alina Arshad" userId="cccdfd85-d35d-4453-9c6f-a463aae40722" providerId="ADAL" clId="{5B8A6D22-27A2-4EF9-83C4-9A1491FF93A7}" dt="2024-09-13T05:12:24.005" v="161" actId="1076"/>
          <ac:spMkLst>
            <pc:docMk/>
            <pc:sldMk cId="3233864465" sldId="338"/>
            <ac:spMk id="3" creationId="{38CBFF88-BEC8-EC9F-E1A7-7E913B0EFCDD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2:54.408" v="167" actId="1076"/>
        <pc:sldMkLst>
          <pc:docMk/>
          <pc:sldMk cId="1267034377" sldId="339"/>
        </pc:sldMkLst>
        <pc:spChg chg="add mod">
          <ac:chgData name="Ms Alina Arshad" userId="cccdfd85-d35d-4453-9c6f-a463aae40722" providerId="ADAL" clId="{5B8A6D22-27A2-4EF9-83C4-9A1491FF93A7}" dt="2024-09-13T05:12:54.408" v="167" actId="1076"/>
          <ac:spMkLst>
            <pc:docMk/>
            <pc:sldMk cId="1267034377" sldId="339"/>
            <ac:spMk id="3" creationId="{41D1BF0D-AD70-8833-5D6D-38565AB0485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11.117" v="176" actId="113"/>
        <pc:sldMkLst>
          <pc:docMk/>
          <pc:sldMk cId="2400815569" sldId="340"/>
        </pc:sldMkLst>
        <pc:spChg chg="add mod">
          <ac:chgData name="Ms Alina Arshad" userId="cccdfd85-d35d-4453-9c6f-a463aae40722" providerId="ADAL" clId="{5B8A6D22-27A2-4EF9-83C4-9A1491FF93A7}" dt="2024-09-13T05:13:11.117" v="176" actId="113"/>
          <ac:spMkLst>
            <pc:docMk/>
            <pc:sldMk cId="2400815569" sldId="340"/>
            <ac:spMk id="3" creationId="{69C02606-FCDF-8546-6C76-44B4F3EA776C}"/>
          </ac:spMkLst>
        </pc:spChg>
      </pc:sldChg>
      <pc:sldChg chg="addSp modSp new mod">
        <pc:chgData name="Ms Alina Arshad" userId="cccdfd85-d35d-4453-9c6f-a463aae40722" providerId="ADAL" clId="{5B8A6D22-27A2-4EF9-83C4-9A1491FF93A7}" dt="2024-09-13T05:13:43.875" v="186" actId="1076"/>
        <pc:sldMkLst>
          <pc:docMk/>
          <pc:sldMk cId="1204309406" sldId="341"/>
        </pc:sldMkLst>
        <pc:spChg chg="add mod">
          <ac:chgData name="Ms Alina Arshad" userId="cccdfd85-d35d-4453-9c6f-a463aae40722" providerId="ADAL" clId="{5B8A6D22-27A2-4EF9-83C4-9A1491FF93A7}" dt="2024-09-13T05:13:43.875" v="186" actId="1076"/>
          <ac:spMkLst>
            <pc:docMk/>
            <pc:sldMk cId="1204309406" sldId="341"/>
            <ac:spMk id="3" creationId="{FB09A7D6-CB86-1298-9237-F494689B2453}"/>
          </ac:spMkLst>
        </pc:spChg>
      </pc:sldChg>
      <pc:sldChg chg="new del">
        <pc:chgData name="Ms Alina Arshad" userId="cccdfd85-d35d-4453-9c6f-a463aae40722" providerId="ADAL" clId="{5B8A6D22-27A2-4EF9-83C4-9A1491FF93A7}" dt="2024-09-13T05:13:25.901" v="179" actId="47"/>
        <pc:sldMkLst>
          <pc:docMk/>
          <pc:sldMk cId="3585676104" sldId="341"/>
        </pc:sldMkLst>
      </pc:sldChg>
      <pc:sldChg chg="new del">
        <pc:chgData name="Ms Alina Arshad" userId="cccdfd85-d35d-4453-9c6f-a463aae40722" providerId="ADAL" clId="{5B8A6D22-27A2-4EF9-83C4-9A1491FF93A7}" dt="2024-09-13T05:13:26.151" v="180" actId="47"/>
        <pc:sldMkLst>
          <pc:docMk/>
          <pc:sldMk cId="3903136030" sldId="34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6738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10/13/2024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36709" y="3675889"/>
            <a:ext cx="8493967" cy="19227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3-</a:t>
            </a:r>
            <a:r>
              <a:rPr lang="en-US" sz="4400" b="1" dirty="0">
                <a:solidFill>
                  <a:schemeClr val="tx1"/>
                </a:solidFill>
              </a:rPr>
              <a:t>Chapter # 14</a:t>
            </a:r>
          </a:p>
          <a:p>
            <a:pPr algn="ctr"/>
            <a:r>
              <a:rPr lang="en-US" sz="4000" b="1" spc="-5" dirty="0">
                <a:solidFill>
                  <a:schemeClr val="tx1"/>
                </a:solidFill>
                <a:cs typeface="Tahoma"/>
              </a:rPr>
              <a:t>D</a:t>
            </a:r>
            <a:r>
              <a:rPr lang="en-US" sz="4000" b="1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-130" dirty="0">
                <a:solidFill>
                  <a:schemeClr val="tx1"/>
                </a:solidFill>
                <a:cs typeface="Tahoma"/>
              </a:rPr>
              <a:t>TABASE</a:t>
            </a:r>
            <a:r>
              <a:rPr lang="en-US" sz="4000" b="1" spc="-7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254" dirty="0">
                <a:solidFill>
                  <a:schemeClr val="tx1"/>
                </a:solidFill>
                <a:cs typeface="Tahoma"/>
              </a:rPr>
              <a:t>DES</a:t>
            </a:r>
            <a:r>
              <a:rPr lang="en-US" sz="4000" b="1" spc="-180" dirty="0">
                <a:solidFill>
                  <a:schemeClr val="tx1"/>
                </a:solidFill>
                <a:cs typeface="Tahoma"/>
              </a:rPr>
              <a:t>I</a:t>
            </a:r>
            <a:r>
              <a:rPr lang="en-US" sz="4000" b="1" spc="65" dirty="0">
                <a:solidFill>
                  <a:schemeClr val="tx1"/>
                </a:solidFill>
                <a:cs typeface="Tahoma"/>
              </a:rPr>
              <a:t>GN</a:t>
            </a:r>
            <a:r>
              <a:rPr lang="en-US" sz="4000" b="1" spc="-6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165" dirty="0">
                <a:solidFill>
                  <a:schemeClr val="tx1"/>
                </a:solidFill>
                <a:cs typeface="Tahoma"/>
              </a:rPr>
              <a:t>THEORY</a:t>
            </a:r>
            <a:r>
              <a:rPr lang="en-US" sz="4000" b="1" spc="-5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25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30" dirty="0">
                <a:solidFill>
                  <a:schemeClr val="tx1"/>
                </a:solidFill>
                <a:cs typeface="Tahoma"/>
              </a:rPr>
              <a:t>N</a:t>
            </a:r>
            <a:r>
              <a:rPr lang="en-US" sz="4000" b="1" spc="-114" dirty="0">
                <a:solidFill>
                  <a:schemeClr val="tx1"/>
                </a:solidFill>
                <a:cs typeface="Tahoma"/>
              </a:rPr>
              <a:t>D</a:t>
            </a:r>
            <a:r>
              <a:rPr lang="en-US" sz="4000" b="1" spc="-60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sz="4000" b="1" spc="-130" dirty="0">
                <a:solidFill>
                  <a:schemeClr val="tx1"/>
                </a:solidFill>
                <a:cs typeface="Tahoma"/>
              </a:rPr>
              <a:t>NORMALI</a:t>
            </a:r>
            <a:r>
              <a:rPr lang="en-US" sz="4000" b="1" spc="-110" dirty="0">
                <a:solidFill>
                  <a:schemeClr val="tx1"/>
                </a:solidFill>
                <a:cs typeface="Tahoma"/>
              </a:rPr>
              <a:t>Z</a:t>
            </a:r>
            <a:r>
              <a:rPr lang="en-US" sz="4000" b="1" spc="100" dirty="0">
                <a:solidFill>
                  <a:schemeClr val="tx1"/>
                </a:solidFill>
                <a:cs typeface="Tahoma"/>
              </a:rPr>
              <a:t>A</a:t>
            </a:r>
            <a:r>
              <a:rPr lang="en-US" sz="4000" b="1" spc="-400" dirty="0">
                <a:solidFill>
                  <a:schemeClr val="tx1"/>
                </a:solidFill>
                <a:cs typeface="Tahoma"/>
              </a:rPr>
              <a:t>T</a:t>
            </a:r>
            <a:r>
              <a:rPr lang="en-US" sz="4000" b="1" spc="-110" dirty="0">
                <a:solidFill>
                  <a:schemeClr val="tx1"/>
                </a:solidFill>
                <a:cs typeface="Tahoma"/>
              </a:rPr>
              <a:t>ION</a:t>
            </a:r>
            <a:endParaRPr lang="en-US" sz="4000" b="1"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7052" y="653654"/>
            <a:ext cx="5413873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0" dirty="0">
                <a:solidFill>
                  <a:schemeClr val="tx1"/>
                </a:solidFill>
              </a:rPr>
              <a:t>Second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Normal</a:t>
            </a:r>
            <a:r>
              <a:rPr b="1" spc="-21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7052" y="1710482"/>
            <a:ext cx="10286124" cy="3804247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240029" indent="-227329">
              <a:spcBef>
                <a:spcPts val="82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Uses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concepts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FDs,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primary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key</a:t>
            </a:r>
            <a:endParaRPr sz="2400" dirty="0">
              <a:latin typeface="Calibri"/>
              <a:cs typeface="Calibri"/>
            </a:endParaRPr>
          </a:p>
          <a:p>
            <a:pPr marL="240029" indent="-227329"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Definitions</a:t>
            </a:r>
            <a:endParaRPr sz="2400" dirty="0">
              <a:latin typeface="Calibri"/>
              <a:cs typeface="Calibri"/>
            </a:endParaRPr>
          </a:p>
          <a:p>
            <a:pPr marL="697865" marR="5080" lvl="1" indent="-228600">
              <a:lnSpc>
                <a:spcPts val="238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b="1" dirty="0">
                <a:latin typeface="Calibri"/>
                <a:cs typeface="Calibri"/>
              </a:rPr>
              <a:t>Prime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attribute: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attribute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member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primary </a:t>
            </a:r>
            <a:r>
              <a:rPr sz="2200" dirty="0">
                <a:latin typeface="Calibri"/>
                <a:cs typeface="Calibri"/>
              </a:rPr>
              <a:t>key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K</a:t>
            </a:r>
            <a:endParaRPr sz="2200" dirty="0">
              <a:latin typeface="Calibri"/>
              <a:cs typeface="Calibri"/>
            </a:endParaRPr>
          </a:p>
          <a:p>
            <a:pPr marL="697865" marR="130810" lvl="1" indent="-228600">
              <a:lnSpc>
                <a:spcPts val="2380"/>
              </a:lnSpc>
              <a:spcBef>
                <a:spcPts val="484"/>
              </a:spcBef>
              <a:buFont typeface="Arial MT"/>
              <a:buChar char="•"/>
              <a:tabLst>
                <a:tab pos="697865" algn="l"/>
                <a:tab pos="4600575" algn="l"/>
              </a:tabLst>
            </a:pPr>
            <a:r>
              <a:rPr sz="2200" b="1" dirty="0">
                <a:latin typeface="Calibri"/>
                <a:cs typeface="Calibri"/>
              </a:rPr>
              <a:t>Full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functional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dependency: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FD</a:t>
            </a:r>
            <a:r>
              <a:rPr sz="2200" dirty="0">
                <a:latin typeface="Calibri"/>
                <a:cs typeface="Calibri"/>
              </a:rPr>
              <a:t>	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Z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where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removal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of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attribute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means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FD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does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hold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more</a:t>
            </a:r>
            <a:endParaRPr sz="2200" dirty="0">
              <a:latin typeface="Calibri"/>
              <a:cs typeface="Calibri"/>
            </a:endParaRPr>
          </a:p>
          <a:p>
            <a:pPr marL="240029" indent="-227329">
              <a:spcBef>
                <a:spcPts val="66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spc="-10" dirty="0">
                <a:latin typeface="Calibri"/>
                <a:cs typeface="Calibri"/>
              </a:rPr>
              <a:t>Examples:</a:t>
            </a:r>
            <a:endParaRPr sz="2400" dirty="0">
              <a:latin typeface="Calibri"/>
              <a:cs typeface="Calibri"/>
            </a:endParaRPr>
          </a:p>
          <a:p>
            <a:pPr marL="697865" lvl="1" indent="-227965">
              <a:lnSpc>
                <a:spcPts val="2510"/>
              </a:lnSpc>
              <a:spcBef>
                <a:spcPts val="250"/>
              </a:spcBef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{SSN,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PNUMBER}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HOURS is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since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neither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SSN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spc="-50" dirty="0">
                <a:latin typeface="Calibri"/>
                <a:cs typeface="Calibri"/>
              </a:rPr>
              <a:t>&gt;</a:t>
            </a:r>
            <a:r>
              <a:rPr lang="en-US"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HOURS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nor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PNUMBER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HOURS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hold</a:t>
            </a:r>
            <a:endParaRPr sz="2200" dirty="0">
              <a:latin typeface="Calibri"/>
              <a:cs typeface="Calibri"/>
            </a:endParaRPr>
          </a:p>
          <a:p>
            <a:pPr marL="697865" marR="448309" lvl="1" indent="-228600">
              <a:lnSpc>
                <a:spcPts val="2380"/>
              </a:lnSpc>
              <a:spcBef>
                <a:spcPts val="535"/>
              </a:spcBef>
              <a:buFont typeface="Arial MT"/>
              <a:buChar char="•"/>
              <a:tabLst>
                <a:tab pos="697865" algn="l"/>
                <a:tab pos="4648835" algn="l"/>
              </a:tabLst>
            </a:pPr>
            <a:r>
              <a:rPr sz="2200" dirty="0">
                <a:latin typeface="Calibri"/>
                <a:cs typeface="Calibri"/>
              </a:rPr>
              <a:t>{SSN,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PNUMBER}</a:t>
            </a:r>
            <a:r>
              <a:rPr sz="2200" spc="-20" dirty="0">
                <a:latin typeface="Calibri"/>
                <a:cs typeface="Calibri"/>
              </a:rPr>
              <a:t> 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ENAME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not</a:t>
            </a:r>
            <a:r>
              <a:rPr lang="en-US"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full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(it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called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a </a:t>
            </a:r>
            <a:r>
              <a:rPr sz="2200" dirty="0">
                <a:latin typeface="Calibri"/>
                <a:cs typeface="Calibri"/>
              </a:rPr>
              <a:t>partial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dependency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)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since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SSN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also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holds</a:t>
            </a:r>
            <a:endParaRPr sz="2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650013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0" dirty="0">
                <a:solidFill>
                  <a:schemeClr val="tx1"/>
                </a:solidFill>
              </a:rPr>
              <a:t>Second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Normal</a:t>
            </a:r>
            <a:r>
              <a:rPr b="1" spc="-21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1" y="1706841"/>
            <a:ext cx="10410966" cy="369316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spcBef>
                <a:spcPts val="775"/>
              </a:spcBef>
              <a:tabLst>
                <a:tab pos="240029" algn="l"/>
              </a:tabLst>
            </a:pPr>
            <a:r>
              <a:rPr sz="2800" b="1" spc="-10" dirty="0">
                <a:latin typeface="Calibri"/>
                <a:cs typeface="Calibri"/>
              </a:rPr>
              <a:t>Definition.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2NF,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relational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1NF.</a:t>
            </a:r>
            <a:endParaRPr sz="2800" dirty="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second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normal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non-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attributes 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fully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primary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key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spcBef>
                <a:spcPts val="625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should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dependency</a:t>
            </a:r>
            <a:endParaRPr sz="2800" dirty="0">
              <a:latin typeface="Calibri"/>
              <a:cs typeface="Calibri"/>
            </a:endParaRPr>
          </a:p>
          <a:p>
            <a:pPr marL="240029" indent="-227329"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Partial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dependency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identified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rule:</a:t>
            </a:r>
            <a:endParaRPr sz="2800" dirty="0">
              <a:latin typeface="Calibri"/>
              <a:cs typeface="Calibri"/>
            </a:endParaRPr>
          </a:p>
          <a:p>
            <a:pPr marL="696595" marR="204470" lvl="1" indent="-227329">
              <a:lnSpc>
                <a:spcPts val="2590"/>
              </a:lnSpc>
              <a:spcBef>
                <a:spcPts val="565"/>
              </a:spcBef>
              <a:buFont typeface="Arial MT"/>
              <a:buChar char="•"/>
              <a:tabLst>
                <a:tab pos="697865" algn="l"/>
              </a:tabLst>
            </a:pPr>
            <a:r>
              <a:rPr sz="2400" spc="-10" dirty="0">
                <a:latin typeface="Calibri"/>
                <a:cs typeface="Calibri"/>
              </a:rPr>
              <a:t>LHS(proper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subset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candidate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key/Primary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key)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35" dirty="0">
                <a:latin typeface="Calibri"/>
                <a:cs typeface="Calibri"/>
              </a:rPr>
              <a:t>&amp;&amp; </a:t>
            </a:r>
            <a:r>
              <a:rPr sz="2400" dirty="0">
                <a:latin typeface="Calibri"/>
                <a:cs typeface="Calibri"/>
              </a:rPr>
              <a:t>RHS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(Non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Attribute)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77746" y="4052170"/>
            <a:ext cx="3472975" cy="15517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Figure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14.11</a:t>
            </a:r>
            <a:endParaRPr sz="2000" dirty="0">
              <a:latin typeface="Calibri"/>
              <a:cs typeface="Calibri"/>
            </a:endParaRPr>
          </a:p>
          <a:p>
            <a:pPr marL="12700" marR="5080" indent="39370">
              <a:spcBef>
                <a:spcPts val="5"/>
              </a:spcBef>
            </a:pPr>
            <a:r>
              <a:rPr sz="2000" spc="-10" dirty="0">
                <a:latin typeface="Calibri"/>
                <a:cs typeface="Calibri"/>
              </a:rPr>
              <a:t>Normalizing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2NF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and </a:t>
            </a:r>
            <a:r>
              <a:rPr sz="2000" dirty="0">
                <a:latin typeface="Calibri"/>
                <a:cs typeface="Calibri"/>
              </a:rPr>
              <a:t>3NF.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(a)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Normalizing </a:t>
            </a:r>
            <a:r>
              <a:rPr sz="2000" dirty="0">
                <a:latin typeface="Calibri"/>
                <a:cs typeface="Calibri"/>
              </a:rPr>
              <a:t>EMP_PROJ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2NF </a:t>
            </a:r>
            <a:r>
              <a:rPr sz="2000" spc="-10" dirty="0">
                <a:latin typeface="Calibri"/>
                <a:cs typeface="Calibri"/>
              </a:rPr>
              <a:t>relations. </a:t>
            </a:r>
            <a:r>
              <a:rPr sz="2000" dirty="0">
                <a:latin typeface="Calibri"/>
                <a:cs typeface="Calibri"/>
              </a:rPr>
              <a:t>(b)</a:t>
            </a:r>
            <a:r>
              <a:rPr sz="2000" spc="-10" dirty="0">
                <a:latin typeface="Calibri"/>
                <a:cs typeface="Calibri"/>
              </a:rPr>
              <a:t> Normalizing </a:t>
            </a:r>
            <a:r>
              <a:rPr sz="2000" dirty="0">
                <a:latin typeface="Calibri"/>
                <a:cs typeface="Calibri"/>
              </a:rPr>
              <a:t>EMP_DEPT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3NF </a:t>
            </a:r>
            <a:r>
              <a:rPr sz="2000" spc="-10" dirty="0">
                <a:latin typeface="Calibri"/>
                <a:cs typeface="Calibri"/>
              </a:rPr>
              <a:t>relations.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98778" y="1473551"/>
            <a:ext cx="8330565" cy="2441575"/>
            <a:chOff x="373369" y="1869880"/>
            <a:chExt cx="8330565" cy="24415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69" y="1869880"/>
              <a:ext cx="8330204" cy="24415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243" y="1915667"/>
              <a:ext cx="8170164" cy="22905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9193" y="1896617"/>
              <a:ext cx="8208645" cy="2329180"/>
            </a:xfrm>
            <a:custGeom>
              <a:avLst/>
              <a:gdLst/>
              <a:ahLst/>
              <a:cxnLst/>
              <a:rect l="l" t="t" r="r" b="b"/>
              <a:pathLst>
                <a:path w="8208645" h="2329179">
                  <a:moveTo>
                    <a:pt x="0" y="2328672"/>
                  </a:moveTo>
                  <a:lnTo>
                    <a:pt x="8208264" y="2328672"/>
                  </a:lnTo>
                  <a:lnTo>
                    <a:pt x="8208264" y="0"/>
                  </a:lnTo>
                  <a:lnTo>
                    <a:pt x="0" y="0"/>
                  </a:lnTo>
                  <a:lnTo>
                    <a:pt x="0" y="2328672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098778" y="557124"/>
            <a:ext cx="4677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1" spc="-30" dirty="0">
                <a:latin typeface="Calibri Light"/>
                <a:cs typeface="Calibri Light"/>
              </a:rPr>
              <a:t>Second</a:t>
            </a:r>
            <a:r>
              <a:rPr sz="4400" b="1" spc="-220" dirty="0">
                <a:latin typeface="Calibri Light"/>
                <a:cs typeface="Calibri Light"/>
              </a:rPr>
              <a:t> </a:t>
            </a:r>
            <a:r>
              <a:rPr sz="4400" b="1" spc="-30" dirty="0">
                <a:latin typeface="Calibri Light"/>
                <a:cs typeface="Calibri Light"/>
              </a:rPr>
              <a:t>Normal</a:t>
            </a:r>
            <a:r>
              <a:rPr sz="4400" b="1" spc="-215" dirty="0">
                <a:latin typeface="Calibri Light"/>
                <a:cs typeface="Calibri Light"/>
              </a:rPr>
              <a:t> </a:t>
            </a:r>
            <a:r>
              <a:rPr sz="4400" b="1" spc="-20" dirty="0">
                <a:latin typeface="Calibri Light"/>
                <a:cs typeface="Calibri Light"/>
              </a:rPr>
              <a:t>Form</a:t>
            </a:r>
            <a:endParaRPr sz="4400" b="1" dirty="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3652" y="4134297"/>
            <a:ext cx="184403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600" b="1" dirty="0">
                <a:latin typeface="Calibri"/>
                <a:cs typeface="Calibri"/>
              </a:rPr>
              <a:t>Solve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spc="-20" dirty="0">
                <a:latin typeface="Calibri"/>
                <a:cs typeface="Calibri"/>
              </a:rPr>
              <a:t>this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48826" y="152160"/>
            <a:ext cx="3147164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b="1" dirty="0">
                <a:latin typeface="Calibri"/>
                <a:cs typeface="Calibri"/>
              </a:rPr>
              <a:t>Figure</a:t>
            </a:r>
            <a:r>
              <a:rPr b="1" spc="-4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14.11</a:t>
            </a:r>
            <a:endParaRPr dirty="0">
              <a:latin typeface="Calibri"/>
              <a:cs typeface="Calibri"/>
            </a:endParaRPr>
          </a:p>
          <a:p>
            <a:pPr marL="12700" marR="5080" indent="39370">
              <a:spcBef>
                <a:spcPts val="5"/>
              </a:spcBef>
            </a:pPr>
            <a:r>
              <a:rPr spc="-10" dirty="0">
                <a:latin typeface="Calibri"/>
                <a:cs typeface="Calibri"/>
              </a:rPr>
              <a:t>Normalizing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2NF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and </a:t>
            </a:r>
            <a:r>
              <a:rPr dirty="0">
                <a:latin typeface="Calibri"/>
                <a:cs typeface="Calibri"/>
              </a:rPr>
              <a:t>3NF.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(a)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Normalizing </a:t>
            </a:r>
            <a:r>
              <a:rPr dirty="0">
                <a:latin typeface="Calibri"/>
                <a:cs typeface="Calibri"/>
              </a:rPr>
              <a:t>EMP_PROJ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2NF </a:t>
            </a:r>
            <a:r>
              <a:rPr spc="-10" dirty="0">
                <a:latin typeface="Calibri"/>
                <a:cs typeface="Calibri"/>
              </a:rPr>
              <a:t>relations. </a:t>
            </a:r>
            <a:r>
              <a:rPr dirty="0">
                <a:latin typeface="Calibri"/>
                <a:cs typeface="Calibri"/>
              </a:rPr>
              <a:t>(b)</a:t>
            </a:r>
            <a:r>
              <a:rPr spc="-10" dirty="0">
                <a:latin typeface="Calibri"/>
                <a:cs typeface="Calibri"/>
              </a:rPr>
              <a:t> Normalizing </a:t>
            </a:r>
            <a:r>
              <a:rPr dirty="0">
                <a:latin typeface="Calibri"/>
                <a:cs typeface="Calibri"/>
              </a:rPr>
              <a:t>EMP_DEPT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3NF </a:t>
            </a:r>
            <a:r>
              <a:rPr spc="-10" dirty="0">
                <a:latin typeface="Calibri"/>
                <a:cs typeface="Calibri"/>
              </a:rPr>
              <a:t>relations.</a:t>
            </a:r>
            <a:endParaRPr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791902" y="1607982"/>
            <a:ext cx="8330565" cy="4478020"/>
            <a:chOff x="373369" y="1869935"/>
            <a:chExt cx="8330565" cy="44780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69" y="1869935"/>
              <a:ext cx="8330204" cy="447753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8243" y="1915668"/>
              <a:ext cx="8170164" cy="43266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09193" y="1896618"/>
              <a:ext cx="8208645" cy="4364990"/>
            </a:xfrm>
            <a:custGeom>
              <a:avLst/>
              <a:gdLst/>
              <a:ahLst/>
              <a:cxnLst/>
              <a:rect l="l" t="t" r="r" b="b"/>
              <a:pathLst>
                <a:path w="8208645" h="4364990">
                  <a:moveTo>
                    <a:pt x="0" y="4364736"/>
                  </a:moveTo>
                  <a:lnTo>
                    <a:pt x="8208264" y="4364736"/>
                  </a:lnTo>
                  <a:lnTo>
                    <a:pt x="8208264" y="0"/>
                  </a:lnTo>
                  <a:lnTo>
                    <a:pt x="0" y="0"/>
                  </a:lnTo>
                  <a:lnTo>
                    <a:pt x="0" y="4364736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75698" y="502455"/>
            <a:ext cx="4677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4400" b="1" spc="-30" dirty="0">
                <a:latin typeface="Calibri Light"/>
                <a:cs typeface="Calibri Light"/>
              </a:rPr>
              <a:t>Second</a:t>
            </a:r>
            <a:r>
              <a:rPr sz="4400" b="1" spc="-220" dirty="0">
                <a:latin typeface="Calibri Light"/>
                <a:cs typeface="Calibri Light"/>
              </a:rPr>
              <a:t> </a:t>
            </a:r>
            <a:r>
              <a:rPr sz="4400" b="1" spc="-30" dirty="0">
                <a:latin typeface="Calibri Light"/>
                <a:cs typeface="Calibri Light"/>
              </a:rPr>
              <a:t>Normal</a:t>
            </a:r>
            <a:r>
              <a:rPr sz="4400" b="1" spc="-215" dirty="0">
                <a:latin typeface="Calibri Light"/>
                <a:cs typeface="Calibri Light"/>
              </a:rPr>
              <a:t> </a:t>
            </a:r>
            <a:r>
              <a:rPr sz="4400" b="1" spc="-20" dirty="0">
                <a:latin typeface="Calibri Light"/>
                <a:cs typeface="Calibri Light"/>
              </a:rPr>
              <a:t>Form</a:t>
            </a:r>
            <a:endParaRPr sz="4400" b="1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5561" y="666884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Normalize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this</a:t>
            </a:r>
            <a:r>
              <a:rPr b="1" spc="-21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table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upto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3nf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8524" y="1851453"/>
            <a:ext cx="7094951" cy="35940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69901" y="620397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Example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spc="-80" dirty="0">
                <a:solidFill>
                  <a:schemeClr val="tx1"/>
                </a:solidFill>
              </a:rPr>
              <a:t>Transitive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Dependency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2764" y="4492541"/>
            <a:ext cx="10467833" cy="18509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4800"/>
              </a:lnSpc>
              <a:spcBef>
                <a:spcPts val="100"/>
              </a:spcBef>
              <a:tabLst>
                <a:tab pos="309880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dependencies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Staff-</a:t>
            </a:r>
            <a:r>
              <a:rPr sz="2400" dirty="0">
                <a:latin typeface="Calibri"/>
                <a:cs typeface="Calibri"/>
              </a:rPr>
              <a:t>Branch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relation 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staffNo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sName,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salary,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branchNo,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bAddress 	</a:t>
            </a:r>
            <a:endParaRPr lang="en-US" sz="2400" spc="-10" dirty="0">
              <a:latin typeface="Calibri"/>
              <a:cs typeface="Calibri"/>
            </a:endParaRPr>
          </a:p>
          <a:p>
            <a:pPr marL="12700" marR="5080">
              <a:lnSpc>
                <a:spcPct val="124800"/>
              </a:lnSpc>
              <a:spcBef>
                <a:spcPts val="100"/>
              </a:spcBef>
              <a:tabLst>
                <a:tab pos="309880" algn="l"/>
              </a:tabLst>
            </a:pPr>
            <a:r>
              <a:rPr sz="2400" dirty="0" err="1">
                <a:latin typeface="Calibri"/>
                <a:cs typeface="Calibri"/>
              </a:rPr>
              <a:t>branchNo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 err="1">
                <a:latin typeface="Calibri"/>
                <a:cs typeface="Calibri"/>
              </a:rPr>
              <a:t>bAddress</a:t>
            </a:r>
            <a:endParaRPr lang="en-US" sz="2400" dirty="0">
              <a:latin typeface="Calibri"/>
              <a:cs typeface="Calibri"/>
            </a:endParaRPr>
          </a:p>
          <a:p>
            <a:pPr marL="240029" marR="5080" indent="-227329">
              <a:lnSpc>
                <a:spcPct val="124800"/>
              </a:lnSpc>
              <a:spcBef>
                <a:spcPts val="100"/>
              </a:spcBef>
              <a:buFont typeface="Arial MT"/>
              <a:buChar char="•"/>
              <a:tabLst>
                <a:tab pos="309880" algn="l"/>
              </a:tabLst>
            </a:pPr>
            <a:r>
              <a:rPr sz="2400" spc="-20" dirty="0">
                <a:latin typeface="Calibri"/>
                <a:cs typeface="Calibri"/>
              </a:rPr>
              <a:t>Transitive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dependency,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sz="2400" dirty="0" err="1">
                <a:latin typeface="Calibri"/>
                <a:cs typeface="Calibri"/>
              </a:rPr>
              <a:t>branchNo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bAddress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exists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staffNo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via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branchNo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8395" y="1751697"/>
            <a:ext cx="6641412" cy="26663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2856" y="708929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chemeClr val="tx1"/>
                </a:solidFill>
              </a:rPr>
              <a:t>Third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Normal</a:t>
            </a:r>
            <a:r>
              <a:rPr b="1" spc="-204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42856" y="1888587"/>
            <a:ext cx="10058399" cy="3525581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73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Definition.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relation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schema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3NF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satisfies </a:t>
            </a:r>
            <a:r>
              <a:rPr sz="2600" dirty="0">
                <a:latin typeface="Calibri"/>
                <a:cs typeface="Calibri"/>
              </a:rPr>
              <a:t>2NF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nonprime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attribute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transitively </a:t>
            </a:r>
            <a:r>
              <a:rPr sz="2600" dirty="0">
                <a:latin typeface="Calibri"/>
                <a:cs typeface="Calibri"/>
              </a:rPr>
              <a:t>dependent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primary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key.</a:t>
            </a:r>
            <a:endParaRPr sz="26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70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dirty="0">
                <a:latin typeface="Calibri"/>
                <a:cs typeface="Calibri"/>
              </a:rPr>
              <a:t>Definition</a:t>
            </a:r>
            <a:r>
              <a:rPr sz="2600" b="1" spc="-5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of</a:t>
            </a:r>
            <a:r>
              <a:rPr sz="2600" b="1" spc="-55" dirty="0">
                <a:latin typeface="Calibri"/>
                <a:cs typeface="Calibri"/>
              </a:rPr>
              <a:t> </a:t>
            </a:r>
            <a:r>
              <a:rPr sz="2600" b="1" spc="-25" dirty="0">
                <a:latin typeface="Calibri"/>
                <a:cs typeface="Calibri"/>
              </a:rPr>
              <a:t>Transitive</a:t>
            </a:r>
            <a:r>
              <a:rPr sz="2600" b="1" spc="-6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functional</a:t>
            </a:r>
            <a:r>
              <a:rPr sz="2600" b="1" spc="-45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dependency:</a:t>
            </a:r>
            <a:endParaRPr sz="2600" dirty="0">
              <a:latin typeface="Calibri"/>
              <a:cs typeface="Calibri"/>
            </a:endParaRPr>
          </a:p>
          <a:p>
            <a:pPr marL="697865" lvl="1" indent="-227965">
              <a:lnSpc>
                <a:spcPts val="237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b="1" spc="-20" dirty="0">
                <a:latin typeface="Calibri"/>
                <a:cs typeface="Calibri"/>
              </a:rPr>
              <a:t>Transitive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functional</a:t>
            </a:r>
            <a:r>
              <a:rPr sz="2200" b="1" spc="-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dependency: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FD</a:t>
            </a:r>
            <a:r>
              <a:rPr sz="2200" spc="4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X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Z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that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be</a:t>
            </a:r>
            <a:endParaRPr sz="2200" dirty="0">
              <a:latin typeface="Calibri"/>
              <a:cs typeface="Calibri"/>
            </a:endParaRPr>
          </a:p>
          <a:p>
            <a:pPr marL="697865">
              <a:lnSpc>
                <a:spcPts val="2375"/>
              </a:lnSpc>
              <a:tabLst>
                <a:tab pos="3329940" algn="l"/>
              </a:tabLst>
            </a:pPr>
            <a:r>
              <a:rPr sz="2200" dirty="0">
                <a:latin typeface="Calibri"/>
                <a:cs typeface="Calibri"/>
              </a:rPr>
              <a:t>derived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from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two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FDs</a:t>
            </a:r>
            <a:r>
              <a:rPr sz="2200" dirty="0">
                <a:latin typeface="Calibri"/>
                <a:cs typeface="Calibri"/>
              </a:rPr>
              <a:t>	X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Y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Z</a:t>
            </a:r>
            <a:endParaRPr sz="2200" dirty="0">
              <a:latin typeface="Calibri"/>
              <a:cs typeface="Calibri"/>
            </a:endParaRPr>
          </a:p>
          <a:p>
            <a:pPr marL="241300" indent="-228600">
              <a:lnSpc>
                <a:spcPts val="3115"/>
              </a:lnSpc>
              <a:spcBef>
                <a:spcPts val="355"/>
              </a:spcBef>
              <a:buFont typeface="Arial MT"/>
              <a:buChar char="•"/>
              <a:tabLst>
                <a:tab pos="241300" algn="l"/>
              </a:tabLst>
            </a:pPr>
            <a:r>
              <a:rPr sz="2600" b="1" spc="-10" dirty="0">
                <a:latin typeface="Calibri"/>
                <a:cs typeface="Calibri"/>
              </a:rPr>
              <a:t>Examples:</a:t>
            </a:r>
            <a:endParaRPr sz="2600" dirty="0">
              <a:latin typeface="Calibri"/>
              <a:cs typeface="Calibri"/>
            </a:endParaRPr>
          </a:p>
          <a:p>
            <a:pPr marL="697865" lvl="1" indent="-227965">
              <a:lnSpc>
                <a:spcPts val="263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SSN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DMGRSSN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transitive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FD</a:t>
            </a:r>
            <a:endParaRPr sz="2200" dirty="0">
              <a:latin typeface="Calibri"/>
              <a:cs typeface="Calibri"/>
            </a:endParaRPr>
          </a:p>
          <a:p>
            <a:pPr marL="1155065" lvl="2" indent="-228600">
              <a:lnSpc>
                <a:spcPts val="2255"/>
              </a:lnSpc>
              <a:spcBef>
                <a:spcPts val="65"/>
              </a:spcBef>
              <a:buFont typeface="Arial MT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SSN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DNUMBER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DNUMBER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DMGRSSN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hold</a:t>
            </a:r>
            <a:endParaRPr sz="1900" dirty="0">
              <a:latin typeface="Calibri"/>
              <a:cs typeface="Calibri"/>
            </a:endParaRPr>
          </a:p>
          <a:p>
            <a:pPr marL="697865" lvl="1" indent="-227965">
              <a:lnSpc>
                <a:spcPts val="2615"/>
              </a:lnSpc>
              <a:buFont typeface="Arial MT"/>
              <a:buChar char="•"/>
              <a:tabLst>
                <a:tab pos="697865" algn="l"/>
              </a:tabLst>
            </a:pPr>
            <a:r>
              <a:rPr sz="2200" dirty="0">
                <a:latin typeface="Calibri"/>
                <a:cs typeface="Calibri"/>
              </a:rPr>
              <a:t>SSN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-</a:t>
            </a:r>
            <a:r>
              <a:rPr sz="2200" dirty="0">
                <a:latin typeface="Calibri"/>
                <a:cs typeface="Calibri"/>
              </a:rPr>
              <a:t>&gt;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ENAME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non-</a:t>
            </a:r>
            <a:r>
              <a:rPr sz="2200" b="1" spc="-10" dirty="0">
                <a:latin typeface="Calibri"/>
                <a:cs typeface="Calibri"/>
              </a:rPr>
              <a:t>transitive</a:t>
            </a:r>
            <a:endParaRPr sz="2200" dirty="0">
              <a:latin typeface="Calibri"/>
              <a:cs typeface="Calibri"/>
            </a:endParaRPr>
          </a:p>
          <a:p>
            <a:pPr marL="1155065" marR="323850" lvl="2" indent="-228600">
              <a:lnSpc>
                <a:spcPct val="80000"/>
              </a:lnSpc>
              <a:spcBef>
                <a:spcPts val="515"/>
              </a:spcBef>
              <a:buFont typeface="Arial MT"/>
              <a:buChar char="•"/>
              <a:tabLst>
                <a:tab pos="1155065" algn="l"/>
              </a:tabLst>
            </a:pPr>
            <a:r>
              <a:rPr sz="1900" dirty="0">
                <a:latin typeface="Calibri"/>
                <a:cs typeface="Calibri"/>
              </a:rPr>
              <a:t>Since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there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attributes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X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where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SSN</a:t>
            </a:r>
            <a:r>
              <a:rPr sz="1900" spc="-7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dirty="0">
                <a:latin typeface="Calibri"/>
                <a:cs typeface="Calibri"/>
              </a:rPr>
              <a:t>&gt;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X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X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25" dirty="0">
                <a:latin typeface="Calibri"/>
                <a:cs typeface="Calibri"/>
              </a:rPr>
              <a:t>-</a:t>
            </a:r>
            <a:r>
              <a:rPr sz="1900" spc="-50" dirty="0">
                <a:latin typeface="Calibri"/>
                <a:cs typeface="Calibri"/>
              </a:rPr>
              <a:t>&gt; </a:t>
            </a:r>
            <a:r>
              <a:rPr sz="1900" spc="-10" dirty="0">
                <a:latin typeface="Calibri"/>
                <a:cs typeface="Calibri"/>
              </a:rPr>
              <a:t>ENAME</a:t>
            </a:r>
            <a:endParaRPr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60076" y="1958390"/>
            <a:ext cx="3230038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Figure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14.11</a:t>
            </a:r>
            <a:endParaRPr sz="1600" dirty="0">
              <a:latin typeface="Calibri"/>
              <a:cs typeface="Calibri"/>
            </a:endParaRPr>
          </a:p>
          <a:p>
            <a:pPr marL="12700" marR="5080"/>
            <a:r>
              <a:rPr sz="1600" dirty="0">
                <a:latin typeface="Calibri"/>
                <a:cs typeface="Calibri"/>
              </a:rPr>
              <a:t>Normalizing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2NF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3NF.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(b)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Normalizing EMP_DEPT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3NF </a:t>
            </a:r>
            <a:r>
              <a:rPr sz="1600" spc="-10" dirty="0">
                <a:latin typeface="Calibri"/>
                <a:cs typeface="Calibri"/>
              </a:rPr>
              <a:t>relations.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48133" y="3140924"/>
            <a:ext cx="10716237" cy="3394075"/>
            <a:chOff x="387092" y="3140923"/>
            <a:chExt cx="8720455" cy="339407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092" y="3140923"/>
              <a:ext cx="8720334" cy="33940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1960" y="3186684"/>
              <a:ext cx="8560308" cy="324307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22910" y="3167634"/>
              <a:ext cx="8598535" cy="3281679"/>
            </a:xfrm>
            <a:custGeom>
              <a:avLst/>
              <a:gdLst/>
              <a:ahLst/>
              <a:cxnLst/>
              <a:rect l="l" t="t" r="r" b="b"/>
              <a:pathLst>
                <a:path w="8598535" h="3281679">
                  <a:moveTo>
                    <a:pt x="0" y="3281172"/>
                  </a:moveTo>
                  <a:lnTo>
                    <a:pt x="8598408" y="3281172"/>
                  </a:lnTo>
                  <a:lnTo>
                    <a:pt x="8598408" y="0"/>
                  </a:lnTo>
                  <a:lnTo>
                    <a:pt x="0" y="0"/>
                  </a:lnTo>
                  <a:lnTo>
                    <a:pt x="0" y="3281172"/>
                  </a:lnTo>
                  <a:close/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7351" y="794930"/>
            <a:ext cx="5383909" cy="844462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b="1" spc="-20" dirty="0"/>
              <a:t>Third</a:t>
            </a:r>
            <a:r>
              <a:rPr sz="5400" b="1" spc="-220" dirty="0"/>
              <a:t> </a:t>
            </a:r>
            <a:r>
              <a:rPr sz="5400" b="1" spc="-30" dirty="0"/>
              <a:t>Normal</a:t>
            </a:r>
            <a:r>
              <a:rPr sz="5400" b="1" spc="-204" dirty="0"/>
              <a:t> </a:t>
            </a:r>
            <a:r>
              <a:rPr sz="5400" b="1" spc="-20" dirty="0"/>
              <a:t>Form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271260" y="1263328"/>
            <a:ext cx="5383909" cy="169213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1440" marR="106680">
              <a:spcBef>
                <a:spcPts val="235"/>
              </a:spcBef>
            </a:pPr>
            <a:r>
              <a:rPr b="1" dirty="0">
                <a:latin typeface="Calibri"/>
                <a:cs typeface="Calibri"/>
              </a:rPr>
              <a:t>General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Definition.</a:t>
            </a:r>
            <a:r>
              <a:rPr b="1" spc="-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relation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schema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is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third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normal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form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(3NF)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if,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whenever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a </a:t>
            </a:r>
            <a:r>
              <a:rPr dirty="0">
                <a:latin typeface="Calibri"/>
                <a:cs typeface="Calibri"/>
              </a:rPr>
              <a:t>nontrivial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functional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dependency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→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A </a:t>
            </a:r>
            <a:r>
              <a:rPr dirty="0">
                <a:latin typeface="Calibri"/>
                <a:cs typeface="Calibri"/>
              </a:rPr>
              <a:t>holds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R,</a:t>
            </a:r>
            <a:r>
              <a:rPr spc="-10" dirty="0">
                <a:latin typeface="Calibri"/>
                <a:cs typeface="Calibri"/>
              </a:rPr>
              <a:t> either</a:t>
            </a:r>
            <a:endParaRPr dirty="0">
              <a:latin typeface="Calibri"/>
              <a:cs typeface="Calibri"/>
            </a:endParaRPr>
          </a:p>
          <a:p>
            <a:pPr marL="391795" indent="-300355">
              <a:buAutoNum type="alphaLcParenBoth"/>
              <a:tabLst>
                <a:tab pos="391795" algn="l"/>
              </a:tabLst>
            </a:pPr>
            <a:r>
              <a:rPr dirty="0">
                <a:latin typeface="Calibri"/>
                <a:cs typeface="Calibri"/>
              </a:rPr>
              <a:t>X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super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key/Candidate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key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R,</a:t>
            </a:r>
            <a:endParaRPr dirty="0">
              <a:latin typeface="Calibri"/>
              <a:cs typeface="Calibri"/>
            </a:endParaRPr>
          </a:p>
          <a:p>
            <a:pPr marL="91440">
              <a:spcBef>
                <a:spcPts val="5"/>
              </a:spcBef>
            </a:pPr>
            <a:r>
              <a:rPr b="1" spc="-25" dirty="0">
                <a:latin typeface="Calibri"/>
                <a:cs typeface="Calibri"/>
              </a:rPr>
              <a:t>OR</a:t>
            </a:r>
            <a:endParaRPr dirty="0">
              <a:latin typeface="Calibri"/>
              <a:cs typeface="Calibri"/>
            </a:endParaRPr>
          </a:p>
          <a:p>
            <a:pPr marL="402590" indent="-311150">
              <a:buAutoNum type="alphaLcParenBoth" startAt="2"/>
              <a:tabLst>
                <a:tab pos="402590" algn="l"/>
              </a:tabLst>
            </a:pPr>
            <a:r>
              <a:rPr dirty="0">
                <a:latin typeface="Calibri"/>
                <a:cs typeface="Calibri"/>
              </a:rPr>
              <a:t>A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prime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attribute</a:t>
            </a:r>
            <a:r>
              <a:rPr dirty="0">
                <a:latin typeface="Calibri"/>
                <a:cs typeface="Calibri"/>
              </a:rPr>
              <a:t> of</a:t>
            </a:r>
            <a:r>
              <a:rPr spc="-25" dirty="0">
                <a:latin typeface="Calibri"/>
                <a:cs typeface="Calibri"/>
              </a:rPr>
              <a:t> R.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8865" y="331038"/>
            <a:ext cx="1588135" cy="49378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3180">
              <a:spcBef>
                <a:spcPts val="105"/>
              </a:spcBef>
            </a:pPr>
            <a:r>
              <a:rPr sz="1600" b="1" dirty="0">
                <a:latin typeface="Calibri"/>
                <a:cs typeface="Calibri"/>
              </a:rPr>
              <a:t>Figure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14.12 </a:t>
            </a:r>
            <a:r>
              <a:rPr sz="1600" spc="-10" dirty="0">
                <a:latin typeface="Calibri"/>
                <a:cs typeface="Calibri"/>
              </a:rPr>
              <a:t>Normalization </a:t>
            </a:r>
            <a:r>
              <a:rPr sz="1600" spc="-20" dirty="0">
                <a:latin typeface="Calibri"/>
                <a:cs typeface="Calibri"/>
              </a:rPr>
              <a:t>into </a:t>
            </a:r>
            <a:r>
              <a:rPr sz="1600" dirty="0">
                <a:latin typeface="Calibri"/>
                <a:cs typeface="Calibri"/>
              </a:rPr>
              <a:t>2NF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3NF. </a:t>
            </a:r>
            <a:r>
              <a:rPr sz="1600" dirty="0">
                <a:latin typeface="Calibri"/>
                <a:cs typeface="Calibri"/>
              </a:rPr>
              <a:t>(a)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LOTS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its </a:t>
            </a:r>
            <a:r>
              <a:rPr sz="1600" spc="-10" dirty="0">
                <a:latin typeface="Calibri"/>
                <a:cs typeface="Calibri"/>
              </a:rPr>
              <a:t>functional dependencies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FD1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FD4.</a:t>
            </a:r>
            <a:endParaRPr sz="1600" dirty="0">
              <a:latin typeface="Calibri"/>
              <a:cs typeface="Calibri"/>
            </a:endParaRPr>
          </a:p>
          <a:p>
            <a:pPr marL="12700" marR="19685"/>
            <a:r>
              <a:rPr sz="1600" dirty="0">
                <a:latin typeface="Calibri"/>
                <a:cs typeface="Calibri"/>
              </a:rPr>
              <a:t>(b)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Decomposing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into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2NF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relations LOTS1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LOTS2.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(c)</a:t>
            </a:r>
            <a:endParaRPr sz="1600" dirty="0">
              <a:latin typeface="Calibri"/>
              <a:cs typeface="Calibri"/>
            </a:endParaRPr>
          </a:p>
          <a:p>
            <a:pPr marL="12700" marR="5080"/>
            <a:r>
              <a:rPr sz="1600" spc="-10" dirty="0">
                <a:latin typeface="Calibri"/>
                <a:cs typeface="Calibri"/>
              </a:rPr>
              <a:t>Decomposing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LOTS1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3NF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relations LOTS1A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LOTS1B.</a:t>
            </a:r>
            <a:endParaRPr sz="1600" dirty="0">
              <a:latin typeface="Calibri"/>
              <a:cs typeface="Calibri"/>
            </a:endParaRPr>
          </a:p>
          <a:p>
            <a:pPr marL="12700" marR="381635"/>
            <a:r>
              <a:rPr sz="1600" dirty="0">
                <a:latin typeface="Calibri"/>
                <a:cs typeface="Calibri"/>
              </a:rPr>
              <a:t>(d)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Progressive normalization </a:t>
            </a:r>
            <a:r>
              <a:rPr sz="1600" spc="-25" dirty="0">
                <a:latin typeface="Calibri"/>
                <a:cs typeface="Calibri"/>
              </a:rPr>
              <a:t>of </a:t>
            </a:r>
            <a:r>
              <a:rPr sz="1600" spc="-10" dirty="0">
                <a:latin typeface="Calibri"/>
                <a:cs typeface="Calibri"/>
              </a:rPr>
              <a:t>LOTS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3NF </a:t>
            </a:r>
            <a:r>
              <a:rPr sz="1600" spc="-10" dirty="0">
                <a:latin typeface="Calibri"/>
                <a:cs typeface="Calibri"/>
              </a:rPr>
              <a:t>design.</a:t>
            </a:r>
            <a:endParaRPr sz="1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33710" y="56705"/>
            <a:ext cx="5558790" cy="2000885"/>
            <a:chOff x="1837470" y="0"/>
            <a:chExt cx="5558790" cy="20008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37470" y="0"/>
              <a:ext cx="5346834" cy="188788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019800" y="1143000"/>
              <a:ext cx="1371600" cy="852805"/>
            </a:xfrm>
            <a:custGeom>
              <a:avLst/>
              <a:gdLst/>
              <a:ahLst/>
              <a:cxnLst/>
              <a:rect l="l" t="t" r="r" b="b"/>
              <a:pathLst>
                <a:path w="1371600" h="852805">
                  <a:moveTo>
                    <a:pt x="685800" y="304800"/>
                  </a:moveTo>
                  <a:lnTo>
                    <a:pt x="1371600" y="0"/>
                  </a:lnTo>
                </a:path>
                <a:path w="1371600" h="852805">
                  <a:moveTo>
                    <a:pt x="0" y="679703"/>
                  </a:moveTo>
                  <a:lnTo>
                    <a:pt x="609600" y="852804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3710" y="2217205"/>
            <a:ext cx="6454235" cy="13730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33710" y="3716792"/>
            <a:ext cx="6186656" cy="11197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92312" y="4971617"/>
            <a:ext cx="4809528" cy="137335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87640" y="748026"/>
            <a:ext cx="3385495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spcBef>
                <a:spcPts val="95"/>
              </a:spcBef>
            </a:pPr>
            <a:r>
              <a:rPr b="1" spc="-25" dirty="0">
                <a:latin typeface="Calibri"/>
                <a:cs typeface="Calibri"/>
              </a:rPr>
              <a:t>Tax_rate</a:t>
            </a:r>
            <a:r>
              <a:rPr b="1" dirty="0">
                <a:latin typeface="Calibri"/>
                <a:cs typeface="Calibri"/>
              </a:rPr>
              <a:t> is</a:t>
            </a:r>
            <a:r>
              <a:rPr b="1" spc="-10" dirty="0">
                <a:latin typeface="Calibri"/>
                <a:cs typeface="Calibri"/>
              </a:rPr>
              <a:t> partially </a:t>
            </a:r>
            <a:r>
              <a:rPr b="1" dirty="0">
                <a:latin typeface="Calibri"/>
                <a:cs typeface="Calibri"/>
              </a:rPr>
              <a:t>dependent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on</a:t>
            </a:r>
            <a:r>
              <a:rPr b="1" spc="-5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the </a:t>
            </a:r>
            <a:r>
              <a:rPr b="1" dirty="0">
                <a:latin typeface="Calibri"/>
                <a:cs typeface="Calibri"/>
              </a:rPr>
              <a:t>candidate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key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14074" y="1710348"/>
            <a:ext cx="4309603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spcBef>
                <a:spcPts val="95"/>
              </a:spcBef>
            </a:pPr>
            <a:r>
              <a:rPr b="1" dirty="0">
                <a:latin typeface="Calibri"/>
                <a:cs typeface="Calibri"/>
              </a:rPr>
              <a:t>Price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is</a:t>
            </a:r>
            <a:r>
              <a:rPr b="1" spc="-10" dirty="0">
                <a:latin typeface="Calibri"/>
                <a:cs typeface="Calibri"/>
              </a:rPr>
              <a:t> transitively</a:t>
            </a:r>
            <a:r>
              <a:rPr b="1" spc="1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dependent </a:t>
            </a:r>
            <a:r>
              <a:rPr b="1" dirty="0">
                <a:latin typeface="Calibri"/>
                <a:cs typeface="Calibri"/>
              </a:rPr>
              <a:t>on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each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of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the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candidate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keys </a:t>
            </a:r>
            <a:r>
              <a:rPr b="1" dirty="0">
                <a:latin typeface="Calibri"/>
                <a:cs typeface="Calibri"/>
              </a:rPr>
              <a:t>via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non-</a:t>
            </a:r>
            <a:r>
              <a:rPr b="1" dirty="0">
                <a:latin typeface="Calibri"/>
                <a:cs typeface="Calibri"/>
              </a:rPr>
              <a:t>prime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attribute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area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45505"/>
            <a:ext cx="10058400" cy="1056828"/>
          </a:xfrm>
          <a:prstGeom prst="rect">
            <a:avLst/>
          </a:prstGeom>
        </p:spPr>
        <p:txBody>
          <a:bodyPr vert="horz" wrap="square" lIns="0" tIns="315087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65" dirty="0">
                <a:solidFill>
                  <a:schemeClr val="tx1"/>
                </a:solidFill>
              </a:rPr>
              <a:t>Boyce-</a:t>
            </a:r>
            <a:r>
              <a:rPr b="1" spc="-20" dirty="0">
                <a:solidFill>
                  <a:schemeClr val="tx1"/>
                </a:solidFill>
              </a:rPr>
              <a:t>Codd</a:t>
            </a:r>
            <a:r>
              <a:rPr b="1" spc="-20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Normal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Form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802333"/>
            <a:ext cx="10492853" cy="71417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marR="5080" indent="-227329">
              <a:lnSpc>
                <a:spcPct val="901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Definition.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relation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schema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BCNF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whenever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a </a:t>
            </a:r>
            <a:r>
              <a:rPr sz="2400" dirty="0">
                <a:latin typeface="Calibri"/>
                <a:cs typeface="Calibri"/>
              </a:rPr>
              <a:t>nontrivial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functional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dependency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X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holds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then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X</a:t>
            </a:r>
            <a:r>
              <a:rPr sz="2400" b="1" spc="-25" dirty="0">
                <a:latin typeface="Calibri"/>
                <a:cs typeface="Calibri"/>
              </a:rPr>
              <a:t> is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superkey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R.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6519" y="2859161"/>
            <a:ext cx="7878962" cy="34367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88516" y="731148"/>
            <a:ext cx="10058400" cy="705962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b="1" dirty="0"/>
              <a:t>Decomposition</a:t>
            </a:r>
            <a:r>
              <a:rPr b="1" spc="-180" dirty="0"/>
              <a:t> </a:t>
            </a:r>
            <a:r>
              <a:rPr b="1" dirty="0"/>
              <a:t>of</a:t>
            </a:r>
            <a:r>
              <a:rPr b="1" spc="-145" dirty="0"/>
              <a:t> </a:t>
            </a:r>
            <a:r>
              <a:rPr b="1" spc="-45" dirty="0"/>
              <a:t>Relations</a:t>
            </a:r>
            <a:r>
              <a:rPr b="1" spc="-160" dirty="0"/>
              <a:t> </a:t>
            </a:r>
            <a:r>
              <a:rPr b="1" dirty="0"/>
              <a:t>not</a:t>
            </a:r>
            <a:r>
              <a:rPr b="1" spc="-160" dirty="0"/>
              <a:t> </a:t>
            </a:r>
            <a:r>
              <a:rPr b="1" spc="-25" dirty="0"/>
              <a:t>in </a:t>
            </a:r>
            <a:r>
              <a:rPr b="1" spc="-20" dirty="0"/>
              <a:t>BCNF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7716" y="1820722"/>
            <a:ext cx="4015112" cy="382638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41781" y="3908357"/>
            <a:ext cx="4350473" cy="29302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z="2000" b="1" dirty="0">
                <a:latin typeface="Arial MT"/>
                <a:cs typeface="Arial MT"/>
              </a:rPr>
              <a:t>FD2:</a:t>
            </a:r>
            <a:r>
              <a:rPr b="1" dirty="0">
                <a:latin typeface="Arial MT"/>
                <a:cs typeface="Arial MT"/>
              </a:rPr>
              <a:t>14</a:t>
            </a:r>
            <a:r>
              <a:rPr b="1" spc="-3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 MT"/>
                <a:cs typeface="Arial MT"/>
              </a:rPr>
              <a:t>Instructor</a:t>
            </a:r>
            <a:r>
              <a:rPr lang="en-US" sz="2000" b="1" spc="-10" dirty="0">
                <a:latin typeface="Arial MT"/>
                <a:cs typeface="Arial MT"/>
              </a:rPr>
              <a:t>             Course</a:t>
            </a:r>
            <a:endParaRPr sz="2000" b="1" dirty="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39437" y="3657713"/>
            <a:ext cx="427355" cy="76200"/>
          </a:xfrm>
          <a:custGeom>
            <a:avLst/>
            <a:gdLst/>
            <a:ahLst/>
            <a:cxnLst/>
            <a:rect l="l" t="t" r="r" b="b"/>
            <a:pathLst>
              <a:path w="427354" h="76200">
                <a:moveTo>
                  <a:pt x="351789" y="0"/>
                </a:moveTo>
                <a:lnTo>
                  <a:pt x="350889" y="31766"/>
                </a:lnTo>
                <a:lnTo>
                  <a:pt x="363600" y="32131"/>
                </a:lnTo>
                <a:lnTo>
                  <a:pt x="363219" y="44831"/>
                </a:lnTo>
                <a:lnTo>
                  <a:pt x="350519" y="44831"/>
                </a:lnTo>
                <a:lnTo>
                  <a:pt x="349630" y="76200"/>
                </a:lnTo>
                <a:lnTo>
                  <a:pt x="417024" y="44831"/>
                </a:lnTo>
                <a:lnTo>
                  <a:pt x="363219" y="44831"/>
                </a:lnTo>
                <a:lnTo>
                  <a:pt x="350530" y="44467"/>
                </a:lnTo>
                <a:lnTo>
                  <a:pt x="417806" y="44467"/>
                </a:lnTo>
                <a:lnTo>
                  <a:pt x="426847" y="40259"/>
                </a:lnTo>
                <a:lnTo>
                  <a:pt x="351789" y="0"/>
                </a:lnTo>
                <a:close/>
              </a:path>
              <a:path w="427354" h="76200">
                <a:moveTo>
                  <a:pt x="350889" y="31766"/>
                </a:moveTo>
                <a:lnTo>
                  <a:pt x="350530" y="44467"/>
                </a:lnTo>
                <a:lnTo>
                  <a:pt x="363219" y="44831"/>
                </a:lnTo>
                <a:lnTo>
                  <a:pt x="363600" y="32131"/>
                </a:lnTo>
                <a:lnTo>
                  <a:pt x="350889" y="31766"/>
                </a:lnTo>
                <a:close/>
              </a:path>
              <a:path w="427354" h="76200">
                <a:moveTo>
                  <a:pt x="253" y="21717"/>
                </a:moveTo>
                <a:lnTo>
                  <a:pt x="0" y="34417"/>
                </a:lnTo>
                <a:lnTo>
                  <a:pt x="350530" y="44467"/>
                </a:lnTo>
                <a:lnTo>
                  <a:pt x="350889" y="31766"/>
                </a:lnTo>
                <a:lnTo>
                  <a:pt x="253" y="2171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341308" y="4054871"/>
            <a:ext cx="427355" cy="76200"/>
          </a:xfrm>
          <a:custGeom>
            <a:avLst/>
            <a:gdLst/>
            <a:ahLst/>
            <a:cxnLst/>
            <a:rect l="l" t="t" r="r" b="b"/>
            <a:pathLst>
              <a:path w="427355" h="76200">
                <a:moveTo>
                  <a:pt x="351789" y="0"/>
                </a:moveTo>
                <a:lnTo>
                  <a:pt x="350889" y="31766"/>
                </a:lnTo>
                <a:lnTo>
                  <a:pt x="363600" y="32131"/>
                </a:lnTo>
                <a:lnTo>
                  <a:pt x="363219" y="44831"/>
                </a:lnTo>
                <a:lnTo>
                  <a:pt x="350519" y="44831"/>
                </a:lnTo>
                <a:lnTo>
                  <a:pt x="349631" y="76200"/>
                </a:lnTo>
                <a:lnTo>
                  <a:pt x="417024" y="44831"/>
                </a:lnTo>
                <a:lnTo>
                  <a:pt x="363219" y="44831"/>
                </a:lnTo>
                <a:lnTo>
                  <a:pt x="350530" y="44467"/>
                </a:lnTo>
                <a:lnTo>
                  <a:pt x="417806" y="44467"/>
                </a:lnTo>
                <a:lnTo>
                  <a:pt x="426846" y="40259"/>
                </a:lnTo>
                <a:lnTo>
                  <a:pt x="351789" y="0"/>
                </a:lnTo>
                <a:close/>
              </a:path>
              <a:path w="427355" h="76200">
                <a:moveTo>
                  <a:pt x="350889" y="31766"/>
                </a:moveTo>
                <a:lnTo>
                  <a:pt x="350530" y="44467"/>
                </a:lnTo>
                <a:lnTo>
                  <a:pt x="363219" y="44831"/>
                </a:lnTo>
                <a:lnTo>
                  <a:pt x="363600" y="32131"/>
                </a:lnTo>
                <a:lnTo>
                  <a:pt x="350889" y="31766"/>
                </a:lnTo>
                <a:close/>
              </a:path>
              <a:path w="427355" h="76200">
                <a:moveTo>
                  <a:pt x="253" y="21716"/>
                </a:moveTo>
                <a:lnTo>
                  <a:pt x="0" y="34416"/>
                </a:lnTo>
                <a:lnTo>
                  <a:pt x="350530" y="44467"/>
                </a:lnTo>
                <a:lnTo>
                  <a:pt x="350889" y="31766"/>
                </a:lnTo>
                <a:lnTo>
                  <a:pt x="253" y="2171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34D119-EE8B-1541-207D-970514F9AA13}"/>
              </a:ext>
            </a:extLst>
          </p:cNvPr>
          <p:cNvSpPr txBox="1"/>
          <p:nvPr/>
        </p:nvSpPr>
        <p:spPr>
          <a:xfrm>
            <a:off x="846161" y="3483269"/>
            <a:ext cx="658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MT"/>
                <a:cs typeface="Arial MT"/>
              </a:rPr>
              <a:t>FD1:</a:t>
            </a:r>
            <a:r>
              <a:rPr lang="en-US" sz="2000" b="1" spc="-20" dirty="0">
                <a:latin typeface="Arial MT"/>
                <a:cs typeface="Arial MT"/>
              </a:rPr>
              <a:t> </a:t>
            </a:r>
            <a:r>
              <a:rPr lang="en-US" sz="2000" b="1" dirty="0">
                <a:latin typeface="Arial MT"/>
                <a:cs typeface="Arial MT"/>
              </a:rPr>
              <a:t>{Student,</a:t>
            </a:r>
            <a:r>
              <a:rPr lang="en-US" sz="2000" b="1" spc="-15" dirty="0">
                <a:latin typeface="Arial MT"/>
                <a:cs typeface="Arial MT"/>
              </a:rPr>
              <a:t> </a:t>
            </a:r>
            <a:r>
              <a:rPr lang="en-US" sz="2000" b="1" spc="-10" dirty="0">
                <a:latin typeface="Arial MT"/>
                <a:cs typeface="Arial MT"/>
              </a:rPr>
              <a:t>Course}         Instructor</a:t>
            </a:r>
            <a:endParaRPr lang="en-US" sz="20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03B45-8C6C-AE90-C14E-022FF7F3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DC8D6E6B-EDF6-CC3E-F77A-2828304658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4711" y="540938"/>
            <a:ext cx="10058400" cy="714555"/>
          </a:xfrm>
          <a:prstGeom prst="rect">
            <a:avLst/>
          </a:prstGeom>
        </p:spPr>
        <p:txBody>
          <a:bodyPr vert="horz" wrap="square" lIns="0" tIns="89535" rIns="0" bIns="0" rtlCol="0" anchor="b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800" b="1" dirty="0"/>
              <a:t>Decomposition</a:t>
            </a:r>
            <a:r>
              <a:rPr sz="4800" b="1" spc="-180" dirty="0"/>
              <a:t> </a:t>
            </a:r>
            <a:r>
              <a:rPr sz="4800" b="1" dirty="0"/>
              <a:t>of</a:t>
            </a:r>
            <a:r>
              <a:rPr sz="4800" b="1" spc="-145" dirty="0"/>
              <a:t> </a:t>
            </a:r>
            <a:r>
              <a:rPr sz="4800" b="1" spc="-45" dirty="0"/>
              <a:t>Relations</a:t>
            </a:r>
            <a:r>
              <a:rPr sz="4800" b="1" spc="-160" dirty="0"/>
              <a:t> </a:t>
            </a:r>
            <a:r>
              <a:rPr sz="4800" b="1" dirty="0"/>
              <a:t>not</a:t>
            </a:r>
            <a:r>
              <a:rPr sz="4800" b="1" spc="-160" dirty="0"/>
              <a:t> </a:t>
            </a:r>
            <a:r>
              <a:rPr sz="4800" b="1" spc="-25" dirty="0"/>
              <a:t>in </a:t>
            </a:r>
            <a:r>
              <a:rPr sz="4800" b="1" spc="-20" dirty="0"/>
              <a:t>BCNF</a:t>
            </a:r>
          </a:p>
        </p:txBody>
      </p:sp>
      <p:pic>
        <p:nvPicPr>
          <p:cNvPr id="10" name="object 10">
            <a:extLst>
              <a:ext uri="{FF2B5EF4-FFF2-40B4-BE49-F238E27FC236}">
                <a16:creationId xmlns:a16="http://schemas.microsoft.com/office/drawing/2014/main" id="{8A9B14B8-346F-B656-46E1-E5CD0C5A67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7716" y="1820722"/>
            <a:ext cx="4015112" cy="3826381"/>
          </a:xfrm>
          <a:prstGeom prst="rect">
            <a:avLst/>
          </a:prstGeom>
        </p:spPr>
      </p:pic>
      <p:sp>
        <p:nvSpPr>
          <p:cNvPr id="11" name="object 11">
            <a:extLst>
              <a:ext uri="{FF2B5EF4-FFF2-40B4-BE49-F238E27FC236}">
                <a16:creationId xmlns:a16="http://schemas.microsoft.com/office/drawing/2014/main" id="{1D7489CF-C130-D2B2-B495-5DCDC1A6A169}"/>
              </a:ext>
            </a:extLst>
          </p:cNvPr>
          <p:cNvSpPr txBox="1"/>
          <p:nvPr/>
        </p:nvSpPr>
        <p:spPr>
          <a:xfrm>
            <a:off x="1041781" y="3908357"/>
            <a:ext cx="4350473" cy="293029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2140"/>
              </a:lnSpc>
              <a:spcBef>
                <a:spcPts val="185"/>
              </a:spcBef>
            </a:pPr>
            <a:r>
              <a:rPr sz="2000" b="1" dirty="0">
                <a:latin typeface="Arial MT"/>
                <a:cs typeface="Arial MT"/>
              </a:rPr>
              <a:t>FD2:</a:t>
            </a:r>
            <a:r>
              <a:rPr b="1" dirty="0">
                <a:latin typeface="Arial MT"/>
                <a:cs typeface="Arial MT"/>
              </a:rPr>
              <a:t>14</a:t>
            </a:r>
            <a:r>
              <a:rPr b="1" spc="-30" dirty="0">
                <a:latin typeface="Arial MT"/>
                <a:cs typeface="Arial MT"/>
              </a:rPr>
              <a:t> </a:t>
            </a:r>
            <a:r>
              <a:rPr sz="2000" b="1" spc="-10" dirty="0">
                <a:latin typeface="Arial MT"/>
                <a:cs typeface="Arial MT"/>
              </a:rPr>
              <a:t>Instructor</a:t>
            </a:r>
            <a:r>
              <a:rPr lang="en-US" sz="2000" b="1" spc="-10" dirty="0">
                <a:latin typeface="Arial MT"/>
                <a:cs typeface="Arial MT"/>
              </a:rPr>
              <a:t>             Course</a:t>
            </a:r>
            <a:endParaRPr sz="2000" b="1" dirty="0">
              <a:latin typeface="Arial MT"/>
              <a:cs typeface="Arial MT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FCEADDD-27D3-76ED-2C1A-AFB4A2B78D24}"/>
              </a:ext>
            </a:extLst>
          </p:cNvPr>
          <p:cNvSpPr/>
          <p:nvPr/>
        </p:nvSpPr>
        <p:spPr>
          <a:xfrm>
            <a:off x="3839437" y="3657713"/>
            <a:ext cx="427355" cy="76200"/>
          </a:xfrm>
          <a:custGeom>
            <a:avLst/>
            <a:gdLst/>
            <a:ahLst/>
            <a:cxnLst/>
            <a:rect l="l" t="t" r="r" b="b"/>
            <a:pathLst>
              <a:path w="427354" h="76200">
                <a:moveTo>
                  <a:pt x="351789" y="0"/>
                </a:moveTo>
                <a:lnTo>
                  <a:pt x="350889" y="31766"/>
                </a:lnTo>
                <a:lnTo>
                  <a:pt x="363600" y="32131"/>
                </a:lnTo>
                <a:lnTo>
                  <a:pt x="363219" y="44831"/>
                </a:lnTo>
                <a:lnTo>
                  <a:pt x="350519" y="44831"/>
                </a:lnTo>
                <a:lnTo>
                  <a:pt x="349630" y="76200"/>
                </a:lnTo>
                <a:lnTo>
                  <a:pt x="417024" y="44831"/>
                </a:lnTo>
                <a:lnTo>
                  <a:pt x="363219" y="44831"/>
                </a:lnTo>
                <a:lnTo>
                  <a:pt x="350530" y="44467"/>
                </a:lnTo>
                <a:lnTo>
                  <a:pt x="417806" y="44467"/>
                </a:lnTo>
                <a:lnTo>
                  <a:pt x="426847" y="40259"/>
                </a:lnTo>
                <a:lnTo>
                  <a:pt x="351789" y="0"/>
                </a:lnTo>
                <a:close/>
              </a:path>
              <a:path w="427354" h="76200">
                <a:moveTo>
                  <a:pt x="350889" y="31766"/>
                </a:moveTo>
                <a:lnTo>
                  <a:pt x="350530" y="44467"/>
                </a:lnTo>
                <a:lnTo>
                  <a:pt x="363219" y="44831"/>
                </a:lnTo>
                <a:lnTo>
                  <a:pt x="363600" y="32131"/>
                </a:lnTo>
                <a:lnTo>
                  <a:pt x="350889" y="31766"/>
                </a:lnTo>
                <a:close/>
              </a:path>
              <a:path w="427354" h="76200">
                <a:moveTo>
                  <a:pt x="253" y="21717"/>
                </a:moveTo>
                <a:lnTo>
                  <a:pt x="0" y="34417"/>
                </a:lnTo>
                <a:lnTo>
                  <a:pt x="350530" y="44467"/>
                </a:lnTo>
                <a:lnTo>
                  <a:pt x="350889" y="31766"/>
                </a:lnTo>
                <a:lnTo>
                  <a:pt x="253" y="21717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85EADC0-2F51-69BF-BC4B-F835A3B162C5}"/>
              </a:ext>
            </a:extLst>
          </p:cNvPr>
          <p:cNvSpPr/>
          <p:nvPr/>
        </p:nvSpPr>
        <p:spPr>
          <a:xfrm>
            <a:off x="3341308" y="4054871"/>
            <a:ext cx="427355" cy="76200"/>
          </a:xfrm>
          <a:custGeom>
            <a:avLst/>
            <a:gdLst/>
            <a:ahLst/>
            <a:cxnLst/>
            <a:rect l="l" t="t" r="r" b="b"/>
            <a:pathLst>
              <a:path w="427355" h="76200">
                <a:moveTo>
                  <a:pt x="351789" y="0"/>
                </a:moveTo>
                <a:lnTo>
                  <a:pt x="350889" y="31766"/>
                </a:lnTo>
                <a:lnTo>
                  <a:pt x="363600" y="32131"/>
                </a:lnTo>
                <a:lnTo>
                  <a:pt x="363219" y="44831"/>
                </a:lnTo>
                <a:lnTo>
                  <a:pt x="350519" y="44831"/>
                </a:lnTo>
                <a:lnTo>
                  <a:pt x="349631" y="76200"/>
                </a:lnTo>
                <a:lnTo>
                  <a:pt x="417024" y="44831"/>
                </a:lnTo>
                <a:lnTo>
                  <a:pt x="363219" y="44831"/>
                </a:lnTo>
                <a:lnTo>
                  <a:pt x="350530" y="44467"/>
                </a:lnTo>
                <a:lnTo>
                  <a:pt x="417806" y="44467"/>
                </a:lnTo>
                <a:lnTo>
                  <a:pt x="426846" y="40259"/>
                </a:lnTo>
                <a:lnTo>
                  <a:pt x="351789" y="0"/>
                </a:lnTo>
                <a:close/>
              </a:path>
              <a:path w="427355" h="76200">
                <a:moveTo>
                  <a:pt x="350889" y="31766"/>
                </a:moveTo>
                <a:lnTo>
                  <a:pt x="350530" y="44467"/>
                </a:lnTo>
                <a:lnTo>
                  <a:pt x="363219" y="44831"/>
                </a:lnTo>
                <a:lnTo>
                  <a:pt x="363600" y="32131"/>
                </a:lnTo>
                <a:lnTo>
                  <a:pt x="350889" y="31766"/>
                </a:lnTo>
                <a:close/>
              </a:path>
              <a:path w="427355" h="76200">
                <a:moveTo>
                  <a:pt x="253" y="21716"/>
                </a:moveTo>
                <a:lnTo>
                  <a:pt x="0" y="34416"/>
                </a:lnTo>
                <a:lnTo>
                  <a:pt x="350530" y="44467"/>
                </a:lnTo>
                <a:lnTo>
                  <a:pt x="350889" y="31766"/>
                </a:lnTo>
                <a:lnTo>
                  <a:pt x="253" y="21716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C5C6E-87E6-8EFF-5210-FFA36727C01C}"/>
              </a:ext>
            </a:extLst>
          </p:cNvPr>
          <p:cNvSpPr txBox="1"/>
          <p:nvPr/>
        </p:nvSpPr>
        <p:spPr>
          <a:xfrm>
            <a:off x="846161" y="3483269"/>
            <a:ext cx="65837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 MT"/>
                <a:cs typeface="Arial MT"/>
              </a:rPr>
              <a:t>FD1:</a:t>
            </a:r>
            <a:r>
              <a:rPr lang="en-US" sz="2000" b="1" spc="-20" dirty="0">
                <a:latin typeface="Arial MT"/>
                <a:cs typeface="Arial MT"/>
              </a:rPr>
              <a:t> </a:t>
            </a:r>
            <a:r>
              <a:rPr lang="en-US" sz="2000" b="1" dirty="0">
                <a:latin typeface="Arial MT"/>
                <a:cs typeface="Arial MT"/>
              </a:rPr>
              <a:t>{Student,</a:t>
            </a:r>
            <a:r>
              <a:rPr lang="en-US" sz="2000" b="1" spc="-15" dirty="0">
                <a:latin typeface="Arial MT"/>
                <a:cs typeface="Arial MT"/>
              </a:rPr>
              <a:t> </a:t>
            </a:r>
            <a:r>
              <a:rPr lang="en-US" sz="2000" b="1" spc="-10" dirty="0">
                <a:latin typeface="Arial MT"/>
                <a:cs typeface="Arial MT"/>
              </a:rPr>
              <a:t>Course}         Instructor</a:t>
            </a:r>
            <a:endParaRPr lang="en-US" sz="2000" b="1" dirty="0"/>
          </a:p>
        </p:txBody>
      </p:sp>
      <p:sp>
        <p:nvSpPr>
          <p:cNvPr id="2" name="object 3"/>
          <p:cNvSpPr txBox="1"/>
          <p:nvPr/>
        </p:nvSpPr>
        <p:spPr>
          <a:xfrm>
            <a:off x="1041781" y="4625883"/>
            <a:ext cx="3876675" cy="130365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2700">
              <a:spcBef>
                <a:spcPts val="430"/>
              </a:spcBef>
            </a:pPr>
            <a:r>
              <a:rPr sz="2800" b="1" spc="-10" dirty="0">
                <a:latin typeface="Calibri"/>
                <a:cs typeface="Calibri"/>
              </a:rPr>
              <a:t>Normalized</a:t>
            </a:r>
            <a:r>
              <a:rPr sz="2800" b="1" spc="-9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Relations:</a:t>
            </a:r>
            <a:endParaRPr sz="2800" dirty="0">
              <a:latin typeface="Calibri"/>
              <a:cs typeface="Calibri"/>
            </a:endParaRPr>
          </a:p>
          <a:p>
            <a:pPr marL="12700" marR="5080">
              <a:lnSpc>
                <a:spcPts val="2690"/>
              </a:lnSpc>
              <a:spcBef>
                <a:spcPts val="975"/>
              </a:spcBef>
            </a:pPr>
            <a:r>
              <a:rPr sz="2800" dirty="0">
                <a:latin typeface="Calibri"/>
                <a:cs typeface="Calibri"/>
              </a:rPr>
              <a:t>R1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(Instructor,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Course)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R2(Instructor,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Student)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6309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81000"/>
            <a:ext cx="9144000" cy="409651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059" y="4890291"/>
            <a:ext cx="10112991" cy="5407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81000"/>
            <a:ext cx="914400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1593" y="423131"/>
            <a:ext cx="6388814" cy="30058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8149" y="3960865"/>
            <a:ext cx="7637560" cy="199567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1917" y="623442"/>
            <a:ext cx="39693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Second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Normal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Form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(2NF)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1065276"/>
            <a:ext cx="9144000" cy="92811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21916" y="2026997"/>
            <a:ext cx="36296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Third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Normal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Form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(3NF)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7831" y="2705893"/>
            <a:ext cx="8372845" cy="98138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21917" y="3775329"/>
            <a:ext cx="5003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Boyce–Codd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Normal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Form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(BCNF)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76983" y="4286388"/>
            <a:ext cx="4027558" cy="19757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7573" y="5099792"/>
            <a:ext cx="4003580" cy="3553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43180" y="1142981"/>
            <a:ext cx="6353528" cy="43430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1967</TotalTime>
  <Words>656</Words>
  <Application>Microsoft Office PowerPoint</Application>
  <PresentationFormat>Widescreen</PresentationFormat>
  <Paragraphs>69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Arial MT</vt:lpstr>
      <vt:lpstr>Calibri</vt:lpstr>
      <vt:lpstr>Calibri Light</vt:lpstr>
      <vt:lpstr>Tahoma</vt:lpstr>
      <vt:lpstr>Times New Roman</vt:lpstr>
      <vt:lpstr>Retrospect</vt:lpstr>
      <vt:lpstr> Database Systems</vt:lpstr>
      <vt:lpstr>Second Normal Form</vt:lpstr>
      <vt:lpstr>Second Normal Form</vt:lpstr>
      <vt:lpstr>PowerPoint Presentation</vt:lpstr>
      <vt:lpstr>PowerPoint Presentation</vt:lpstr>
      <vt:lpstr>Normalize this table upto 3nf</vt:lpstr>
      <vt:lpstr>Example Transitive Dependency</vt:lpstr>
      <vt:lpstr>Third Normal Form</vt:lpstr>
      <vt:lpstr>Third Normal Form</vt:lpstr>
      <vt:lpstr>PowerPoint Presentation</vt:lpstr>
      <vt:lpstr>Boyce-Codd Normal Form</vt:lpstr>
      <vt:lpstr>Decomposition of Relations not in BCNF</vt:lpstr>
      <vt:lpstr>Decomposition of Relations not in BCNF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46</cp:revision>
  <dcterms:created xsi:type="dcterms:W3CDTF">2024-08-09T06:58:16Z</dcterms:created>
  <dcterms:modified xsi:type="dcterms:W3CDTF">2024-10-13T09:06:50Z</dcterms:modified>
</cp:coreProperties>
</file>