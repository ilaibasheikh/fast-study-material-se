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g"/>
  <Override PartName="/ppt/media/image4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70" r:id="rId3"/>
    <p:sldId id="273" r:id="rId4"/>
    <p:sldId id="274" r:id="rId5"/>
    <p:sldId id="275" r:id="rId6"/>
    <p:sldId id="276" r:id="rId7"/>
    <p:sldId id="296" r:id="rId8"/>
    <p:sldId id="307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8" r:id="rId17"/>
    <p:sldId id="309" r:id="rId18"/>
    <p:sldId id="304" r:id="rId19"/>
    <p:sldId id="305" r:id="rId20"/>
    <p:sldId id="310" r:id="rId21"/>
    <p:sldId id="30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C00DA4-6F9F-4A83-996B-9231DC603249}" v="25" dt="2024-10-27T08:26:56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1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18B0CDA4-F1C6-4A2D-A27C-52286B3C7AD7}"/>
    <pc:docChg chg="custSel addSld delSld modSld sldOrd">
      <pc:chgData name="Ms Alina Arshad" userId="cccdfd85-d35d-4453-9c6f-a463aae40722" providerId="ADAL" clId="{18B0CDA4-F1C6-4A2D-A27C-52286B3C7AD7}" dt="2024-10-21T09:01:48.458" v="105" actId="20577"/>
      <pc:docMkLst>
        <pc:docMk/>
      </pc:docMkLst>
      <pc:sldChg chg="modSp mod">
        <pc:chgData name="Ms Alina Arshad" userId="cccdfd85-d35d-4453-9c6f-a463aae40722" providerId="ADAL" clId="{18B0CDA4-F1C6-4A2D-A27C-52286B3C7AD7}" dt="2024-10-21T09:01:48.458" v="105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8B0CDA4-F1C6-4A2D-A27C-52286B3C7AD7}" dt="2024-10-21T09:01:48.458" v="105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add mod">
        <pc:chgData name="Ms Alina Arshad" userId="cccdfd85-d35d-4453-9c6f-a463aae40722" providerId="ADAL" clId="{18B0CDA4-F1C6-4A2D-A27C-52286B3C7AD7}" dt="2024-10-21T08:48:03.608" v="102" actId="20577"/>
        <pc:sldMkLst>
          <pc:docMk/>
          <pc:sldMk cId="0" sldId="262"/>
        </pc:sldMkLst>
        <pc:spChg chg="mod">
          <ac:chgData name="Ms Alina Arshad" userId="cccdfd85-d35d-4453-9c6f-a463aae40722" providerId="ADAL" clId="{18B0CDA4-F1C6-4A2D-A27C-52286B3C7AD7}" dt="2024-10-21T08:47:47.282" v="9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8:03.608" v="10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18B0CDA4-F1C6-4A2D-A27C-52286B3C7AD7}" dt="2024-10-21T03:50:06.316" v="0" actId="1076"/>
        <pc:sldMkLst>
          <pc:docMk/>
          <pc:sldMk cId="0" sldId="273"/>
        </pc:sldMkLst>
        <pc:picChg chg="mod">
          <ac:chgData name="Ms Alina Arshad" userId="cccdfd85-d35d-4453-9c6f-a463aae40722" providerId="ADAL" clId="{18B0CDA4-F1C6-4A2D-A27C-52286B3C7AD7}" dt="2024-10-21T03:50:06.316" v="0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">
        <pc:chgData name="Ms Alina Arshad" userId="cccdfd85-d35d-4453-9c6f-a463aae40722" providerId="ADAL" clId="{18B0CDA4-F1C6-4A2D-A27C-52286B3C7AD7}" dt="2024-10-21T08:00:55.288" v="2" actId="47"/>
        <pc:sldMkLst>
          <pc:docMk/>
          <pc:sldMk cId="0" sldId="275"/>
        </pc:sldMkLst>
      </pc:sldChg>
      <pc:sldChg chg="modSp del mod">
        <pc:chgData name="Ms Alina Arshad" userId="cccdfd85-d35d-4453-9c6f-a463aae40722" providerId="ADAL" clId="{18B0CDA4-F1C6-4A2D-A27C-52286B3C7AD7}" dt="2024-10-21T08:00:56.132" v="3" actId="47"/>
        <pc:sldMkLst>
          <pc:docMk/>
          <pc:sldMk cId="0" sldId="276"/>
        </pc:sldMkLst>
        <pc:spChg chg="mod">
          <ac:chgData name="Ms Alina Arshad" userId="cccdfd85-d35d-4453-9c6f-a463aae40722" providerId="ADAL" clId="{18B0CDA4-F1C6-4A2D-A27C-52286B3C7AD7}" dt="2024-10-21T07:58:57.353" v="1" actId="20577"/>
          <ac:spMkLst>
            <pc:docMk/>
            <pc:sldMk cId="0" sldId="27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18B0CDA4-F1C6-4A2D-A27C-52286B3C7AD7}" dt="2024-10-21T08:00:56.819" v="4" actId="47"/>
        <pc:sldMkLst>
          <pc:docMk/>
          <pc:sldMk cId="0" sldId="277"/>
        </pc:sldMkLst>
      </pc:sldChg>
      <pc:sldChg chg="del">
        <pc:chgData name="Ms Alina Arshad" userId="cccdfd85-d35d-4453-9c6f-a463aae40722" providerId="ADAL" clId="{18B0CDA4-F1C6-4A2D-A27C-52286B3C7AD7}" dt="2024-10-21T08:00:58.803" v="5" actId="47"/>
        <pc:sldMkLst>
          <pc:docMk/>
          <pc:sldMk cId="0" sldId="278"/>
        </pc:sldMkLst>
      </pc:sldChg>
      <pc:sldChg chg="modSp add mod ord">
        <pc:chgData name="Ms Alina Arshad" userId="cccdfd85-d35d-4453-9c6f-a463aae40722" providerId="ADAL" clId="{18B0CDA4-F1C6-4A2D-A27C-52286B3C7AD7}" dt="2024-10-21T08:43:13.970" v="35"/>
        <pc:sldMkLst>
          <pc:docMk/>
          <pc:sldMk cId="0" sldId="280"/>
        </pc:sldMkLst>
        <pc:spChg chg="mod">
          <ac:chgData name="Ms Alina Arshad" userId="cccdfd85-d35d-4453-9c6f-a463aae40722" providerId="ADAL" clId="{18B0CDA4-F1C6-4A2D-A27C-52286B3C7AD7}" dt="2024-10-21T08:42:28.934" v="13" actId="113"/>
          <ac:spMkLst>
            <pc:docMk/>
            <pc:sldMk cId="0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3:02.926" v="26" actId="1076"/>
          <ac:spMkLst>
            <pc:docMk/>
            <pc:sldMk cId="0" sldId="280"/>
            <ac:spMk id="3" creationId="{00000000-0000-0000-0000-000000000000}"/>
          </ac:spMkLst>
        </pc:spChg>
        <pc:picChg chg="mod modCrop">
          <ac:chgData name="Ms Alina Arshad" userId="cccdfd85-d35d-4453-9c6f-a463aae40722" providerId="ADAL" clId="{18B0CDA4-F1C6-4A2D-A27C-52286B3C7AD7}" dt="2024-10-21T08:43:04.613" v="27" actId="1076"/>
          <ac:picMkLst>
            <pc:docMk/>
            <pc:sldMk cId="0" sldId="280"/>
            <ac:picMk id="4" creationId="{00000000-0000-0000-0000-000000000000}"/>
          </ac:picMkLst>
        </pc:picChg>
      </pc:sldChg>
      <pc:sldChg chg="addSp modSp add mod">
        <pc:chgData name="Ms Alina Arshad" userId="cccdfd85-d35d-4453-9c6f-a463aae40722" providerId="ADAL" clId="{18B0CDA4-F1C6-4A2D-A27C-52286B3C7AD7}" dt="2024-10-21T08:45:11.338" v="56" actId="14100"/>
        <pc:sldMkLst>
          <pc:docMk/>
          <pc:sldMk cId="0" sldId="281"/>
        </pc:sldMkLst>
        <pc:spChg chg="mod">
          <ac:chgData name="Ms Alina Arshad" userId="cccdfd85-d35d-4453-9c6f-a463aae40722" providerId="ADAL" clId="{18B0CDA4-F1C6-4A2D-A27C-52286B3C7AD7}" dt="2024-10-21T08:44:33.222" v="44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5:02.543" v="53" actId="21"/>
          <ac:spMkLst>
            <pc:docMk/>
            <pc:sldMk cId="0" sldId="281"/>
            <ac:spMk id="5" creationId="{00000000-0000-0000-0000-000000000000}"/>
          </ac:spMkLst>
        </pc:spChg>
        <pc:spChg chg="add mod">
          <ac:chgData name="Ms Alina Arshad" userId="cccdfd85-d35d-4453-9c6f-a463aae40722" providerId="ADAL" clId="{18B0CDA4-F1C6-4A2D-A27C-52286B3C7AD7}" dt="2024-10-21T08:45:11.338" v="56" actId="14100"/>
          <ac:spMkLst>
            <pc:docMk/>
            <pc:sldMk cId="0" sldId="281"/>
            <ac:spMk id="7" creationId="{ECECE344-5F93-41C3-0E5E-27047EDD8D5A}"/>
          </ac:spMkLst>
        </pc:spChg>
        <pc:graphicFrameChg chg="mod modGraphic">
          <ac:chgData name="Ms Alina Arshad" userId="cccdfd85-d35d-4453-9c6f-a463aae40722" providerId="ADAL" clId="{18B0CDA4-F1C6-4A2D-A27C-52286B3C7AD7}" dt="2024-10-21T08:44:39.674" v="46" actId="1076"/>
          <ac:graphicFrameMkLst>
            <pc:docMk/>
            <pc:sldMk cId="0" sldId="281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18B0CDA4-F1C6-4A2D-A27C-52286B3C7AD7}" dt="2024-10-21T08:44:29.442" v="42" actId="1076"/>
          <ac:graphicFrameMkLst>
            <pc:docMk/>
            <pc:sldMk cId="0" sldId="281"/>
            <ac:graphicFrameMk id="4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18B0CDA4-F1C6-4A2D-A27C-52286B3C7AD7}" dt="2024-10-21T08:46:34.288" v="79" actId="207"/>
        <pc:sldMkLst>
          <pc:docMk/>
          <pc:sldMk cId="0" sldId="282"/>
        </pc:sldMkLst>
        <pc:spChg chg="mod">
          <ac:chgData name="Ms Alina Arshad" userId="cccdfd85-d35d-4453-9c6f-a463aae40722" providerId="ADAL" clId="{18B0CDA4-F1C6-4A2D-A27C-52286B3C7AD7}" dt="2024-10-21T08:46:10.387" v="68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17.105" v="70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0.539" v="78" actId="1410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4.288" v="79" actId="207"/>
          <ac:spMkLst>
            <pc:docMk/>
            <pc:sldMk cId="0" sldId="282"/>
            <ac:spMk id="7" creationId="{00000000-0000-0000-0000-000000000000}"/>
          </ac:spMkLst>
        </pc:spChg>
        <pc:graphicFrameChg chg="mod">
          <ac:chgData name="Ms Alina Arshad" userId="cccdfd85-d35d-4453-9c6f-a463aae40722" providerId="ADAL" clId="{18B0CDA4-F1C6-4A2D-A27C-52286B3C7AD7}" dt="2024-10-21T08:46:12.668" v="69" actId="1076"/>
          <ac:graphicFrameMkLst>
            <pc:docMk/>
            <pc:sldMk cId="0" sldId="282"/>
            <ac:graphicFrameMk id="3" creationId="{00000000-0000-0000-0000-000000000000}"/>
          </ac:graphicFrameMkLst>
        </pc:graphicFrameChg>
        <pc:graphicFrameChg chg="mod">
          <ac:chgData name="Ms Alina Arshad" userId="cccdfd85-d35d-4453-9c6f-a463aae40722" providerId="ADAL" clId="{18B0CDA4-F1C6-4A2D-A27C-52286B3C7AD7}" dt="2024-10-21T08:46:17.558" v="71" actId="1076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7T14:53:18.370" v="664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6T13:07:38.994" v="580" actId="103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6T13:07:38.994" v="580" actId="103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6T13:07:28.261" v="566" actId="1035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6T15:28:43.114" v="596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28:37.471" v="595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6T15:28:43.114" v="596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6T15:28:23.862" v="592" actId="1076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6T15:28:27.139" v="593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6T15:32:58.563" v="607" actId="15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2:58.563" v="607" actId="15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6T15:34:44.095" v="614" actId="20577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4:44.095" v="61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7:03.560" v="61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7:03.560" v="618" actId="20577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9:12.046" v="634" actId="20577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9:12.046" v="634" actId="20577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7T14:50:11.823" v="641" actId="20577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11.823" v="641" actId="20577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7T14:50:44.500" v="647" actId="20577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44.500" v="647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1:38.980" v="655" actId="113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7T14:51:38.980" v="655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1:30.715" v="654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3:18.370" v="664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3:18.370" v="664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9854E9E9-FCEA-46BD-B550-110177B9E80F}"/>
    <pc:docChg chg="undo custSel addSld delSld modSld">
      <pc:chgData name="Ms Alina Arshad" userId="cccdfd85-d35d-4453-9c6f-a463aae40722" providerId="ADAL" clId="{9854E9E9-FCEA-46BD-B550-110177B9E80F}" dt="2024-10-20T11:28:12.977" v="1172" actId="20577"/>
      <pc:docMkLst>
        <pc:docMk/>
      </pc:docMkLst>
      <pc:sldChg chg="modSp mod">
        <pc:chgData name="Ms Alina Arshad" userId="cccdfd85-d35d-4453-9c6f-a463aae40722" providerId="ADAL" clId="{9854E9E9-FCEA-46BD-B550-110177B9E80F}" dt="2024-10-19T07:31:56.186" v="30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854E9E9-FCEA-46BD-B550-110177B9E80F}" dt="2024-10-19T07:31:56.186" v="30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09:28:56.738" v="1087" actId="20577"/>
        <pc:sldMkLst>
          <pc:docMk/>
          <pc:sldMk cId="0" sldId="257"/>
        </pc:sldMkLst>
        <pc:spChg chg="mod">
          <ac:chgData name="Ms Alina Arshad" userId="cccdfd85-d35d-4453-9c6f-a463aae40722" providerId="ADAL" clId="{9854E9E9-FCEA-46BD-B550-110177B9E80F}" dt="2024-10-19T07:38:41.926" v="52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28:56.738" v="108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11.260" v="73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1:27.351" v="89" actId="20577"/>
        <pc:sldMkLst>
          <pc:docMk/>
          <pc:sldMk cId="0" sldId="258"/>
        </pc:sldMkLst>
        <pc:spChg chg="mod">
          <ac:chgData name="Ms Alina Arshad" userId="cccdfd85-d35d-4453-9c6f-a463aae40722" providerId="ADAL" clId="{9854E9E9-FCEA-46BD-B550-110177B9E80F}" dt="2024-10-19T07:40:43.094" v="78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1:27.351" v="89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54.161" v="82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1:57.630" v="743" actId="20577"/>
        <pc:sldMkLst>
          <pc:docMk/>
          <pc:sldMk cId="0" sldId="259"/>
        </pc:sldMkLst>
        <pc:spChg chg="mod">
          <ac:chgData name="Ms Alina Arshad" userId="cccdfd85-d35d-4453-9c6f-a463aae40722" providerId="ADAL" clId="{9854E9E9-FCEA-46BD-B550-110177B9E80F}" dt="2024-10-19T07:41:43.883" v="9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1:57.630" v="7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2:42.827" v="104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4:19.632" v="136" actId="1076"/>
        <pc:sldMkLst>
          <pc:docMk/>
          <pc:sldMk cId="0" sldId="260"/>
        </pc:sldMkLst>
        <pc:spChg chg="mod">
          <ac:chgData name="Ms Alina Arshad" userId="cccdfd85-d35d-4453-9c6f-a463aae40722" providerId="ADAL" clId="{9854E9E9-FCEA-46BD-B550-110177B9E80F}" dt="2024-10-19T07:43:52.889" v="12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4:07.759" v="133" actId="141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4:17.072" v="135" actId="478"/>
          <ac:spMkLst>
            <pc:docMk/>
            <pc:sldMk cId="0" sldId="260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07:44:19.632" v="136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09:41:52.846" v="1122" actId="403"/>
        <pc:sldMkLst>
          <pc:docMk/>
          <pc:sldMk cId="0" sldId="261"/>
        </pc:sldMkLst>
        <pc:spChg chg="mod">
          <ac:chgData name="Ms Alina Arshad" userId="cccdfd85-d35d-4453-9c6f-a463aae40722" providerId="ADAL" clId="{9854E9E9-FCEA-46BD-B550-110177B9E80F}" dt="2024-10-19T07:44:43.006" v="141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13.510" v="112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52.846" v="1122" actId="403"/>
          <ac:spMkLst>
            <pc:docMk/>
            <pc:sldMk cId="0" sldId="261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07:44:55.931" v="144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50:24.942" v="217" actId="47"/>
        <pc:sldMkLst>
          <pc:docMk/>
          <pc:sldMk cId="0" sldId="262"/>
        </pc:sldMkLst>
        <pc:spChg chg="del mod">
          <ac:chgData name="Ms Alina Arshad" userId="cccdfd85-d35d-4453-9c6f-a463aae40722" providerId="ADAL" clId="{9854E9E9-FCEA-46BD-B550-110177B9E80F}" dt="2024-10-19T07:50:20.314" v="214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06.231" v="187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28:01.042" v="1147" actId="403"/>
        <pc:sldMkLst>
          <pc:docMk/>
          <pc:sldMk cId="0" sldId="263"/>
        </pc:sldMkLst>
        <pc:spChg chg="mod">
          <ac:chgData name="Ms Alina Arshad" userId="cccdfd85-d35d-4453-9c6f-a463aae40722" providerId="ADAL" clId="{9854E9E9-FCEA-46BD-B550-110177B9E80F}" dt="2024-10-19T08:06:23.234" v="49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28:01.042" v="1147" actId="40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57:28.174" v="33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9:49.451" v="205" actId="478"/>
        <pc:sldMkLst>
          <pc:docMk/>
          <pc:sldMk cId="0" sldId="264"/>
        </pc:sldMkLst>
        <pc:spChg chg="mod">
          <ac:chgData name="Ms Alina Arshad" userId="cccdfd85-d35d-4453-9c6f-a463aae40722" providerId="ADAL" clId="{9854E9E9-FCEA-46BD-B550-110177B9E80F}" dt="2024-10-19T07:49:15.873" v="199" actId="1076"/>
          <ac:spMkLst>
            <pc:docMk/>
            <pc:sldMk cId="0" sldId="264"/>
            <ac:spMk id="2" creationId="{00000000-0000-0000-0000-000000000000}"/>
          </ac:spMkLst>
        </pc:spChg>
        <pc:spChg chg="del mod topLvl">
          <ac:chgData name="Ms Alina Arshad" userId="cccdfd85-d35d-4453-9c6f-a463aae40722" providerId="ADAL" clId="{9854E9E9-FCEA-46BD-B550-110177B9E80F}" dt="2024-10-19T07:49:49.451" v="205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46.675" v="191" actId="478"/>
          <ac:spMkLst>
            <pc:docMk/>
            <pc:sldMk cId="0" sldId="264"/>
            <ac:spMk id="6" creationId="{00000000-0000-0000-0000-000000000000}"/>
          </ac:spMkLst>
        </pc:spChg>
        <pc:grpChg chg="del mod">
          <ac:chgData name="Ms Alina Arshad" userId="cccdfd85-d35d-4453-9c6f-a463aae40722" providerId="ADAL" clId="{9854E9E9-FCEA-46BD-B550-110177B9E80F}" dt="2024-10-19T07:49:49.451" v="205" actId="478"/>
          <ac:grpSpMkLst>
            <pc:docMk/>
            <pc:sldMk cId="0" sldId="264"/>
            <ac:grpSpMk id="3" creationId="{00000000-0000-0000-0000-000000000000}"/>
          </ac:grpSpMkLst>
        </pc:grpChg>
        <pc:picChg chg="topLvl">
          <ac:chgData name="Ms Alina Arshad" userId="cccdfd85-d35d-4453-9c6f-a463aae40722" providerId="ADAL" clId="{9854E9E9-FCEA-46BD-B550-110177B9E80F}" dt="2024-10-19T07:49:49.451" v="205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19T16:04:10.359" v="777" actId="478"/>
        <pc:sldMkLst>
          <pc:docMk/>
          <pc:sldMk cId="0" sldId="265"/>
        </pc:sldMkLst>
        <pc:spChg chg="mod">
          <ac:chgData name="Ms Alina Arshad" userId="cccdfd85-d35d-4453-9c6f-a463aae40722" providerId="ADAL" clId="{9854E9E9-FCEA-46BD-B550-110177B9E80F}" dt="2024-10-19T16:03:14.341" v="76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4:04.679" v="776" actId="403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10.359" v="777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08:45.649" v="1138" actId="5793"/>
        <pc:sldMkLst>
          <pc:docMk/>
          <pc:sldMk cId="0" sldId="266"/>
        </pc:sldMkLst>
        <pc:spChg chg="mod">
          <ac:chgData name="Ms Alina Arshad" userId="cccdfd85-d35d-4453-9c6f-a463aae40722" providerId="ADAL" clId="{9854E9E9-FCEA-46BD-B550-110177B9E80F}" dt="2024-10-19T16:04:27.702" v="78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08:45.649" v="1138" actId="5793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39.298" v="78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10:11.198" v="1143" actId="5793"/>
        <pc:sldMkLst>
          <pc:docMk/>
          <pc:sldMk cId="0" sldId="267"/>
        </pc:sldMkLst>
        <pc:spChg chg="mod">
          <ac:chgData name="Ms Alina Arshad" userId="cccdfd85-d35d-4453-9c6f-a463aae40722" providerId="ADAL" clId="{9854E9E9-FCEA-46BD-B550-110177B9E80F}" dt="2024-10-19T16:06:39.435" v="82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0:11.198" v="1143" actId="5793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6:56.599" v="824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7:55.994" v="840" actId="1076"/>
        <pc:sldMkLst>
          <pc:docMk/>
          <pc:sldMk cId="0" sldId="268"/>
        </pc:sldMkLst>
        <pc:spChg chg="mod">
          <ac:chgData name="Ms Alina Arshad" userId="cccdfd85-d35d-4453-9c6f-a463aae40722" providerId="ADAL" clId="{9854E9E9-FCEA-46BD-B550-110177B9E80F}" dt="2024-10-19T16:07:55.994" v="840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7:47.903" v="838" actId="478"/>
          <ac:spMkLst>
            <pc:docMk/>
            <pc:sldMk cId="0" sldId="268"/>
            <ac:spMk id="4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07:45.625" v="837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10:14:57.757" v="1145" actId="20577"/>
        <pc:sldMkLst>
          <pc:docMk/>
          <pc:sldMk cId="0" sldId="269"/>
        </pc:sldMkLst>
        <pc:spChg chg="mod">
          <ac:chgData name="Ms Alina Arshad" userId="cccdfd85-d35d-4453-9c6f-a463aae40722" providerId="ADAL" clId="{9854E9E9-FCEA-46BD-B550-110177B9E80F}" dt="2024-10-19T16:08:09.925" v="845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4:57.757" v="1145" actId="20577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8:19.460" v="848" actId="478"/>
          <ac:spMkLst>
            <pc:docMk/>
            <pc:sldMk cId="0" sldId="26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43:24.416" v="1153" actId="1036"/>
        <pc:sldMkLst>
          <pc:docMk/>
          <pc:sldMk cId="0" sldId="270"/>
        </pc:sldMkLst>
        <pc:spChg chg="mod">
          <ac:chgData name="Ms Alina Arshad" userId="cccdfd85-d35d-4453-9c6f-a463aae40722" providerId="ADAL" clId="{9854E9E9-FCEA-46BD-B550-110177B9E80F}" dt="2024-10-19T16:09:03.374" v="854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4:13.119" v="1150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5:28.260" v="1152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10:11.995" v="971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10:09.733" v="970" actId="1035"/>
          <ac:spMkLst>
            <pc:docMk/>
            <pc:sldMk cId="0" sldId="270"/>
            <ac:spMk id="6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43:24.416" v="1153" actId="1036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9:27.846" v="860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4:51.569" v="1156" actId="120"/>
        <pc:sldMkLst>
          <pc:docMk/>
          <pc:sldMk cId="0" sldId="271"/>
        </pc:sldMkLst>
        <pc:spChg chg="mod">
          <ac:chgData name="Ms Alina Arshad" userId="cccdfd85-d35d-4453-9c6f-a463aae40722" providerId="ADAL" clId="{9854E9E9-FCEA-46BD-B550-110177B9E80F}" dt="2024-10-19T16:11:23.897" v="97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4:51.569" v="1156" actId="12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11:31.293" v="980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7:24.231" v="1168" actId="33524"/>
        <pc:sldMkLst>
          <pc:docMk/>
          <pc:sldMk cId="0" sldId="272"/>
        </pc:sldMkLst>
        <pc:spChg chg="mod">
          <ac:chgData name="Ms Alina Arshad" userId="cccdfd85-d35d-4453-9c6f-a463aae40722" providerId="ADAL" clId="{9854E9E9-FCEA-46BD-B550-110177B9E80F}" dt="2024-10-19T16:20:10.281" v="98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24.231" v="1168" actId="33524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0:13.740" v="988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20T11:28:12.977" v="1172" actId="20577"/>
        <pc:sldMkLst>
          <pc:docMk/>
          <pc:sldMk cId="0" sldId="273"/>
        </pc:sldMkLst>
        <pc:spChg chg="mod">
          <ac:chgData name="Ms Alina Arshad" userId="cccdfd85-d35d-4453-9c6f-a463aae40722" providerId="ADAL" clId="{9854E9E9-FCEA-46BD-B550-110177B9E80F}" dt="2024-10-19T16:20:56.809" v="995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8:12.977" v="117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48.100" v="1170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53.623" v="117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2:05.885" v="1004" actId="207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2:09.502" v="1005" actId="478"/>
          <ac:spMkLst>
            <pc:docMk/>
            <pc:sldMk cId="0" sldId="273"/>
            <ac:spMk id="8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1:55.257" v="1002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3:12.376" v="1021" actId="403"/>
        <pc:sldMkLst>
          <pc:docMk/>
          <pc:sldMk cId="0" sldId="274"/>
        </pc:sldMkLst>
        <pc:spChg chg="mod ord">
          <ac:chgData name="Ms Alina Arshad" userId="cccdfd85-d35d-4453-9c6f-a463aae40722" providerId="ADAL" clId="{9854E9E9-FCEA-46BD-B550-110177B9E80F}" dt="2024-10-19T16:23:12.376" v="1021" actId="403"/>
          <ac:spMkLst>
            <pc:docMk/>
            <pc:sldMk cId="0" sldId="274"/>
            <ac:spMk id="2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06.287" v="1019" actId="478"/>
          <ac:spMkLst>
            <pc:docMk/>
            <pc:sldMk cId="0" sldId="274"/>
            <ac:spMk id="3" creationId="{00000000-0000-0000-0000-000000000000}"/>
          </ac:spMkLst>
        </pc:spChg>
        <pc:grpChg chg="mod">
          <ac:chgData name="Ms Alina Arshad" userId="cccdfd85-d35d-4453-9c6f-a463aae40722" providerId="ADAL" clId="{9854E9E9-FCEA-46BD-B550-110177B9E80F}" dt="2024-10-19T16:22:49.033" v="1012" actId="1076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9854E9E9-FCEA-46BD-B550-110177B9E80F}" dt="2024-10-19T16:24:26.933" v="1036" actId="20577"/>
        <pc:sldMkLst>
          <pc:docMk/>
          <pc:sldMk cId="0" sldId="275"/>
        </pc:sldMkLst>
        <pc:spChg chg="mod">
          <ac:chgData name="Ms Alina Arshad" userId="cccdfd85-d35d-4453-9c6f-a463aae40722" providerId="ADAL" clId="{9854E9E9-FCEA-46BD-B550-110177B9E80F}" dt="2024-10-19T16:23:40.345" v="1026" actId="113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4:26.933" v="1036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20.521" v="1022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5:31.479" v="1053" actId="1076"/>
        <pc:sldMkLst>
          <pc:docMk/>
          <pc:sldMk cId="0" sldId="276"/>
        </pc:sldMkLst>
        <pc:spChg chg="mod">
          <ac:chgData name="Ms Alina Arshad" userId="cccdfd85-d35d-4453-9c6f-a463aae40722" providerId="ADAL" clId="{9854E9E9-FCEA-46BD-B550-110177B9E80F}" dt="2024-10-19T16:24:49.562" v="1040" actId="1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5:28.434" v="1052" actId="107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5:11.123" v="1048" actId="478"/>
          <ac:spMkLst>
            <pc:docMk/>
            <pc:sldMk cId="0" sldId="276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5:31.479" v="1053" actId="1076"/>
          <ac:picMkLst>
            <pc:docMk/>
            <pc:sldMk cId="0" sldId="276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6:11.600" v="1067" actId="20577"/>
        <pc:sldMkLst>
          <pc:docMk/>
          <pc:sldMk cId="0" sldId="277"/>
        </pc:sldMkLst>
        <pc:spChg chg="mod">
          <ac:chgData name="Ms Alina Arshad" userId="cccdfd85-d35d-4453-9c6f-a463aae40722" providerId="ADAL" clId="{9854E9E9-FCEA-46BD-B550-110177B9E80F}" dt="2024-10-19T16:25:49.515" v="1059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6:11.600" v="1067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6:04.956" v="1065" actId="478"/>
          <ac:spMkLst>
            <pc:docMk/>
            <pc:sldMk cId="0" sldId="277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7:36.029" v="1086" actId="33524"/>
        <pc:sldMkLst>
          <pc:docMk/>
          <pc:sldMk cId="0" sldId="278"/>
        </pc:sldMkLst>
        <pc:spChg chg="mod">
          <ac:chgData name="Ms Alina Arshad" userId="cccdfd85-d35d-4453-9c6f-a463aae40722" providerId="ADAL" clId="{9854E9E9-FCEA-46BD-B550-110177B9E80F}" dt="2024-10-19T16:26:27.314" v="1069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7:36.029" v="1086" actId="33524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7:01.643" v="1082" actId="478"/>
          <ac:spMkLst>
            <pc:docMk/>
            <pc:sldMk cId="0" sldId="278"/>
            <ac:spMk id="4" creationId="{00000000-0000-0000-0000-000000000000}"/>
          </ac:spMkLst>
        </pc:spChg>
      </pc:sldChg>
      <pc:sldChg chg="modSp new mod">
        <pc:chgData name="Ms Alina Arshad" userId="cccdfd85-d35d-4453-9c6f-a463aae40722" providerId="ADAL" clId="{9854E9E9-FCEA-46BD-B550-110177B9E80F}" dt="2024-10-19T07:56:03.329" v="303" actId="14100"/>
        <pc:sldMkLst>
          <pc:docMk/>
          <pc:sldMk cId="3240370692" sldId="279"/>
        </pc:sldMkLst>
        <pc:spChg chg="mod">
          <ac:chgData name="Ms Alina Arshad" userId="cccdfd85-d35d-4453-9c6f-a463aae40722" providerId="ADAL" clId="{9854E9E9-FCEA-46BD-B550-110177B9E80F}" dt="2024-10-19T07:50:12.705" v="211" actId="113"/>
          <ac:spMkLst>
            <pc:docMk/>
            <pc:sldMk cId="3240370692" sldId="279"/>
            <ac:spMk id="2" creationId="{BA844F90-433D-2057-99FE-62FAF39552C5}"/>
          </ac:spMkLst>
        </pc:spChg>
        <pc:spChg chg="mod">
          <ac:chgData name="Ms Alina Arshad" userId="cccdfd85-d35d-4453-9c6f-a463aae40722" providerId="ADAL" clId="{9854E9E9-FCEA-46BD-B550-110177B9E80F}" dt="2024-10-19T07:56:03.329" v="303" actId="14100"/>
          <ac:spMkLst>
            <pc:docMk/>
            <pc:sldMk cId="3240370692" sldId="279"/>
            <ac:spMk id="3" creationId="{C61C41A0-B3FF-7DEC-396A-1327549017CA}"/>
          </ac:spMkLst>
        </pc:spChg>
      </pc:sldChg>
      <pc:sldMasterChg chg="delSldLayout">
        <pc:chgData name="Ms Alina Arshad" userId="cccdfd85-d35d-4453-9c6f-a463aae40722" providerId="ADAL" clId="{9854E9E9-FCEA-46BD-B550-110177B9E80F}" dt="2024-10-19T07:38:17.304" v="4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9854E9E9-FCEA-46BD-B550-110177B9E80F}" dt="2024-10-19T07:38:17.304" v="4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2B67EF24-6E86-458B-9C0D-B5BC36012E7D}"/>
    <pc:docChg chg="custSel addSld delSld modSld">
      <pc:chgData name="Ms Alina Arshad" userId="cccdfd85-d35d-4453-9c6f-a463aae40722" providerId="ADAL" clId="{2B67EF24-6E86-458B-9C0D-B5BC36012E7D}" dt="2024-10-25T06:56:40.219" v="139" actId="1076"/>
      <pc:docMkLst>
        <pc:docMk/>
      </pc:docMkLst>
      <pc:sldChg chg="add del">
        <pc:chgData name="Ms Alina Arshad" userId="cccdfd85-d35d-4453-9c6f-a463aae40722" providerId="ADAL" clId="{2B67EF24-6E86-458B-9C0D-B5BC36012E7D}" dt="2024-10-25T06:48:40.070" v="23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2B67EF24-6E86-458B-9C0D-B5BC36012E7D}" dt="2024-10-25T06:48:30.554" v="1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2B67EF24-6E86-458B-9C0D-B5BC36012E7D}" dt="2024-10-25T06:48:30.617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2B67EF24-6E86-458B-9C0D-B5BC36012E7D}" dt="2024-10-25T06:48:30.648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2B67EF24-6E86-458B-9C0D-B5BC36012E7D}" dt="2024-10-25T06:48:30.679" v="5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2B67EF24-6E86-458B-9C0D-B5BC36012E7D}" dt="2024-10-25T06:48:32.910" v="20" actId="47"/>
        <pc:sldMkLst>
          <pc:docMk/>
          <pc:sldMk cId="0" sldId="262"/>
        </pc:sldMkLst>
      </pc:sldChg>
      <pc:sldChg chg="del">
        <pc:chgData name="Ms Alina Arshad" userId="cccdfd85-d35d-4453-9c6f-a463aae40722" providerId="ADAL" clId="{2B67EF24-6E86-458B-9C0D-B5BC36012E7D}" dt="2024-10-25T06:48:30.773" v="8" actId="47"/>
        <pc:sldMkLst>
          <pc:docMk/>
          <pc:sldMk cId="0" sldId="263"/>
        </pc:sldMkLst>
      </pc:sldChg>
      <pc:sldChg chg="del">
        <pc:chgData name="Ms Alina Arshad" userId="cccdfd85-d35d-4453-9c6f-a463aae40722" providerId="ADAL" clId="{2B67EF24-6E86-458B-9C0D-B5BC36012E7D}" dt="2024-10-25T06:48:30.804" v="9" actId="47"/>
        <pc:sldMkLst>
          <pc:docMk/>
          <pc:sldMk cId="0" sldId="264"/>
        </pc:sldMkLst>
      </pc:sldChg>
      <pc:sldChg chg="del">
        <pc:chgData name="Ms Alina Arshad" userId="cccdfd85-d35d-4453-9c6f-a463aae40722" providerId="ADAL" clId="{2B67EF24-6E86-458B-9C0D-B5BC36012E7D}" dt="2024-10-25T06:48:30.835" v="10" actId="47"/>
        <pc:sldMkLst>
          <pc:docMk/>
          <pc:sldMk cId="0" sldId="265"/>
        </pc:sldMkLst>
      </pc:sldChg>
      <pc:sldChg chg="del">
        <pc:chgData name="Ms Alina Arshad" userId="cccdfd85-d35d-4453-9c6f-a463aae40722" providerId="ADAL" clId="{2B67EF24-6E86-458B-9C0D-B5BC36012E7D}" dt="2024-10-25T06:48:30.882" v="11" actId="47"/>
        <pc:sldMkLst>
          <pc:docMk/>
          <pc:sldMk cId="0" sldId="266"/>
        </pc:sldMkLst>
      </pc:sldChg>
      <pc:sldChg chg="del">
        <pc:chgData name="Ms Alina Arshad" userId="cccdfd85-d35d-4453-9c6f-a463aae40722" providerId="ADAL" clId="{2B67EF24-6E86-458B-9C0D-B5BC36012E7D}" dt="2024-10-25T06:48:31.441" v="13" actId="47"/>
        <pc:sldMkLst>
          <pc:docMk/>
          <pc:sldMk cId="0" sldId="267"/>
        </pc:sldMkLst>
      </pc:sldChg>
      <pc:sldChg chg="del">
        <pc:chgData name="Ms Alina Arshad" userId="cccdfd85-d35d-4453-9c6f-a463aae40722" providerId="ADAL" clId="{2B67EF24-6E86-458B-9C0D-B5BC36012E7D}" dt="2024-10-25T06:48:31.660" v="14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2B67EF24-6E86-458B-9C0D-B5BC36012E7D}" dt="2024-10-25T06:48:31.848" v="15" actId="47"/>
        <pc:sldMkLst>
          <pc:docMk/>
          <pc:sldMk cId="0" sldId="269"/>
        </pc:sldMkLst>
      </pc:sldChg>
      <pc:sldChg chg="del">
        <pc:chgData name="Ms Alina Arshad" userId="cccdfd85-d35d-4453-9c6f-a463aae40722" providerId="ADAL" clId="{2B67EF24-6E86-458B-9C0D-B5BC36012E7D}" dt="2024-10-25T06:48:32.035" v="16" actId="47"/>
        <pc:sldMkLst>
          <pc:docMk/>
          <pc:sldMk cId="0" sldId="270"/>
        </pc:sldMkLst>
      </pc:sldChg>
      <pc:sldChg chg="del">
        <pc:chgData name="Ms Alina Arshad" userId="cccdfd85-d35d-4453-9c6f-a463aae40722" providerId="ADAL" clId="{2B67EF24-6E86-458B-9C0D-B5BC36012E7D}" dt="2024-10-25T06:48:32.160" v="17" actId="47"/>
        <pc:sldMkLst>
          <pc:docMk/>
          <pc:sldMk cId="0" sldId="271"/>
        </pc:sldMkLst>
      </pc:sldChg>
      <pc:sldChg chg="del">
        <pc:chgData name="Ms Alina Arshad" userId="cccdfd85-d35d-4453-9c6f-a463aae40722" providerId="ADAL" clId="{2B67EF24-6E86-458B-9C0D-B5BC36012E7D}" dt="2024-10-25T06:48:32.348" v="18" actId="47"/>
        <pc:sldMkLst>
          <pc:docMk/>
          <pc:sldMk cId="0" sldId="272"/>
        </pc:sldMkLst>
      </pc:sldChg>
      <pc:sldChg chg="del">
        <pc:chgData name="Ms Alina Arshad" userId="cccdfd85-d35d-4453-9c6f-a463aae40722" providerId="ADAL" clId="{2B67EF24-6E86-458B-9C0D-B5BC36012E7D}" dt="2024-10-25T06:48:32.769" v="19" actId="47"/>
        <pc:sldMkLst>
          <pc:docMk/>
          <pc:sldMk cId="0" sldId="273"/>
        </pc:sldMkLst>
      </pc:sldChg>
      <pc:sldChg chg="del">
        <pc:chgData name="Ms Alina Arshad" userId="cccdfd85-d35d-4453-9c6f-a463aae40722" providerId="ADAL" clId="{2B67EF24-6E86-458B-9C0D-B5BC36012E7D}" dt="2024-10-25T06:48:33.082" v="21" actId="47"/>
        <pc:sldMkLst>
          <pc:docMk/>
          <pc:sldMk cId="0" sldId="274"/>
        </pc:sldMkLst>
      </pc:sldChg>
      <pc:sldChg chg="del">
        <pc:chgData name="Ms Alina Arshad" userId="cccdfd85-d35d-4453-9c6f-a463aae40722" providerId="ADAL" clId="{2B67EF24-6E86-458B-9C0D-B5BC36012E7D}" dt="2024-10-25T06:48:30.710" v="6" actId="47"/>
        <pc:sldMkLst>
          <pc:docMk/>
          <pc:sldMk cId="3240370692" sldId="279"/>
        </pc:sldMkLst>
      </pc:sldChg>
      <pc:sldChg chg="del">
        <pc:chgData name="Ms Alina Arshad" userId="cccdfd85-d35d-4453-9c6f-a463aae40722" providerId="ADAL" clId="{2B67EF24-6E86-458B-9C0D-B5BC36012E7D}" dt="2024-10-25T06:48:30.601" v="2" actId="47"/>
        <pc:sldMkLst>
          <pc:docMk/>
          <pc:sldMk cId="0" sldId="280"/>
        </pc:sldMkLst>
      </pc:sldChg>
      <pc:sldChg chg="del">
        <pc:chgData name="Ms Alina Arshad" userId="cccdfd85-d35d-4453-9c6f-a463aae40722" providerId="ADAL" clId="{2B67EF24-6E86-458B-9C0D-B5BC36012E7D}" dt="2024-10-25T06:48:30.757" v="7" actId="47"/>
        <pc:sldMkLst>
          <pc:docMk/>
          <pc:sldMk cId="0" sldId="281"/>
        </pc:sldMkLst>
      </pc:sldChg>
      <pc:sldChg chg="del">
        <pc:chgData name="Ms Alina Arshad" userId="cccdfd85-d35d-4453-9c6f-a463aae40722" providerId="ADAL" clId="{2B67EF24-6E86-458B-9C0D-B5BC36012E7D}" dt="2024-10-25T06:48:30.913" v="12" actId="47"/>
        <pc:sldMkLst>
          <pc:docMk/>
          <pc:sldMk cId="0" sldId="282"/>
        </pc:sldMkLst>
      </pc:sldChg>
      <pc:sldChg chg="delSp modSp add mod">
        <pc:chgData name="Ms Alina Arshad" userId="cccdfd85-d35d-4453-9c6f-a463aae40722" providerId="ADAL" clId="{2B67EF24-6E86-458B-9C0D-B5BC36012E7D}" dt="2024-10-25T06:49:38.253" v="41" actId="14100"/>
        <pc:sldMkLst>
          <pc:docMk/>
          <pc:sldMk cId="0" sldId="296"/>
        </pc:sldMkLst>
        <pc:spChg chg="mod">
          <ac:chgData name="Ms Alina Arshad" userId="cccdfd85-d35d-4453-9c6f-a463aae40722" providerId="ADAL" clId="{2B67EF24-6E86-458B-9C0D-B5BC36012E7D}" dt="2024-10-25T06:49:38.253" v="41" actId="14100"/>
          <ac:spMkLst>
            <pc:docMk/>
            <pc:sldMk cId="0" sldId="296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49:21.674" v="33" actId="1076"/>
          <ac:spMkLst>
            <pc:docMk/>
            <pc:sldMk cId="0" sldId="296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49:24.330" v="34" actId="1076"/>
          <ac:picMkLst>
            <pc:docMk/>
            <pc:sldMk cId="0" sldId="296"/>
            <ac:picMk id="4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49:28.141" v="35" actId="1076"/>
          <ac:picMkLst>
            <pc:docMk/>
            <pc:sldMk cId="0" sldId="29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2B67EF24-6E86-458B-9C0D-B5BC36012E7D}" dt="2024-10-25T06:49:04.272" v="27" actId="478"/>
          <ac:picMkLst>
            <pc:docMk/>
            <pc:sldMk cId="0" sldId="29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0:12.570" v="56" actId="478"/>
        <pc:sldMkLst>
          <pc:docMk/>
          <pc:sldMk cId="0" sldId="297"/>
        </pc:sldMkLst>
        <pc:spChg chg="del">
          <ac:chgData name="Ms Alina Arshad" userId="cccdfd85-d35d-4453-9c6f-a463aae40722" providerId="ADAL" clId="{2B67EF24-6E86-458B-9C0D-B5BC36012E7D}" dt="2024-10-25T06:50:12.570" v="56" actId="478"/>
          <ac:spMkLst>
            <pc:docMk/>
            <pc:sldMk cId="0" sldId="297"/>
            <ac:spMk id="2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0:11.139" v="55" actId="1076"/>
          <ac:picMkLst>
            <pc:docMk/>
            <pc:sldMk cId="0" sldId="297"/>
            <ac:picMk id="3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0:35.096" v="63" actId="1076"/>
        <pc:sldMkLst>
          <pc:docMk/>
          <pc:sldMk cId="0" sldId="298"/>
        </pc:sldMkLst>
        <pc:spChg chg="mod">
          <ac:chgData name="Ms Alina Arshad" userId="cccdfd85-d35d-4453-9c6f-a463aae40722" providerId="ADAL" clId="{2B67EF24-6E86-458B-9C0D-B5BC36012E7D}" dt="2024-10-25T06:50:31.336" v="62" actId="207"/>
          <ac:spMkLst>
            <pc:docMk/>
            <pc:sldMk cId="0" sldId="29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67EF24-6E86-458B-9C0D-B5BC36012E7D}" dt="2024-10-25T06:50:22.700" v="59" actId="478"/>
          <ac:spMkLst>
            <pc:docMk/>
            <pc:sldMk cId="0" sldId="298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0:35.096" v="63" actId="1076"/>
          <ac:picMkLst>
            <pc:docMk/>
            <pc:sldMk cId="0" sldId="298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1:01.636" v="76" actId="1076"/>
        <pc:sldMkLst>
          <pc:docMk/>
          <pc:sldMk cId="0" sldId="299"/>
        </pc:sldMkLst>
        <pc:spChg chg="mod">
          <ac:chgData name="Ms Alina Arshad" userId="cccdfd85-d35d-4453-9c6f-a463aae40722" providerId="ADAL" clId="{2B67EF24-6E86-458B-9C0D-B5BC36012E7D}" dt="2024-10-25T06:50:57.827" v="75" actId="14100"/>
          <ac:spMkLst>
            <pc:docMk/>
            <pc:sldMk cId="0" sldId="299"/>
            <ac:spMk id="2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0:38.134" v="64" actId="478"/>
          <ac:spMkLst>
            <pc:docMk/>
            <pc:sldMk cId="0" sldId="299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1:01.636" v="76" actId="1076"/>
          <ac:picMkLst>
            <pc:docMk/>
            <pc:sldMk cId="0" sldId="299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2:18.704" v="84" actId="2711"/>
        <pc:sldMkLst>
          <pc:docMk/>
          <pc:sldMk cId="0" sldId="300"/>
        </pc:sldMkLst>
        <pc:spChg chg="mod">
          <ac:chgData name="Ms Alina Arshad" userId="cccdfd85-d35d-4453-9c6f-a463aae40722" providerId="ADAL" clId="{2B67EF24-6E86-458B-9C0D-B5BC36012E7D}" dt="2024-10-25T06:51:59.264" v="80" actId="113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2:18.704" v="84" actId="2711"/>
          <ac:spMkLst>
            <pc:docMk/>
            <pc:sldMk cId="0" sldId="3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B67EF24-6E86-458B-9C0D-B5BC36012E7D}" dt="2024-10-25T06:53:20.228" v="100" actId="255"/>
        <pc:sldMkLst>
          <pc:docMk/>
          <pc:sldMk cId="0" sldId="301"/>
        </pc:sldMkLst>
        <pc:spChg chg="mod">
          <ac:chgData name="Ms Alina Arshad" userId="cccdfd85-d35d-4453-9c6f-a463aae40722" providerId="ADAL" clId="{2B67EF24-6E86-458B-9C0D-B5BC36012E7D}" dt="2024-10-25T06:52:30.442" v="88" actId="404"/>
          <ac:spMkLst>
            <pc:docMk/>
            <pc:sldMk cId="0" sldId="301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09.013" v="97" actId="255"/>
          <ac:spMkLst>
            <pc:docMk/>
            <pc:sldMk cId="0" sldId="301"/>
            <ac:spMk id="3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2:46.152" v="92" actId="478"/>
          <ac:spMkLst>
            <pc:docMk/>
            <pc:sldMk cId="0" sldId="301"/>
            <ac:spMk id="4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13.437" v="98" actId="1076"/>
          <ac:spMkLst>
            <pc:docMk/>
            <pc:sldMk cId="0" sldId="301"/>
            <ac:spMk id="5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20.228" v="100" actId="255"/>
          <ac:spMkLst>
            <pc:docMk/>
            <pc:sldMk cId="0" sldId="301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2B67EF24-6E86-458B-9C0D-B5BC36012E7D}" dt="2024-10-25T06:54:51.579" v="112" actId="1076"/>
        <pc:sldMkLst>
          <pc:docMk/>
          <pc:sldMk cId="0" sldId="302"/>
        </pc:sldMkLst>
        <pc:spChg chg="mod">
          <ac:chgData name="Ms Alina Arshad" userId="cccdfd85-d35d-4453-9c6f-a463aae40722" providerId="ADAL" clId="{2B67EF24-6E86-458B-9C0D-B5BC36012E7D}" dt="2024-10-25T06:54:08.700" v="105" actId="14100"/>
          <ac:spMkLst>
            <pc:docMk/>
            <pc:sldMk cId="0" sldId="302"/>
            <ac:spMk id="2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3:48.546" v="101" actId="478"/>
          <ac:spMkLst>
            <pc:docMk/>
            <pc:sldMk cId="0" sldId="302"/>
            <ac:spMk id="3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4:28.294" v="109" actId="404"/>
          <ac:spMkLst>
            <pc:docMk/>
            <pc:sldMk cId="0" sldId="302"/>
            <ac:spMk id="4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4:51.579" v="112" actId="1076"/>
          <ac:picMkLst>
            <pc:docMk/>
            <pc:sldMk cId="0" sldId="302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5:49.265" v="121" actId="14100"/>
        <pc:sldMkLst>
          <pc:docMk/>
          <pc:sldMk cId="0" sldId="303"/>
        </pc:sldMkLst>
        <pc:spChg chg="mod">
          <ac:chgData name="Ms Alina Arshad" userId="cccdfd85-d35d-4453-9c6f-a463aae40722" providerId="ADAL" clId="{2B67EF24-6E86-458B-9C0D-B5BC36012E7D}" dt="2024-10-25T06:55:42.627" v="119" actId="1076"/>
          <ac:spMkLst>
            <pc:docMk/>
            <pc:sldMk cId="0" sldId="303"/>
            <ac:spMk id="2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5:40.247" v="118" actId="14100"/>
          <ac:picMkLst>
            <pc:docMk/>
            <pc:sldMk cId="0" sldId="303"/>
            <ac:picMk id="3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55:49.265" v="121" actId="14100"/>
          <ac:picMkLst>
            <pc:docMk/>
            <pc:sldMk cId="0" sldId="303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14.702" v="129" actId="1076"/>
        <pc:sldMkLst>
          <pc:docMk/>
          <pc:sldMk cId="0" sldId="304"/>
        </pc:sldMkLst>
        <pc:spChg chg="mod">
          <ac:chgData name="Ms Alina Arshad" userId="cccdfd85-d35d-4453-9c6f-a463aae40722" providerId="ADAL" clId="{2B67EF24-6E86-458B-9C0D-B5BC36012E7D}" dt="2024-10-25T06:56:05.481" v="126" actId="1076"/>
          <ac:spMkLst>
            <pc:docMk/>
            <pc:sldMk cId="0" sldId="304"/>
            <ac:spMk id="4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11.943" v="128" actId="1076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56:14.702" v="129" actId="1076"/>
          <ac:picMkLst>
            <pc:docMk/>
            <pc:sldMk cId="0" sldId="304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26.693" v="134" actId="1076"/>
        <pc:sldMkLst>
          <pc:docMk/>
          <pc:sldMk cId="0" sldId="305"/>
        </pc:sldMkLst>
        <pc:spChg chg="mod">
          <ac:chgData name="Ms Alina Arshad" userId="cccdfd85-d35d-4453-9c6f-a463aae40722" providerId="ADAL" clId="{2B67EF24-6E86-458B-9C0D-B5BC36012E7D}" dt="2024-10-25T06:56:24.952" v="133" actId="14100"/>
          <ac:spMkLst>
            <pc:docMk/>
            <pc:sldMk cId="0" sldId="305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26.693" v="134" actId="1076"/>
          <ac:picMkLst>
            <pc:docMk/>
            <pc:sldMk cId="0" sldId="305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40.219" v="139" actId="1076"/>
        <pc:sldMkLst>
          <pc:docMk/>
          <pc:sldMk cId="0" sldId="306"/>
        </pc:sldMkLst>
        <pc:spChg chg="mod">
          <ac:chgData name="Ms Alina Arshad" userId="cccdfd85-d35d-4453-9c6f-a463aae40722" providerId="ADAL" clId="{2B67EF24-6E86-458B-9C0D-B5BC36012E7D}" dt="2024-10-25T06:56:36.713" v="138" actId="14100"/>
          <ac:spMkLst>
            <pc:docMk/>
            <pc:sldMk cId="0" sldId="306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40.219" v="139" actId="1076"/>
          <ac:picMkLst>
            <pc:docMk/>
            <pc:sldMk cId="0" sldId="306"/>
            <ac:picMk id="2" creationId="{00000000-0000-0000-0000-000000000000}"/>
          </ac:picMkLst>
        </pc:picChg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7"/>
        </pc:sldMkLst>
      </pc:sldChg>
      <pc:sldChg chg="delSp modSp add mod">
        <pc:chgData name="Ms Alina Arshad" userId="cccdfd85-d35d-4453-9c6f-a463aae40722" providerId="ADAL" clId="{2B67EF24-6E86-458B-9C0D-B5BC36012E7D}" dt="2024-10-25T06:50:04.964" v="54" actId="14100"/>
        <pc:sldMkLst>
          <pc:docMk/>
          <pc:sldMk cId="3192711744" sldId="307"/>
        </pc:sldMkLst>
        <pc:spChg chg="mod">
          <ac:chgData name="Ms Alina Arshad" userId="cccdfd85-d35d-4453-9c6f-a463aae40722" providerId="ADAL" clId="{2B67EF24-6E86-458B-9C0D-B5BC36012E7D}" dt="2024-10-25T06:50:04.964" v="54" actId="14100"/>
          <ac:spMkLst>
            <pc:docMk/>
            <pc:sldMk cId="3192711744" sldId="307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49:54.319" v="46" actId="14100"/>
          <ac:spMkLst>
            <pc:docMk/>
            <pc:sldMk cId="3192711744" sldId="307"/>
            <ac:spMk id="3" creationId="{00000000-0000-0000-0000-000000000000}"/>
          </ac:spMkLst>
        </pc:spChg>
        <pc:picChg chg="del">
          <ac:chgData name="Ms Alina Arshad" userId="cccdfd85-d35d-4453-9c6f-a463aae40722" providerId="ADAL" clId="{2B67EF24-6E86-458B-9C0D-B5BC36012E7D}" dt="2024-10-25T06:49:48.469" v="44" actId="478"/>
          <ac:picMkLst>
            <pc:docMk/>
            <pc:sldMk cId="3192711744" sldId="307"/>
            <ac:picMk id="4" creationId="{00000000-0000-0000-0000-000000000000}"/>
          </ac:picMkLst>
        </pc:picChg>
        <pc:picChg chg="del">
          <ac:chgData name="Ms Alina Arshad" userId="cccdfd85-d35d-4453-9c6f-a463aae40722" providerId="ADAL" clId="{2B67EF24-6E86-458B-9C0D-B5BC36012E7D}" dt="2024-10-25T06:49:45.376" v="42" actId="478"/>
          <ac:picMkLst>
            <pc:docMk/>
            <pc:sldMk cId="3192711744" sldId="307"/>
            <ac:picMk id="5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49:56.421" v="47" actId="1076"/>
          <ac:picMkLst>
            <pc:docMk/>
            <pc:sldMk cId="3192711744" sldId="307"/>
            <ac:picMk id="6" creationId="{00000000-0000-0000-0000-000000000000}"/>
          </ac:picMkLst>
        </pc:picChg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8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9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0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1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2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3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4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5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6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7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8"/>
        </pc:sldMkLst>
      </pc:sldChg>
      <pc:sldMasterChg chg="delSldLayout">
        <pc:chgData name="Ms Alina Arshad" userId="cccdfd85-d35d-4453-9c6f-a463aae40722" providerId="ADAL" clId="{2B67EF24-6E86-458B-9C0D-B5BC36012E7D}" dt="2024-10-25T06:48:30.913" v="12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2B67EF24-6E86-458B-9C0D-B5BC36012E7D}" dt="2024-10-25T06:48:30.913" v="12" actId="47"/>
          <pc:sldLayoutMkLst>
            <pc:docMk/>
            <pc:sldMasterMk cId="1090009938" sldId="2147483660"/>
            <pc:sldLayoutMk cId="938321551" sldId="2147483672"/>
          </pc:sldLayoutMkLst>
        </pc:sldLayoutChg>
      </pc:sldMaster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97C00DA4-6F9F-4A83-996B-9231DC603249}"/>
    <pc:docChg chg="undo custSel addSld delSld modSld">
      <pc:chgData name="Ms Alina Arshad" userId="cccdfd85-d35d-4453-9c6f-a463aae40722" providerId="ADAL" clId="{97C00DA4-6F9F-4A83-996B-9231DC603249}" dt="2024-10-27T08:52:01.706" v="1109" actId="1076"/>
      <pc:docMkLst>
        <pc:docMk/>
      </pc:docMkLst>
      <pc:sldChg chg="modSp add mod">
        <pc:chgData name="Ms Alina Arshad" userId="cccdfd85-d35d-4453-9c6f-a463aae40722" providerId="ADAL" clId="{97C00DA4-6F9F-4A83-996B-9231DC603249}" dt="2024-10-27T07:53:42.852" v="464" actId="1076"/>
        <pc:sldMkLst>
          <pc:docMk/>
          <pc:sldMk cId="0" sldId="270"/>
        </pc:sldMkLst>
        <pc:spChg chg="mod">
          <ac:chgData name="Ms Alina Arshad" userId="cccdfd85-d35d-4453-9c6f-a463aae40722" providerId="ADAL" clId="{97C00DA4-6F9F-4A83-996B-9231DC603249}" dt="2024-10-27T07:53:39.288" v="463" actId="1076"/>
          <ac:spMkLst>
            <pc:docMk/>
            <pc:sldMk cId="0" sldId="270"/>
            <ac:spMk id="2" creationId="{00000000-0000-0000-0000-000000000000}"/>
          </ac:spMkLst>
        </pc:spChg>
        <pc:picChg chg="mod">
          <ac:chgData name="Ms Alina Arshad" userId="cccdfd85-d35d-4453-9c6f-a463aae40722" providerId="ADAL" clId="{97C00DA4-6F9F-4A83-996B-9231DC603249}" dt="2024-10-27T07:53:42.852" v="464" actId="1076"/>
          <ac:picMkLst>
            <pc:docMk/>
            <pc:sldMk cId="0" sldId="270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97C00DA4-6F9F-4A83-996B-9231DC603249}" dt="2024-10-27T08:10:46.991" v="840" actId="47"/>
        <pc:sldMkLst>
          <pc:docMk/>
          <pc:sldMk cId="0" sldId="271"/>
        </pc:sldMkLst>
        <pc:spChg chg="mod">
          <ac:chgData name="Ms Alina Arshad" userId="cccdfd85-d35d-4453-9c6f-a463aae40722" providerId="ADAL" clId="{97C00DA4-6F9F-4A83-996B-9231DC603249}" dt="2024-10-27T07:54:14.983" v="474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7:55:05.642" v="498" actId="20577"/>
          <ac:spMkLst>
            <pc:docMk/>
            <pc:sldMk cId="0" sldId="271"/>
            <ac:spMk id="3" creationId="{00000000-0000-0000-0000-000000000000}"/>
          </ac:spMkLst>
        </pc:spChg>
        <pc:graphicFrameChg chg="mod">
          <ac:chgData name="Ms Alina Arshad" userId="cccdfd85-d35d-4453-9c6f-a463aae40722" providerId="ADAL" clId="{97C00DA4-6F9F-4A83-996B-9231DC603249}" dt="2024-10-27T07:55:12.562" v="499" actId="1076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addSp delSp modSp add del mod">
        <pc:chgData name="Ms Alina Arshad" userId="cccdfd85-d35d-4453-9c6f-a463aae40722" providerId="ADAL" clId="{97C00DA4-6F9F-4A83-996B-9231DC603249}" dt="2024-10-27T08:11:11.584" v="842" actId="47"/>
        <pc:sldMkLst>
          <pc:docMk/>
          <pc:sldMk cId="0" sldId="272"/>
        </pc:sldMkLst>
        <pc:spChg chg="mod">
          <ac:chgData name="Ms Alina Arshad" userId="cccdfd85-d35d-4453-9c6f-a463aae40722" providerId="ADAL" clId="{97C00DA4-6F9F-4A83-996B-9231DC603249}" dt="2024-10-27T08:10:54.206" v="841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09:51.033" v="831" actId="1076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7C00DA4-6F9F-4A83-996B-9231DC603249}" dt="2024-10-27T07:58:55.462" v="604" actId="4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0:15.368" v="839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7:57:52.123" v="532" actId="1076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Ms Alina Arshad" userId="cccdfd85-d35d-4453-9c6f-a463aae40722" providerId="ADAL" clId="{97C00DA4-6F9F-4A83-996B-9231DC603249}" dt="2024-10-27T07:58:52.166" v="602" actId="478"/>
          <ac:spMkLst>
            <pc:docMk/>
            <pc:sldMk cId="0" sldId="272"/>
            <ac:spMk id="10" creationId="{74B6F859-132A-3ED2-38D6-4D95067E86CB}"/>
          </ac:spMkLst>
        </pc:spChg>
        <pc:graphicFrameChg chg="mod modGraphic">
          <ac:chgData name="Ms Alina Arshad" userId="cccdfd85-d35d-4453-9c6f-a463aae40722" providerId="ADAL" clId="{97C00DA4-6F9F-4A83-996B-9231DC603249}" dt="2024-10-27T07:59:03.100" v="608" actId="20577"/>
          <ac:graphicFrameMkLst>
            <pc:docMk/>
            <pc:sldMk cId="0" sldId="272"/>
            <ac:graphicFrameMk id="7" creationId="{00000000-0000-0000-0000-000000000000}"/>
          </ac:graphicFrameMkLst>
        </pc:graphicFrameChg>
        <pc:graphicFrameChg chg="mod">
          <ac:chgData name="Ms Alina Arshad" userId="cccdfd85-d35d-4453-9c6f-a463aae40722" providerId="ADAL" clId="{97C00DA4-6F9F-4A83-996B-9231DC603249}" dt="2024-10-27T07:57:14.728" v="524" actId="1035"/>
          <ac:graphicFrameMkLst>
            <pc:docMk/>
            <pc:sldMk cId="0" sldId="272"/>
            <ac:graphicFrameMk id="8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97C00DA4-6F9F-4A83-996B-9231DC603249}" dt="2024-10-27T07:59:09.142" v="612" actId="20577"/>
          <ac:graphicFrameMkLst>
            <pc:docMk/>
            <pc:sldMk cId="0" sldId="272"/>
            <ac:graphicFrameMk id="9" creationId="{00000000-0000-0000-0000-000000000000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25:22.131" v="1072" actId="14734"/>
        <pc:sldMkLst>
          <pc:docMk/>
          <pc:sldMk cId="0" sldId="273"/>
        </pc:sldMkLst>
        <pc:spChg chg="mod">
          <ac:chgData name="Ms Alina Arshad" userId="cccdfd85-d35d-4453-9c6f-a463aae40722" providerId="ADAL" clId="{97C00DA4-6F9F-4A83-996B-9231DC603249}" dt="2024-10-27T07:59:23.410" v="616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7:55.112" v="903" actId="20577"/>
          <ac:spMkLst>
            <pc:docMk/>
            <pc:sldMk cId="0" sldId="273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16:27.016" v="846" actId="478"/>
          <ac:graphicFrameMkLst>
            <pc:docMk/>
            <pc:sldMk cId="0" sldId="273"/>
            <ac:graphicFrameMk id="4" creationId="{00000000-0000-0000-0000-000000000000}"/>
          </ac:graphicFrameMkLst>
        </pc:graphicFrameChg>
        <pc:graphicFrameChg chg="del mod">
          <ac:chgData name="Ms Alina Arshad" userId="cccdfd85-d35d-4453-9c6f-a463aae40722" providerId="ADAL" clId="{97C00DA4-6F9F-4A83-996B-9231DC603249}" dt="2024-10-27T08:17:02.963" v="855" actId="478"/>
          <ac:graphicFrameMkLst>
            <pc:docMk/>
            <pc:sldMk cId="0" sldId="273"/>
            <ac:graphicFrameMk id="5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5:22.131" v="1072" actId="14734"/>
          <ac:graphicFrameMkLst>
            <pc:docMk/>
            <pc:sldMk cId="0" sldId="273"/>
            <ac:graphicFrameMk id="6" creationId="{3F94A247-9881-D3B6-1F83-7ED762E874E4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5:16.689" v="1070" actId="1035"/>
          <ac:graphicFrameMkLst>
            <pc:docMk/>
            <pc:sldMk cId="0" sldId="273"/>
            <ac:graphicFrameMk id="7" creationId="{D1BFF31B-AD25-4E4A-3907-D8D14C30C27F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19:20.685" v="949" actId="403"/>
        <pc:sldMkLst>
          <pc:docMk/>
          <pc:sldMk cId="0" sldId="274"/>
        </pc:sldMkLst>
        <pc:spChg chg="mod">
          <ac:chgData name="Ms Alina Arshad" userId="cccdfd85-d35d-4453-9c6f-a463aae40722" providerId="ADAL" clId="{97C00DA4-6F9F-4A83-996B-9231DC603249}" dt="2024-10-27T08:03:33.580" v="724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8:52.654" v="942" actId="404"/>
          <ac:spMkLst>
            <pc:docMk/>
            <pc:sldMk cId="0" sldId="274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18:56.192" v="943" actId="478"/>
          <ac:graphicFrameMkLst>
            <pc:docMk/>
            <pc:sldMk cId="0" sldId="274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19:20.685" v="949" actId="403"/>
          <ac:graphicFrameMkLst>
            <pc:docMk/>
            <pc:sldMk cId="0" sldId="274"/>
            <ac:graphicFrameMk id="5" creationId="{8E060F4D-C4DA-6DEE-7C30-B0D6DC946F42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21:49.303" v="1023" actId="404"/>
        <pc:sldMkLst>
          <pc:docMk/>
          <pc:sldMk cId="0" sldId="275"/>
        </pc:sldMkLst>
        <pc:spChg chg="mod">
          <ac:chgData name="Ms Alina Arshad" userId="cccdfd85-d35d-4453-9c6f-a463aae40722" providerId="ADAL" clId="{97C00DA4-6F9F-4A83-996B-9231DC603249}" dt="2024-10-27T08:03:47.874" v="728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21:49.303" v="1023" actId="404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Ms Alina Arshad" userId="cccdfd85-d35d-4453-9c6f-a463aae40722" providerId="ADAL" clId="{97C00DA4-6F9F-4A83-996B-9231DC603249}" dt="2024-10-27T08:21:02.773" v="1006" actId="1076"/>
          <ac:spMkLst>
            <pc:docMk/>
            <pc:sldMk cId="0" sldId="275"/>
            <ac:spMk id="6" creationId="{713C8B94-B5C0-7BEA-3685-693A306D370B}"/>
          </ac:spMkLst>
        </pc:spChg>
        <pc:graphicFrameChg chg="del mod">
          <ac:chgData name="Ms Alina Arshad" userId="cccdfd85-d35d-4453-9c6f-a463aae40722" providerId="ADAL" clId="{97C00DA4-6F9F-4A83-996B-9231DC603249}" dt="2024-10-27T08:19:58.051" v="996" actId="478"/>
          <ac:graphicFrameMkLst>
            <pc:docMk/>
            <pc:sldMk cId="0" sldId="275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1:32.407" v="1015" actId="1076"/>
          <ac:graphicFrameMkLst>
            <pc:docMk/>
            <pc:sldMk cId="0" sldId="275"/>
            <ac:graphicFrameMk id="9" creationId="{B1588C83-E0E2-C22B-35B1-DBC5084FCD84}"/>
          </ac:graphicFrameMkLst>
        </pc:graphicFrameChg>
        <pc:picChg chg="add del">
          <ac:chgData name="Ms Alina Arshad" userId="cccdfd85-d35d-4453-9c6f-a463aae40722" providerId="ADAL" clId="{97C00DA4-6F9F-4A83-996B-9231DC603249}" dt="2024-10-27T08:20:27.935" v="998" actId="478"/>
          <ac:picMkLst>
            <pc:docMk/>
            <pc:sldMk cId="0" sldId="275"/>
            <ac:picMk id="8" creationId="{E67861F9-A20F-B866-9C85-F3E868AE3E5D}"/>
          </ac:picMkLst>
        </pc:picChg>
      </pc:sldChg>
      <pc:sldChg chg="addSp delSp modSp add mod">
        <pc:chgData name="Ms Alina Arshad" userId="cccdfd85-d35d-4453-9c6f-a463aae40722" providerId="ADAL" clId="{97C00DA4-6F9F-4A83-996B-9231DC603249}" dt="2024-10-27T08:52:01.706" v="1109" actId="1076"/>
        <pc:sldMkLst>
          <pc:docMk/>
          <pc:sldMk cId="0" sldId="276"/>
        </pc:sldMkLst>
        <pc:spChg chg="mod">
          <ac:chgData name="Ms Alina Arshad" userId="cccdfd85-d35d-4453-9c6f-a463aae40722" providerId="ADAL" clId="{97C00DA4-6F9F-4A83-996B-9231DC603249}" dt="2024-10-27T08:06:50.487" v="774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22:22.890" v="1068" actId="20577"/>
          <ac:spMkLst>
            <pc:docMk/>
            <pc:sldMk cId="0" sldId="276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22:03.502" v="1024" actId="478"/>
          <ac:graphicFrameMkLst>
            <pc:docMk/>
            <pc:sldMk cId="0" sldId="276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52:01.706" v="1109" actId="1076"/>
          <ac:graphicFrameMkLst>
            <pc:docMk/>
            <pc:sldMk cId="0" sldId="276"/>
            <ac:graphicFrameMk id="5" creationId="{6075FC9C-793E-D69E-F7A7-0BE4DED28A8B}"/>
          </ac:graphicFrameMkLst>
        </pc:graphicFrameChg>
      </pc:sldChg>
      <pc:sldChg chg="modSp mod">
        <pc:chgData name="Ms Alina Arshad" userId="cccdfd85-d35d-4453-9c6f-a463aae40722" providerId="ADAL" clId="{97C00DA4-6F9F-4A83-996B-9231DC603249}" dt="2024-10-26T15:12:09.890" v="17" actId="20577"/>
        <pc:sldMkLst>
          <pc:docMk/>
          <pc:sldMk cId="0" sldId="296"/>
        </pc:sldMkLst>
        <pc:spChg chg="mod">
          <ac:chgData name="Ms Alina Arshad" userId="cccdfd85-d35d-4453-9c6f-a463aae40722" providerId="ADAL" clId="{97C00DA4-6F9F-4A83-996B-9231DC603249}" dt="2024-10-26T15:12:09.890" v="17" actId="20577"/>
          <ac:spMkLst>
            <pc:docMk/>
            <pc:sldMk cId="0" sldId="29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6T15:26:02.084" v="24" actId="1076"/>
        <pc:sldMkLst>
          <pc:docMk/>
          <pc:sldMk cId="0" sldId="298"/>
        </pc:sldMkLst>
        <pc:picChg chg="mod">
          <ac:chgData name="Ms Alina Arshad" userId="cccdfd85-d35d-4453-9c6f-a463aae40722" providerId="ADAL" clId="{97C00DA4-6F9F-4A83-996B-9231DC603249}" dt="2024-10-26T15:26:02.084" v="24" actId="1076"/>
          <ac:picMkLst>
            <pc:docMk/>
            <pc:sldMk cId="0" sldId="298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7C00DA4-6F9F-4A83-996B-9231DC603249}" dt="2024-10-26T15:27:29.296" v="26" actId="1076"/>
        <pc:sldMkLst>
          <pc:docMk/>
          <pc:sldMk cId="0" sldId="299"/>
        </pc:sldMkLst>
        <pc:picChg chg="mod">
          <ac:chgData name="Ms Alina Arshad" userId="cccdfd85-d35d-4453-9c6f-a463aae40722" providerId="ADAL" clId="{97C00DA4-6F9F-4A83-996B-9231DC603249}" dt="2024-10-26T15:27:29.296" v="26" actId="1076"/>
          <ac:picMkLst>
            <pc:docMk/>
            <pc:sldMk cId="0" sldId="299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7C00DA4-6F9F-4A83-996B-9231DC603249}" dt="2024-10-26T15:28:01.864" v="30" actId="20577"/>
        <pc:sldMkLst>
          <pc:docMk/>
          <pc:sldMk cId="0" sldId="300"/>
        </pc:sldMkLst>
        <pc:spChg chg="mod">
          <ac:chgData name="Ms Alina Arshad" userId="cccdfd85-d35d-4453-9c6f-a463aae40722" providerId="ADAL" clId="{97C00DA4-6F9F-4A83-996B-9231DC603249}" dt="2024-10-26T15:28:01.864" v="30" actId="20577"/>
          <ac:spMkLst>
            <pc:docMk/>
            <pc:sldMk cId="0" sldId="30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7T06:15:14.898" v="47" actId="20577"/>
        <pc:sldMkLst>
          <pc:docMk/>
          <pc:sldMk cId="0" sldId="301"/>
        </pc:sldMkLst>
        <pc:spChg chg="mod">
          <ac:chgData name="Ms Alina Arshad" userId="cccdfd85-d35d-4453-9c6f-a463aae40722" providerId="ADAL" clId="{97C00DA4-6F9F-4A83-996B-9231DC603249}" dt="2024-10-27T06:14:16.589" v="41" actId="15"/>
          <ac:spMkLst>
            <pc:docMk/>
            <pc:sldMk cId="0" sldId="301"/>
            <ac:spMk id="3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15:05.031" v="45" actId="1076"/>
          <ac:spMkLst>
            <pc:docMk/>
            <pc:sldMk cId="0" sldId="301"/>
            <ac:spMk id="5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15:14.898" v="47" actId="20577"/>
          <ac:spMkLst>
            <pc:docMk/>
            <pc:sldMk cId="0" sldId="301"/>
            <ac:spMk id="6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7T06:21:20.833" v="93" actId="1076"/>
        <pc:sldMkLst>
          <pc:docMk/>
          <pc:sldMk cId="0" sldId="302"/>
        </pc:sldMkLst>
        <pc:spChg chg="mod">
          <ac:chgData name="Ms Alina Arshad" userId="cccdfd85-d35d-4453-9c6f-a463aae40722" providerId="ADAL" clId="{97C00DA4-6F9F-4A83-996B-9231DC603249}" dt="2024-10-26T15:06:17.962" v="0" actId="207"/>
          <ac:spMkLst>
            <pc:docMk/>
            <pc:sldMk cId="0" sldId="302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21:18.516" v="92" actId="1076"/>
          <ac:spMkLst>
            <pc:docMk/>
            <pc:sldMk cId="0" sldId="302"/>
            <ac:spMk id="4" creationId="{00000000-0000-0000-0000-000000000000}"/>
          </ac:spMkLst>
        </pc:spChg>
        <pc:picChg chg="mod">
          <ac:chgData name="Ms Alina Arshad" userId="cccdfd85-d35d-4453-9c6f-a463aae40722" providerId="ADAL" clId="{97C00DA4-6F9F-4A83-996B-9231DC603249}" dt="2024-10-27T06:21:20.833" v="93" actId="1076"/>
          <ac:picMkLst>
            <pc:docMk/>
            <pc:sldMk cId="0" sldId="302"/>
            <ac:picMk id="5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30:36.762" v="226" actId="1076"/>
        <pc:sldMkLst>
          <pc:docMk/>
          <pc:sldMk cId="0" sldId="303"/>
        </pc:sldMkLst>
        <pc:spChg chg="mod">
          <ac:chgData name="Ms Alina Arshad" userId="cccdfd85-d35d-4453-9c6f-a463aae40722" providerId="ADAL" clId="{97C00DA4-6F9F-4A83-996B-9231DC603249}" dt="2024-10-27T06:23:22.027" v="111" actId="1076"/>
          <ac:spMkLst>
            <pc:docMk/>
            <pc:sldMk cId="0" sldId="303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7C00DA4-6F9F-4A83-996B-9231DC603249}" dt="2024-10-27T06:30:32.260" v="225" actId="20577"/>
          <ac:spMkLst>
            <pc:docMk/>
            <pc:sldMk cId="0" sldId="303"/>
            <ac:spMk id="5" creationId="{9EAA6047-566F-F0C4-6E24-9D8365AB072D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7" creationId="{926D0ABD-DBD8-C385-0738-2D1D2A504C5F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8" creationId="{3DF0535D-6101-3C22-1CB4-54A8F493378D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9" creationId="{270A7995-B682-1031-3FA4-8993901D3F19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10" creationId="{05DA20AF-A5A1-9A38-A654-C56CC5BB5D2D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2" creationId="{B4DB3521-FA6A-AEE0-287E-0F1236B2FB16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3" creationId="{416696B5-61DD-A7C1-B234-80C2B2A3C710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4" creationId="{850CB375-F02B-DA3A-CEB8-4255E5E6BBEB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5" creationId="{A427F5B0-0D94-41F9-2A3A-22C62CCECA3C}"/>
          </ac:spMkLst>
        </pc:spChg>
        <pc:grpChg chg="add mod">
          <ac:chgData name="Ms Alina Arshad" userId="cccdfd85-d35d-4453-9c6f-a463aae40722" providerId="ADAL" clId="{97C00DA4-6F9F-4A83-996B-9231DC603249}" dt="2024-10-27T06:25:44.053" v="143" actId="1035"/>
          <ac:grpSpMkLst>
            <pc:docMk/>
            <pc:sldMk cId="0" sldId="303"/>
            <ac:grpSpMk id="6" creationId="{C2272210-1D68-775F-E339-FBEB84798FD1}"/>
          </ac:grpSpMkLst>
        </pc:grpChg>
        <pc:grpChg chg="add mod">
          <ac:chgData name="Ms Alina Arshad" userId="cccdfd85-d35d-4453-9c6f-a463aae40722" providerId="ADAL" clId="{97C00DA4-6F9F-4A83-996B-9231DC603249}" dt="2024-10-27T06:30:36.762" v="226" actId="1076"/>
          <ac:grpSpMkLst>
            <pc:docMk/>
            <pc:sldMk cId="0" sldId="303"/>
            <ac:grpSpMk id="11" creationId="{213D3766-05C3-27C3-B840-125397C364CA}"/>
          </ac:grpSpMkLst>
        </pc:grpChg>
        <pc:picChg chg="del mod">
          <ac:chgData name="Ms Alina Arshad" userId="cccdfd85-d35d-4453-9c6f-a463aae40722" providerId="ADAL" clId="{97C00DA4-6F9F-4A83-996B-9231DC603249}" dt="2024-10-27T06:22:29.764" v="99" actId="478"/>
          <ac:picMkLst>
            <pc:docMk/>
            <pc:sldMk cId="0" sldId="303"/>
            <ac:picMk id="3" creationId="{00000000-0000-0000-0000-000000000000}"/>
          </ac:picMkLst>
        </pc:picChg>
        <pc:picChg chg="del mod">
          <ac:chgData name="Ms Alina Arshad" userId="cccdfd85-d35d-4453-9c6f-a463aae40722" providerId="ADAL" clId="{97C00DA4-6F9F-4A83-996B-9231DC603249}" dt="2024-10-27T06:23:01.338" v="106" actId="21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42:37.429" v="437" actId="1076"/>
        <pc:sldMkLst>
          <pc:docMk/>
          <pc:sldMk cId="0" sldId="304"/>
        </pc:sldMkLst>
        <pc:spChg chg="add del mod">
          <ac:chgData name="Ms Alina Arshad" userId="cccdfd85-d35d-4453-9c6f-a463aae40722" providerId="ADAL" clId="{97C00DA4-6F9F-4A83-996B-9231DC603249}" dt="2024-10-27T06:42:27.765" v="434" actId="478"/>
          <ac:spMkLst>
            <pc:docMk/>
            <pc:sldMk cId="0" sldId="304"/>
            <ac:spMk id="6" creationId="{5A22581C-8E95-EB68-E8DB-562757DF2CF5}"/>
          </ac:spMkLst>
        </pc:spChg>
        <pc:picChg chg="del mod">
          <ac:chgData name="Ms Alina Arshad" userId="cccdfd85-d35d-4453-9c6f-a463aae40722" providerId="ADAL" clId="{97C00DA4-6F9F-4A83-996B-9231DC603249}" dt="2024-10-27T06:41:46.745" v="430" actId="478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Ms Alina Arshad" userId="cccdfd85-d35d-4453-9c6f-a463aae40722" providerId="ADAL" clId="{97C00DA4-6F9F-4A83-996B-9231DC603249}" dt="2024-10-27T06:42:37.429" v="437" actId="1076"/>
          <ac:picMkLst>
            <pc:docMk/>
            <pc:sldMk cId="0" sldId="304"/>
            <ac:picMk id="3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43:24.281" v="443" actId="1076"/>
        <pc:sldMkLst>
          <pc:docMk/>
          <pc:sldMk cId="0" sldId="305"/>
        </pc:sldMkLst>
        <pc:picChg chg="del mod">
          <ac:chgData name="Ms Alina Arshad" userId="cccdfd85-d35d-4453-9c6f-a463aae40722" providerId="ADAL" clId="{97C00DA4-6F9F-4A83-996B-9231DC603249}" dt="2024-10-27T06:42:45.346" v="438" actId="478"/>
          <ac:picMkLst>
            <pc:docMk/>
            <pc:sldMk cId="0" sldId="305"/>
            <ac:picMk id="2" creationId="{00000000-0000-0000-0000-000000000000}"/>
          </ac:picMkLst>
        </pc:picChg>
        <pc:picChg chg="add mod">
          <ac:chgData name="Ms Alina Arshad" userId="cccdfd85-d35d-4453-9c6f-a463aae40722" providerId="ADAL" clId="{97C00DA4-6F9F-4A83-996B-9231DC603249}" dt="2024-10-27T06:43:24.281" v="443" actId="1076"/>
          <ac:picMkLst>
            <pc:docMk/>
            <pc:sldMk cId="0" sldId="305"/>
            <ac:picMk id="5" creationId="{2EFB6592-6AB2-4FD2-31F1-B8C52261B3E4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8:51:54.411" v="1107" actId="22"/>
        <pc:sldMkLst>
          <pc:docMk/>
          <pc:sldMk cId="0" sldId="306"/>
        </pc:sldMkLst>
        <pc:spChg chg="add del mod">
          <ac:chgData name="Ms Alina Arshad" userId="cccdfd85-d35d-4453-9c6f-a463aae40722" providerId="ADAL" clId="{97C00DA4-6F9F-4A83-996B-9231DC603249}" dt="2024-10-27T08:51:54.411" v="1107" actId="22"/>
          <ac:spMkLst>
            <pc:docMk/>
            <pc:sldMk cId="0" sldId="306"/>
            <ac:spMk id="5" creationId="{7518D3C0-14BC-18BD-0014-B0B12CC414C3}"/>
          </ac:spMkLst>
        </pc:spChg>
        <pc:picChg chg="add del mod">
          <ac:chgData name="Ms Alina Arshad" userId="cccdfd85-d35d-4453-9c6f-a463aae40722" providerId="ADAL" clId="{97C00DA4-6F9F-4A83-996B-9231DC603249}" dt="2024-10-27T08:51:54.085" v="1106" actId="478"/>
          <ac:picMkLst>
            <pc:docMk/>
            <pc:sldMk cId="0" sldId="306"/>
            <ac:picMk id="2" creationId="{00000000-0000-0000-0000-000000000000}"/>
          </ac:picMkLst>
        </pc:picChg>
      </pc:sldChg>
      <pc:sldChg chg="addSp modSp new del mod">
        <pc:chgData name="Ms Alina Arshad" userId="cccdfd85-d35d-4453-9c6f-a463aae40722" providerId="ADAL" clId="{97C00DA4-6F9F-4A83-996B-9231DC603249}" dt="2024-10-26T15:24:18.366" v="22" actId="47"/>
        <pc:sldMkLst>
          <pc:docMk/>
          <pc:sldMk cId="1966936070" sldId="308"/>
        </pc:sldMkLst>
        <pc:picChg chg="add mod">
          <ac:chgData name="Ms Alina Arshad" userId="cccdfd85-d35d-4453-9c6f-a463aae40722" providerId="ADAL" clId="{97C00DA4-6F9F-4A83-996B-9231DC603249}" dt="2024-10-26T15:24:03.427" v="21" actId="1076"/>
          <ac:picMkLst>
            <pc:docMk/>
            <pc:sldMk cId="1966936070" sldId="308"/>
            <ac:picMk id="3" creationId="{D7C8895E-FDC5-0B9D-DC7D-F27ECC390578}"/>
          </ac:picMkLst>
        </pc:picChg>
      </pc:sldChg>
      <pc:sldChg chg="addSp delSp modSp new mod">
        <pc:chgData name="Ms Alina Arshad" userId="cccdfd85-d35d-4453-9c6f-a463aae40722" providerId="ADAL" clId="{97C00DA4-6F9F-4A83-996B-9231DC603249}" dt="2024-10-27T06:46:36.311" v="456" actId="20577"/>
        <pc:sldMkLst>
          <pc:docMk/>
          <pc:sldMk cId="2062406901" sldId="308"/>
        </pc:sldMkLst>
        <pc:spChg chg="del">
          <ac:chgData name="Ms Alina Arshad" userId="cccdfd85-d35d-4453-9c6f-a463aae40722" providerId="ADAL" clId="{97C00DA4-6F9F-4A83-996B-9231DC603249}" dt="2024-10-27T06:31:42.586" v="227"/>
          <ac:spMkLst>
            <pc:docMk/>
            <pc:sldMk cId="2062406901" sldId="308"/>
            <ac:spMk id="2" creationId="{64261432-9DDF-B333-EAC9-1EBB965E0C5E}"/>
          </ac:spMkLst>
        </pc:spChg>
        <pc:spChg chg="del">
          <ac:chgData name="Ms Alina Arshad" userId="cccdfd85-d35d-4453-9c6f-a463aae40722" providerId="ADAL" clId="{97C00DA4-6F9F-4A83-996B-9231DC603249}" dt="2024-10-27T06:23:03.466" v="107"/>
          <ac:spMkLst>
            <pc:docMk/>
            <pc:sldMk cId="2062406901" sldId="308"/>
            <ac:spMk id="3" creationId="{4EF1AC37-7D33-E4D6-CE9A-5A3DFA3EB437}"/>
          </ac:spMkLst>
        </pc:spChg>
        <pc:spChg chg="add mod">
          <ac:chgData name="Ms Alina Arshad" userId="cccdfd85-d35d-4453-9c6f-a463aae40722" providerId="ADAL" clId="{97C00DA4-6F9F-4A83-996B-9231DC603249}" dt="2024-10-27T06:35:47.371" v="383" actId="1076"/>
          <ac:spMkLst>
            <pc:docMk/>
            <pc:sldMk cId="2062406901" sldId="308"/>
            <ac:spMk id="5" creationId="{2D74D770-D1C9-A90F-10FC-069A347C9C02}"/>
          </ac:spMkLst>
        </pc:spChg>
        <pc:spChg chg="add del mod">
          <ac:chgData name="Ms Alina Arshad" userId="cccdfd85-d35d-4453-9c6f-a463aae40722" providerId="ADAL" clId="{97C00DA4-6F9F-4A83-996B-9231DC603249}" dt="2024-10-27T06:31:47.838" v="229" actId="478"/>
          <ac:spMkLst>
            <pc:docMk/>
            <pc:sldMk cId="2062406901" sldId="308"/>
            <ac:spMk id="7" creationId="{E6D6E38C-7E2F-C9A3-A489-CB9F5D795CE3}"/>
          </ac:spMkLst>
        </pc:spChg>
        <pc:spChg chg="add mod">
          <ac:chgData name="Ms Alina Arshad" userId="cccdfd85-d35d-4453-9c6f-a463aae40722" providerId="ADAL" clId="{97C00DA4-6F9F-4A83-996B-9231DC603249}" dt="2024-10-27T06:46:36.311" v="456" actId="20577"/>
          <ac:spMkLst>
            <pc:docMk/>
            <pc:sldMk cId="2062406901" sldId="308"/>
            <ac:spMk id="9" creationId="{ACF867DE-72BC-3B3C-2C82-ABDB8AF65617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1" creationId="{CAAC6009-69FE-FFF3-B136-DFC201A94163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2" creationId="{7776D532-35BE-7B63-BDAA-D00854698763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3" creationId="{CCBEF00D-49AD-4ABD-B146-B09A82260318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4" creationId="{1E96A49B-E40B-F56B-9B1D-A0CF113BA87C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6" creationId="{5D715366-160E-50E5-E061-AB4F25C2BC01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7" creationId="{DFC167DE-43F4-DF75-FED7-0A97828003A6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8" creationId="{04E662E4-64AD-00C8-A2EC-1D2F1D99A0E1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9" creationId="{C6FE551A-5D6A-5C9A-0488-036CA7C15C57}"/>
          </ac:spMkLst>
        </pc:spChg>
        <pc:grpChg chg="add mod">
          <ac:chgData name="Ms Alina Arshad" userId="cccdfd85-d35d-4453-9c6f-a463aae40722" providerId="ADAL" clId="{97C00DA4-6F9F-4A83-996B-9231DC603249}" dt="2024-10-27T06:35:52.005" v="384" actId="1076"/>
          <ac:grpSpMkLst>
            <pc:docMk/>
            <pc:sldMk cId="2062406901" sldId="308"/>
            <ac:grpSpMk id="10" creationId="{3B14EE75-0987-4199-2E7A-F7F7A89A7E02}"/>
          </ac:grpSpMkLst>
        </pc:grpChg>
        <pc:grpChg chg="add mod">
          <ac:chgData name="Ms Alina Arshad" userId="cccdfd85-d35d-4453-9c6f-a463aae40722" providerId="ADAL" clId="{97C00DA4-6F9F-4A83-996B-9231DC603249}" dt="2024-10-27T06:35:59.342" v="385" actId="1076"/>
          <ac:grpSpMkLst>
            <pc:docMk/>
            <pc:sldMk cId="2062406901" sldId="308"/>
            <ac:grpSpMk id="15" creationId="{BBDF864B-10DF-5B89-986D-063B7F488405}"/>
          </ac:grpSpMkLst>
        </pc:grpChg>
        <pc:picChg chg="add del mod">
          <ac:chgData name="Ms Alina Arshad" userId="cccdfd85-d35d-4453-9c6f-a463aae40722" providerId="ADAL" clId="{97C00DA4-6F9F-4A83-996B-9231DC603249}" dt="2024-10-27T06:31:45.289" v="228" actId="478"/>
          <ac:picMkLst>
            <pc:docMk/>
            <pc:sldMk cId="2062406901" sldId="308"/>
            <ac:picMk id="4" creationId="{00000000-0000-0000-0000-000000000000}"/>
          </ac:picMkLst>
        </pc:picChg>
      </pc:sldChg>
      <pc:sldChg chg="addSp delSp modSp new del">
        <pc:chgData name="Ms Alina Arshad" userId="cccdfd85-d35d-4453-9c6f-a463aae40722" providerId="ADAL" clId="{97C00DA4-6F9F-4A83-996B-9231DC603249}" dt="2024-10-26T15:11:49.513" v="3" actId="47"/>
        <pc:sldMkLst>
          <pc:docMk/>
          <pc:sldMk cId="3656474684" sldId="308"/>
        </pc:sldMkLst>
        <pc:spChg chg="del">
          <ac:chgData name="Ms Alina Arshad" userId="cccdfd85-d35d-4453-9c6f-a463aae40722" providerId="ADAL" clId="{97C00DA4-6F9F-4A83-996B-9231DC603249}" dt="2024-10-26T15:11:31.727" v="2"/>
          <ac:spMkLst>
            <pc:docMk/>
            <pc:sldMk cId="3656474684" sldId="308"/>
            <ac:spMk id="2" creationId="{2C5E8CC2-0FBF-7C39-A2BC-AB1D96E84DEC}"/>
          </ac:spMkLst>
        </pc:spChg>
        <pc:spChg chg="add mod">
          <ac:chgData name="Ms Alina Arshad" userId="cccdfd85-d35d-4453-9c6f-a463aae40722" providerId="ADAL" clId="{97C00DA4-6F9F-4A83-996B-9231DC603249}" dt="2024-10-26T15:11:31.727" v="2"/>
          <ac:spMkLst>
            <pc:docMk/>
            <pc:sldMk cId="3656474684" sldId="308"/>
            <ac:spMk id="4" creationId="{A23F0AC3-E057-9A4F-0ADB-3013DD885288}"/>
          </ac:spMkLst>
        </pc:spChg>
      </pc:sldChg>
      <pc:sldChg chg="addSp delSp modSp new mod">
        <pc:chgData name="Ms Alina Arshad" userId="cccdfd85-d35d-4453-9c6f-a463aae40722" providerId="ADAL" clId="{97C00DA4-6F9F-4A83-996B-9231DC603249}" dt="2024-10-27T06:48:47.340" v="459" actId="404"/>
        <pc:sldMkLst>
          <pc:docMk/>
          <pc:sldMk cId="313500440" sldId="309"/>
        </pc:sldMkLst>
        <pc:spChg chg="del">
          <ac:chgData name="Ms Alina Arshad" userId="cccdfd85-d35d-4453-9c6f-a463aae40722" providerId="ADAL" clId="{97C00DA4-6F9F-4A83-996B-9231DC603249}" dt="2024-10-27T06:38:10.392" v="392"/>
          <ac:spMkLst>
            <pc:docMk/>
            <pc:sldMk cId="313500440" sldId="309"/>
            <ac:spMk id="2" creationId="{61E9FFFC-3F8B-3F62-B889-48AD72549895}"/>
          </ac:spMkLst>
        </pc:spChg>
        <pc:spChg chg="mod">
          <ac:chgData name="Ms Alina Arshad" userId="cccdfd85-d35d-4453-9c6f-a463aae40722" providerId="ADAL" clId="{97C00DA4-6F9F-4A83-996B-9231DC603249}" dt="2024-10-27T06:48:47.340" v="459" actId="404"/>
          <ac:spMkLst>
            <pc:docMk/>
            <pc:sldMk cId="313500440" sldId="309"/>
            <ac:spMk id="3" creationId="{700B462B-E498-E899-02D8-A897DAF63B9C}"/>
          </ac:spMkLst>
        </pc:spChg>
        <pc:spChg chg="add mod">
          <ac:chgData name="Ms Alina Arshad" userId="cccdfd85-d35d-4453-9c6f-a463aae40722" providerId="ADAL" clId="{97C00DA4-6F9F-4A83-996B-9231DC603249}" dt="2024-10-27T06:38:12.789" v="393" actId="14100"/>
          <ac:spMkLst>
            <pc:docMk/>
            <pc:sldMk cId="313500440" sldId="309"/>
            <ac:spMk id="4" creationId="{C1EE5095-857E-B43F-28C8-BF0409F2554F}"/>
          </ac:spMkLst>
        </pc:spChg>
      </pc:sldChg>
      <pc:sldChg chg="addSp delSp modSp new mod">
        <pc:chgData name="Ms Alina Arshad" userId="cccdfd85-d35d-4453-9c6f-a463aae40722" providerId="ADAL" clId="{97C00DA4-6F9F-4A83-996B-9231DC603249}" dt="2024-10-27T06:44:14.404" v="451" actId="14100"/>
        <pc:sldMkLst>
          <pc:docMk/>
          <pc:sldMk cId="491917458" sldId="310"/>
        </pc:sldMkLst>
        <pc:spChg chg="del">
          <ac:chgData name="Ms Alina Arshad" userId="cccdfd85-d35d-4453-9c6f-a463aae40722" providerId="ADAL" clId="{97C00DA4-6F9F-4A83-996B-9231DC603249}" dt="2024-10-27T06:44:12.212" v="450"/>
          <ac:spMkLst>
            <pc:docMk/>
            <pc:sldMk cId="491917458" sldId="310"/>
            <ac:spMk id="2" creationId="{83024A08-D99F-69A4-E31F-C34714C711D3}"/>
          </ac:spMkLst>
        </pc:spChg>
        <pc:spChg chg="del">
          <ac:chgData name="Ms Alina Arshad" userId="cccdfd85-d35d-4453-9c6f-a463aae40722" providerId="ADAL" clId="{97C00DA4-6F9F-4A83-996B-9231DC603249}" dt="2024-10-27T06:43:56.775" v="445" actId="22"/>
          <ac:spMkLst>
            <pc:docMk/>
            <pc:sldMk cId="491917458" sldId="310"/>
            <ac:spMk id="3" creationId="{8C4D7949-83D8-0789-C041-187BEC92E655}"/>
          </ac:spMkLst>
        </pc:spChg>
        <pc:spChg chg="add mod">
          <ac:chgData name="Ms Alina Arshad" userId="cccdfd85-d35d-4453-9c6f-a463aae40722" providerId="ADAL" clId="{97C00DA4-6F9F-4A83-996B-9231DC603249}" dt="2024-10-27T06:44:14.404" v="451" actId="14100"/>
          <ac:spMkLst>
            <pc:docMk/>
            <pc:sldMk cId="491917458" sldId="310"/>
            <ac:spMk id="6" creationId="{5C792AA2-A0EE-F77D-8AEA-1B73F92C971E}"/>
          </ac:spMkLst>
        </pc:spChg>
        <pc:picChg chg="add mod ord">
          <ac:chgData name="Ms Alina Arshad" userId="cccdfd85-d35d-4453-9c6f-a463aae40722" providerId="ADAL" clId="{97C00DA4-6F9F-4A83-996B-9231DC603249}" dt="2024-10-27T06:44:06.016" v="449" actId="1076"/>
          <ac:picMkLst>
            <pc:docMk/>
            <pc:sldMk cId="491917458" sldId="310"/>
            <ac:picMk id="5" creationId="{637A1014-93E2-A6F7-78A7-558951DA6976}"/>
          </ac:picMkLst>
        </pc:picChg>
      </pc:sld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</a:t>
            </a:r>
            <a:r>
              <a:rPr lang="en-US" sz="4400" b="1" dirty="0">
                <a:solidFill>
                  <a:schemeClr val="tx1"/>
                </a:solidFill>
              </a:rPr>
              <a:t>Chapter </a:t>
            </a:r>
            <a:r>
              <a:rPr lang="en-US" sz="4400" b="1">
                <a:solidFill>
                  <a:schemeClr val="tx1"/>
                </a:solidFill>
              </a:rPr>
              <a:t># 8</a:t>
            </a:r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Relational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405" y="892668"/>
            <a:ext cx="631952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60" dirty="0"/>
              <a:t>Types</a:t>
            </a:r>
            <a:r>
              <a:rPr b="1" spc="-185" dirty="0"/>
              <a:t> </a:t>
            </a:r>
            <a:r>
              <a:rPr b="1" spc="225" dirty="0"/>
              <a:t>of</a:t>
            </a:r>
            <a:r>
              <a:rPr b="1" spc="-165" dirty="0"/>
              <a:t> </a:t>
            </a:r>
            <a:r>
              <a:rPr b="1" spc="210" dirty="0"/>
              <a:t>Join</a:t>
            </a:r>
            <a:r>
              <a:rPr b="1" spc="-160" dirty="0"/>
              <a:t> </a:t>
            </a:r>
            <a:r>
              <a:rPr b="1" dirty="0"/>
              <a:t>Operations</a:t>
            </a:r>
            <a:endParaRPr b="1" spc="24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9024" y="1793519"/>
            <a:ext cx="6473952" cy="4491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292" y="851599"/>
            <a:ext cx="39554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Left Outer Join: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5971" y="1742087"/>
            <a:ext cx="10532745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Left outer join contains the set of tuples of all combinations in R and S  that are equal on their common attribute names.</a:t>
            </a: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In the left outer join, tuples in R have no matching tuples in S.</a:t>
            </a:r>
            <a:r>
              <a:rPr lang="en-US" sz="2400" dirty="0"/>
              <a:t> </a:t>
            </a:r>
            <a:r>
              <a:rPr sz="2400" dirty="0"/>
              <a:t>It is denoted by ⟕.</a:t>
            </a:r>
          </a:p>
          <a:p>
            <a:pPr marL="355600" indent="-342900">
              <a:lnSpc>
                <a:spcPct val="100000"/>
              </a:lnSpc>
              <a:spcBef>
                <a:spcPts val="1019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Example: Using the EMPLOYEE table and </a:t>
            </a:r>
            <a:r>
              <a:rPr lang="en-US" sz="2400" dirty="0"/>
              <a:t>Department</a:t>
            </a:r>
            <a:r>
              <a:rPr sz="2400" dirty="0"/>
              <a:t> table</a:t>
            </a: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6299835" algn="l"/>
              </a:tabLst>
            </a:pPr>
            <a:r>
              <a:rPr sz="2400" dirty="0"/>
              <a:t>Employee</a:t>
            </a:r>
            <a:r>
              <a:rPr lang="en-US" sz="2400" dirty="0"/>
              <a:t>                                                                Dep</a:t>
            </a:r>
            <a:endParaRPr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94A247-9881-D3B6-1F83-7ED762E87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30838"/>
              </p:ext>
            </p:extLst>
          </p:nvPr>
        </p:nvGraphicFramePr>
        <p:xfrm>
          <a:off x="927142" y="4125291"/>
          <a:ext cx="4495713" cy="16398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98571">
                  <a:extLst>
                    <a:ext uri="{9D8B030D-6E8A-4147-A177-3AD203B41FA5}">
                      <a16:colId xmlns:a16="http://schemas.microsoft.com/office/drawing/2014/main" val="382493201"/>
                    </a:ext>
                  </a:extLst>
                </a:gridCol>
                <a:gridCol w="1498571">
                  <a:extLst>
                    <a:ext uri="{9D8B030D-6E8A-4147-A177-3AD203B41FA5}">
                      <a16:colId xmlns:a16="http://schemas.microsoft.com/office/drawing/2014/main" val="3130802529"/>
                    </a:ext>
                  </a:extLst>
                </a:gridCol>
                <a:gridCol w="1498571">
                  <a:extLst>
                    <a:ext uri="{9D8B030D-6E8A-4147-A177-3AD203B41FA5}">
                      <a16:colId xmlns:a16="http://schemas.microsoft.com/office/drawing/2014/main" val="2324405209"/>
                    </a:ext>
                  </a:extLst>
                </a:gridCol>
              </a:tblGrid>
              <a:tr h="2142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 err="1">
                          <a:effectLst/>
                        </a:rPr>
                        <a:t>EmpID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 err="1">
                          <a:effectLst/>
                        </a:rPr>
                        <a:t>Ename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 err="1">
                          <a:effectLst/>
                        </a:rPr>
                        <a:t>DeptID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7413226"/>
                  </a:ext>
                </a:extLst>
              </a:tr>
              <a:tr h="2142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</a:rPr>
                        <a:t>John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10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4041642"/>
                  </a:ext>
                </a:extLst>
              </a:tr>
              <a:tr h="2142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</a:rPr>
                        <a:t>Alice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20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3613079"/>
                  </a:ext>
                </a:extLst>
              </a:tr>
              <a:tr h="2142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</a:rPr>
                        <a:t>Bob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30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2255733"/>
                  </a:ext>
                </a:extLst>
              </a:tr>
              <a:tr h="2142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Carol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</a:rPr>
                        <a:t>NULL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17611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BFF31B-AD25-4E4A-3907-D8D14C30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535308"/>
              </p:ext>
            </p:extLst>
          </p:nvPr>
        </p:nvGraphicFramePr>
        <p:xfrm>
          <a:off x="5846384" y="4125291"/>
          <a:ext cx="4325892" cy="15742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62946">
                  <a:extLst>
                    <a:ext uri="{9D8B030D-6E8A-4147-A177-3AD203B41FA5}">
                      <a16:colId xmlns:a16="http://schemas.microsoft.com/office/drawing/2014/main" val="2585763740"/>
                    </a:ext>
                  </a:extLst>
                </a:gridCol>
                <a:gridCol w="2162946">
                  <a:extLst>
                    <a:ext uri="{9D8B030D-6E8A-4147-A177-3AD203B41FA5}">
                      <a16:colId xmlns:a16="http://schemas.microsoft.com/office/drawing/2014/main" val="3396048494"/>
                    </a:ext>
                  </a:extLst>
                </a:gridCol>
              </a:tblGrid>
              <a:tr h="227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DeptID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Dname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850958"/>
                  </a:ext>
                </a:extLst>
              </a:tr>
              <a:tr h="227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Sales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4376432"/>
                  </a:ext>
                </a:extLst>
              </a:tr>
              <a:tr h="227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Marketing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875474"/>
                  </a:ext>
                </a:extLst>
              </a:tr>
              <a:tr h="227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40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effectLst/>
                        </a:rPr>
                        <a:t>IT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52353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908" y="937707"/>
            <a:ext cx="39554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Left Outer Join: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908" y="1957861"/>
            <a:ext cx="5634941" cy="1376018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400" dirty="0"/>
              <a:t>Input:</a:t>
            </a: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dirty="0"/>
              <a:t>EMPLOYEE ⟕</a:t>
            </a:r>
            <a:r>
              <a:rPr lang="en-US" sz="12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DeptID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=</a:t>
            </a:r>
            <a:r>
              <a:rPr lang="en-US" sz="12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DeptID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sz="2400" dirty="0"/>
              <a:t>Department</a:t>
            </a:r>
            <a:endParaRPr sz="2400" dirty="0"/>
          </a:p>
          <a:p>
            <a:pPr marL="12700">
              <a:lnSpc>
                <a:spcPct val="100000"/>
              </a:lnSpc>
            </a:pPr>
            <a:r>
              <a:rPr lang="en-US" sz="2400" b="1" dirty="0"/>
              <a:t>O</a:t>
            </a:r>
            <a:r>
              <a:rPr sz="2400" b="1" dirty="0"/>
              <a:t>utput: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060F4D-C4DA-6DEE-7C30-B0D6DC946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67323"/>
              </p:ext>
            </p:extLst>
          </p:nvPr>
        </p:nvGraphicFramePr>
        <p:xfrm>
          <a:off x="1066800" y="3782799"/>
          <a:ext cx="10058400" cy="20631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63094441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8369044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2628371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03812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EmpID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Ename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DeptID (EMPLOYEE)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Dname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197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John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Sales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4150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Alice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Marketing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8673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Bob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30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998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Carol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effectLst/>
                        </a:rPr>
                        <a:t>NULL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56532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280" y="746638"/>
            <a:ext cx="53710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5" dirty="0">
                <a:solidFill>
                  <a:schemeClr val="tx1"/>
                </a:solidFill>
              </a:rPr>
              <a:t>Right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229" dirty="0">
                <a:solidFill>
                  <a:schemeClr val="tx1"/>
                </a:solidFill>
              </a:rPr>
              <a:t>Outer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100" dirty="0">
                <a:solidFill>
                  <a:schemeClr val="tx1"/>
                </a:solidFill>
              </a:rPr>
              <a:t>Join: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211" y="1783640"/>
            <a:ext cx="11351077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Right outer join contains the set of tuples of all combinations in  R and S</a:t>
            </a:r>
            <a:r>
              <a:rPr lang="en-US" sz="2400" dirty="0"/>
              <a:t> </a:t>
            </a:r>
            <a:r>
              <a:rPr sz="2400" dirty="0"/>
              <a:t>that are equal on their common attribute names.</a:t>
            </a: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In right outer join, tuples in S have no matching tuples in R.</a:t>
            </a:r>
            <a:r>
              <a:rPr lang="en-US" sz="2400" dirty="0"/>
              <a:t> </a:t>
            </a:r>
            <a:r>
              <a:rPr sz="2400" dirty="0"/>
              <a:t>It is denoted by ⟖.</a:t>
            </a:r>
          </a:p>
          <a:p>
            <a:pPr marL="355600" marR="2143760" indent="-342900">
              <a:lnSpc>
                <a:spcPct val="100000"/>
              </a:lnSpc>
              <a:spcBef>
                <a:spcPts val="1019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Example: Using the above EMPLOYEE table and  </a:t>
            </a:r>
            <a:r>
              <a:rPr lang="en-US" sz="2400" dirty="0"/>
              <a:t>Department</a:t>
            </a:r>
            <a:r>
              <a:rPr sz="2400" dirty="0"/>
              <a:t> Relation</a:t>
            </a: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54965" algn="l"/>
                <a:tab pos="4728210" algn="l"/>
              </a:tabLst>
            </a:pPr>
            <a:r>
              <a:rPr sz="2400" dirty="0"/>
              <a:t>Input:</a:t>
            </a:r>
            <a:r>
              <a:rPr lang="en-US" sz="2400" dirty="0"/>
              <a:t> </a:t>
            </a:r>
            <a:r>
              <a:rPr sz="2400" dirty="0"/>
              <a:t>EMPLOYEE ⟖</a:t>
            </a:r>
            <a:r>
              <a:rPr lang="en-US" sz="2400" dirty="0"/>
              <a:t> </a:t>
            </a:r>
            <a:r>
              <a:rPr lang="en-US" sz="11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DeptID</a:t>
            </a:r>
            <a:r>
              <a:rPr lang="en-US" sz="11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=</a:t>
            </a:r>
            <a:r>
              <a:rPr lang="en-US" sz="11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DeptID</a:t>
            </a:r>
            <a:r>
              <a:rPr lang="en-US" sz="11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sz="1100" dirty="0"/>
              <a:t> </a:t>
            </a:r>
            <a:r>
              <a:rPr lang="en-US" sz="2400" dirty="0"/>
              <a:t>Department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C8B94-B5C0-7BEA-3685-693A306D370B}"/>
              </a:ext>
            </a:extLst>
          </p:cNvPr>
          <p:cNvSpPr txBox="1"/>
          <p:nvPr/>
        </p:nvSpPr>
        <p:spPr>
          <a:xfrm>
            <a:off x="1048700" y="4007254"/>
            <a:ext cx="123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588C83-E0E2-C22B-35B1-DBC5084FC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73034"/>
              </p:ext>
            </p:extLst>
          </p:nvPr>
        </p:nvGraphicFramePr>
        <p:xfrm>
          <a:off x="2109764" y="4460870"/>
          <a:ext cx="8409200" cy="16504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2300">
                  <a:extLst>
                    <a:ext uri="{9D8B030D-6E8A-4147-A177-3AD203B41FA5}">
                      <a16:colId xmlns:a16="http://schemas.microsoft.com/office/drawing/2014/main" val="1291448731"/>
                    </a:ext>
                  </a:extLst>
                </a:gridCol>
                <a:gridCol w="1291122">
                  <a:extLst>
                    <a:ext uri="{9D8B030D-6E8A-4147-A177-3AD203B41FA5}">
                      <a16:colId xmlns:a16="http://schemas.microsoft.com/office/drawing/2014/main" val="1608949510"/>
                    </a:ext>
                  </a:extLst>
                </a:gridCol>
                <a:gridCol w="2900671">
                  <a:extLst>
                    <a:ext uri="{9D8B030D-6E8A-4147-A177-3AD203B41FA5}">
                      <a16:colId xmlns:a16="http://schemas.microsoft.com/office/drawing/2014/main" val="1587618166"/>
                    </a:ext>
                  </a:extLst>
                </a:gridCol>
                <a:gridCol w="2115107">
                  <a:extLst>
                    <a:ext uri="{9D8B030D-6E8A-4147-A177-3AD203B41FA5}">
                      <a16:colId xmlns:a16="http://schemas.microsoft.com/office/drawing/2014/main" val="4250489971"/>
                    </a:ext>
                  </a:extLst>
                </a:gridCol>
              </a:tblGrid>
              <a:tr h="3377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effectLst/>
                        </a:rPr>
                        <a:t>EmpID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effectLst/>
                        </a:rPr>
                        <a:t>Ename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DeptID (DEPARTMENT)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Dname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921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John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Sales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029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Alice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Marketing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9676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40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effectLst/>
                        </a:rPr>
                        <a:t>IT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7895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911796"/>
            <a:ext cx="377697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Full Outer Join: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65016" y="1859382"/>
            <a:ext cx="11185705" cy="28437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solidFill>
                  <a:schemeClr val="tx1"/>
                </a:solidFill>
              </a:rPr>
              <a:t>Full outer join is like a left or right join except that it contains all rows from both  tables.</a:t>
            </a:r>
          </a:p>
          <a:p>
            <a:pPr marL="355600" marR="260985" indent="-342900">
              <a:lnSpc>
                <a:spcPct val="100000"/>
              </a:lnSpc>
              <a:spcBef>
                <a:spcPts val="10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solidFill>
                  <a:schemeClr val="tx1"/>
                </a:solidFill>
              </a:rPr>
              <a:t>In full outer join, tuples in R that have no matching tuples in S and tuples in S  that have no matching tuples in R in their common attribute name.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It is denoted by ⟗.</a:t>
            </a:r>
          </a:p>
          <a:p>
            <a:pPr marL="0" indent="0">
              <a:lnSpc>
                <a:spcPct val="100000"/>
              </a:lnSpc>
              <a:spcBef>
                <a:spcPts val="1005"/>
              </a:spcBef>
              <a:buNone/>
              <a:tabLst>
                <a:tab pos="354965" algn="l"/>
              </a:tabLst>
            </a:pPr>
            <a:r>
              <a:rPr sz="2400" dirty="0">
                <a:solidFill>
                  <a:schemeClr val="tx1"/>
                </a:solidFill>
              </a:rPr>
              <a:t>Example: Using the above EMPLOYEE table and </a:t>
            </a:r>
            <a:r>
              <a:rPr lang="en-US" sz="2400" dirty="0">
                <a:solidFill>
                  <a:schemeClr val="tx1"/>
                </a:solidFill>
              </a:rPr>
              <a:t>Department</a:t>
            </a:r>
            <a:r>
              <a:rPr sz="2400" dirty="0">
                <a:solidFill>
                  <a:schemeClr val="tx1"/>
                </a:solidFill>
              </a:rPr>
              <a:t> ta</a:t>
            </a:r>
            <a:r>
              <a:rPr lang="en-US" sz="2400" dirty="0">
                <a:solidFill>
                  <a:schemeClr val="tx1"/>
                </a:solidFill>
              </a:rPr>
              <a:t>ble</a:t>
            </a:r>
          </a:p>
          <a:p>
            <a:pPr marL="0" indent="0">
              <a:lnSpc>
                <a:spcPct val="100000"/>
              </a:lnSpc>
              <a:spcBef>
                <a:spcPts val="1015"/>
              </a:spcBef>
              <a:buNone/>
              <a:tabLst>
                <a:tab pos="354965" algn="l"/>
                <a:tab pos="4740275" algn="l"/>
              </a:tabLst>
            </a:pPr>
            <a:r>
              <a:rPr lang="en-US" sz="2400" dirty="0">
                <a:solidFill>
                  <a:schemeClr val="tx1"/>
                </a:solidFill>
              </a:rPr>
              <a:t>Input: EMPLOYEE ⟗ Department</a:t>
            </a:r>
          </a:p>
          <a:p>
            <a:pPr marL="0" indent="0">
              <a:lnSpc>
                <a:spcPct val="100000"/>
              </a:lnSpc>
              <a:spcBef>
                <a:spcPts val="1015"/>
              </a:spcBef>
              <a:buNone/>
              <a:tabLst>
                <a:tab pos="354965" algn="l"/>
                <a:tab pos="4740275" algn="l"/>
              </a:tabLst>
            </a:pPr>
            <a:r>
              <a:rPr lang="en-US" sz="2400" dirty="0">
                <a:solidFill>
                  <a:schemeClr val="tx1"/>
                </a:solidFill>
              </a:rPr>
              <a:t>Output: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75FC9C-793E-D69E-F7A7-0BE4DED28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604753"/>
              </p:ext>
            </p:extLst>
          </p:nvPr>
        </p:nvGraphicFramePr>
        <p:xfrm>
          <a:off x="5777553" y="3718488"/>
          <a:ext cx="5536440" cy="23614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47571">
                  <a:extLst>
                    <a:ext uri="{9D8B030D-6E8A-4147-A177-3AD203B41FA5}">
                      <a16:colId xmlns:a16="http://schemas.microsoft.com/office/drawing/2014/main" val="399975727"/>
                    </a:ext>
                  </a:extLst>
                </a:gridCol>
                <a:gridCol w="1255594">
                  <a:extLst>
                    <a:ext uri="{9D8B030D-6E8A-4147-A177-3AD203B41FA5}">
                      <a16:colId xmlns:a16="http://schemas.microsoft.com/office/drawing/2014/main" val="294770913"/>
                    </a:ext>
                  </a:extLst>
                </a:gridCol>
                <a:gridCol w="1146412">
                  <a:extLst>
                    <a:ext uri="{9D8B030D-6E8A-4147-A177-3AD203B41FA5}">
                      <a16:colId xmlns:a16="http://schemas.microsoft.com/office/drawing/2014/main" val="2086758188"/>
                    </a:ext>
                  </a:extLst>
                </a:gridCol>
                <a:gridCol w="1686863">
                  <a:extLst>
                    <a:ext uri="{9D8B030D-6E8A-4147-A177-3AD203B41FA5}">
                      <a16:colId xmlns:a16="http://schemas.microsoft.com/office/drawing/2014/main" val="2703113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EmpID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Ename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DeptID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Dname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1589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John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Sales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98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Alice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Marketing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756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Bob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30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229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Carol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171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>
                          <a:effectLst/>
                        </a:rPr>
                        <a:t>40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effectLst/>
                        </a:rPr>
                        <a:t>IT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75031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0032" y="946435"/>
            <a:ext cx="2845113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chemeClr val="tx1"/>
                </a:solidFill>
              </a:rPr>
              <a:t>Division</a:t>
            </a:r>
            <a:r>
              <a:rPr lang="en-US" sz="4400" b="1" spc="-10" dirty="0">
                <a:solidFill>
                  <a:schemeClr val="tx1"/>
                </a:solidFill>
              </a:rPr>
              <a:t> </a:t>
            </a:r>
            <a:r>
              <a:rPr lang="en-US" b="1" dirty="0"/>
              <a:t>÷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7381" y="2134149"/>
            <a:ext cx="8882380" cy="376013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340360" indent="-228600">
              <a:lnSpc>
                <a:spcPts val="2620"/>
              </a:lnSpc>
              <a:spcBef>
                <a:spcPts val="4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Retrieve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spc="-10" dirty="0">
                <a:latin typeface="Calibri"/>
                <a:cs typeface="Calibri"/>
              </a:rPr>
              <a:t>‘John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Smith’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on.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745"/>
              </a:lnSpc>
              <a:spcBef>
                <a:spcPts val="64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retrieve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‘John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Smith’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4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intermediate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SMITH_PNOS: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>
              <a:spcBef>
                <a:spcPts val="1010"/>
              </a:spcBef>
            </a:pP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200"/>
              </a:lnSpc>
              <a:spcBef>
                <a:spcPts val="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Next,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&lt;Pno,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ESSN&gt;,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whenever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SSN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intermediate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SSN_PNOS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254"/>
              </a:spcBef>
            </a:pP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7517" y="3581276"/>
            <a:ext cx="6324600" cy="8077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9888" y="5613619"/>
            <a:ext cx="5740908" cy="445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1302" y="923432"/>
            <a:ext cx="2343748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1"/>
                </a:solidFill>
              </a:rPr>
              <a:t>Division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8945" y="1804538"/>
            <a:ext cx="10223873" cy="1088118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spcBef>
                <a:spcPts val="254"/>
              </a:spcBef>
              <a:buFont typeface="Microsoft Sans Serif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41300" marR="175260" indent="-228600">
              <a:lnSpc>
                <a:spcPts val="262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Finally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desired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employees’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SSN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1012" y="3429000"/>
            <a:ext cx="5730240" cy="8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1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650" y="128519"/>
            <a:ext cx="8827008" cy="6225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061633"/>
            <a:ext cx="10811608" cy="721222"/>
          </a:xfrm>
          <a:prstGeom prst="rect">
            <a:avLst/>
          </a:prstGeom>
        </p:spPr>
        <p:txBody>
          <a:bodyPr vert="horz" wrap="square" lIns="0" tIns="142747" rIns="0" bIns="0" rtlCol="0" anchor="b">
            <a:spAutoFit/>
          </a:bodyPr>
          <a:lstStyle/>
          <a:p>
            <a:pPr marL="12700" marR="5080">
              <a:lnSpc>
                <a:spcPts val="4520"/>
              </a:lnSpc>
              <a:spcBef>
                <a:spcPts val="680"/>
              </a:spcBef>
            </a:pPr>
            <a:r>
              <a:rPr sz="4200" b="1" spc="-90" dirty="0">
                <a:solidFill>
                  <a:schemeClr val="tx1"/>
                </a:solidFill>
                <a:cs typeface="Tahoma"/>
              </a:rPr>
              <a:t>Table</a:t>
            </a:r>
            <a:r>
              <a:rPr sz="4200" b="1" spc="-165" dirty="0">
                <a:solidFill>
                  <a:schemeClr val="tx1"/>
                </a:solidFill>
                <a:cs typeface="Tahoma"/>
              </a:rPr>
              <a:t> </a:t>
            </a:r>
            <a:r>
              <a:rPr sz="4200" b="1" spc="-270" dirty="0">
                <a:solidFill>
                  <a:schemeClr val="tx1"/>
                </a:solidFill>
                <a:cs typeface="Tahoma"/>
              </a:rPr>
              <a:t>8.1</a:t>
            </a:r>
            <a:r>
              <a:rPr sz="4200" b="1" spc="-65" dirty="0">
                <a:solidFill>
                  <a:schemeClr val="tx1"/>
                </a:solidFill>
                <a:cs typeface="Tahoma"/>
              </a:rPr>
              <a:t> </a:t>
            </a:r>
            <a:r>
              <a:rPr sz="4200" spc="-40" dirty="0">
                <a:solidFill>
                  <a:schemeClr val="tx1"/>
                </a:solidFill>
                <a:cs typeface="Verdana"/>
              </a:rPr>
              <a:t>Operations</a:t>
            </a:r>
            <a:r>
              <a:rPr sz="4200" spc="-330" dirty="0">
                <a:solidFill>
                  <a:schemeClr val="tx1"/>
                </a:solidFill>
                <a:cs typeface="Verdana"/>
              </a:rPr>
              <a:t> </a:t>
            </a:r>
            <a:r>
              <a:rPr sz="4200" spc="-25" dirty="0">
                <a:solidFill>
                  <a:schemeClr val="tx1"/>
                </a:solidFill>
                <a:cs typeface="Verdana"/>
              </a:rPr>
              <a:t>of </a:t>
            </a:r>
            <a:r>
              <a:rPr sz="4200" spc="-70" dirty="0">
                <a:solidFill>
                  <a:schemeClr val="tx1"/>
                </a:solidFill>
                <a:cs typeface="Verdana"/>
              </a:rPr>
              <a:t>Relational</a:t>
            </a:r>
            <a:r>
              <a:rPr sz="4200" spc="-295" dirty="0">
                <a:solidFill>
                  <a:schemeClr val="tx1"/>
                </a:solidFill>
                <a:cs typeface="Verdana"/>
              </a:rPr>
              <a:t> </a:t>
            </a:r>
            <a:r>
              <a:rPr sz="4200" spc="-10" dirty="0">
                <a:solidFill>
                  <a:schemeClr val="tx1"/>
                </a:solidFill>
                <a:cs typeface="Verdana"/>
              </a:rPr>
              <a:t>Algebra</a:t>
            </a:r>
            <a:endParaRPr sz="4200" dirty="0">
              <a:solidFill>
                <a:schemeClr val="tx1"/>
              </a:solidFill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6864" y="1782855"/>
            <a:ext cx="8328831" cy="4458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459" y="459479"/>
            <a:ext cx="10209721" cy="1290610"/>
          </a:xfrm>
          <a:prstGeom prst="rect">
            <a:avLst/>
          </a:prstGeom>
        </p:spPr>
        <p:txBody>
          <a:bodyPr vert="horz" wrap="square" lIns="0" tIns="71120" rIns="0" bIns="0" rtlCol="0" anchor="b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60"/>
              </a:spcBef>
              <a:tabLst>
                <a:tab pos="2490470" algn="l"/>
              </a:tabLst>
            </a:pPr>
            <a:r>
              <a:rPr sz="4400" b="1" spc="-70" dirty="0">
                <a:solidFill>
                  <a:schemeClr val="tx1"/>
                </a:solidFill>
                <a:cs typeface="Tahoma"/>
              </a:rPr>
              <a:t>Table</a:t>
            </a:r>
            <a:r>
              <a:rPr sz="4400" b="1" spc="-200" dirty="0">
                <a:solidFill>
                  <a:schemeClr val="tx1"/>
                </a:solidFill>
                <a:cs typeface="Tahoma"/>
              </a:rPr>
              <a:t> </a:t>
            </a:r>
            <a:r>
              <a:rPr sz="4400" b="1" spc="-25" dirty="0">
                <a:solidFill>
                  <a:schemeClr val="tx1"/>
                </a:solidFill>
                <a:cs typeface="Tahoma"/>
              </a:rPr>
              <a:t>8.1</a:t>
            </a:r>
            <a:r>
              <a:rPr lang="en-US" sz="4400" b="1" spc="-25" dirty="0">
                <a:solidFill>
                  <a:schemeClr val="tx1"/>
                </a:solidFill>
                <a:cs typeface="Tahoma"/>
              </a:rPr>
              <a:t> </a:t>
            </a:r>
            <a:r>
              <a:rPr sz="4400" dirty="0">
                <a:solidFill>
                  <a:schemeClr val="tx1"/>
                </a:solidFill>
                <a:cs typeface="Verdana"/>
              </a:rPr>
              <a:t>Operations</a:t>
            </a:r>
            <a:r>
              <a:rPr sz="4400" spc="-275" dirty="0">
                <a:solidFill>
                  <a:schemeClr val="tx1"/>
                </a:solidFill>
                <a:cs typeface="Verdana"/>
              </a:rPr>
              <a:t> </a:t>
            </a:r>
            <a:r>
              <a:rPr sz="4400" spc="-25" dirty="0">
                <a:solidFill>
                  <a:schemeClr val="tx1"/>
                </a:solidFill>
                <a:cs typeface="Verdana"/>
              </a:rPr>
              <a:t>of </a:t>
            </a:r>
            <a:r>
              <a:rPr sz="4400" spc="-65" dirty="0">
                <a:solidFill>
                  <a:schemeClr val="tx1"/>
                </a:solidFill>
                <a:cs typeface="Verdana"/>
              </a:rPr>
              <a:t>Relational</a:t>
            </a:r>
            <a:r>
              <a:rPr sz="4400" spc="-254" dirty="0">
                <a:solidFill>
                  <a:schemeClr val="tx1"/>
                </a:solidFill>
                <a:cs typeface="Verdana"/>
              </a:rPr>
              <a:t> </a:t>
            </a:r>
            <a:r>
              <a:rPr sz="4400" spc="-10" dirty="0">
                <a:solidFill>
                  <a:schemeClr val="tx1"/>
                </a:solidFill>
                <a:cs typeface="Verdana"/>
              </a:rPr>
              <a:t>Algebra (continued)</a:t>
            </a:r>
            <a:endParaRPr sz="4400" dirty="0">
              <a:solidFill>
                <a:schemeClr val="tx1"/>
              </a:solidFill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931" y="1941789"/>
            <a:ext cx="8588138" cy="44567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548" y="959357"/>
            <a:ext cx="9124405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</a:rPr>
              <a:t>Aggregate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Function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548" y="1851517"/>
            <a:ext cx="10346454" cy="3154966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66065" indent="-227965">
              <a:spcBef>
                <a:spcPts val="370"/>
              </a:spcBef>
              <a:buFont typeface="Microsoft Sans Serif"/>
              <a:buChar char="•"/>
              <a:tabLst>
                <a:tab pos="266065" algn="l"/>
              </a:tabLst>
            </a:pPr>
            <a:r>
              <a:rPr sz="2400" dirty="0">
                <a:cs typeface="Calibri"/>
              </a:rPr>
              <a:t>Use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Aggregate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Functional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</a:t>
            </a:r>
            <a:r>
              <a:rPr sz="2400" spc="-45" dirty="0">
                <a:cs typeface="Calibri"/>
              </a:rPr>
              <a:t> </a:t>
            </a:r>
            <a:r>
              <a:rPr sz="2400" spc="-50" dirty="0">
                <a:cs typeface="Cambria Math"/>
              </a:rPr>
              <a:t>ℱ</a:t>
            </a:r>
            <a:endParaRPr sz="2400" dirty="0">
              <a:cs typeface="Cambria Math"/>
            </a:endParaRPr>
          </a:p>
          <a:p>
            <a:pPr marL="723265" lvl="1" indent="-228600">
              <a:lnSpc>
                <a:spcPts val="2510"/>
              </a:lnSpc>
              <a:spcBef>
                <a:spcPts val="250"/>
              </a:spcBef>
              <a:buFont typeface="Microsoft Sans Serif"/>
              <a:buChar char="•"/>
              <a:tabLst>
                <a:tab pos="723265" algn="l"/>
              </a:tabLst>
            </a:pPr>
            <a:r>
              <a:rPr sz="2200" dirty="0">
                <a:cs typeface="Cambria Math"/>
              </a:rPr>
              <a:t>ℱ</a:t>
            </a:r>
            <a:r>
              <a:rPr sz="2175" baseline="-21072" dirty="0">
                <a:cs typeface="Calibri"/>
              </a:rPr>
              <a:t>MAX</a:t>
            </a:r>
            <a:r>
              <a:rPr sz="2175" spc="-30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Salary</a:t>
            </a:r>
            <a:r>
              <a:rPr sz="2175" spc="165" baseline="-21072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(EMPLOYEE)</a:t>
            </a:r>
            <a:r>
              <a:rPr sz="2200" spc="-25" dirty="0">
                <a:cs typeface="Calibri"/>
              </a:rPr>
              <a:t> </a:t>
            </a:r>
            <a:r>
              <a:rPr sz="2200" dirty="0">
                <a:cs typeface="Calibri"/>
              </a:rPr>
              <a:t>retrieves</a:t>
            </a:r>
            <a:r>
              <a:rPr sz="2200" spc="-45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4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maximum</a:t>
            </a:r>
            <a:r>
              <a:rPr lang="en-US" sz="2200" spc="-10" dirty="0">
                <a:cs typeface="Calibri"/>
              </a:rPr>
              <a:t> </a:t>
            </a:r>
            <a:r>
              <a:rPr sz="2200" dirty="0">
                <a:cs typeface="Calibri"/>
              </a:rPr>
              <a:t>salary</a:t>
            </a:r>
            <a:r>
              <a:rPr sz="2200" spc="-75" dirty="0">
                <a:cs typeface="Calibri"/>
              </a:rPr>
              <a:t> </a:t>
            </a:r>
            <a:r>
              <a:rPr sz="2200" dirty="0">
                <a:cs typeface="Calibri"/>
              </a:rPr>
              <a:t>value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from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4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EMPLOYEE</a:t>
            </a:r>
            <a:r>
              <a:rPr sz="2200" spc="-3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relation</a:t>
            </a:r>
            <a:endParaRPr sz="2200" dirty="0">
              <a:cs typeface="Calibri"/>
            </a:endParaRPr>
          </a:p>
          <a:p>
            <a:pPr marL="723265" lvl="1" indent="-228600">
              <a:lnSpc>
                <a:spcPts val="2515"/>
              </a:lnSpc>
              <a:spcBef>
                <a:spcPts val="225"/>
              </a:spcBef>
              <a:buFont typeface="Microsoft Sans Serif"/>
              <a:buChar char="•"/>
              <a:tabLst>
                <a:tab pos="723265" algn="l"/>
              </a:tabLst>
            </a:pPr>
            <a:r>
              <a:rPr sz="2200" dirty="0">
                <a:cs typeface="Cambria Math"/>
              </a:rPr>
              <a:t>ℱ</a:t>
            </a:r>
            <a:r>
              <a:rPr sz="2175" baseline="-21072" dirty="0">
                <a:cs typeface="Calibri"/>
              </a:rPr>
              <a:t>MIN</a:t>
            </a:r>
            <a:r>
              <a:rPr sz="2175" spc="-22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Salary</a:t>
            </a:r>
            <a:r>
              <a:rPr sz="2175" spc="179" baseline="-21072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(EMPLOYEE)</a:t>
            </a:r>
            <a:r>
              <a:rPr sz="220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retrieves</a:t>
            </a:r>
            <a:r>
              <a:rPr sz="2200" spc="-50" dirty="0">
                <a:cs typeface="Calibri"/>
              </a:rPr>
              <a:t> </a:t>
            </a:r>
            <a:r>
              <a:rPr sz="2200">
                <a:cs typeface="Calibri"/>
              </a:rPr>
              <a:t>the</a:t>
            </a:r>
            <a:r>
              <a:rPr sz="2200" spc="-35">
                <a:cs typeface="Calibri"/>
              </a:rPr>
              <a:t> </a:t>
            </a:r>
            <a:r>
              <a:rPr sz="2200" spc="-10">
                <a:cs typeface="Calibri"/>
              </a:rPr>
              <a:t>minimum</a:t>
            </a:r>
            <a:r>
              <a:rPr lang="en-US" sz="2200" spc="-10" dirty="0">
                <a:cs typeface="Calibri"/>
              </a:rPr>
              <a:t> </a:t>
            </a:r>
            <a:r>
              <a:rPr sz="2200">
                <a:cs typeface="Calibri"/>
              </a:rPr>
              <a:t>Salary</a:t>
            </a:r>
            <a:r>
              <a:rPr sz="2200" spc="-75">
                <a:cs typeface="Calibri"/>
              </a:rPr>
              <a:t> </a:t>
            </a:r>
            <a:r>
              <a:rPr sz="2200" dirty="0">
                <a:cs typeface="Calibri"/>
              </a:rPr>
              <a:t>value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from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5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EMPLOYEE</a:t>
            </a:r>
            <a:r>
              <a:rPr sz="2200" spc="-2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relation</a:t>
            </a:r>
            <a:endParaRPr sz="2200" dirty="0">
              <a:cs typeface="Calibri"/>
            </a:endParaRPr>
          </a:p>
          <a:p>
            <a:pPr marL="723265" marR="260985" lvl="1" indent="-228600">
              <a:lnSpc>
                <a:spcPts val="2380"/>
              </a:lnSpc>
              <a:spcBef>
                <a:spcPts val="530"/>
              </a:spcBef>
              <a:buFont typeface="Microsoft Sans Serif"/>
              <a:buChar char="•"/>
              <a:tabLst>
                <a:tab pos="723265" algn="l"/>
              </a:tabLst>
            </a:pPr>
            <a:r>
              <a:rPr sz="2200" dirty="0">
                <a:cs typeface="Cambria Math"/>
              </a:rPr>
              <a:t>ℱ</a:t>
            </a:r>
            <a:r>
              <a:rPr sz="2175" baseline="-21072" dirty="0">
                <a:cs typeface="Calibri"/>
              </a:rPr>
              <a:t>SUM</a:t>
            </a:r>
            <a:r>
              <a:rPr sz="2175" spc="-7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Salary</a:t>
            </a:r>
            <a:r>
              <a:rPr sz="2175" spc="209" baseline="-21072" dirty="0">
                <a:cs typeface="Calibri"/>
              </a:rPr>
              <a:t> </a:t>
            </a:r>
            <a:r>
              <a:rPr sz="2200" spc="-20" dirty="0">
                <a:cs typeface="Calibri"/>
              </a:rPr>
              <a:t>(EMPLOYEE)</a:t>
            </a:r>
            <a:r>
              <a:rPr sz="2200" spc="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retrieves</a:t>
            </a:r>
            <a:r>
              <a:rPr sz="2200" spc="-20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15" dirty="0">
                <a:cs typeface="Calibri"/>
              </a:rPr>
              <a:t> </a:t>
            </a:r>
            <a:r>
              <a:rPr sz="2200" dirty="0">
                <a:cs typeface="Calibri"/>
              </a:rPr>
              <a:t>sum</a:t>
            </a:r>
            <a:r>
              <a:rPr sz="2200" spc="-20" dirty="0">
                <a:cs typeface="Calibri"/>
              </a:rPr>
              <a:t> </a:t>
            </a:r>
            <a:r>
              <a:rPr sz="2200" dirty="0">
                <a:cs typeface="Calibri"/>
              </a:rPr>
              <a:t>of</a:t>
            </a:r>
            <a:r>
              <a:rPr sz="2200" spc="-20" dirty="0">
                <a:cs typeface="Calibri"/>
              </a:rPr>
              <a:t> </a:t>
            </a:r>
            <a:r>
              <a:rPr sz="2200" spc="-25" dirty="0">
                <a:cs typeface="Calibri"/>
              </a:rPr>
              <a:t>the </a:t>
            </a:r>
            <a:r>
              <a:rPr sz="2200" dirty="0">
                <a:cs typeface="Calibri"/>
              </a:rPr>
              <a:t>Salary</a:t>
            </a:r>
            <a:r>
              <a:rPr sz="2200" spc="-75" dirty="0">
                <a:cs typeface="Calibri"/>
              </a:rPr>
              <a:t> </a:t>
            </a:r>
            <a:r>
              <a:rPr sz="2200" dirty="0">
                <a:cs typeface="Calibri"/>
              </a:rPr>
              <a:t>from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6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EMPLOYEE</a:t>
            </a:r>
            <a:r>
              <a:rPr sz="2200" spc="-3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relation</a:t>
            </a:r>
            <a:endParaRPr sz="2200" dirty="0">
              <a:cs typeface="Calibri"/>
            </a:endParaRPr>
          </a:p>
          <a:p>
            <a:pPr marL="723265" marR="30480" lvl="1" indent="-228600">
              <a:lnSpc>
                <a:spcPct val="90000"/>
              </a:lnSpc>
              <a:spcBef>
                <a:spcPts val="464"/>
              </a:spcBef>
              <a:buChar char="•"/>
              <a:tabLst>
                <a:tab pos="723265" algn="l"/>
                <a:tab pos="787400" algn="l"/>
              </a:tabLst>
            </a:pPr>
            <a:r>
              <a:rPr sz="2200" dirty="0">
                <a:cs typeface="Microsoft Sans Serif"/>
              </a:rPr>
              <a:t>	</a:t>
            </a:r>
            <a:r>
              <a:rPr sz="2200" dirty="0">
                <a:cs typeface="Cambria Math"/>
              </a:rPr>
              <a:t>ℱ</a:t>
            </a:r>
            <a:r>
              <a:rPr sz="2175" baseline="-21072" dirty="0">
                <a:cs typeface="Calibri"/>
              </a:rPr>
              <a:t>COUNT</a:t>
            </a:r>
            <a:r>
              <a:rPr sz="2175" spc="-30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SSN,</a:t>
            </a:r>
            <a:r>
              <a:rPr sz="2175" spc="-37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AVERAGE</a:t>
            </a:r>
            <a:r>
              <a:rPr sz="2175" spc="-30" baseline="-21072" dirty="0">
                <a:cs typeface="Calibri"/>
              </a:rPr>
              <a:t> </a:t>
            </a:r>
            <a:r>
              <a:rPr sz="2175" baseline="-21072" dirty="0">
                <a:cs typeface="Calibri"/>
              </a:rPr>
              <a:t>Salary</a:t>
            </a:r>
            <a:r>
              <a:rPr sz="2175" spc="157" baseline="-21072" dirty="0">
                <a:cs typeface="Calibri"/>
              </a:rPr>
              <a:t> </a:t>
            </a:r>
            <a:r>
              <a:rPr sz="2200" spc="-20" dirty="0">
                <a:cs typeface="Calibri"/>
              </a:rPr>
              <a:t>(EMPLOYEE) </a:t>
            </a:r>
            <a:r>
              <a:rPr sz="2200" dirty="0">
                <a:cs typeface="Calibri"/>
              </a:rPr>
              <a:t>computes</a:t>
            </a:r>
            <a:r>
              <a:rPr sz="2200" spc="-25" dirty="0">
                <a:cs typeface="Calibri"/>
              </a:rPr>
              <a:t> the </a:t>
            </a:r>
            <a:r>
              <a:rPr sz="2200" dirty="0">
                <a:cs typeface="Calibri"/>
              </a:rPr>
              <a:t>count</a:t>
            </a:r>
            <a:r>
              <a:rPr sz="2200" spc="-65" dirty="0">
                <a:cs typeface="Calibri"/>
              </a:rPr>
              <a:t> </a:t>
            </a:r>
            <a:r>
              <a:rPr sz="2200" dirty="0">
                <a:cs typeface="Calibri"/>
              </a:rPr>
              <a:t>(number)</a:t>
            </a:r>
            <a:r>
              <a:rPr sz="2200" spc="-55" dirty="0">
                <a:cs typeface="Calibri"/>
              </a:rPr>
              <a:t> </a:t>
            </a:r>
            <a:r>
              <a:rPr sz="2200" dirty="0">
                <a:cs typeface="Calibri"/>
              </a:rPr>
              <a:t>of</a:t>
            </a:r>
            <a:r>
              <a:rPr sz="2200" spc="-55" dirty="0">
                <a:cs typeface="Calibri"/>
              </a:rPr>
              <a:t> </a:t>
            </a:r>
            <a:r>
              <a:rPr sz="2200" dirty="0">
                <a:cs typeface="Calibri"/>
              </a:rPr>
              <a:t>employees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and</a:t>
            </a:r>
            <a:r>
              <a:rPr sz="2200" spc="-65" dirty="0">
                <a:cs typeface="Calibri"/>
              </a:rPr>
              <a:t> </a:t>
            </a:r>
            <a:r>
              <a:rPr sz="2200" dirty="0">
                <a:cs typeface="Calibri"/>
              </a:rPr>
              <a:t>their</a:t>
            </a:r>
            <a:r>
              <a:rPr sz="2200" spc="-5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average salary</a:t>
            </a:r>
            <a:endParaRPr sz="2200" dirty="0">
              <a:cs typeface="Calibri"/>
            </a:endParaRPr>
          </a:p>
          <a:p>
            <a:pPr marL="1181100" marR="527685" lvl="2" indent="-229235">
              <a:lnSpc>
                <a:spcPts val="2180"/>
              </a:lnSpc>
              <a:spcBef>
                <a:spcPts val="500"/>
              </a:spcBef>
              <a:buFont typeface="Microsoft Sans Serif"/>
              <a:buChar char="•"/>
              <a:tabLst>
                <a:tab pos="1181100" algn="l"/>
              </a:tabLst>
            </a:pPr>
            <a:r>
              <a:rPr sz="2000" dirty="0">
                <a:cs typeface="Calibri"/>
              </a:rPr>
              <a:t>Note:</a:t>
            </a:r>
            <a:r>
              <a:rPr sz="2000" spc="-45" dirty="0">
                <a:cs typeface="Calibri"/>
              </a:rPr>
              <a:t> </a:t>
            </a:r>
            <a:r>
              <a:rPr sz="2000" dirty="0">
                <a:cs typeface="Calibri"/>
              </a:rPr>
              <a:t>count</a:t>
            </a:r>
            <a:r>
              <a:rPr sz="2000" spc="-50" dirty="0">
                <a:cs typeface="Calibri"/>
              </a:rPr>
              <a:t> </a:t>
            </a:r>
            <a:r>
              <a:rPr sz="2000" dirty="0">
                <a:cs typeface="Calibri"/>
              </a:rPr>
              <a:t>just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counts</a:t>
            </a:r>
            <a:r>
              <a:rPr sz="2000" spc="-55" dirty="0">
                <a:cs typeface="Calibri"/>
              </a:rPr>
              <a:t> </a:t>
            </a:r>
            <a:r>
              <a:rPr sz="2000" dirty="0">
                <a:cs typeface="Calibri"/>
              </a:rPr>
              <a:t>the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number</a:t>
            </a:r>
            <a:r>
              <a:rPr sz="2000" spc="-45" dirty="0">
                <a:cs typeface="Calibri"/>
              </a:rPr>
              <a:t> </a:t>
            </a:r>
            <a:r>
              <a:rPr sz="2000" dirty="0">
                <a:cs typeface="Calibri"/>
              </a:rPr>
              <a:t>of</a:t>
            </a:r>
            <a:r>
              <a:rPr sz="2000" spc="-4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rows, </a:t>
            </a:r>
            <a:r>
              <a:rPr sz="2000" dirty="0">
                <a:cs typeface="Calibri"/>
              </a:rPr>
              <a:t>without</a:t>
            </a:r>
            <a:r>
              <a:rPr sz="2000" spc="-75" dirty="0">
                <a:cs typeface="Calibri"/>
              </a:rPr>
              <a:t> </a:t>
            </a:r>
            <a:r>
              <a:rPr sz="2000" dirty="0">
                <a:cs typeface="Calibri"/>
              </a:rPr>
              <a:t>removing</a:t>
            </a:r>
            <a:r>
              <a:rPr sz="2000" spc="-6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duplicates</a:t>
            </a:r>
            <a:endParaRPr sz="2000" dirty="0"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380" y="985314"/>
            <a:ext cx="10058400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sz="4400" b="1" dirty="0">
                <a:solidFill>
                  <a:schemeClr val="tx1"/>
                </a:solidFill>
              </a:rPr>
              <a:t>Using</a:t>
            </a:r>
            <a:r>
              <a:rPr sz="4400" b="1" spc="-114" dirty="0">
                <a:solidFill>
                  <a:schemeClr val="tx1"/>
                </a:solidFill>
              </a:rPr>
              <a:t> </a:t>
            </a:r>
            <a:r>
              <a:rPr sz="4400" b="1" dirty="0">
                <a:solidFill>
                  <a:schemeClr val="tx1"/>
                </a:solidFill>
              </a:rPr>
              <a:t>Grouping</a:t>
            </a:r>
            <a:r>
              <a:rPr sz="4400" b="1" spc="-110" dirty="0">
                <a:solidFill>
                  <a:schemeClr val="tx1"/>
                </a:solidFill>
              </a:rPr>
              <a:t> </a:t>
            </a:r>
            <a:r>
              <a:rPr sz="4400" b="1" spc="-20" dirty="0">
                <a:solidFill>
                  <a:schemeClr val="tx1"/>
                </a:solidFill>
              </a:rPr>
              <a:t>with </a:t>
            </a:r>
            <a:r>
              <a:rPr sz="4400" b="1" spc="-10" dirty="0">
                <a:solidFill>
                  <a:schemeClr val="tx1"/>
                </a:solidFill>
              </a:rPr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804807"/>
            <a:ext cx="10058399" cy="258404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1300" marR="488950" indent="-228600">
              <a:lnSpc>
                <a:spcPct val="60000"/>
              </a:lnSpc>
              <a:spcBef>
                <a:spcPts val="12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previous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summarized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tuples</a:t>
            </a:r>
            <a:r>
              <a:rPr lang="en-US" sz="2000" spc="-10" dirty="0">
                <a:latin typeface="Calibri"/>
                <a:cs typeface="Calibri"/>
              </a:rPr>
              <a:t> </a:t>
            </a:r>
          </a:p>
          <a:p>
            <a:pPr marL="698500" marR="488950" lvl="1" indent="-228600">
              <a:lnSpc>
                <a:spcPct val="60000"/>
              </a:lnSpc>
              <a:spcBef>
                <a:spcPts val="12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Salary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(number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 err="1">
                <a:latin typeface="Calibri"/>
                <a:cs typeface="Calibri"/>
              </a:rPr>
              <a:t>Ssn</a:t>
            </a:r>
            <a:r>
              <a:rPr lang="en-US" sz="2000" spc="-25" dirty="0">
                <a:latin typeface="Calibri"/>
                <a:cs typeface="Calibri"/>
              </a:rPr>
              <a:t>.</a:t>
            </a:r>
          </a:p>
          <a:p>
            <a:pPr marL="469900" marR="488950" lvl="1">
              <a:lnSpc>
                <a:spcPct val="60000"/>
              </a:lnSpc>
              <a:spcBef>
                <a:spcPts val="1250"/>
              </a:spcBef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241300" marR="859155" indent="-228600">
              <a:lnSpc>
                <a:spcPct val="60000"/>
              </a:lnSpc>
              <a:spcBef>
                <a:spcPts val="10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Grouping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Aggregate Functions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6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Example: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department,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retrieve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DNO,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SSN,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SALARY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455"/>
              </a:lnSpc>
              <a:buFont typeface="Microsoft Sans Serif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aggregate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ℱ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this:</a:t>
            </a:r>
            <a:endParaRPr sz="2000" dirty="0">
              <a:latin typeface="Calibri"/>
              <a:cs typeface="Calibri"/>
            </a:endParaRPr>
          </a:p>
          <a:p>
            <a:pPr marL="697865" lvl="1" indent="-228600">
              <a:lnSpc>
                <a:spcPts val="2080"/>
              </a:lnSpc>
              <a:buFont typeface="Microsoft Sans Serif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Grouping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attribute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symbol</a:t>
            </a:r>
            <a:endParaRPr sz="2000" dirty="0">
              <a:latin typeface="Calibri"/>
              <a:cs typeface="Calibri"/>
            </a:endParaRPr>
          </a:p>
          <a:p>
            <a:pPr marL="697865" lvl="1" indent="-228600">
              <a:lnSpc>
                <a:spcPts val="2365"/>
              </a:lnSpc>
              <a:buFont typeface="Microsoft Sans Serif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Aggregate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symbol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4465" y="4681570"/>
            <a:ext cx="5423439" cy="4225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1450" dirty="0">
                <a:latin typeface="Calibri"/>
                <a:cs typeface="Calibri"/>
              </a:rPr>
              <a:t>DNO</a:t>
            </a:r>
            <a:r>
              <a:rPr sz="1450" spc="170" dirty="0">
                <a:latin typeface="Calibri"/>
                <a:cs typeface="Calibri"/>
              </a:rPr>
              <a:t> </a:t>
            </a:r>
            <a:r>
              <a:rPr sz="4000" baseline="13888" dirty="0">
                <a:latin typeface="Cambria Math"/>
                <a:cs typeface="Cambria Math"/>
              </a:rPr>
              <a:t>ℱ</a:t>
            </a:r>
            <a:r>
              <a:rPr dirty="0">
                <a:latin typeface="Calibri"/>
                <a:cs typeface="Calibri"/>
              </a:rPr>
              <a:t>COUNT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SSN,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AVERAGE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Salary</a:t>
            </a:r>
            <a:r>
              <a:rPr sz="1450" spc="170" dirty="0">
                <a:latin typeface="Calibri"/>
                <a:cs typeface="Calibri"/>
              </a:rPr>
              <a:t> </a:t>
            </a:r>
            <a:r>
              <a:rPr sz="3300" spc="-15" baseline="13888" dirty="0">
                <a:latin typeface="Calibri"/>
                <a:cs typeface="Calibri"/>
              </a:rPr>
              <a:t>(EMPLOYEE)</a:t>
            </a:r>
            <a:endParaRPr sz="3300" baseline="13888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5396845"/>
            <a:ext cx="10373750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05"/>
              </a:lnSpc>
              <a:spcBef>
                <a:spcPts val="10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groups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employees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DNO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(department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number)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employees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average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department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000" y="1012035"/>
            <a:ext cx="10329363" cy="662361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665"/>
              </a:spcBef>
            </a:pPr>
            <a:r>
              <a:rPr sz="4200" b="1" dirty="0">
                <a:solidFill>
                  <a:schemeClr val="tx1"/>
                </a:solidFill>
                <a:cs typeface="Calibri"/>
              </a:rPr>
              <a:t>Figure</a:t>
            </a:r>
            <a:r>
              <a:rPr sz="4200" b="1" spc="-80" dirty="0">
                <a:solidFill>
                  <a:schemeClr val="tx1"/>
                </a:solidFill>
                <a:cs typeface="Calibri"/>
              </a:rPr>
              <a:t> </a:t>
            </a:r>
            <a:r>
              <a:rPr sz="4200" b="1" dirty="0">
                <a:solidFill>
                  <a:schemeClr val="tx1"/>
                </a:solidFill>
                <a:cs typeface="Calibri"/>
              </a:rPr>
              <a:t>8.10: </a:t>
            </a:r>
            <a:r>
              <a:rPr sz="4200" dirty="0">
                <a:solidFill>
                  <a:schemeClr val="tx1"/>
                </a:solidFill>
              </a:rPr>
              <a:t>The</a:t>
            </a:r>
            <a:r>
              <a:rPr sz="4200" spc="-55" dirty="0">
                <a:solidFill>
                  <a:schemeClr val="tx1"/>
                </a:solidFill>
              </a:rPr>
              <a:t> </a:t>
            </a:r>
            <a:r>
              <a:rPr sz="4200" spc="-10" dirty="0">
                <a:solidFill>
                  <a:schemeClr val="tx1"/>
                </a:solidFill>
              </a:rPr>
              <a:t>aggregate </a:t>
            </a:r>
            <a:r>
              <a:rPr sz="4200" dirty="0">
                <a:solidFill>
                  <a:schemeClr val="tx1"/>
                </a:solidFill>
              </a:rPr>
              <a:t>function</a:t>
            </a:r>
            <a:r>
              <a:rPr sz="4200" spc="-165" dirty="0">
                <a:solidFill>
                  <a:schemeClr val="tx1"/>
                </a:solidFill>
              </a:rPr>
              <a:t> </a:t>
            </a:r>
            <a:r>
              <a:rPr sz="4200" spc="-10" dirty="0">
                <a:solidFill>
                  <a:schemeClr val="tx1"/>
                </a:solidFill>
              </a:rPr>
              <a:t>operation.</a:t>
            </a:r>
            <a:endParaRPr sz="4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260" y="1941014"/>
            <a:ext cx="9987533" cy="20973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2840"/>
              </a:lnSpc>
              <a:spcBef>
                <a:spcPts val="95"/>
              </a:spcBef>
              <a:buSzPct val="85714"/>
              <a:tabLst>
                <a:tab pos="291465" algn="l"/>
              </a:tabLst>
            </a:pPr>
            <a:r>
              <a:rPr lang="en-US" sz="4000" baseline="13888" dirty="0">
                <a:latin typeface="Calibri"/>
                <a:cs typeface="Calibri"/>
              </a:rPr>
              <a:t>a) </a:t>
            </a:r>
            <a:r>
              <a:rPr sz="4000" baseline="13888" dirty="0" err="1">
                <a:latin typeface="Calibri"/>
                <a:cs typeface="Calibri"/>
              </a:rPr>
              <a:t>ρ</a:t>
            </a:r>
            <a:r>
              <a:rPr sz="2800" i="1" dirty="0" err="1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(Dno,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No_of_employees,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Average_sal)</a:t>
            </a:r>
            <a:r>
              <a:rPr sz="4000" baseline="13888" dirty="0">
                <a:latin typeface="Calibri"/>
                <a:cs typeface="Calibri"/>
              </a:rPr>
              <a:t>(</a:t>
            </a:r>
            <a:r>
              <a:rPr dirty="0">
                <a:latin typeface="Calibri"/>
                <a:cs typeface="Calibri"/>
              </a:rPr>
              <a:t>Dno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z="4000" baseline="13888" dirty="0">
                <a:latin typeface="Cambria Math"/>
                <a:cs typeface="Cambria Math"/>
              </a:rPr>
              <a:t>ℑ</a:t>
            </a:r>
            <a:r>
              <a:rPr sz="4000" spc="67" baseline="13888" dirty="0">
                <a:latin typeface="Cambria Math"/>
                <a:cs typeface="Cambria Math"/>
              </a:rPr>
              <a:t> </a:t>
            </a:r>
            <a:r>
              <a:rPr dirty="0">
                <a:latin typeface="Calibri"/>
                <a:cs typeface="Calibri"/>
              </a:rPr>
              <a:t>COUNT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Ssn,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AVERAGE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sz="2400" baseline="-21021" dirty="0">
                <a:latin typeface="Calibri"/>
                <a:cs typeface="Calibri"/>
              </a:rPr>
              <a:t>Salary</a:t>
            </a:r>
            <a:r>
              <a:rPr sz="2400" spc="330" baseline="-21021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(EMPLOYEE)).</a:t>
            </a:r>
            <a:endParaRPr lang="en-US" sz="2400" spc="-10" dirty="0">
              <a:latin typeface="Calibri"/>
              <a:cs typeface="Calibri"/>
            </a:endParaRPr>
          </a:p>
          <a:p>
            <a:pPr marL="63500">
              <a:lnSpc>
                <a:spcPts val="2840"/>
              </a:lnSpc>
              <a:spcBef>
                <a:spcPts val="95"/>
              </a:spcBef>
              <a:buSzPct val="85714"/>
              <a:tabLst>
                <a:tab pos="291465" algn="l"/>
              </a:tabLst>
            </a:pPr>
            <a:endParaRPr sz="2400" dirty="0">
              <a:latin typeface="Calibri"/>
              <a:cs typeface="Calibri"/>
            </a:endParaRPr>
          </a:p>
          <a:p>
            <a:pPr marL="63500">
              <a:spcBef>
                <a:spcPts val="290"/>
              </a:spcBef>
              <a:buSzPct val="85714"/>
              <a:tabLst>
                <a:tab pos="291465" algn="l"/>
                <a:tab pos="732155" algn="l"/>
              </a:tabLst>
            </a:pPr>
            <a:r>
              <a:rPr lang="en-US" sz="3600" baseline="-21021" dirty="0">
                <a:latin typeface="Calibri"/>
                <a:cs typeface="Calibri"/>
              </a:rPr>
              <a:t>b) </a:t>
            </a:r>
            <a:r>
              <a:rPr sz="2400" baseline="-21021" dirty="0" err="1">
                <a:latin typeface="Calibri"/>
                <a:cs typeface="Calibri"/>
              </a:rPr>
              <a:t>Dno</a:t>
            </a:r>
            <a:r>
              <a:rPr sz="2400" spc="352" baseline="-21021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ℑ</a:t>
            </a:r>
            <a:r>
              <a:rPr lang="en-US" sz="1400" dirty="0"/>
              <a:t>COUNT </a:t>
            </a:r>
            <a:r>
              <a:rPr lang="en-US" sz="1400" dirty="0" err="1"/>
              <a:t>Ssn</a:t>
            </a:r>
            <a:r>
              <a:rPr lang="en-US" sz="1400" dirty="0"/>
              <a:t>, AVERAGE Salary </a:t>
            </a:r>
            <a:r>
              <a:rPr sz="2400" spc="-10" dirty="0">
                <a:latin typeface="Calibri"/>
                <a:cs typeface="Calibri"/>
              </a:rPr>
              <a:t>(EMPLOYEE).</a:t>
            </a:r>
            <a:endParaRPr lang="en-US" sz="2400" spc="-10" dirty="0">
              <a:latin typeface="Calibri"/>
              <a:cs typeface="Calibri"/>
            </a:endParaRPr>
          </a:p>
          <a:p>
            <a:pPr marL="63500">
              <a:spcBef>
                <a:spcPts val="290"/>
              </a:spcBef>
              <a:buSzPct val="85714"/>
              <a:tabLst>
                <a:tab pos="291465" algn="l"/>
                <a:tab pos="732155" algn="l"/>
              </a:tabLst>
            </a:pPr>
            <a:endParaRPr sz="2400" dirty="0">
              <a:latin typeface="Calibri"/>
              <a:cs typeface="Calibri"/>
            </a:endParaRPr>
          </a:p>
          <a:p>
            <a:pPr marL="63500">
              <a:spcBef>
                <a:spcPts val="950"/>
              </a:spcBef>
              <a:buSzPct val="85714"/>
              <a:tabLst>
                <a:tab pos="291465" algn="l"/>
              </a:tabLst>
            </a:pPr>
            <a:r>
              <a:rPr lang="en-US" sz="4000" baseline="13888" dirty="0">
                <a:latin typeface="Cambria Math"/>
                <a:cs typeface="Cambria Math"/>
              </a:rPr>
              <a:t>c)  </a:t>
            </a:r>
            <a:r>
              <a:rPr sz="4000" baseline="13888" dirty="0">
                <a:latin typeface="Cambria Math"/>
                <a:cs typeface="Cambria Math"/>
              </a:rPr>
              <a:t>ℑ</a:t>
            </a:r>
            <a:r>
              <a:rPr sz="4000" spc="75" baseline="13888" dirty="0">
                <a:latin typeface="Cambria Math"/>
                <a:cs typeface="Cambria Math"/>
              </a:rPr>
              <a:t> </a:t>
            </a:r>
            <a:r>
              <a:rPr dirty="0">
                <a:latin typeface="Calibri"/>
                <a:cs typeface="Calibri"/>
              </a:rPr>
              <a:t>COUNT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Ssn,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AVERAGE </a:t>
            </a:r>
            <a:r>
              <a:rPr spc="-10" dirty="0">
                <a:latin typeface="Calibri"/>
                <a:cs typeface="Calibri"/>
              </a:rPr>
              <a:t>Salary</a:t>
            </a:r>
            <a:r>
              <a:rPr sz="4000" spc="-15" baseline="13888" dirty="0">
                <a:latin typeface="Calibri"/>
                <a:cs typeface="Calibri"/>
              </a:rPr>
              <a:t>(EMPLOYEE).</a:t>
            </a:r>
            <a:endParaRPr sz="4000" baseline="13888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2217" y="2717882"/>
            <a:ext cx="5977484" cy="31742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585" y="883080"/>
            <a:ext cx="10816541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EAA6047-566F-F0C4-6E24-9D8365AB0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523" y="1770056"/>
            <a:ext cx="10648666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en-US" sz="2400" b="1" dirty="0">
                <a:solidFill>
                  <a:schemeClr val="tx1"/>
                </a:solidFill>
                <a:latin typeface="+mn-lt"/>
              </a:rPr>
              <a:t>Q1: Retrieve the name and address of all employees who work for the ‘Research’ department.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	RESEARCH_DEPT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Symbol" panose="05050102010706020507" pitchFamily="18" charset="2"/>
              </a:rPr>
              <a:t>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DNAME=’Research’ 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(DEPARTMENT)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	RESEARCH_EMPS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(RESEARCH_DEPT        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</a:rPr>
              <a:t>DNUMBER= DNOEMPLOYEE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EMPLOYEE)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	RESULT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</a:t>
            </a:r>
            <a:r>
              <a:rPr lang="en-US" altLang="en-US" sz="32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 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FNAME, LNAME, ADDRESS 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(RESEARCH_EMPS)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solidFill>
                  <a:schemeClr val="tx1"/>
                </a:solidFill>
                <a:latin typeface="+mn-lt"/>
              </a:rPr>
              <a:t>Single expression Form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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2400" baseline="-25000" dirty="0" err="1">
                <a:solidFill>
                  <a:schemeClr val="tx1"/>
                </a:solidFill>
                <a:latin typeface="+mn-lt"/>
              </a:rPr>
              <a:t>Fname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altLang="en-US" sz="2400" baseline="-25000" dirty="0" err="1">
                <a:solidFill>
                  <a:schemeClr val="tx1"/>
                </a:solidFill>
                <a:latin typeface="+mn-lt"/>
              </a:rPr>
              <a:t>Lname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</a:rPr>
              <a:t>, Address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 (σ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Dname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= ‘Research’</a:t>
            </a:r>
            <a:r>
              <a:rPr lang="en-US" altLang="ja-JP" sz="1800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(DEPARTMENT       </a:t>
            </a:r>
            <a:r>
              <a:rPr lang="en-US" altLang="en-US" sz="2000" dirty="0" err="1">
                <a:solidFill>
                  <a:schemeClr val="tx1"/>
                </a:solidFill>
                <a:latin typeface="+mn-lt"/>
              </a:rPr>
              <a:t>Dnumber</a:t>
            </a: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altLang="en-US" sz="2000" dirty="0" err="1">
                <a:solidFill>
                  <a:schemeClr val="tx1"/>
                </a:solidFill>
                <a:latin typeface="+mn-lt"/>
              </a:rPr>
              <a:t>Dno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(EMPLOYEE))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C2272210-1D68-775F-E339-FBEB84798FD1}"/>
              </a:ext>
            </a:extLst>
          </p:cNvPr>
          <p:cNvGrpSpPr>
            <a:grpSpLocks/>
          </p:cNvGrpSpPr>
          <p:nvPr/>
        </p:nvGrpSpPr>
        <p:grpSpPr bwMode="auto">
          <a:xfrm>
            <a:off x="6303559" y="3333464"/>
            <a:ext cx="374650" cy="174625"/>
            <a:chOff x="377" y="2904"/>
            <a:chExt cx="154" cy="110"/>
          </a:xfrm>
        </p:grpSpPr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926D0ABD-DBD8-C385-0738-2D1D2A504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3DF0535D-6101-3C22-1CB4-54A8F4933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270A7995-B682-1031-3FA4-8993901D3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05DA20AF-A5A1-9A38-A654-C56CC5BB5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3D3766-05C3-27C3-B840-125397C364CA}"/>
              </a:ext>
            </a:extLst>
          </p:cNvPr>
          <p:cNvGrpSpPr>
            <a:grpSpLocks/>
          </p:cNvGrpSpPr>
          <p:nvPr/>
        </p:nvGrpSpPr>
        <p:grpSpPr bwMode="auto">
          <a:xfrm>
            <a:off x="7424954" y="5273726"/>
            <a:ext cx="374650" cy="174625"/>
            <a:chOff x="377" y="2904"/>
            <a:chExt cx="154" cy="110"/>
          </a:xfrm>
        </p:grpSpPr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B4DB3521-FA6A-AEE0-287E-0F1236B2F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16696B5-61DD-A7C1-B234-80C2B2A3C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850CB375-F02B-DA3A-CEB8-4255E5E6B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427F5B0-0D94-41F9-2A3A-22C62CCEC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D74D770-D1C9-A90F-10FC-069A347C9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990485"/>
            <a:ext cx="10803885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867DE-72BC-3B3C-2C82-ABDB8AF65617}"/>
              </a:ext>
            </a:extLst>
          </p:cNvPr>
          <p:cNvSpPr txBox="1"/>
          <p:nvPr/>
        </p:nvSpPr>
        <p:spPr>
          <a:xfrm>
            <a:off x="1096963" y="1869742"/>
            <a:ext cx="936236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Query 2. For every project located in ‘Stafford’, list the project number, the controlling department number, and the department manager’s last name, address, and birth date. </a:t>
            </a:r>
          </a:p>
          <a:p>
            <a:endParaRPr lang="en-US" sz="2400" b="1" dirty="0"/>
          </a:p>
          <a:p>
            <a:r>
              <a:rPr lang="en-US" sz="2400" dirty="0"/>
              <a:t>STAFFORD_PROJS ← </a:t>
            </a:r>
            <a:r>
              <a:rPr lang="el-GR" sz="3600" dirty="0"/>
              <a:t>σ</a:t>
            </a:r>
            <a:r>
              <a:rPr lang="en-US" dirty="0" err="1"/>
              <a:t>Plocation</a:t>
            </a:r>
            <a:r>
              <a:rPr lang="en-US" dirty="0"/>
              <a:t>=‘Stafford’</a:t>
            </a:r>
            <a:r>
              <a:rPr lang="en-US" sz="2400" dirty="0"/>
              <a:t>(PROJECT) </a:t>
            </a:r>
          </a:p>
          <a:p>
            <a:r>
              <a:rPr lang="en-US" sz="2400" dirty="0"/>
              <a:t>CONTR_DEPTS ← (STAFFORD_PROJS       </a:t>
            </a:r>
            <a:r>
              <a:rPr lang="en-US" dirty="0" err="1"/>
              <a:t>Dnum</a:t>
            </a:r>
            <a:r>
              <a:rPr lang="en-US" dirty="0"/>
              <a:t>=</a:t>
            </a:r>
            <a:r>
              <a:rPr lang="en-US" dirty="0" err="1"/>
              <a:t>Dnumber</a:t>
            </a:r>
            <a:r>
              <a:rPr lang="en-US" dirty="0"/>
              <a:t> </a:t>
            </a:r>
            <a:r>
              <a:rPr lang="en-US" sz="2400" dirty="0"/>
              <a:t>DEPARTMENT) </a:t>
            </a:r>
          </a:p>
          <a:p>
            <a:r>
              <a:rPr lang="en-US" sz="2400" dirty="0"/>
              <a:t>PROJ_DEPT_MGRS ← (CONTR_DEPTS         </a:t>
            </a:r>
            <a:r>
              <a:rPr lang="en-US" dirty="0"/>
              <a:t>Mgr_ssn=</a:t>
            </a:r>
            <a:r>
              <a:rPr lang="en-US" dirty="0" err="1"/>
              <a:t>Ssn</a:t>
            </a:r>
            <a:r>
              <a:rPr lang="en-US" dirty="0"/>
              <a:t> </a:t>
            </a:r>
            <a:r>
              <a:rPr lang="en-US" sz="2400" dirty="0"/>
              <a:t>EMPLOYEE) </a:t>
            </a:r>
          </a:p>
          <a:p>
            <a:r>
              <a:rPr lang="en-US" sz="2400" dirty="0"/>
              <a:t>RESULT ← </a:t>
            </a:r>
            <a:r>
              <a:rPr lang="el-GR" sz="3200" dirty="0"/>
              <a:t>π</a:t>
            </a:r>
            <a:r>
              <a:rPr lang="en-US" sz="2000" dirty="0" err="1"/>
              <a:t>Pnumber</a:t>
            </a:r>
            <a:r>
              <a:rPr lang="en-US" sz="2000" dirty="0"/>
              <a:t>, </a:t>
            </a:r>
            <a:r>
              <a:rPr lang="en-US" sz="2000" dirty="0" err="1"/>
              <a:t>Dnum</a:t>
            </a:r>
            <a:r>
              <a:rPr lang="en-US" sz="2000" dirty="0"/>
              <a:t>, </a:t>
            </a:r>
            <a:r>
              <a:rPr lang="en-US" sz="2000" dirty="0" err="1"/>
              <a:t>Lname</a:t>
            </a:r>
            <a:r>
              <a:rPr lang="en-US" sz="2000" dirty="0"/>
              <a:t>, Address, </a:t>
            </a:r>
            <a:r>
              <a:rPr lang="en-US" sz="2000" dirty="0" err="1"/>
              <a:t>Bdate</a:t>
            </a:r>
            <a:r>
              <a:rPr lang="en-US" sz="2400" dirty="0"/>
              <a:t>(PROJ_DEPT_MGRS)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B14EE75-0987-4199-2E7A-F7F7A89A7E02}"/>
              </a:ext>
            </a:extLst>
          </p:cNvPr>
          <p:cNvGrpSpPr>
            <a:grpSpLocks/>
          </p:cNvGrpSpPr>
          <p:nvPr/>
        </p:nvGrpSpPr>
        <p:grpSpPr bwMode="auto">
          <a:xfrm>
            <a:off x="5741939" y="4042352"/>
            <a:ext cx="374650" cy="174625"/>
            <a:chOff x="377" y="2904"/>
            <a:chExt cx="154" cy="110"/>
          </a:xfrm>
        </p:grpSpPr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CAAC6009-69FE-FFF3-B136-DFC201A94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76D532-35BE-7B63-BDAA-D00854698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CCBEF00D-49AD-4ABD-B146-B09A82260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E96A49B-E40B-F56B-9B1D-A0CF113BA8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  <p:grpSp>
        <p:nvGrpSpPr>
          <p:cNvPr id="15" name="Group 10">
            <a:extLst>
              <a:ext uri="{FF2B5EF4-FFF2-40B4-BE49-F238E27FC236}">
                <a16:creationId xmlns:a16="http://schemas.microsoft.com/office/drawing/2014/main" id="{BBDF864B-10DF-5B89-986D-063B7F488405}"/>
              </a:ext>
            </a:extLst>
          </p:cNvPr>
          <p:cNvGrpSpPr>
            <a:grpSpLocks/>
          </p:cNvGrpSpPr>
          <p:nvPr/>
        </p:nvGrpSpPr>
        <p:grpSpPr bwMode="auto">
          <a:xfrm>
            <a:off x="5929264" y="4386809"/>
            <a:ext cx="374650" cy="174625"/>
            <a:chOff x="377" y="2904"/>
            <a:chExt cx="154" cy="110"/>
          </a:xfrm>
        </p:grpSpPr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5D715366-160E-50E5-E061-AB4F25C2B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FC167DE-43F4-DF75-FED7-0A9782800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04E662E4-64AD-00C8-A2EC-1D2F1D99A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C6FE551A-5D6A-5C9A-0488-036CA7C15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062406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B462B-E498-E899-02D8-A897DAF6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Query 3. Find the names of employees who work on all the projects controlled by department number 5.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DEPT5_PROJS ←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l-GR" sz="2800" dirty="0">
                <a:solidFill>
                  <a:schemeClr val="tx1"/>
                </a:solidFill>
              </a:rPr>
              <a:t>ρ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l-GR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Pno</a:t>
            </a:r>
            <a:r>
              <a:rPr lang="en-US" sz="2400" dirty="0">
                <a:solidFill>
                  <a:schemeClr val="tx1"/>
                </a:solidFill>
              </a:rPr>
              <a:t>)( </a:t>
            </a:r>
            <a:r>
              <a:rPr lang="el-GR" sz="2800" dirty="0">
                <a:solidFill>
                  <a:schemeClr val="tx1"/>
                </a:solidFill>
              </a:rPr>
              <a:t>π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Pnumber</a:t>
            </a:r>
            <a:r>
              <a:rPr lang="en-US" sz="2400" dirty="0">
                <a:solidFill>
                  <a:schemeClr val="tx1"/>
                </a:solidFill>
              </a:rPr>
              <a:t>( </a:t>
            </a:r>
            <a:r>
              <a:rPr lang="el-GR" sz="2800" dirty="0">
                <a:solidFill>
                  <a:schemeClr val="tx1"/>
                </a:solidFill>
              </a:rPr>
              <a:t>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Dnum</a:t>
            </a:r>
            <a:r>
              <a:rPr lang="en-US" sz="1600" dirty="0">
                <a:solidFill>
                  <a:schemeClr val="tx1"/>
                </a:solidFill>
              </a:rPr>
              <a:t>=5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(PROJECT))) </a:t>
            </a:r>
          </a:p>
          <a:p>
            <a:r>
              <a:rPr lang="en-US" sz="2400" dirty="0">
                <a:solidFill>
                  <a:schemeClr val="tx1"/>
                </a:solidFill>
              </a:rPr>
              <a:t>EMP_PROJ ← </a:t>
            </a:r>
            <a:r>
              <a:rPr lang="el-GR" sz="3200" b="1" dirty="0">
                <a:solidFill>
                  <a:schemeClr val="tx1"/>
                </a:solidFill>
              </a:rPr>
              <a:t>ρ</a:t>
            </a:r>
            <a:r>
              <a:rPr lang="el-GR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Ssn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Pno</a:t>
            </a:r>
            <a:r>
              <a:rPr lang="en-US" sz="2400" dirty="0">
                <a:solidFill>
                  <a:schemeClr val="tx1"/>
                </a:solidFill>
              </a:rPr>
              <a:t>)(</a:t>
            </a:r>
            <a:r>
              <a:rPr lang="el-GR" sz="3600" b="1" dirty="0">
                <a:solidFill>
                  <a:schemeClr val="tx1"/>
                </a:solidFill>
              </a:rPr>
              <a:t>π</a:t>
            </a:r>
            <a:r>
              <a:rPr lang="en-US" dirty="0" err="1">
                <a:solidFill>
                  <a:schemeClr val="tx1"/>
                </a:solidFill>
              </a:rPr>
              <a:t>Essn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Pno</a:t>
            </a:r>
            <a:r>
              <a:rPr lang="en-US" sz="2400" dirty="0">
                <a:solidFill>
                  <a:schemeClr val="tx1"/>
                </a:solidFill>
              </a:rPr>
              <a:t>(WORKS_ON)) 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RESULT_EMP_SSNS ← EMP_PROJ ÷ DEPT5_PROJS 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RESULT ← </a:t>
            </a:r>
            <a:r>
              <a:rPr lang="el-GR" sz="3200" b="1" dirty="0">
                <a:solidFill>
                  <a:schemeClr val="tx1"/>
                </a:solidFill>
              </a:rPr>
              <a:t>π</a:t>
            </a:r>
            <a:r>
              <a:rPr lang="en-US" sz="1800" dirty="0" err="1">
                <a:solidFill>
                  <a:schemeClr val="tx1"/>
                </a:solidFill>
              </a:rPr>
              <a:t>Lname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Fname</a:t>
            </a:r>
            <a:r>
              <a:rPr lang="en-US" sz="2400" dirty="0">
                <a:solidFill>
                  <a:schemeClr val="tx1"/>
                </a:solidFill>
              </a:rPr>
              <a:t>(RESULT_EMP_SSNS * EMPLOYEE)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1EE5095-857E-B43F-28C8-BF0409F255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2" y="1027300"/>
            <a:ext cx="10885771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1350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90" y="1971687"/>
            <a:ext cx="9985219" cy="383829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7706" y="1048023"/>
            <a:ext cx="9553082" cy="628377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1"/>
                </a:solidFill>
              </a:rPr>
              <a:t>Examples</a:t>
            </a:r>
            <a:r>
              <a:rPr sz="4000" b="1" spc="-70" dirty="0">
                <a:solidFill>
                  <a:schemeClr val="tx1"/>
                </a:solidFill>
              </a:rPr>
              <a:t> </a:t>
            </a:r>
            <a:r>
              <a:rPr sz="4000" b="1" dirty="0">
                <a:solidFill>
                  <a:schemeClr val="tx1"/>
                </a:solidFill>
              </a:rPr>
              <a:t>of</a:t>
            </a:r>
            <a:r>
              <a:rPr sz="4000" b="1" spc="-55" dirty="0">
                <a:solidFill>
                  <a:schemeClr val="tx1"/>
                </a:solidFill>
              </a:rPr>
              <a:t> </a:t>
            </a:r>
            <a:r>
              <a:rPr sz="4000" b="1" dirty="0">
                <a:solidFill>
                  <a:schemeClr val="tx1"/>
                </a:solidFill>
              </a:rPr>
              <a:t>Queries</a:t>
            </a:r>
            <a:r>
              <a:rPr sz="4000" b="1" spc="-90" dirty="0">
                <a:solidFill>
                  <a:schemeClr val="tx1"/>
                </a:solidFill>
              </a:rPr>
              <a:t> </a:t>
            </a:r>
            <a:r>
              <a:rPr sz="4000" b="1" dirty="0">
                <a:solidFill>
                  <a:schemeClr val="tx1"/>
                </a:solidFill>
              </a:rPr>
              <a:t>in</a:t>
            </a:r>
            <a:r>
              <a:rPr sz="4000" b="1" spc="-65" dirty="0">
                <a:solidFill>
                  <a:schemeClr val="tx1"/>
                </a:solidFill>
              </a:rPr>
              <a:t> </a:t>
            </a:r>
            <a:r>
              <a:rPr sz="4000" b="1" spc="-10" dirty="0">
                <a:solidFill>
                  <a:schemeClr val="tx1"/>
                </a:solidFill>
              </a:rPr>
              <a:t>Relational Algebra</a:t>
            </a:r>
            <a:endParaRPr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1027936"/>
            <a:ext cx="10820400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B6592-6AB2-4FD2-31F1-B8C52261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38" y="2032630"/>
            <a:ext cx="10444738" cy="33762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A1014-93E2-A6F7-78A7-558951DA6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97" y="2019637"/>
            <a:ext cx="11567606" cy="3412665"/>
          </a:xfr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5C792AA2-A0EE-F77D-8AEA-1B73F92C9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939" y="1027300"/>
            <a:ext cx="10597424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491917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342" y="2016330"/>
            <a:ext cx="10237316" cy="31043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1945" y="1027936"/>
            <a:ext cx="10923441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dirty="0">
                <a:solidFill>
                  <a:schemeClr val="tx1"/>
                </a:solidFill>
              </a:rPr>
              <a:t>Examples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Queries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in </a:t>
            </a:r>
            <a:r>
              <a:rPr b="1" dirty="0">
                <a:solidFill>
                  <a:schemeClr val="tx1"/>
                </a:solidFill>
              </a:rPr>
              <a:t>Relational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Algebra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2480</TotalTime>
  <Words>1003</Words>
  <Application>Microsoft Office PowerPoint</Application>
  <PresentationFormat>Widescreen</PresentationFormat>
  <Paragraphs>173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Microsoft Sans Serif</vt:lpstr>
      <vt:lpstr>Symbol</vt:lpstr>
      <vt:lpstr>Tahoma</vt:lpstr>
      <vt:lpstr>Times New Roman</vt:lpstr>
      <vt:lpstr>Verdana</vt:lpstr>
      <vt:lpstr>Wingdings</vt:lpstr>
      <vt:lpstr>Retrospect</vt:lpstr>
      <vt:lpstr> Database Systems</vt:lpstr>
      <vt:lpstr>Types of Join Operations</vt:lpstr>
      <vt:lpstr>Left Outer Join:</vt:lpstr>
      <vt:lpstr>Left Outer Join:</vt:lpstr>
      <vt:lpstr>Right Outer Join:</vt:lpstr>
      <vt:lpstr>Full Outer Join:</vt:lpstr>
      <vt:lpstr>Division ÷</vt:lpstr>
      <vt:lpstr>Division</vt:lpstr>
      <vt:lpstr>PowerPoint Presentation</vt:lpstr>
      <vt:lpstr>Table 8.1 Operations of Relational Algebra</vt:lpstr>
      <vt:lpstr>Table 8.1 Operations of Relational Algebra (continued)</vt:lpstr>
      <vt:lpstr>Aggregate Function Operation</vt:lpstr>
      <vt:lpstr>Using Grouping with Aggregation</vt:lpstr>
      <vt:lpstr>Figure 8.10: The aggregate function operation.</vt:lpstr>
      <vt:lpstr>Examples of Queries in Relational Algebra</vt:lpstr>
      <vt:lpstr>Examples of Queries in Relational Algebra</vt:lpstr>
      <vt:lpstr>Examples of Queries in Relational Algebra</vt:lpstr>
      <vt:lpstr>Examples of Queries in Relational Algebra</vt:lpstr>
      <vt:lpstr>Examples of Queries in Relational Algebra</vt:lpstr>
      <vt:lpstr>Examples of Queries in Relational Algebra</vt:lpstr>
      <vt:lpstr>Examples of Queries in Relational Algebra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2024-10-27T08:52:02Z</dcterms:modified>
</cp:coreProperties>
</file>