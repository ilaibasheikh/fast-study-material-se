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4.jpg" ContentType="image/jpg"/>
  <Override PartName="/ppt/media/image6.jpg" ContentType="image/jpg"/>
  <Override PartName="/ppt/media/image10.jpg" ContentType="image/jpg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56" r:id="rId2"/>
    <p:sldId id="388" r:id="rId3"/>
    <p:sldId id="389" r:id="rId4"/>
    <p:sldId id="293" r:id="rId5"/>
    <p:sldId id="390" r:id="rId6"/>
    <p:sldId id="391" r:id="rId7"/>
    <p:sldId id="392" r:id="rId8"/>
    <p:sldId id="296" r:id="rId9"/>
    <p:sldId id="393" r:id="rId10"/>
    <p:sldId id="297" r:id="rId11"/>
    <p:sldId id="394" r:id="rId12"/>
    <p:sldId id="298" r:id="rId13"/>
    <p:sldId id="299" r:id="rId14"/>
    <p:sldId id="300" r:id="rId15"/>
    <p:sldId id="301" r:id="rId16"/>
    <p:sldId id="302" r:id="rId17"/>
    <p:sldId id="303" r:id="rId18"/>
    <p:sldId id="304" r:id="rId19"/>
    <p:sldId id="305" r:id="rId20"/>
    <p:sldId id="27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74" autoAdjust="0"/>
    <p:restoredTop sz="93103" autoAdjust="0"/>
  </p:normalViewPr>
  <p:slideViewPr>
    <p:cSldViewPr snapToGrid="0">
      <p:cViewPr varScale="1">
        <p:scale>
          <a:sx n="112" d="100"/>
          <a:sy n="112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s Alina Arshad" userId="cccdfd85-d35d-4453-9c6f-a463aae40722" providerId="ADAL" clId="{8F4901C8-38FB-4B87-AE62-30A7367673DF}"/>
    <pc:docChg chg="undo custSel addSld delSld modSld">
      <pc:chgData name="Ms Alina Arshad" userId="cccdfd85-d35d-4453-9c6f-a463aae40722" providerId="ADAL" clId="{8F4901C8-38FB-4B87-AE62-30A7367673DF}" dt="2024-09-03T17:03:31.496" v="486" actId="47"/>
      <pc:docMkLst>
        <pc:docMk/>
      </pc:docMkLst>
      <pc:sldChg chg="modSp mod">
        <pc:chgData name="Ms Alina Arshad" userId="cccdfd85-d35d-4453-9c6f-a463aae40722" providerId="ADAL" clId="{8F4901C8-38FB-4B87-AE62-30A7367673DF}" dt="2024-08-31T11:49:51.434" v="465" actId="27636"/>
        <pc:sldMkLst>
          <pc:docMk/>
          <pc:sldMk cId="3322361034" sldId="256"/>
        </pc:sldMkLst>
        <pc:spChg chg="mod">
          <ac:chgData name="Ms Alina Arshad" userId="cccdfd85-d35d-4453-9c6f-a463aae40722" providerId="ADAL" clId="{8F4901C8-38FB-4B87-AE62-30A7367673DF}" dt="2024-08-31T11:49:51.434" v="465" actId="27636"/>
          <ac:spMkLst>
            <pc:docMk/>
            <pc:sldMk cId="3322361034" sldId="256"/>
            <ac:spMk id="3" creationId="{44E9F82C-BBA7-3495-1097-BEDB54FFFDF4}"/>
          </ac:spMkLst>
        </pc:spChg>
      </pc:sldChg>
      <pc:sldChg chg="modSp del mod">
        <pc:chgData name="Ms Alina Arshad" userId="cccdfd85-d35d-4453-9c6f-a463aae40722" providerId="ADAL" clId="{8F4901C8-38FB-4B87-AE62-30A7367673DF}" dt="2024-08-31T05:30:50.500" v="2" actId="47"/>
        <pc:sldMkLst>
          <pc:docMk/>
          <pc:sldMk cId="690379836" sldId="278"/>
        </pc:sldMkLst>
        <pc:spChg chg="mod">
          <ac:chgData name="Ms Alina Arshad" userId="cccdfd85-d35d-4453-9c6f-a463aae40722" providerId="ADAL" clId="{8F4901C8-38FB-4B87-AE62-30A7367673DF}" dt="2024-08-31T05:27:34.567" v="0" actId="207"/>
          <ac:spMkLst>
            <pc:docMk/>
            <pc:sldMk cId="690379836" sldId="278"/>
            <ac:spMk id="2" creationId="{00000000-0000-0000-0000-000000000000}"/>
          </ac:spMkLst>
        </pc:spChg>
      </pc:sldChg>
      <pc:sldChg chg="del">
        <pc:chgData name="Ms Alina Arshad" userId="cccdfd85-d35d-4453-9c6f-a463aae40722" providerId="ADAL" clId="{8F4901C8-38FB-4B87-AE62-30A7367673DF}" dt="2024-08-31T05:30:51.181" v="4" actId="47"/>
        <pc:sldMkLst>
          <pc:docMk/>
          <pc:sldMk cId="1359494105" sldId="280"/>
        </pc:sldMkLst>
      </pc:sldChg>
      <pc:sldChg chg="del">
        <pc:chgData name="Ms Alina Arshad" userId="cccdfd85-d35d-4453-9c6f-a463aae40722" providerId="ADAL" clId="{8F4901C8-38FB-4B87-AE62-30A7367673DF}" dt="2024-08-31T05:30:51.595" v="5" actId="47"/>
        <pc:sldMkLst>
          <pc:docMk/>
          <pc:sldMk cId="1986393990" sldId="281"/>
        </pc:sldMkLst>
      </pc:sldChg>
      <pc:sldChg chg="del">
        <pc:chgData name="Ms Alina Arshad" userId="cccdfd85-d35d-4453-9c6f-a463aae40722" providerId="ADAL" clId="{8F4901C8-38FB-4B87-AE62-30A7367673DF}" dt="2024-08-31T05:30:51.947" v="6" actId="47"/>
        <pc:sldMkLst>
          <pc:docMk/>
          <pc:sldMk cId="62257074" sldId="282"/>
        </pc:sldMkLst>
      </pc:sldChg>
      <pc:sldChg chg="del">
        <pc:chgData name="Ms Alina Arshad" userId="cccdfd85-d35d-4453-9c6f-a463aae40722" providerId="ADAL" clId="{8F4901C8-38FB-4B87-AE62-30A7367673DF}" dt="2024-08-31T05:30:52.267" v="7" actId="47"/>
        <pc:sldMkLst>
          <pc:docMk/>
          <pc:sldMk cId="1448268549" sldId="283"/>
        </pc:sldMkLst>
      </pc:sldChg>
      <pc:sldChg chg="del">
        <pc:chgData name="Ms Alina Arshad" userId="cccdfd85-d35d-4453-9c6f-a463aae40722" providerId="ADAL" clId="{8F4901C8-38FB-4B87-AE62-30A7367673DF}" dt="2024-08-31T05:30:52.569" v="8" actId="47"/>
        <pc:sldMkLst>
          <pc:docMk/>
          <pc:sldMk cId="1013870418" sldId="284"/>
        </pc:sldMkLst>
      </pc:sldChg>
      <pc:sldChg chg="del">
        <pc:chgData name="Ms Alina Arshad" userId="cccdfd85-d35d-4453-9c6f-a463aae40722" providerId="ADAL" clId="{8F4901C8-38FB-4B87-AE62-30A7367673DF}" dt="2024-08-31T05:30:53.411" v="10" actId="47"/>
        <pc:sldMkLst>
          <pc:docMk/>
          <pc:sldMk cId="1933644143" sldId="285"/>
        </pc:sldMkLst>
      </pc:sldChg>
      <pc:sldChg chg="del">
        <pc:chgData name="Ms Alina Arshad" userId="cccdfd85-d35d-4453-9c6f-a463aae40722" providerId="ADAL" clId="{8F4901C8-38FB-4B87-AE62-30A7367673DF}" dt="2024-08-31T05:30:54.774" v="13" actId="47"/>
        <pc:sldMkLst>
          <pc:docMk/>
          <pc:sldMk cId="3042126378" sldId="286"/>
        </pc:sldMkLst>
      </pc:sldChg>
      <pc:sldChg chg="del">
        <pc:chgData name="Ms Alina Arshad" userId="cccdfd85-d35d-4453-9c6f-a463aae40722" providerId="ADAL" clId="{8F4901C8-38FB-4B87-AE62-30A7367673DF}" dt="2024-08-31T05:30:55.197" v="14" actId="47"/>
        <pc:sldMkLst>
          <pc:docMk/>
          <pc:sldMk cId="907460114" sldId="287"/>
        </pc:sldMkLst>
      </pc:sldChg>
      <pc:sldChg chg="modSp add mod">
        <pc:chgData name="Ms Alina Arshad" userId="cccdfd85-d35d-4453-9c6f-a463aae40722" providerId="ADAL" clId="{8F4901C8-38FB-4B87-AE62-30A7367673DF}" dt="2024-09-01T16:30:17.550" v="468" actId="20577"/>
        <pc:sldMkLst>
          <pc:docMk/>
          <pc:sldMk cId="0" sldId="291"/>
        </pc:sldMkLst>
        <pc:spChg chg="mod">
          <ac:chgData name="Ms Alina Arshad" userId="cccdfd85-d35d-4453-9c6f-a463aae40722" providerId="ADAL" clId="{8F4901C8-38FB-4B87-AE62-30A7367673DF}" dt="2024-08-31T05:31:30.124" v="26" actId="14100"/>
          <ac:spMkLst>
            <pc:docMk/>
            <pc:sldMk cId="0" sldId="291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9-01T16:30:17.550" v="468" actId="20577"/>
          <ac:spMkLst>
            <pc:docMk/>
            <pc:sldMk cId="0" sldId="291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8F4901C8-38FB-4B87-AE62-30A7367673DF}" dt="2024-08-31T05:59:10.686" v="458" actId="12"/>
        <pc:sldMkLst>
          <pc:docMk/>
          <pc:sldMk cId="0" sldId="292"/>
        </pc:sldMkLst>
        <pc:spChg chg="mod">
          <ac:chgData name="Ms Alina Arshad" userId="cccdfd85-d35d-4453-9c6f-a463aae40722" providerId="ADAL" clId="{8F4901C8-38FB-4B87-AE62-30A7367673DF}" dt="2024-08-31T05:33:42.038" v="72" actId="207"/>
          <ac:spMkLst>
            <pc:docMk/>
            <pc:sldMk cId="0" sldId="292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9:10.686" v="458" actId="12"/>
          <ac:spMkLst>
            <pc:docMk/>
            <pc:sldMk cId="0" sldId="292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8F4901C8-38FB-4B87-AE62-30A7367673DF}" dt="2024-08-31T05:30:50.830" v="3" actId="47"/>
        <pc:sldMkLst>
          <pc:docMk/>
          <pc:sldMk cId="1846796533" sldId="293"/>
        </pc:sldMkLst>
      </pc:sldChg>
      <pc:sldChg chg="modSp add mod">
        <pc:chgData name="Ms Alina Arshad" userId="cccdfd85-d35d-4453-9c6f-a463aae40722" providerId="ADAL" clId="{8F4901C8-38FB-4B87-AE62-30A7367673DF}" dt="2024-08-31T05:36:41.927" v="118" actId="1076"/>
        <pc:sldMkLst>
          <pc:docMk/>
          <pc:sldMk cId="0" sldId="294"/>
        </pc:sldMkLst>
        <pc:spChg chg="mod">
          <ac:chgData name="Ms Alina Arshad" userId="cccdfd85-d35d-4453-9c6f-a463aae40722" providerId="ADAL" clId="{8F4901C8-38FB-4B87-AE62-30A7367673DF}" dt="2024-08-31T05:36:33.113" v="115" actId="1076"/>
          <ac:spMkLst>
            <pc:docMk/>
            <pc:sldMk cId="0" sldId="294"/>
            <ac:spMk id="2" creationId="{00000000-0000-0000-0000-000000000000}"/>
          </ac:spMkLst>
        </pc:spChg>
        <pc:grpChg chg="mod">
          <ac:chgData name="Ms Alina Arshad" userId="cccdfd85-d35d-4453-9c6f-a463aae40722" providerId="ADAL" clId="{8F4901C8-38FB-4B87-AE62-30A7367673DF}" dt="2024-08-31T05:36:41.927" v="118" actId="1076"/>
          <ac:grpSpMkLst>
            <pc:docMk/>
            <pc:sldMk cId="0" sldId="294"/>
            <ac:grpSpMk id="3" creationId="{00000000-0000-0000-0000-000000000000}"/>
          </ac:grpSpMkLst>
        </pc:grpChg>
      </pc:sldChg>
      <pc:sldChg chg="addSp delSp modSp add mod">
        <pc:chgData name="Ms Alina Arshad" userId="cccdfd85-d35d-4453-9c6f-a463aae40722" providerId="ADAL" clId="{8F4901C8-38FB-4B87-AE62-30A7367673DF}" dt="2024-09-03T17:03:12.322" v="483" actId="478"/>
        <pc:sldMkLst>
          <pc:docMk/>
          <pc:sldMk cId="0" sldId="295"/>
        </pc:sldMkLst>
        <pc:spChg chg="mod">
          <ac:chgData name="Ms Alina Arshad" userId="cccdfd85-d35d-4453-9c6f-a463aae40722" providerId="ADAL" clId="{8F4901C8-38FB-4B87-AE62-30A7367673DF}" dt="2024-08-31T05:37:21.293" v="126" actId="1076"/>
          <ac:spMkLst>
            <pc:docMk/>
            <pc:sldMk cId="0" sldId="295"/>
            <ac:spMk id="2" creationId="{00000000-0000-0000-0000-000000000000}"/>
          </ac:spMkLst>
        </pc:spChg>
        <pc:spChg chg="add del mod">
          <ac:chgData name="Ms Alina Arshad" userId="cccdfd85-d35d-4453-9c6f-a463aae40722" providerId="ADAL" clId="{8F4901C8-38FB-4B87-AE62-30A7367673DF}" dt="2024-08-31T05:39:01.759" v="144" actId="478"/>
          <ac:spMkLst>
            <pc:docMk/>
            <pc:sldMk cId="0" sldId="295"/>
            <ac:spMk id="11" creationId="{EED66269-66D2-6F14-FA04-693C6FFA2662}"/>
          </ac:spMkLst>
        </pc:spChg>
        <pc:grpChg chg="mod">
          <ac:chgData name="Ms Alina Arshad" userId="cccdfd85-d35d-4453-9c6f-a463aae40722" providerId="ADAL" clId="{8F4901C8-38FB-4B87-AE62-30A7367673DF}" dt="2024-09-03T17:03:11.660" v="482" actId="1076"/>
          <ac:grpSpMkLst>
            <pc:docMk/>
            <pc:sldMk cId="0" sldId="295"/>
            <ac:grpSpMk id="3" creationId="{00000000-0000-0000-0000-000000000000}"/>
          </ac:grpSpMkLst>
        </pc:grpChg>
        <pc:picChg chg="add del mod">
          <ac:chgData name="Ms Alina Arshad" userId="cccdfd85-d35d-4453-9c6f-a463aae40722" providerId="ADAL" clId="{8F4901C8-38FB-4B87-AE62-30A7367673DF}" dt="2024-09-03T17:03:12.322" v="483" actId="478"/>
          <ac:picMkLst>
            <pc:docMk/>
            <pc:sldMk cId="0" sldId="295"/>
            <ac:picMk id="4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8-31T05:39:09.859" v="146" actId="1076"/>
          <ac:picMkLst>
            <pc:docMk/>
            <pc:sldMk cId="0" sldId="295"/>
            <ac:picMk id="5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8-31T05:38:13.676" v="140" actId="1076"/>
          <ac:picMkLst>
            <pc:docMk/>
            <pc:sldMk cId="0" sldId="295"/>
            <ac:picMk id="6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9-03T17:03:10.789" v="480" actId="1076"/>
          <ac:picMkLst>
            <pc:docMk/>
            <pc:sldMk cId="0" sldId="295"/>
            <ac:picMk id="7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9-03T17:03:10.252" v="479" actId="1076"/>
          <ac:picMkLst>
            <pc:docMk/>
            <pc:sldMk cId="0" sldId="295"/>
            <ac:picMk id="8" creationId="{00000000-0000-0000-0000-000000000000}"/>
          </ac:picMkLst>
        </pc:picChg>
        <pc:picChg chg="add del mod">
          <ac:chgData name="Ms Alina Arshad" userId="cccdfd85-d35d-4453-9c6f-a463aae40722" providerId="ADAL" clId="{8F4901C8-38FB-4B87-AE62-30A7367673DF}" dt="2024-09-03T17:03:11.277" v="481" actId="478"/>
          <ac:picMkLst>
            <pc:docMk/>
            <pc:sldMk cId="0" sldId="295"/>
            <ac:picMk id="9" creationId="{00000000-0000-0000-0000-000000000000}"/>
          </ac:picMkLst>
        </pc:picChg>
      </pc:sldChg>
      <pc:sldChg chg="modSp add mod">
        <pc:chgData name="Ms Alina Arshad" userId="cccdfd85-d35d-4453-9c6f-a463aae40722" providerId="ADAL" clId="{8F4901C8-38FB-4B87-AE62-30A7367673DF}" dt="2024-08-31T05:59:44.859" v="460" actId="12"/>
        <pc:sldMkLst>
          <pc:docMk/>
          <pc:sldMk cId="0" sldId="296"/>
        </pc:sldMkLst>
        <pc:spChg chg="mod">
          <ac:chgData name="Ms Alina Arshad" userId="cccdfd85-d35d-4453-9c6f-a463aae40722" providerId="ADAL" clId="{8F4901C8-38FB-4B87-AE62-30A7367673DF}" dt="2024-08-31T05:40:33.836" v="168" actId="207"/>
          <ac:spMkLst>
            <pc:docMk/>
            <pc:sldMk cId="0" sldId="296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9:44.859" v="460" actId="12"/>
          <ac:spMkLst>
            <pc:docMk/>
            <pc:sldMk cId="0" sldId="296"/>
            <ac:spMk id="3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9:34.169" v="459" actId="12"/>
          <ac:spMkLst>
            <pc:docMk/>
            <pc:sldMk cId="0" sldId="296"/>
            <ac:spMk id="4" creationId="{00000000-0000-0000-0000-000000000000}"/>
          </ac:spMkLst>
        </pc:spChg>
      </pc:sldChg>
      <pc:sldChg chg="modSp add mod">
        <pc:chgData name="Ms Alina Arshad" userId="cccdfd85-d35d-4453-9c6f-a463aae40722" providerId="ADAL" clId="{8F4901C8-38FB-4B87-AE62-30A7367673DF}" dt="2024-08-31T05:59:57.854" v="461" actId="12"/>
        <pc:sldMkLst>
          <pc:docMk/>
          <pc:sldMk cId="0" sldId="297"/>
        </pc:sldMkLst>
        <pc:spChg chg="mod">
          <ac:chgData name="Ms Alina Arshad" userId="cccdfd85-d35d-4453-9c6f-a463aae40722" providerId="ADAL" clId="{8F4901C8-38FB-4B87-AE62-30A7367673DF}" dt="2024-08-31T05:44:44.753" v="223" actId="1076"/>
          <ac:spMkLst>
            <pc:docMk/>
            <pc:sldMk cId="0" sldId="297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9:57.854" v="461" actId="12"/>
          <ac:spMkLst>
            <pc:docMk/>
            <pc:sldMk cId="0" sldId="297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8F4901C8-38FB-4B87-AE62-30A7367673DF}" dt="2024-08-31T05:45:30.898" v="237" actId="1076"/>
        <pc:sldMkLst>
          <pc:docMk/>
          <pc:sldMk cId="0" sldId="298"/>
        </pc:sldMkLst>
        <pc:spChg chg="mod">
          <ac:chgData name="Ms Alina Arshad" userId="cccdfd85-d35d-4453-9c6f-a463aae40722" providerId="ADAL" clId="{8F4901C8-38FB-4B87-AE62-30A7367673DF}" dt="2024-08-31T05:45:10.598" v="230" actId="207"/>
          <ac:spMkLst>
            <pc:docMk/>
            <pc:sldMk cId="0" sldId="298"/>
            <ac:spMk id="2" creationId="{00000000-0000-0000-0000-000000000000}"/>
          </ac:spMkLst>
        </pc:spChg>
        <pc:grpChg chg="mod">
          <ac:chgData name="Ms Alina Arshad" userId="cccdfd85-d35d-4453-9c6f-a463aae40722" providerId="ADAL" clId="{8F4901C8-38FB-4B87-AE62-30A7367673DF}" dt="2024-08-31T05:45:15.553" v="232" actId="14100"/>
          <ac:grpSpMkLst>
            <pc:docMk/>
            <pc:sldMk cId="0" sldId="298"/>
            <ac:grpSpMk id="4" creationId="{00000000-0000-0000-0000-000000000000}"/>
          </ac:grpSpMkLst>
        </pc:grpChg>
        <pc:picChg chg="mod">
          <ac:chgData name="Ms Alina Arshad" userId="cccdfd85-d35d-4453-9c6f-a463aae40722" providerId="ADAL" clId="{8F4901C8-38FB-4B87-AE62-30A7367673DF}" dt="2024-08-31T05:45:30.898" v="237" actId="1076"/>
          <ac:picMkLst>
            <pc:docMk/>
            <pc:sldMk cId="0" sldId="298"/>
            <ac:picMk id="3" creationId="{00000000-0000-0000-0000-000000000000}"/>
          </ac:picMkLst>
        </pc:picChg>
      </pc:sldChg>
      <pc:sldChg chg="modSp add mod">
        <pc:chgData name="Ms Alina Arshad" userId="cccdfd85-d35d-4453-9c6f-a463aae40722" providerId="ADAL" clId="{8F4901C8-38FB-4B87-AE62-30A7367673DF}" dt="2024-09-03T16:38:48.724" v="469" actId="2711"/>
        <pc:sldMkLst>
          <pc:docMk/>
          <pc:sldMk cId="0" sldId="300"/>
        </pc:sldMkLst>
        <pc:spChg chg="mod">
          <ac:chgData name="Ms Alina Arshad" userId="cccdfd85-d35d-4453-9c6f-a463aae40722" providerId="ADAL" clId="{8F4901C8-38FB-4B87-AE62-30A7367673DF}" dt="2024-09-03T16:38:48.724" v="469" actId="2711"/>
          <ac:spMkLst>
            <pc:docMk/>
            <pc:sldMk cId="0" sldId="300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6:00:11.708" v="462" actId="12"/>
          <ac:spMkLst>
            <pc:docMk/>
            <pc:sldMk cId="0" sldId="300"/>
            <ac:spMk id="3" creationId="{00000000-0000-0000-0000-000000000000}"/>
          </ac:spMkLst>
        </pc:spChg>
      </pc:sldChg>
      <pc:sldChg chg="modSp add mod">
        <pc:chgData name="Ms Alina Arshad" userId="cccdfd85-d35d-4453-9c6f-a463aae40722" providerId="ADAL" clId="{8F4901C8-38FB-4B87-AE62-30A7367673DF}" dt="2024-09-03T16:52:22.468" v="473" actId="404"/>
        <pc:sldMkLst>
          <pc:docMk/>
          <pc:sldMk cId="0" sldId="301"/>
        </pc:sldMkLst>
        <pc:spChg chg="mod">
          <ac:chgData name="Ms Alina Arshad" userId="cccdfd85-d35d-4453-9c6f-a463aae40722" providerId="ADAL" clId="{8F4901C8-38FB-4B87-AE62-30A7367673DF}" dt="2024-08-31T05:48:40.289" v="315" actId="207"/>
          <ac:spMkLst>
            <pc:docMk/>
            <pc:sldMk cId="0" sldId="301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9-03T16:52:22.468" v="473" actId="404"/>
          <ac:spMkLst>
            <pc:docMk/>
            <pc:sldMk cId="0" sldId="301"/>
            <ac:spMk id="3" creationId="{00000000-0000-0000-0000-000000000000}"/>
          </ac:spMkLst>
        </pc:spChg>
      </pc:sldChg>
      <pc:sldChg chg="delSp modSp add del mod">
        <pc:chgData name="Ms Alina Arshad" userId="cccdfd85-d35d-4453-9c6f-a463aae40722" providerId="ADAL" clId="{8F4901C8-38FB-4B87-AE62-30A7367673DF}" dt="2024-09-03T17:03:30.568" v="484" actId="47"/>
        <pc:sldMkLst>
          <pc:docMk/>
          <pc:sldMk cId="0" sldId="302"/>
        </pc:sldMkLst>
        <pc:spChg chg="mod">
          <ac:chgData name="Ms Alina Arshad" userId="cccdfd85-d35d-4453-9c6f-a463aae40722" providerId="ADAL" clId="{8F4901C8-38FB-4B87-AE62-30A7367673DF}" dt="2024-08-31T05:52:08.875" v="362" actId="1076"/>
          <ac:spMkLst>
            <pc:docMk/>
            <pc:sldMk cId="0" sldId="302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2:06.008" v="361" actId="1076"/>
          <ac:spMkLst>
            <pc:docMk/>
            <pc:sldMk cId="0" sldId="302"/>
            <ac:spMk id="9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3:37.652" v="383" actId="1076"/>
          <ac:spMkLst>
            <pc:docMk/>
            <pc:sldMk cId="0" sldId="302"/>
            <ac:spMk id="10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4:48.822" v="401" actId="1076"/>
          <ac:spMkLst>
            <pc:docMk/>
            <pc:sldMk cId="0" sldId="302"/>
            <ac:spMk id="11" creationId="{00000000-0000-0000-0000-000000000000}"/>
          </ac:spMkLst>
        </pc:spChg>
        <pc:graphicFrameChg chg="mod modGraphic">
          <ac:chgData name="Ms Alina Arshad" userId="cccdfd85-d35d-4453-9c6f-a463aae40722" providerId="ADAL" clId="{8F4901C8-38FB-4B87-AE62-30A7367673DF}" dt="2024-08-31T05:51:47.476" v="357" actId="207"/>
          <ac:graphicFrameMkLst>
            <pc:docMk/>
            <pc:sldMk cId="0" sldId="302"/>
            <ac:graphicFrameMk id="4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8F4901C8-38FB-4B87-AE62-30A7367673DF}" dt="2024-08-31T05:53:42.674" v="384" actId="1076"/>
          <ac:graphicFrameMkLst>
            <pc:docMk/>
            <pc:sldMk cId="0" sldId="302"/>
            <ac:graphicFrameMk id="6" creationId="{00000000-0000-0000-0000-000000000000}"/>
          </ac:graphicFrameMkLst>
        </pc:graphicFrameChg>
        <pc:graphicFrameChg chg="mod modGraphic">
          <ac:chgData name="Ms Alina Arshad" userId="cccdfd85-d35d-4453-9c6f-a463aae40722" providerId="ADAL" clId="{8F4901C8-38FB-4B87-AE62-30A7367673DF}" dt="2024-08-31T05:54:44.681" v="400" actId="14100"/>
          <ac:graphicFrameMkLst>
            <pc:docMk/>
            <pc:sldMk cId="0" sldId="302"/>
            <ac:graphicFrameMk id="8" creationId="{00000000-0000-0000-0000-000000000000}"/>
          </ac:graphicFrameMkLst>
        </pc:graphicFrameChg>
        <pc:picChg chg="del">
          <ac:chgData name="Ms Alina Arshad" userId="cccdfd85-d35d-4453-9c6f-a463aae40722" providerId="ADAL" clId="{8F4901C8-38FB-4B87-AE62-30A7367673DF}" dt="2024-08-31T05:50:44.894" v="340" actId="478"/>
          <ac:picMkLst>
            <pc:docMk/>
            <pc:sldMk cId="0" sldId="302"/>
            <ac:picMk id="3" creationId="{00000000-0000-0000-0000-000000000000}"/>
          </ac:picMkLst>
        </pc:picChg>
        <pc:picChg chg="del">
          <ac:chgData name="Ms Alina Arshad" userId="cccdfd85-d35d-4453-9c6f-a463aae40722" providerId="ADAL" clId="{8F4901C8-38FB-4B87-AE62-30A7367673DF}" dt="2024-08-31T05:52:31.028" v="368" actId="478"/>
          <ac:picMkLst>
            <pc:docMk/>
            <pc:sldMk cId="0" sldId="302"/>
            <ac:picMk id="5" creationId="{00000000-0000-0000-0000-000000000000}"/>
          </ac:picMkLst>
        </pc:picChg>
        <pc:picChg chg="del">
          <ac:chgData name="Ms Alina Arshad" userId="cccdfd85-d35d-4453-9c6f-a463aae40722" providerId="ADAL" clId="{8F4901C8-38FB-4B87-AE62-30A7367673DF}" dt="2024-08-31T05:54:03.495" v="390" actId="478"/>
          <ac:picMkLst>
            <pc:docMk/>
            <pc:sldMk cId="0" sldId="302"/>
            <ac:picMk id="7" creationId="{00000000-0000-0000-0000-000000000000}"/>
          </ac:picMkLst>
        </pc:picChg>
      </pc:sldChg>
      <pc:sldChg chg="modSp add del mod">
        <pc:chgData name="Ms Alina Arshad" userId="cccdfd85-d35d-4453-9c6f-a463aae40722" providerId="ADAL" clId="{8F4901C8-38FB-4B87-AE62-30A7367673DF}" dt="2024-09-03T17:03:31.010" v="485" actId="47"/>
        <pc:sldMkLst>
          <pc:docMk/>
          <pc:sldMk cId="0" sldId="303"/>
        </pc:sldMkLst>
        <pc:spChg chg="mod">
          <ac:chgData name="Ms Alina Arshad" userId="cccdfd85-d35d-4453-9c6f-a463aae40722" providerId="ADAL" clId="{8F4901C8-38FB-4B87-AE62-30A7367673DF}" dt="2024-08-31T05:55:17.408" v="407" actId="1076"/>
          <ac:spMkLst>
            <pc:docMk/>
            <pc:sldMk cId="0" sldId="303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7:16.456" v="439" actId="113"/>
          <ac:spMkLst>
            <pc:docMk/>
            <pc:sldMk cId="0" sldId="303"/>
            <ac:spMk id="3" creationId="{00000000-0000-0000-0000-000000000000}"/>
          </ac:spMkLst>
        </pc:spChg>
      </pc:sldChg>
      <pc:sldChg chg="modSp add del mod">
        <pc:chgData name="Ms Alina Arshad" userId="cccdfd85-d35d-4453-9c6f-a463aae40722" providerId="ADAL" clId="{8F4901C8-38FB-4B87-AE62-30A7367673DF}" dt="2024-09-03T17:03:31.496" v="486" actId="47"/>
        <pc:sldMkLst>
          <pc:docMk/>
          <pc:sldMk cId="0" sldId="304"/>
        </pc:sldMkLst>
        <pc:spChg chg="mod">
          <ac:chgData name="Ms Alina Arshad" userId="cccdfd85-d35d-4453-9c6f-a463aae40722" providerId="ADAL" clId="{8F4901C8-38FB-4B87-AE62-30A7367673DF}" dt="2024-08-31T05:58:37.321" v="456" actId="1076"/>
          <ac:spMkLst>
            <pc:docMk/>
            <pc:sldMk cId="0" sldId="304"/>
            <ac:spMk id="2" creationId="{00000000-0000-0000-0000-000000000000}"/>
          </ac:spMkLst>
        </pc:spChg>
        <pc:spChg chg="mod">
          <ac:chgData name="Ms Alina Arshad" userId="cccdfd85-d35d-4453-9c6f-a463aae40722" providerId="ADAL" clId="{8F4901C8-38FB-4B87-AE62-30A7367673DF}" dt="2024-08-31T05:58:34.623" v="455" actId="1076"/>
          <ac:spMkLst>
            <pc:docMk/>
            <pc:sldMk cId="0" sldId="304"/>
            <ac:spMk id="3" creationId="{00000000-0000-0000-0000-000000000000}"/>
          </ac:spMkLst>
        </pc:spChg>
      </pc:sldChg>
      <pc:sldChg chg="del">
        <pc:chgData name="Ms Alina Arshad" userId="cccdfd85-d35d-4453-9c6f-a463aae40722" providerId="ADAL" clId="{8F4901C8-38FB-4B87-AE62-30A7367673DF}" dt="2024-08-31T05:30:55.652" v="15" actId="47"/>
        <pc:sldMkLst>
          <pc:docMk/>
          <pc:sldMk cId="1999997857" sldId="383"/>
        </pc:sldMkLst>
      </pc:sldChg>
      <pc:sldChg chg="del">
        <pc:chgData name="Ms Alina Arshad" userId="cccdfd85-d35d-4453-9c6f-a463aae40722" providerId="ADAL" clId="{8F4901C8-38FB-4B87-AE62-30A7367673DF}" dt="2024-08-31T05:30:53.022" v="9" actId="47"/>
        <pc:sldMkLst>
          <pc:docMk/>
          <pc:sldMk cId="2945287982" sldId="384"/>
        </pc:sldMkLst>
      </pc:sldChg>
      <pc:sldChg chg="del">
        <pc:chgData name="Ms Alina Arshad" userId="cccdfd85-d35d-4453-9c6f-a463aae40722" providerId="ADAL" clId="{8F4901C8-38FB-4B87-AE62-30A7367673DF}" dt="2024-08-31T05:30:53.991" v="11" actId="47"/>
        <pc:sldMkLst>
          <pc:docMk/>
          <pc:sldMk cId="482241889" sldId="385"/>
        </pc:sldMkLst>
      </pc:sldChg>
      <pc:sldChg chg="del">
        <pc:chgData name="Ms Alina Arshad" userId="cccdfd85-d35d-4453-9c6f-a463aae40722" providerId="ADAL" clId="{8F4901C8-38FB-4B87-AE62-30A7367673DF}" dt="2024-08-31T05:30:54.331" v="12" actId="47"/>
        <pc:sldMkLst>
          <pc:docMk/>
          <pc:sldMk cId="1301245489" sldId="386"/>
        </pc:sldMkLst>
      </pc:sldChg>
      <pc:sldChg chg="modSp add mod">
        <pc:chgData name="Ms Alina Arshad" userId="cccdfd85-d35d-4453-9c6f-a463aae40722" providerId="ADAL" clId="{8F4901C8-38FB-4B87-AE62-30A7367673DF}" dt="2024-08-31T05:36:06.118" v="110" actId="14100"/>
        <pc:sldMkLst>
          <pc:docMk/>
          <pc:sldMk cId="0" sldId="387"/>
        </pc:sldMkLst>
        <pc:spChg chg="mod">
          <ac:chgData name="Ms Alina Arshad" userId="cccdfd85-d35d-4453-9c6f-a463aae40722" providerId="ADAL" clId="{8F4901C8-38FB-4B87-AE62-30A7367673DF}" dt="2024-08-31T05:35:35.427" v="100" actId="1076"/>
          <ac:spMkLst>
            <pc:docMk/>
            <pc:sldMk cId="0" sldId="387"/>
            <ac:spMk id="2" creationId="{00000000-0000-0000-0000-000000000000}"/>
          </ac:spMkLst>
        </pc:spChg>
        <pc:grpChg chg="mod">
          <ac:chgData name="Ms Alina Arshad" userId="cccdfd85-d35d-4453-9c6f-a463aae40722" providerId="ADAL" clId="{8F4901C8-38FB-4B87-AE62-30A7367673DF}" dt="2024-08-31T05:36:06.118" v="110" actId="14100"/>
          <ac:grpSpMkLst>
            <pc:docMk/>
            <pc:sldMk cId="0" sldId="387"/>
            <ac:grpSpMk id="4" creationId="{00000000-0000-0000-0000-000000000000}"/>
          </ac:grpSpMkLst>
        </pc:grpChg>
        <pc:picChg chg="mod">
          <ac:chgData name="Ms Alina Arshad" userId="cccdfd85-d35d-4453-9c6f-a463aae40722" providerId="ADAL" clId="{8F4901C8-38FB-4B87-AE62-30A7367673DF}" dt="2024-08-31T05:36:02.723" v="109" actId="1076"/>
          <ac:picMkLst>
            <pc:docMk/>
            <pc:sldMk cId="0" sldId="387"/>
            <ac:picMk id="3" creationId="{00000000-0000-0000-0000-000000000000}"/>
          </ac:picMkLst>
        </pc:picChg>
        <pc:picChg chg="mod">
          <ac:chgData name="Ms Alina Arshad" userId="cccdfd85-d35d-4453-9c6f-a463aae40722" providerId="ADAL" clId="{8F4901C8-38FB-4B87-AE62-30A7367673DF}" dt="2024-08-31T05:35:48.265" v="104" actId="1076"/>
          <ac:picMkLst>
            <pc:docMk/>
            <pc:sldMk cId="0" sldId="387"/>
            <ac:picMk id="5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75CEE74A-6245-4DC8-A7D1-BA250857CF43}"/>
    <pc:docChg chg="undo custSel addSld delSld modSld">
      <pc:chgData name="Ms Alina Arshad" userId="cccdfd85-d35d-4453-9c6f-a463aae40722" providerId="ADAL" clId="{75CEE74A-6245-4DC8-A7D1-BA250857CF43}" dt="2024-09-12T03:57:45.422" v="302" actId="20577"/>
      <pc:docMkLst>
        <pc:docMk/>
      </pc:docMkLst>
      <pc:sldChg chg="modSp mod">
        <pc:chgData name="Ms Alina Arshad" userId="cccdfd85-d35d-4453-9c6f-a463aae40722" providerId="ADAL" clId="{75CEE74A-6245-4DC8-A7D1-BA250857CF43}" dt="2024-09-10T05:14:41.001" v="56" actId="20577"/>
        <pc:sldMkLst>
          <pc:docMk/>
          <pc:sldMk cId="3322361034" sldId="256"/>
        </pc:sldMkLst>
        <pc:spChg chg="mod">
          <ac:chgData name="Ms Alina Arshad" userId="cccdfd85-d35d-4453-9c6f-a463aae40722" providerId="ADAL" clId="{75CEE74A-6245-4DC8-A7D1-BA250857CF43}" dt="2024-09-10T05:14:41.001" v="56" actId="20577"/>
          <ac:spMkLst>
            <pc:docMk/>
            <pc:sldMk cId="3322361034" sldId="256"/>
            <ac:spMk id="3" creationId="{44E9F82C-BBA7-3495-1097-BEDB54FFFDF4}"/>
          </ac:spMkLst>
        </pc:spChg>
      </pc:sldChg>
      <pc:sldChg chg="del">
        <pc:chgData name="Ms Alina Arshad" userId="cccdfd85-d35d-4453-9c6f-a463aae40722" providerId="ADAL" clId="{75CEE74A-6245-4DC8-A7D1-BA250857CF43}" dt="2024-09-06T05:20:38.898" v="1" actId="47"/>
        <pc:sldMkLst>
          <pc:docMk/>
          <pc:sldMk cId="0" sldId="291"/>
        </pc:sldMkLst>
      </pc:sldChg>
      <pc:sldChg chg="del">
        <pc:chgData name="Ms Alina Arshad" userId="cccdfd85-d35d-4453-9c6f-a463aae40722" providerId="ADAL" clId="{75CEE74A-6245-4DC8-A7D1-BA250857CF43}" dt="2024-09-06T05:20:39.524" v="2" actId="47"/>
        <pc:sldMkLst>
          <pc:docMk/>
          <pc:sldMk cId="0" sldId="292"/>
        </pc:sldMkLst>
      </pc:sldChg>
      <pc:sldChg chg="modSp add mod">
        <pc:chgData name="Ms Alina Arshad" userId="cccdfd85-d35d-4453-9c6f-a463aae40722" providerId="ADAL" clId="{75CEE74A-6245-4DC8-A7D1-BA250857CF43}" dt="2024-09-06T05:22:17.842" v="27" actId="1076"/>
        <pc:sldMkLst>
          <pc:docMk/>
          <pc:sldMk cId="0" sldId="293"/>
        </pc:sldMkLst>
        <pc:spChg chg="mod">
          <ac:chgData name="Ms Alina Arshad" userId="cccdfd85-d35d-4453-9c6f-a463aae40722" providerId="ADAL" clId="{75CEE74A-6245-4DC8-A7D1-BA250857CF43}" dt="2024-09-06T05:22:01.805" v="20" actId="1076"/>
          <ac:spMkLst>
            <pc:docMk/>
            <pc:sldMk cId="0" sldId="293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06T05:22:15.056" v="26" actId="404"/>
          <ac:spMkLst>
            <pc:docMk/>
            <pc:sldMk cId="0" sldId="293"/>
            <ac:spMk id="3" creationId="{00000000-0000-0000-0000-000000000000}"/>
          </ac:spMkLst>
        </pc:spChg>
        <pc:picChg chg="mod">
          <ac:chgData name="Ms Alina Arshad" userId="cccdfd85-d35d-4453-9c6f-a463aae40722" providerId="ADAL" clId="{75CEE74A-6245-4DC8-A7D1-BA250857CF43}" dt="2024-09-06T05:22:17.842" v="27" actId="1076"/>
          <ac:picMkLst>
            <pc:docMk/>
            <pc:sldMk cId="0" sldId="293"/>
            <ac:picMk id="4" creationId="{00000000-0000-0000-0000-000000000000}"/>
          </ac:picMkLst>
        </pc:picChg>
      </pc:sldChg>
      <pc:sldChg chg="del">
        <pc:chgData name="Ms Alina Arshad" userId="cccdfd85-d35d-4453-9c6f-a463aae40722" providerId="ADAL" clId="{75CEE74A-6245-4DC8-A7D1-BA250857CF43}" dt="2024-09-06T05:20:40.321" v="4" actId="47"/>
        <pc:sldMkLst>
          <pc:docMk/>
          <pc:sldMk cId="0" sldId="294"/>
        </pc:sldMkLst>
      </pc:sldChg>
      <pc:sldChg chg="del">
        <pc:chgData name="Ms Alina Arshad" userId="cccdfd85-d35d-4453-9c6f-a463aae40722" providerId="ADAL" clId="{75CEE74A-6245-4DC8-A7D1-BA250857CF43}" dt="2024-09-06T05:20:40.680" v="5" actId="47"/>
        <pc:sldMkLst>
          <pc:docMk/>
          <pc:sldMk cId="0" sldId="295"/>
        </pc:sldMkLst>
      </pc:sldChg>
      <pc:sldChg chg="modSp add del mod">
        <pc:chgData name="Ms Alina Arshad" userId="cccdfd85-d35d-4453-9c6f-a463aae40722" providerId="ADAL" clId="{75CEE74A-6245-4DC8-A7D1-BA250857CF43}" dt="2024-09-10T05:19:05.743" v="123" actId="1076"/>
        <pc:sldMkLst>
          <pc:docMk/>
          <pc:sldMk cId="0" sldId="296"/>
        </pc:sldMkLst>
        <pc:spChg chg="mod">
          <ac:chgData name="Ms Alina Arshad" userId="cccdfd85-d35d-4453-9c6f-a463aae40722" providerId="ADAL" clId="{75CEE74A-6245-4DC8-A7D1-BA250857CF43}" dt="2024-09-10T05:18:30.714" v="113" actId="113"/>
          <ac:spMkLst>
            <pc:docMk/>
            <pc:sldMk cId="0" sldId="296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18:53.288" v="120" actId="404"/>
          <ac:spMkLst>
            <pc:docMk/>
            <pc:sldMk cId="0" sldId="296"/>
            <ac:spMk id="3" creationId="{00000000-0000-0000-0000-000000000000}"/>
          </ac:spMkLst>
        </pc:spChg>
        <pc:picChg chg="mod">
          <ac:chgData name="Ms Alina Arshad" userId="cccdfd85-d35d-4453-9c6f-a463aae40722" providerId="ADAL" clId="{75CEE74A-6245-4DC8-A7D1-BA250857CF43}" dt="2024-09-10T05:19:05.743" v="123" actId="1076"/>
          <ac:picMkLst>
            <pc:docMk/>
            <pc:sldMk cId="0" sldId="296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75CEE74A-6245-4DC8-A7D1-BA250857CF43}" dt="2024-09-10T05:19:42.903" v="135" actId="1076"/>
        <pc:sldMkLst>
          <pc:docMk/>
          <pc:sldMk cId="0" sldId="297"/>
        </pc:sldMkLst>
        <pc:spChg chg="mod">
          <ac:chgData name="Ms Alina Arshad" userId="cccdfd85-d35d-4453-9c6f-a463aae40722" providerId="ADAL" clId="{75CEE74A-6245-4DC8-A7D1-BA250857CF43}" dt="2024-09-10T05:19:15.767" v="127" actId="1076"/>
          <ac:spMkLst>
            <pc:docMk/>
            <pc:sldMk cId="0" sldId="297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19:36.696" v="133" actId="20577"/>
          <ac:spMkLst>
            <pc:docMk/>
            <pc:sldMk cId="0" sldId="297"/>
            <ac:spMk id="3" creationId="{00000000-0000-0000-0000-000000000000}"/>
          </ac:spMkLst>
        </pc:spChg>
        <pc:picChg chg="mod">
          <ac:chgData name="Ms Alina Arshad" userId="cccdfd85-d35d-4453-9c6f-a463aae40722" providerId="ADAL" clId="{75CEE74A-6245-4DC8-A7D1-BA250857CF43}" dt="2024-09-10T05:19:42.903" v="135" actId="1076"/>
          <ac:picMkLst>
            <pc:docMk/>
            <pc:sldMk cId="0" sldId="297"/>
            <ac:picMk id="4" creationId="{00000000-0000-0000-0000-000000000000}"/>
          </ac:picMkLst>
        </pc:picChg>
      </pc:sldChg>
      <pc:sldChg chg="modSp add del mod">
        <pc:chgData name="Ms Alina Arshad" userId="cccdfd85-d35d-4453-9c6f-a463aae40722" providerId="ADAL" clId="{75CEE74A-6245-4DC8-A7D1-BA250857CF43}" dt="2024-09-12T03:57:45.422" v="302" actId="20577"/>
        <pc:sldMkLst>
          <pc:docMk/>
          <pc:sldMk cId="0" sldId="298"/>
        </pc:sldMkLst>
        <pc:spChg chg="mod">
          <ac:chgData name="Ms Alina Arshad" userId="cccdfd85-d35d-4453-9c6f-a463aae40722" providerId="ADAL" clId="{75CEE74A-6245-4DC8-A7D1-BA250857CF43}" dt="2024-09-10T05:19:55.410" v="138" actId="113"/>
          <ac:spMkLst>
            <pc:docMk/>
            <pc:sldMk cId="0" sldId="298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2T03:57:45.422" v="302" actId="20577"/>
          <ac:spMkLst>
            <pc:docMk/>
            <pc:sldMk cId="0" sldId="298"/>
            <ac:spMk id="3" creationId="{00000000-0000-0000-0000-000000000000}"/>
          </ac:spMkLst>
        </pc:spChg>
      </pc:sldChg>
      <pc:sldChg chg="delSp modSp add mod">
        <pc:chgData name="Ms Alina Arshad" userId="cccdfd85-d35d-4453-9c6f-a463aae40722" providerId="ADAL" clId="{75CEE74A-6245-4DC8-A7D1-BA250857CF43}" dt="2024-09-10T05:25:13.241" v="185" actId="1076"/>
        <pc:sldMkLst>
          <pc:docMk/>
          <pc:sldMk cId="0" sldId="299"/>
        </pc:sldMkLst>
        <pc:spChg chg="mod">
          <ac:chgData name="Ms Alina Arshad" userId="cccdfd85-d35d-4453-9c6f-a463aae40722" providerId="ADAL" clId="{75CEE74A-6245-4DC8-A7D1-BA250857CF43}" dt="2024-09-10T05:24:35.748" v="176" actId="20577"/>
          <ac:spMkLst>
            <pc:docMk/>
            <pc:sldMk cId="0" sldId="299"/>
            <ac:spMk id="2" creationId="{00000000-0000-0000-0000-000000000000}"/>
          </ac:spMkLst>
        </pc:spChg>
        <pc:spChg chg="del mod">
          <ac:chgData name="Ms Alina Arshad" userId="cccdfd85-d35d-4453-9c6f-a463aae40722" providerId="ADAL" clId="{75CEE74A-6245-4DC8-A7D1-BA250857CF43}" dt="2024-09-10T05:22:31.410" v="154" actId="478"/>
          <ac:spMkLst>
            <pc:docMk/>
            <pc:sldMk cId="0" sldId="299"/>
            <ac:spMk id="3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24:48.753" v="179" actId="1076"/>
          <ac:spMkLst>
            <pc:docMk/>
            <pc:sldMk cId="0" sldId="299"/>
            <ac:spMk id="6" creationId="{00000000-0000-0000-0000-000000000000}"/>
          </ac:spMkLst>
        </pc:spChg>
        <pc:graphicFrameChg chg="mod modGraphic">
          <ac:chgData name="Ms Alina Arshad" userId="cccdfd85-d35d-4453-9c6f-a463aae40722" providerId="ADAL" clId="{75CEE74A-6245-4DC8-A7D1-BA250857CF43}" dt="2024-09-10T05:25:00.948" v="182" actId="1076"/>
          <ac:graphicFrameMkLst>
            <pc:docMk/>
            <pc:sldMk cId="0" sldId="299"/>
            <ac:graphicFrameMk id="4" creationId="{00000000-0000-0000-0000-000000000000}"/>
          </ac:graphicFrameMkLst>
        </pc:graphicFrameChg>
        <pc:picChg chg="mod">
          <ac:chgData name="Ms Alina Arshad" userId="cccdfd85-d35d-4453-9c6f-a463aae40722" providerId="ADAL" clId="{75CEE74A-6245-4DC8-A7D1-BA250857CF43}" dt="2024-09-10T05:25:13.241" v="185" actId="1076"/>
          <ac:picMkLst>
            <pc:docMk/>
            <pc:sldMk cId="0" sldId="299"/>
            <ac:picMk id="5" creationId="{00000000-0000-0000-0000-000000000000}"/>
          </ac:picMkLst>
        </pc:picChg>
      </pc:sldChg>
      <pc:sldChg chg="modSp add del mod">
        <pc:chgData name="Ms Alina Arshad" userId="cccdfd85-d35d-4453-9c6f-a463aae40722" providerId="ADAL" clId="{75CEE74A-6245-4DC8-A7D1-BA250857CF43}" dt="2024-09-10T05:28:07.904" v="212" actId="20577"/>
        <pc:sldMkLst>
          <pc:docMk/>
          <pc:sldMk cId="0" sldId="300"/>
        </pc:sldMkLst>
        <pc:spChg chg="mod">
          <ac:chgData name="Ms Alina Arshad" userId="cccdfd85-d35d-4453-9c6f-a463aae40722" providerId="ADAL" clId="{75CEE74A-6245-4DC8-A7D1-BA250857CF43}" dt="2024-09-10T05:25:30.051" v="190" actId="1076"/>
          <ac:spMkLst>
            <pc:docMk/>
            <pc:sldMk cId="0" sldId="300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27:56.041" v="206" actId="404"/>
          <ac:spMkLst>
            <pc:docMk/>
            <pc:sldMk cId="0" sldId="300"/>
            <ac:spMk id="3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28:07.904" v="212" actId="20577"/>
          <ac:spMkLst>
            <pc:docMk/>
            <pc:sldMk cId="0" sldId="300"/>
            <ac:spMk id="4" creationId="{00000000-0000-0000-0000-000000000000}"/>
          </ac:spMkLst>
        </pc:spChg>
        <pc:picChg chg="mod">
          <ac:chgData name="Ms Alina Arshad" userId="cccdfd85-d35d-4453-9c6f-a463aae40722" providerId="ADAL" clId="{75CEE74A-6245-4DC8-A7D1-BA250857CF43}" dt="2024-09-10T05:27:32.486" v="199" actId="1076"/>
          <ac:picMkLst>
            <pc:docMk/>
            <pc:sldMk cId="0" sldId="300"/>
            <ac:picMk id="5" creationId="{00000000-0000-0000-0000-000000000000}"/>
          </ac:picMkLst>
        </pc:picChg>
      </pc:sldChg>
      <pc:sldChg chg="delSp modSp add del mod">
        <pc:chgData name="Ms Alina Arshad" userId="cccdfd85-d35d-4453-9c6f-a463aae40722" providerId="ADAL" clId="{75CEE74A-6245-4DC8-A7D1-BA250857CF43}" dt="2024-09-10T05:29:06.367" v="227" actId="14734"/>
        <pc:sldMkLst>
          <pc:docMk/>
          <pc:sldMk cId="0" sldId="301"/>
        </pc:sldMkLst>
        <pc:spChg chg="mod">
          <ac:chgData name="Ms Alina Arshad" userId="cccdfd85-d35d-4453-9c6f-a463aae40722" providerId="ADAL" clId="{75CEE74A-6245-4DC8-A7D1-BA250857CF43}" dt="2024-09-10T05:28:32.370" v="218" actId="1076"/>
          <ac:spMkLst>
            <pc:docMk/>
            <pc:sldMk cId="0" sldId="301"/>
            <ac:spMk id="6" creationId="{00000000-0000-0000-0000-000000000000}"/>
          </ac:spMkLst>
        </pc:spChg>
        <pc:spChg chg="del">
          <ac:chgData name="Ms Alina Arshad" userId="cccdfd85-d35d-4453-9c6f-a463aae40722" providerId="ADAL" clId="{75CEE74A-6245-4DC8-A7D1-BA250857CF43}" dt="2024-09-10T05:28:42.640" v="221" actId="478"/>
          <ac:spMkLst>
            <pc:docMk/>
            <pc:sldMk cId="0" sldId="301"/>
            <ac:spMk id="7" creationId="{00000000-0000-0000-0000-000000000000}"/>
          </ac:spMkLst>
        </pc:spChg>
        <pc:grpChg chg="del">
          <ac:chgData name="Ms Alina Arshad" userId="cccdfd85-d35d-4453-9c6f-a463aae40722" providerId="ADAL" clId="{75CEE74A-6245-4DC8-A7D1-BA250857CF43}" dt="2024-09-10T05:28:16.609" v="213" actId="478"/>
          <ac:grpSpMkLst>
            <pc:docMk/>
            <pc:sldMk cId="0" sldId="301"/>
            <ac:grpSpMk id="2" creationId="{00000000-0000-0000-0000-000000000000}"/>
          </ac:grpSpMkLst>
        </pc:grpChg>
        <pc:graphicFrameChg chg="mod modGraphic">
          <ac:chgData name="Ms Alina Arshad" userId="cccdfd85-d35d-4453-9c6f-a463aae40722" providerId="ADAL" clId="{75CEE74A-6245-4DC8-A7D1-BA250857CF43}" dt="2024-09-10T05:29:06.367" v="227" actId="14734"/>
          <ac:graphicFrameMkLst>
            <pc:docMk/>
            <pc:sldMk cId="0" sldId="301"/>
            <ac:graphicFrameMk id="8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75CEE74A-6245-4DC8-A7D1-BA250857CF43}" dt="2024-09-10T05:29:46.360" v="238" actId="1076"/>
        <pc:sldMkLst>
          <pc:docMk/>
          <pc:sldMk cId="0" sldId="302"/>
        </pc:sldMkLst>
        <pc:spChg chg="mod">
          <ac:chgData name="Ms Alina Arshad" userId="cccdfd85-d35d-4453-9c6f-a463aae40722" providerId="ADAL" clId="{75CEE74A-6245-4DC8-A7D1-BA250857CF43}" dt="2024-09-10T05:29:16.183" v="230" actId="1076"/>
          <ac:spMkLst>
            <pc:docMk/>
            <pc:sldMk cId="0" sldId="302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29:42.095" v="237" actId="404"/>
          <ac:spMkLst>
            <pc:docMk/>
            <pc:sldMk cId="0" sldId="302"/>
            <ac:spMk id="3" creationId="{00000000-0000-0000-0000-000000000000}"/>
          </ac:spMkLst>
        </pc:spChg>
        <pc:picChg chg="mod">
          <ac:chgData name="Ms Alina Arshad" userId="cccdfd85-d35d-4453-9c6f-a463aae40722" providerId="ADAL" clId="{75CEE74A-6245-4DC8-A7D1-BA250857CF43}" dt="2024-09-10T05:29:46.360" v="238" actId="1076"/>
          <ac:picMkLst>
            <pc:docMk/>
            <pc:sldMk cId="0" sldId="302"/>
            <ac:picMk id="4" creationId="{00000000-0000-0000-0000-000000000000}"/>
          </ac:picMkLst>
        </pc:picChg>
      </pc:sldChg>
      <pc:sldChg chg="delSp modSp add mod">
        <pc:chgData name="Ms Alina Arshad" userId="cccdfd85-d35d-4453-9c6f-a463aae40722" providerId="ADAL" clId="{75CEE74A-6245-4DC8-A7D1-BA250857CF43}" dt="2024-09-10T05:31:20.912" v="266" actId="1076"/>
        <pc:sldMkLst>
          <pc:docMk/>
          <pc:sldMk cId="0" sldId="303"/>
        </pc:sldMkLst>
        <pc:spChg chg="mod">
          <ac:chgData name="Ms Alina Arshad" userId="cccdfd85-d35d-4453-9c6f-a463aae40722" providerId="ADAL" clId="{75CEE74A-6245-4DC8-A7D1-BA250857CF43}" dt="2024-09-10T05:31:20.912" v="266" actId="1076"/>
          <ac:spMkLst>
            <pc:docMk/>
            <pc:sldMk cId="0" sldId="303"/>
            <ac:spMk id="6" creationId="{00000000-0000-0000-0000-000000000000}"/>
          </ac:spMkLst>
        </pc:spChg>
        <pc:spChg chg="del">
          <ac:chgData name="Ms Alina Arshad" userId="cccdfd85-d35d-4453-9c6f-a463aae40722" providerId="ADAL" clId="{75CEE74A-6245-4DC8-A7D1-BA250857CF43}" dt="2024-09-10T05:30:03.774" v="245" actId="478"/>
          <ac:spMkLst>
            <pc:docMk/>
            <pc:sldMk cId="0" sldId="303"/>
            <ac:spMk id="7" creationId="{00000000-0000-0000-0000-000000000000}"/>
          </ac:spMkLst>
        </pc:spChg>
        <pc:grpChg chg="del">
          <ac:chgData name="Ms Alina Arshad" userId="cccdfd85-d35d-4453-9c6f-a463aae40722" providerId="ADAL" clId="{75CEE74A-6245-4DC8-A7D1-BA250857CF43}" dt="2024-09-10T05:29:51.665" v="239" actId="478"/>
          <ac:grpSpMkLst>
            <pc:docMk/>
            <pc:sldMk cId="0" sldId="303"/>
            <ac:grpSpMk id="2" creationId="{00000000-0000-0000-0000-000000000000}"/>
          </ac:grpSpMkLst>
        </pc:grpChg>
        <pc:graphicFrameChg chg="mod modGraphic">
          <ac:chgData name="Ms Alina Arshad" userId="cccdfd85-d35d-4453-9c6f-a463aae40722" providerId="ADAL" clId="{75CEE74A-6245-4DC8-A7D1-BA250857CF43}" dt="2024-09-10T05:31:17.601" v="265" actId="1076"/>
          <ac:graphicFrameMkLst>
            <pc:docMk/>
            <pc:sldMk cId="0" sldId="303"/>
            <ac:graphicFrameMk id="8" creationId="{00000000-0000-0000-0000-000000000000}"/>
          </ac:graphicFrameMkLst>
        </pc:graphicFrameChg>
      </pc:sldChg>
      <pc:sldChg chg="modSp add mod">
        <pc:chgData name="Ms Alina Arshad" userId="cccdfd85-d35d-4453-9c6f-a463aae40722" providerId="ADAL" clId="{75CEE74A-6245-4DC8-A7D1-BA250857CF43}" dt="2024-09-10T05:33:29.077" v="273" actId="1076"/>
        <pc:sldMkLst>
          <pc:docMk/>
          <pc:sldMk cId="0" sldId="304"/>
        </pc:sldMkLst>
        <pc:spChg chg="mod">
          <ac:chgData name="Ms Alina Arshad" userId="cccdfd85-d35d-4453-9c6f-a463aae40722" providerId="ADAL" clId="{75CEE74A-6245-4DC8-A7D1-BA250857CF43}" dt="2024-09-10T05:33:07.620" v="269" actId="1076"/>
          <ac:spMkLst>
            <pc:docMk/>
            <pc:sldMk cId="0" sldId="304"/>
            <ac:spMk id="2" creationId="{00000000-0000-0000-0000-000000000000}"/>
          </ac:spMkLst>
        </pc:spChg>
        <pc:graphicFrameChg chg="mod modGraphic">
          <ac:chgData name="Ms Alina Arshad" userId="cccdfd85-d35d-4453-9c6f-a463aae40722" providerId="ADAL" clId="{75CEE74A-6245-4DC8-A7D1-BA250857CF43}" dt="2024-09-10T05:33:29.077" v="273" actId="1076"/>
          <ac:graphicFrameMkLst>
            <pc:docMk/>
            <pc:sldMk cId="0" sldId="304"/>
            <ac:graphicFrameMk id="4" creationId="{00000000-0000-0000-0000-000000000000}"/>
          </ac:graphicFrameMkLst>
        </pc:graphicFrameChg>
        <pc:picChg chg="mod">
          <ac:chgData name="Ms Alina Arshad" userId="cccdfd85-d35d-4453-9c6f-a463aae40722" providerId="ADAL" clId="{75CEE74A-6245-4DC8-A7D1-BA250857CF43}" dt="2024-09-10T05:33:11.651" v="270" actId="1076"/>
          <ac:picMkLst>
            <pc:docMk/>
            <pc:sldMk cId="0" sldId="304"/>
            <ac:picMk id="3" creationId="{00000000-0000-0000-0000-000000000000}"/>
          </ac:picMkLst>
        </pc:picChg>
      </pc:sldChg>
      <pc:sldChg chg="delSp modSp add mod">
        <pc:chgData name="Ms Alina Arshad" userId="cccdfd85-d35d-4453-9c6f-a463aae40722" providerId="ADAL" clId="{75CEE74A-6245-4DC8-A7D1-BA250857CF43}" dt="2024-09-10T05:34:40.515" v="297" actId="404"/>
        <pc:sldMkLst>
          <pc:docMk/>
          <pc:sldMk cId="0" sldId="305"/>
        </pc:sldMkLst>
        <pc:spChg chg="mod">
          <ac:chgData name="Ms Alina Arshad" userId="cccdfd85-d35d-4453-9c6f-a463aae40722" providerId="ADAL" clId="{75CEE74A-6245-4DC8-A7D1-BA250857CF43}" dt="2024-09-10T05:33:39.697" v="277" actId="1076"/>
          <ac:spMkLst>
            <pc:docMk/>
            <pc:sldMk cId="0" sldId="305"/>
            <ac:spMk id="6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34:21.519" v="290" actId="14100"/>
          <ac:spMkLst>
            <pc:docMk/>
            <pc:sldMk cId="0" sldId="305"/>
            <ac:spMk id="7" creationId="{00000000-0000-0000-0000-000000000000}"/>
          </ac:spMkLst>
        </pc:spChg>
        <pc:grpChg chg="del">
          <ac:chgData name="Ms Alina Arshad" userId="cccdfd85-d35d-4453-9c6f-a463aae40722" providerId="ADAL" clId="{75CEE74A-6245-4DC8-A7D1-BA250857CF43}" dt="2024-09-06T05:21:33.374" v="12" actId="478"/>
          <ac:grpSpMkLst>
            <pc:docMk/>
            <pc:sldMk cId="0" sldId="305"/>
            <ac:grpSpMk id="2" creationId="{00000000-0000-0000-0000-000000000000}"/>
          </ac:grpSpMkLst>
        </pc:grpChg>
        <pc:grpChg chg="del">
          <ac:chgData name="Ms Alina Arshad" userId="cccdfd85-d35d-4453-9c6f-a463aae40722" providerId="ADAL" clId="{75CEE74A-6245-4DC8-A7D1-BA250857CF43}" dt="2024-09-10T05:33:54.483" v="284" actId="478"/>
          <ac:grpSpMkLst>
            <pc:docMk/>
            <pc:sldMk cId="0" sldId="305"/>
            <ac:grpSpMk id="8" creationId="{00000000-0000-0000-0000-000000000000}"/>
          </ac:grpSpMkLst>
        </pc:grpChg>
        <pc:graphicFrameChg chg="mod modGraphic">
          <ac:chgData name="Ms Alina Arshad" userId="cccdfd85-d35d-4453-9c6f-a463aae40722" providerId="ADAL" clId="{75CEE74A-6245-4DC8-A7D1-BA250857CF43}" dt="2024-09-10T05:34:40.515" v="297" actId="404"/>
          <ac:graphicFrameMkLst>
            <pc:docMk/>
            <pc:sldMk cId="0" sldId="305"/>
            <ac:graphicFrameMk id="11" creationId="{00000000-0000-0000-0000-000000000000}"/>
          </ac:graphicFrameMkLst>
        </pc:graphicFrameChg>
      </pc:sldChg>
      <pc:sldChg chg="del">
        <pc:chgData name="Ms Alina Arshad" userId="cccdfd85-d35d-4453-9c6f-a463aae40722" providerId="ADAL" clId="{75CEE74A-6245-4DC8-A7D1-BA250857CF43}" dt="2024-09-06T05:20:39.883" v="3" actId="47"/>
        <pc:sldMkLst>
          <pc:docMk/>
          <pc:sldMk cId="0" sldId="387"/>
        </pc:sldMkLst>
      </pc:sldChg>
      <pc:sldChg chg="add">
        <pc:chgData name="Ms Alina Arshad" userId="cccdfd85-d35d-4453-9c6f-a463aae40722" providerId="ADAL" clId="{75CEE74A-6245-4DC8-A7D1-BA250857CF43}" dt="2024-09-06T05:20:35.667" v="0"/>
        <pc:sldMkLst>
          <pc:docMk/>
          <pc:sldMk cId="0" sldId="388"/>
        </pc:sldMkLst>
      </pc:sldChg>
      <pc:sldChg chg="add">
        <pc:chgData name="Ms Alina Arshad" userId="cccdfd85-d35d-4453-9c6f-a463aae40722" providerId="ADAL" clId="{75CEE74A-6245-4DC8-A7D1-BA250857CF43}" dt="2024-09-06T05:20:35.667" v="0"/>
        <pc:sldMkLst>
          <pc:docMk/>
          <pc:sldMk cId="0" sldId="389"/>
        </pc:sldMkLst>
      </pc:sldChg>
      <pc:sldChg chg="modSp add mod">
        <pc:chgData name="Ms Alina Arshad" userId="cccdfd85-d35d-4453-9c6f-a463aae40722" providerId="ADAL" clId="{75CEE74A-6245-4DC8-A7D1-BA250857CF43}" dt="2024-09-10T05:14:53.850" v="57" actId="113"/>
        <pc:sldMkLst>
          <pc:docMk/>
          <pc:sldMk cId="0" sldId="390"/>
        </pc:sldMkLst>
        <pc:spChg chg="mod">
          <ac:chgData name="Ms Alina Arshad" userId="cccdfd85-d35d-4453-9c6f-a463aae40722" providerId="ADAL" clId="{75CEE74A-6245-4DC8-A7D1-BA250857CF43}" dt="2024-09-06T05:22:31.953" v="33" actId="207"/>
          <ac:spMkLst>
            <pc:docMk/>
            <pc:sldMk cId="0" sldId="390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14:53.850" v="57" actId="113"/>
          <ac:spMkLst>
            <pc:docMk/>
            <pc:sldMk cId="0" sldId="390"/>
            <ac:spMk id="3" creationId="{00000000-0000-0000-0000-000000000000}"/>
          </ac:spMkLst>
        </pc:spChg>
        <pc:picChg chg="mod">
          <ac:chgData name="Ms Alina Arshad" userId="cccdfd85-d35d-4453-9c6f-a463aae40722" providerId="ADAL" clId="{75CEE74A-6245-4DC8-A7D1-BA250857CF43}" dt="2024-09-06T05:23:22.493" v="50" actId="1076"/>
          <ac:picMkLst>
            <pc:docMk/>
            <pc:sldMk cId="0" sldId="390"/>
            <ac:picMk id="4" creationId="{00000000-0000-0000-0000-000000000000}"/>
          </ac:picMkLst>
        </pc:picChg>
      </pc:sldChg>
      <pc:sldChg chg="modSp add mod">
        <pc:chgData name="Ms Alina Arshad" userId="cccdfd85-d35d-4453-9c6f-a463aae40722" providerId="ADAL" clId="{75CEE74A-6245-4DC8-A7D1-BA250857CF43}" dt="2024-09-10T05:17:37.475" v="97" actId="1076"/>
        <pc:sldMkLst>
          <pc:docMk/>
          <pc:sldMk cId="0" sldId="391"/>
        </pc:sldMkLst>
        <pc:spChg chg="mod">
          <ac:chgData name="Ms Alina Arshad" userId="cccdfd85-d35d-4453-9c6f-a463aae40722" providerId="ADAL" clId="{75CEE74A-6245-4DC8-A7D1-BA250857CF43}" dt="2024-09-10T05:15:07.160" v="60" actId="1076"/>
          <ac:spMkLst>
            <pc:docMk/>
            <pc:sldMk cId="0" sldId="391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17:23.577" v="94" actId="20577"/>
          <ac:spMkLst>
            <pc:docMk/>
            <pc:sldMk cId="0" sldId="391"/>
            <ac:spMk id="3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17:33.856" v="96" actId="1076"/>
          <ac:spMkLst>
            <pc:docMk/>
            <pc:sldMk cId="0" sldId="391"/>
            <ac:spMk id="4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17:37.475" v="97" actId="1076"/>
          <ac:spMkLst>
            <pc:docMk/>
            <pc:sldMk cId="0" sldId="391"/>
            <ac:spMk id="5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17:31.013" v="95" actId="1076"/>
          <ac:spMkLst>
            <pc:docMk/>
            <pc:sldMk cId="0" sldId="391"/>
            <ac:spMk id="6" creationId="{00000000-0000-0000-0000-000000000000}"/>
          </ac:spMkLst>
        </pc:spChg>
      </pc:sldChg>
      <pc:sldChg chg="modSp add mod">
        <pc:chgData name="Ms Alina Arshad" userId="cccdfd85-d35d-4453-9c6f-a463aae40722" providerId="ADAL" clId="{75CEE74A-6245-4DC8-A7D1-BA250857CF43}" dt="2024-09-10T05:18:19.916" v="110" actId="1076"/>
        <pc:sldMkLst>
          <pc:docMk/>
          <pc:sldMk cId="0" sldId="392"/>
        </pc:sldMkLst>
        <pc:spChg chg="mod">
          <ac:chgData name="Ms Alina Arshad" userId="cccdfd85-d35d-4453-9c6f-a463aae40722" providerId="ADAL" clId="{75CEE74A-6245-4DC8-A7D1-BA250857CF43}" dt="2024-09-10T05:17:50.363" v="103" actId="113"/>
          <ac:spMkLst>
            <pc:docMk/>
            <pc:sldMk cId="0" sldId="392"/>
            <ac:spMk id="2" creationId="{00000000-0000-0000-0000-000000000000}"/>
          </ac:spMkLst>
        </pc:spChg>
        <pc:spChg chg="mod">
          <ac:chgData name="Ms Alina Arshad" userId="cccdfd85-d35d-4453-9c6f-a463aae40722" providerId="ADAL" clId="{75CEE74A-6245-4DC8-A7D1-BA250857CF43}" dt="2024-09-10T05:18:11.860" v="107" actId="404"/>
          <ac:spMkLst>
            <pc:docMk/>
            <pc:sldMk cId="0" sldId="392"/>
            <ac:spMk id="6" creationId="{00000000-0000-0000-0000-000000000000}"/>
          </ac:spMkLst>
        </pc:spChg>
        <pc:grpChg chg="mod">
          <ac:chgData name="Ms Alina Arshad" userId="cccdfd85-d35d-4453-9c6f-a463aae40722" providerId="ADAL" clId="{75CEE74A-6245-4DC8-A7D1-BA250857CF43}" dt="2024-09-10T05:18:19.916" v="110" actId="1076"/>
          <ac:grpSpMkLst>
            <pc:docMk/>
            <pc:sldMk cId="0" sldId="392"/>
            <ac:grpSpMk id="3" creationId="{00000000-0000-0000-0000-000000000000}"/>
          </ac:grpSpMkLst>
        </pc:grpChg>
      </pc:sldChg>
    </pc:docChg>
  </pc:docChgLst>
  <pc:docChgLst>
    <pc:chgData name="Ms Alina Arshad" userId="cccdfd85-d35d-4453-9c6f-a463aae40722" providerId="ADAL" clId="{B83EE3B8-698D-4805-B937-C915DCC3A7B4}"/>
    <pc:docChg chg="undo custSel addSld delSld modSld">
      <pc:chgData name="Ms Alina Arshad" userId="cccdfd85-d35d-4453-9c6f-a463aae40722" providerId="ADAL" clId="{B83EE3B8-698D-4805-B937-C915DCC3A7B4}" dt="2024-08-27T15:12:47.410" v="220" actId="207"/>
      <pc:docMkLst>
        <pc:docMk/>
      </pc:docMkLst>
      <pc:sldChg chg="modSp mod">
        <pc:chgData name="Ms Alina Arshad" userId="cccdfd85-d35d-4453-9c6f-a463aae40722" providerId="ADAL" clId="{B83EE3B8-698D-4805-B937-C915DCC3A7B4}" dt="2024-08-27T14:58:19.757" v="160" actId="1036"/>
        <pc:sldMkLst>
          <pc:docMk/>
          <pc:sldMk cId="690379836" sldId="278"/>
        </pc:sldMkLst>
        <pc:spChg chg="mod">
          <ac:chgData name="Ms Alina Arshad" userId="cccdfd85-d35d-4453-9c6f-a463aae40722" providerId="ADAL" clId="{B83EE3B8-698D-4805-B937-C915DCC3A7B4}" dt="2024-08-26T14:31:51.413" v="2" actId="207"/>
          <ac:spMkLst>
            <pc:docMk/>
            <pc:sldMk cId="690379836" sldId="278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7T14:58:19.757" v="160" actId="1036"/>
          <ac:spMkLst>
            <pc:docMk/>
            <pc:sldMk cId="690379836" sldId="278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32:49.003" v="13" actId="1076"/>
        <pc:sldMkLst>
          <pc:docMk/>
          <pc:sldMk cId="1359494105" sldId="280"/>
        </pc:sldMkLst>
        <pc:spChg chg="mod">
          <ac:chgData name="Ms Alina Arshad" userId="cccdfd85-d35d-4453-9c6f-a463aae40722" providerId="ADAL" clId="{B83EE3B8-698D-4805-B937-C915DCC3A7B4}" dt="2024-08-26T14:32:49.003" v="13" actId="1076"/>
          <ac:spMkLst>
            <pc:docMk/>
            <pc:sldMk cId="1359494105" sldId="280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32:24.843" v="7" actId="207"/>
          <ac:spMkLst>
            <pc:docMk/>
            <pc:sldMk cId="1359494105" sldId="280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33:20.054" v="22" actId="255"/>
        <pc:sldMkLst>
          <pc:docMk/>
          <pc:sldMk cId="1986393990" sldId="281"/>
        </pc:sldMkLst>
        <pc:spChg chg="mod">
          <ac:chgData name="Ms Alina Arshad" userId="cccdfd85-d35d-4453-9c6f-a463aae40722" providerId="ADAL" clId="{B83EE3B8-698D-4805-B937-C915DCC3A7B4}" dt="2024-08-26T14:33:02.676" v="17" actId="207"/>
          <ac:spMkLst>
            <pc:docMk/>
            <pc:sldMk cId="1986393990" sldId="281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33:20.054" v="22" actId="255"/>
          <ac:spMkLst>
            <pc:docMk/>
            <pc:sldMk cId="1986393990" sldId="281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33:45.149" v="28" actId="20577"/>
        <pc:sldMkLst>
          <pc:docMk/>
          <pc:sldMk cId="62257074" sldId="282"/>
        </pc:sldMkLst>
        <pc:spChg chg="mod">
          <ac:chgData name="Ms Alina Arshad" userId="cccdfd85-d35d-4453-9c6f-a463aae40722" providerId="ADAL" clId="{B83EE3B8-698D-4805-B937-C915DCC3A7B4}" dt="2024-08-26T14:33:33.853" v="25" actId="207"/>
          <ac:spMkLst>
            <pc:docMk/>
            <pc:sldMk cId="62257074" sldId="282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33:45.149" v="28" actId="20577"/>
          <ac:spMkLst>
            <pc:docMk/>
            <pc:sldMk cId="62257074" sldId="28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7T15:11:58.190" v="219" actId="207"/>
        <pc:sldMkLst>
          <pc:docMk/>
          <pc:sldMk cId="1448268549" sldId="283"/>
        </pc:sldMkLst>
        <pc:spChg chg="mod">
          <ac:chgData name="Ms Alina Arshad" userId="cccdfd85-d35d-4453-9c6f-a463aae40722" providerId="ADAL" clId="{B83EE3B8-698D-4805-B937-C915DCC3A7B4}" dt="2024-08-26T14:34:42.388" v="33" actId="207"/>
          <ac:spMkLst>
            <pc:docMk/>
            <pc:sldMk cId="1448268549" sldId="283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7T15:11:58.190" v="219" actId="207"/>
          <ac:spMkLst>
            <pc:docMk/>
            <pc:sldMk cId="1448268549" sldId="28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35:01.191" v="37" actId="14100"/>
        <pc:sldMkLst>
          <pc:docMk/>
          <pc:sldMk cId="1013870418" sldId="284"/>
        </pc:sldMkLst>
        <pc:spChg chg="mod">
          <ac:chgData name="Ms Alina Arshad" userId="cccdfd85-d35d-4453-9c6f-a463aae40722" providerId="ADAL" clId="{B83EE3B8-698D-4805-B937-C915DCC3A7B4}" dt="2024-08-26T14:35:01.191" v="37" actId="14100"/>
          <ac:spMkLst>
            <pc:docMk/>
            <pc:sldMk cId="1013870418" sldId="284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34:55.651" v="35" actId="255"/>
          <ac:spMkLst>
            <pc:docMk/>
            <pc:sldMk cId="1013870418" sldId="284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7T15:12:47.410" v="220" actId="207"/>
        <pc:sldMkLst>
          <pc:docMk/>
          <pc:sldMk cId="1933644143" sldId="285"/>
        </pc:sldMkLst>
        <pc:spChg chg="mod">
          <ac:chgData name="Ms Alina Arshad" userId="cccdfd85-d35d-4453-9c6f-a463aae40722" providerId="ADAL" clId="{B83EE3B8-698D-4805-B937-C915DCC3A7B4}" dt="2024-08-26T14:47:29.082" v="58" actId="14100"/>
          <ac:spMkLst>
            <pc:docMk/>
            <pc:sldMk cId="1933644143" sldId="285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7T15:12:47.410" v="220" actId="207"/>
          <ac:spMkLst>
            <pc:docMk/>
            <pc:sldMk cId="1933644143" sldId="285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B83EE3B8-698D-4805-B937-C915DCC3A7B4}" dt="2024-08-26T14:54:12.864" v="135" actId="1076"/>
        <pc:sldMkLst>
          <pc:docMk/>
          <pc:sldMk cId="3042126378" sldId="286"/>
        </pc:sldMkLst>
        <pc:spChg chg="mod">
          <ac:chgData name="Ms Alina Arshad" userId="cccdfd85-d35d-4453-9c6f-a463aae40722" providerId="ADAL" clId="{B83EE3B8-698D-4805-B937-C915DCC3A7B4}" dt="2024-08-26T14:53:28.150" v="123" actId="14100"/>
          <ac:spMkLst>
            <pc:docMk/>
            <pc:sldMk cId="3042126378" sldId="286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54:09.444" v="134" actId="1076"/>
          <ac:spMkLst>
            <pc:docMk/>
            <pc:sldMk cId="3042126378" sldId="286"/>
            <ac:spMk id="3" creationId="{00000000-0000-0000-0000-000000000000}"/>
          </ac:spMkLst>
        </pc:spChg>
        <pc:picChg chg="mod">
          <ac:chgData name="Ms Alina Arshad" userId="cccdfd85-d35d-4453-9c6f-a463aae40722" providerId="ADAL" clId="{B83EE3B8-698D-4805-B937-C915DCC3A7B4}" dt="2024-08-26T14:54:12.864" v="135" actId="1076"/>
          <ac:picMkLst>
            <pc:docMk/>
            <pc:sldMk cId="3042126378" sldId="286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B83EE3B8-698D-4805-B937-C915DCC3A7B4}" dt="2024-08-26T14:54:57.484" v="147" actId="14100"/>
        <pc:sldMkLst>
          <pc:docMk/>
          <pc:sldMk cId="907460114" sldId="287"/>
        </pc:sldMkLst>
        <pc:spChg chg="mod">
          <ac:chgData name="Ms Alina Arshad" userId="cccdfd85-d35d-4453-9c6f-a463aae40722" providerId="ADAL" clId="{B83EE3B8-698D-4805-B937-C915DCC3A7B4}" dt="2024-08-26T14:54:18.848" v="136" actId="207"/>
          <ac:spMkLst>
            <pc:docMk/>
            <pc:sldMk cId="907460114" sldId="287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54:52.504" v="145" actId="14100"/>
          <ac:spMkLst>
            <pc:docMk/>
            <pc:sldMk cId="907460114" sldId="287"/>
            <ac:spMk id="3" creationId="{00000000-0000-0000-0000-000000000000}"/>
          </ac:spMkLst>
        </pc:spChg>
        <pc:picChg chg="mod">
          <ac:chgData name="Ms Alina Arshad" userId="cccdfd85-d35d-4453-9c6f-a463aae40722" providerId="ADAL" clId="{B83EE3B8-698D-4805-B937-C915DCC3A7B4}" dt="2024-08-26T14:54:57.484" v="147" actId="14100"/>
          <ac:picMkLst>
            <pc:docMk/>
            <pc:sldMk cId="907460114" sldId="287"/>
            <ac:picMk id="4" creationId="{00000000-0000-0000-0000-000000000000}"/>
          </ac:picMkLst>
        </pc:picChg>
      </pc:sldChg>
      <pc:sldChg chg="modSp mod">
        <pc:chgData name="Ms Alina Arshad" userId="cccdfd85-d35d-4453-9c6f-a463aae40722" providerId="ADAL" clId="{B83EE3B8-698D-4805-B937-C915DCC3A7B4}" dt="2024-08-27T14:58:30.434" v="162" actId="207"/>
        <pc:sldMkLst>
          <pc:docMk/>
          <pc:sldMk cId="1846796533" sldId="293"/>
        </pc:sldMkLst>
        <pc:spChg chg="mod">
          <ac:chgData name="Ms Alina Arshad" userId="cccdfd85-d35d-4453-9c6f-a463aae40722" providerId="ADAL" clId="{B83EE3B8-698D-4805-B937-C915DCC3A7B4}" dt="2024-08-27T14:58:25.784" v="161" actId="207"/>
          <ac:spMkLst>
            <pc:docMk/>
            <pc:sldMk cId="1846796533" sldId="293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7T14:58:30.434" v="162" actId="207"/>
          <ac:spMkLst>
            <pc:docMk/>
            <pc:sldMk cId="1846796533" sldId="293"/>
            <ac:spMk id="3" creationId="{00000000-0000-0000-0000-000000000000}"/>
          </ac:spMkLst>
        </pc:spChg>
      </pc:sldChg>
      <pc:sldChg chg="addSp delSp modSp del mod">
        <pc:chgData name="Ms Alina Arshad" userId="cccdfd85-d35d-4453-9c6f-a463aae40722" providerId="ADAL" clId="{B83EE3B8-698D-4805-B937-C915DCC3A7B4}" dt="2024-08-26T14:47:15.799" v="53" actId="47"/>
        <pc:sldMkLst>
          <pc:docMk/>
          <pc:sldMk cId="3235250699" sldId="294"/>
        </pc:sldMkLst>
        <pc:spChg chg="del">
          <ac:chgData name="Ms Alina Arshad" userId="cccdfd85-d35d-4453-9c6f-a463aae40722" providerId="ADAL" clId="{B83EE3B8-698D-4805-B937-C915DCC3A7B4}" dt="2024-08-26T14:46:20.140" v="39" actId="21"/>
          <ac:spMkLst>
            <pc:docMk/>
            <pc:sldMk cId="3235250699" sldId="294"/>
            <ac:spMk id="2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46:20.140" v="39" actId="21"/>
          <ac:spMkLst>
            <pc:docMk/>
            <pc:sldMk cId="3235250699" sldId="294"/>
            <ac:spMk id="5" creationId="{B30B151D-0391-3325-AC8A-9621D5B63F54}"/>
          </ac:spMkLst>
        </pc:spChg>
        <pc:spChg chg="add mod">
          <ac:chgData name="Ms Alina Arshad" userId="cccdfd85-d35d-4453-9c6f-a463aae40722" providerId="ADAL" clId="{B83EE3B8-698D-4805-B937-C915DCC3A7B4}" dt="2024-08-26T14:46:20.140" v="39" actId="21"/>
          <ac:spMkLst>
            <pc:docMk/>
            <pc:sldMk cId="3235250699" sldId="294"/>
            <ac:spMk id="7" creationId="{88EBD0D1-7E5D-CC56-E303-9A114B78734C}"/>
          </ac:spMkLst>
        </pc:spChg>
        <pc:picChg chg="del">
          <ac:chgData name="Ms Alina Arshad" userId="cccdfd85-d35d-4453-9c6f-a463aae40722" providerId="ADAL" clId="{B83EE3B8-698D-4805-B937-C915DCC3A7B4}" dt="2024-08-26T14:46:20.140" v="39" actId="21"/>
          <ac:picMkLst>
            <pc:docMk/>
            <pc:sldMk cId="3235250699" sldId="294"/>
            <ac:picMk id="4" creationId="{00000000-0000-0000-0000-000000000000}"/>
          </ac:picMkLst>
        </pc:picChg>
      </pc:sldChg>
      <pc:sldChg chg="addSp delSp modSp del mod">
        <pc:chgData name="Ms Alina Arshad" userId="cccdfd85-d35d-4453-9c6f-a463aae40722" providerId="ADAL" clId="{B83EE3B8-698D-4805-B937-C915DCC3A7B4}" dt="2024-08-26T14:53:08.129" v="121" actId="47"/>
        <pc:sldMkLst>
          <pc:docMk/>
          <pc:sldMk cId="3384167368" sldId="295"/>
        </pc:sldMkLst>
        <pc:spChg chg="del mod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2" creationId="{00000000-0000-0000-0000-000000000000}"/>
          </ac:spMkLst>
        </pc:spChg>
        <pc:spChg chg="del mod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3" creationId="{00000000-0000-0000-0000-000000000000}"/>
          </ac:spMkLst>
        </pc:spChg>
        <pc:spChg chg="del mod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6" creationId="{00000000-0000-0000-0000-000000000000}"/>
          </ac:spMkLst>
        </pc:spChg>
        <pc:spChg chg="del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9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52:52.044" v="117" actId="21"/>
          <ac:spMkLst>
            <pc:docMk/>
            <pc:sldMk cId="3384167368" sldId="295"/>
            <ac:spMk id="10" creationId="{86E41ED1-09C8-683E-193D-C63CD75A87B7}"/>
          </ac:spMkLst>
        </pc:spChg>
        <pc:graphicFrameChg chg="del">
          <ac:chgData name="Ms Alina Arshad" userId="cccdfd85-d35d-4453-9c6f-a463aae40722" providerId="ADAL" clId="{B83EE3B8-698D-4805-B937-C915DCC3A7B4}" dt="2024-08-26T14:52:52.044" v="117" actId="21"/>
          <ac:graphicFrameMkLst>
            <pc:docMk/>
            <pc:sldMk cId="3384167368" sldId="295"/>
            <ac:graphicFrameMk id="8" creationId="{00000000-0000-0000-0000-000000000000}"/>
          </ac:graphicFrameMkLst>
        </pc:graphicFrameChg>
        <pc:picChg chg="del mod">
          <ac:chgData name="Ms Alina Arshad" userId="cccdfd85-d35d-4453-9c6f-a463aae40722" providerId="ADAL" clId="{B83EE3B8-698D-4805-B937-C915DCC3A7B4}" dt="2024-08-26T14:52:52.044" v="117" actId="21"/>
          <ac:picMkLst>
            <pc:docMk/>
            <pc:sldMk cId="3384167368" sldId="295"/>
            <ac:picMk id="4" creationId="{00000000-0000-0000-0000-000000000000}"/>
          </ac:picMkLst>
        </pc:picChg>
        <pc:picChg chg="del mod">
          <ac:chgData name="Ms Alina Arshad" userId="cccdfd85-d35d-4453-9c6f-a463aae40722" providerId="ADAL" clId="{B83EE3B8-698D-4805-B937-C915DCC3A7B4}" dt="2024-08-26T14:52:52.044" v="117" actId="21"/>
          <ac:picMkLst>
            <pc:docMk/>
            <pc:sldMk cId="3384167368" sldId="295"/>
            <ac:picMk id="5" creationId="{00000000-0000-0000-0000-000000000000}"/>
          </ac:picMkLst>
        </pc:picChg>
      </pc:sldChg>
      <pc:sldChg chg="modSp mod">
        <pc:chgData name="Ms Alina Arshad" userId="cccdfd85-d35d-4453-9c6f-a463aae40722" providerId="ADAL" clId="{B83EE3B8-698D-4805-B937-C915DCC3A7B4}" dt="2024-08-26T14:55:33.514" v="158" actId="14100"/>
        <pc:sldMkLst>
          <pc:docMk/>
          <pc:sldMk cId="1999997857" sldId="383"/>
        </pc:sldMkLst>
        <pc:spChg chg="mod">
          <ac:chgData name="Ms Alina Arshad" userId="cccdfd85-d35d-4453-9c6f-a463aae40722" providerId="ADAL" clId="{B83EE3B8-698D-4805-B937-C915DCC3A7B4}" dt="2024-08-26T14:55:17.678" v="152" actId="14100"/>
          <ac:spMkLst>
            <pc:docMk/>
            <pc:sldMk cId="1999997857" sldId="383"/>
            <ac:spMk id="2" creationId="{00000000-0000-0000-0000-000000000000}"/>
          </ac:spMkLst>
        </pc:spChg>
        <pc:spChg chg="mod">
          <ac:chgData name="Ms Alina Arshad" userId="cccdfd85-d35d-4453-9c6f-a463aae40722" providerId="ADAL" clId="{B83EE3B8-698D-4805-B937-C915DCC3A7B4}" dt="2024-08-26T14:55:33.514" v="158" actId="14100"/>
          <ac:spMkLst>
            <pc:docMk/>
            <pc:sldMk cId="1999997857" sldId="383"/>
            <ac:spMk id="3" creationId="{00000000-0000-0000-0000-000000000000}"/>
          </ac:spMkLst>
        </pc:spChg>
      </pc:sldChg>
      <pc:sldChg chg="addSp modSp new mod">
        <pc:chgData name="Ms Alina Arshad" userId="cccdfd85-d35d-4453-9c6f-a463aae40722" providerId="ADAL" clId="{B83EE3B8-698D-4805-B937-C915DCC3A7B4}" dt="2024-08-26T14:47:08.815" v="52" actId="1076"/>
        <pc:sldMkLst>
          <pc:docMk/>
          <pc:sldMk cId="2945287982" sldId="384"/>
        </pc:sldMkLst>
        <pc:spChg chg="add mod">
          <ac:chgData name="Ms Alina Arshad" userId="cccdfd85-d35d-4453-9c6f-a463aae40722" providerId="ADAL" clId="{B83EE3B8-698D-4805-B937-C915DCC3A7B4}" dt="2024-08-26T14:47:08.815" v="52" actId="1076"/>
          <ac:spMkLst>
            <pc:docMk/>
            <pc:sldMk cId="2945287982" sldId="384"/>
            <ac:spMk id="2" creationId="{00000000-0000-0000-0000-000000000000}"/>
          </ac:spMkLst>
        </pc:spChg>
        <pc:picChg chg="add mod">
          <ac:chgData name="Ms Alina Arshad" userId="cccdfd85-d35d-4453-9c6f-a463aae40722" providerId="ADAL" clId="{B83EE3B8-698D-4805-B937-C915DCC3A7B4}" dt="2024-08-26T14:47:02.693" v="51" actId="14100"/>
          <ac:picMkLst>
            <pc:docMk/>
            <pc:sldMk cId="2945287982" sldId="384"/>
            <ac:picMk id="4" creationId="{00000000-0000-0000-0000-000000000000}"/>
          </ac:picMkLst>
        </pc:picChg>
      </pc:sldChg>
      <pc:sldChg chg="addSp delSp modSp new mod">
        <pc:chgData name="Ms Alina Arshad" userId="cccdfd85-d35d-4453-9c6f-a463aae40722" providerId="ADAL" clId="{B83EE3B8-698D-4805-B937-C915DCC3A7B4}" dt="2024-08-26T14:50:22.522" v="93"/>
        <pc:sldMkLst>
          <pc:docMk/>
          <pc:sldMk cId="482241889" sldId="385"/>
        </pc:sldMkLst>
        <pc:spChg chg="del">
          <ac:chgData name="Ms Alina Arshad" userId="cccdfd85-d35d-4453-9c6f-a463aae40722" providerId="ADAL" clId="{B83EE3B8-698D-4805-B937-C915DCC3A7B4}" dt="2024-08-26T14:50:21.676" v="92" actId="478"/>
          <ac:spMkLst>
            <pc:docMk/>
            <pc:sldMk cId="482241889" sldId="385"/>
            <ac:spMk id="2" creationId="{4C28F0B9-E92C-556C-EA72-776D21158F53}"/>
          </ac:spMkLst>
        </pc:spChg>
        <pc:spChg chg="mod">
          <ac:chgData name="Ms Alina Arshad" userId="cccdfd85-d35d-4453-9c6f-a463aae40722" providerId="ADAL" clId="{B83EE3B8-698D-4805-B937-C915DCC3A7B4}" dt="2024-08-26T14:50:13.862" v="91" actId="255"/>
          <ac:spMkLst>
            <pc:docMk/>
            <pc:sldMk cId="482241889" sldId="385"/>
            <ac:spMk id="3" creationId="{F5A11132-7A56-7F5C-C246-E4C611D24FFF}"/>
          </ac:spMkLst>
        </pc:spChg>
        <pc:spChg chg="add mod">
          <ac:chgData name="Ms Alina Arshad" userId="cccdfd85-d35d-4453-9c6f-a463aae40722" providerId="ADAL" clId="{B83EE3B8-698D-4805-B937-C915DCC3A7B4}" dt="2024-08-26T14:50:22.522" v="93"/>
          <ac:spMkLst>
            <pc:docMk/>
            <pc:sldMk cId="482241889" sldId="385"/>
            <ac:spMk id="4" creationId="{C6BED586-487C-483B-73C1-7C7F0AE31E22}"/>
          </ac:spMkLst>
        </pc:spChg>
      </pc:sldChg>
      <pc:sldChg chg="addSp delSp modSp new del mod">
        <pc:chgData name="Ms Alina Arshad" userId="cccdfd85-d35d-4453-9c6f-a463aae40722" providerId="ADAL" clId="{B83EE3B8-698D-4805-B937-C915DCC3A7B4}" dt="2024-08-26T14:49:47.068" v="84" actId="680"/>
        <pc:sldMkLst>
          <pc:docMk/>
          <pc:sldMk cId="4084249170" sldId="385"/>
        </pc:sldMkLst>
        <pc:spChg chg="add del">
          <ac:chgData name="Ms Alina Arshad" userId="cccdfd85-d35d-4453-9c6f-a463aae40722" providerId="ADAL" clId="{B83EE3B8-698D-4805-B937-C915DCC3A7B4}" dt="2024-08-26T14:49:45.778" v="82" actId="478"/>
          <ac:spMkLst>
            <pc:docMk/>
            <pc:sldMk cId="4084249170" sldId="385"/>
            <ac:spMk id="2" creationId="{CD9C9365-510D-7AC1-296A-54DACA68D972}"/>
          </ac:spMkLst>
        </pc:spChg>
        <pc:spChg chg="mod">
          <ac:chgData name="Ms Alina Arshad" userId="cccdfd85-d35d-4453-9c6f-a463aae40722" providerId="ADAL" clId="{B83EE3B8-698D-4805-B937-C915DCC3A7B4}" dt="2024-08-26T14:49:46.391" v="83"/>
          <ac:spMkLst>
            <pc:docMk/>
            <pc:sldMk cId="4084249170" sldId="385"/>
            <ac:spMk id="3" creationId="{ED6A6792-70AD-E479-5F5F-AC5E23C72B36}"/>
          </ac:spMkLst>
        </pc:spChg>
        <pc:spChg chg="add mod">
          <ac:chgData name="Ms Alina Arshad" userId="cccdfd85-d35d-4453-9c6f-a463aae40722" providerId="ADAL" clId="{B83EE3B8-698D-4805-B937-C915DCC3A7B4}" dt="2024-08-26T14:48:28.694" v="69"/>
          <ac:spMkLst>
            <pc:docMk/>
            <pc:sldMk cId="4084249170" sldId="385"/>
            <ac:spMk id="4" creationId="{F6330A65-8496-A26E-A977-DF071225970E}"/>
          </ac:spMkLst>
        </pc:spChg>
      </pc:sldChg>
      <pc:sldChg chg="addSp modSp new mod">
        <pc:chgData name="Ms Alina Arshad" userId="cccdfd85-d35d-4453-9c6f-a463aae40722" providerId="ADAL" clId="{B83EE3B8-698D-4805-B937-C915DCC3A7B4}" dt="2024-08-26T14:53:05.358" v="120" actId="1076"/>
        <pc:sldMkLst>
          <pc:docMk/>
          <pc:sldMk cId="1301245489" sldId="386"/>
        </pc:sldMkLst>
        <pc:spChg chg="add mod">
          <ac:chgData name="Ms Alina Arshad" userId="cccdfd85-d35d-4453-9c6f-a463aae40722" providerId="ADAL" clId="{B83EE3B8-698D-4805-B937-C915DCC3A7B4}" dt="2024-08-26T14:52:54.312" v="118"/>
          <ac:spMkLst>
            <pc:docMk/>
            <pc:sldMk cId="1301245489" sldId="386"/>
            <ac:spMk id="2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52:54.312" v="118"/>
          <ac:spMkLst>
            <pc:docMk/>
            <pc:sldMk cId="1301245489" sldId="386"/>
            <ac:spMk id="3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52:54.312" v="118"/>
          <ac:spMkLst>
            <pc:docMk/>
            <pc:sldMk cId="1301245489" sldId="386"/>
            <ac:spMk id="6" creationId="{00000000-0000-0000-0000-000000000000}"/>
          </ac:spMkLst>
        </pc:spChg>
        <pc:spChg chg="add mod">
          <ac:chgData name="Ms Alina Arshad" userId="cccdfd85-d35d-4453-9c6f-a463aae40722" providerId="ADAL" clId="{B83EE3B8-698D-4805-B937-C915DCC3A7B4}" dt="2024-08-26T14:53:05.358" v="120" actId="1076"/>
          <ac:spMkLst>
            <pc:docMk/>
            <pc:sldMk cId="1301245489" sldId="386"/>
            <ac:spMk id="9" creationId="{00000000-0000-0000-0000-000000000000}"/>
          </ac:spMkLst>
        </pc:spChg>
        <pc:graphicFrameChg chg="add mod">
          <ac:chgData name="Ms Alina Arshad" userId="cccdfd85-d35d-4453-9c6f-a463aae40722" providerId="ADAL" clId="{B83EE3B8-698D-4805-B937-C915DCC3A7B4}" dt="2024-08-26T14:53:01.774" v="119" actId="1076"/>
          <ac:graphicFrameMkLst>
            <pc:docMk/>
            <pc:sldMk cId="1301245489" sldId="386"/>
            <ac:graphicFrameMk id="8" creationId="{00000000-0000-0000-0000-000000000000}"/>
          </ac:graphicFrameMkLst>
        </pc:graphicFrameChg>
        <pc:picChg chg="add mod">
          <ac:chgData name="Ms Alina Arshad" userId="cccdfd85-d35d-4453-9c6f-a463aae40722" providerId="ADAL" clId="{B83EE3B8-698D-4805-B937-C915DCC3A7B4}" dt="2024-08-26T14:52:54.312" v="118"/>
          <ac:picMkLst>
            <pc:docMk/>
            <pc:sldMk cId="1301245489" sldId="386"/>
            <ac:picMk id="4" creationId="{00000000-0000-0000-0000-000000000000}"/>
          </ac:picMkLst>
        </pc:picChg>
        <pc:picChg chg="add mod">
          <ac:chgData name="Ms Alina Arshad" userId="cccdfd85-d35d-4453-9c6f-a463aae40722" providerId="ADAL" clId="{B83EE3B8-698D-4805-B937-C915DCC3A7B4}" dt="2024-08-26T14:52:54.312" v="118"/>
          <ac:picMkLst>
            <pc:docMk/>
            <pc:sldMk cId="1301245489" sldId="386"/>
            <ac:picMk id="5" creationId="{00000000-0000-0000-0000-000000000000}"/>
          </ac:picMkLst>
        </pc:picChg>
      </pc:sldChg>
    </pc:docChg>
  </pc:docChgLst>
  <pc:docChgLst>
    <pc:chgData name="Ms Alina Arshad" userId="cccdfd85-d35d-4453-9c6f-a463aae40722" providerId="ADAL" clId="{A31383DA-C070-4395-A51B-0E25CF3AE0AF}"/>
    <pc:docChg chg="custSel addSld modSld">
      <pc:chgData name="Ms Alina Arshad" userId="cccdfd85-d35d-4453-9c6f-a463aae40722" providerId="ADAL" clId="{A31383DA-C070-4395-A51B-0E25CF3AE0AF}" dt="2024-09-10T15:22:37.022" v="94" actId="1076"/>
      <pc:docMkLst>
        <pc:docMk/>
      </pc:docMkLst>
      <pc:sldChg chg="modSp mod">
        <pc:chgData name="Ms Alina Arshad" userId="cccdfd85-d35d-4453-9c6f-a463aae40722" providerId="ADAL" clId="{A31383DA-C070-4395-A51B-0E25CF3AE0AF}" dt="2024-09-10T14:08:38.808" v="34" actId="207"/>
        <pc:sldMkLst>
          <pc:docMk/>
          <pc:sldMk cId="0" sldId="293"/>
        </pc:sldMkLst>
        <pc:spChg chg="mod">
          <ac:chgData name="Ms Alina Arshad" userId="cccdfd85-d35d-4453-9c6f-a463aae40722" providerId="ADAL" clId="{A31383DA-C070-4395-A51B-0E25CF3AE0AF}" dt="2024-09-10T14:08:38.808" v="34" actId="207"/>
          <ac:spMkLst>
            <pc:docMk/>
            <pc:sldMk cId="0" sldId="293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A31383DA-C070-4395-A51B-0E25CF3AE0AF}" dt="2024-09-10T15:00:03.979" v="59" actId="20577"/>
        <pc:sldMkLst>
          <pc:docMk/>
          <pc:sldMk cId="0" sldId="296"/>
        </pc:sldMkLst>
        <pc:spChg chg="mod">
          <ac:chgData name="Ms Alina Arshad" userId="cccdfd85-d35d-4453-9c6f-a463aae40722" providerId="ADAL" clId="{A31383DA-C070-4395-A51B-0E25CF3AE0AF}" dt="2024-09-10T15:00:03.979" v="59" actId="20577"/>
          <ac:spMkLst>
            <pc:docMk/>
            <pc:sldMk cId="0" sldId="296"/>
            <ac:spMk id="3" creationId="{00000000-0000-0000-0000-000000000000}"/>
          </ac:spMkLst>
        </pc:spChg>
      </pc:sldChg>
      <pc:sldChg chg="delSp modSp mod">
        <pc:chgData name="Ms Alina Arshad" userId="cccdfd85-d35d-4453-9c6f-a463aae40722" providerId="ADAL" clId="{A31383DA-C070-4395-A51B-0E25CF3AE0AF}" dt="2024-09-10T15:15:31.551" v="90" actId="14100"/>
        <pc:sldMkLst>
          <pc:docMk/>
          <pc:sldMk cId="0" sldId="299"/>
        </pc:sldMkLst>
        <pc:spChg chg="mod">
          <ac:chgData name="Ms Alina Arshad" userId="cccdfd85-d35d-4453-9c6f-a463aae40722" providerId="ADAL" clId="{A31383DA-C070-4395-A51B-0E25CF3AE0AF}" dt="2024-09-10T15:15:31.551" v="90" actId="14100"/>
          <ac:spMkLst>
            <pc:docMk/>
            <pc:sldMk cId="0" sldId="299"/>
            <ac:spMk id="6" creationId="{00000000-0000-0000-0000-000000000000}"/>
          </ac:spMkLst>
        </pc:spChg>
        <pc:graphicFrameChg chg="mod">
          <ac:chgData name="Ms Alina Arshad" userId="cccdfd85-d35d-4453-9c6f-a463aae40722" providerId="ADAL" clId="{A31383DA-C070-4395-A51B-0E25CF3AE0AF}" dt="2024-09-10T15:15:28.037" v="89" actId="1076"/>
          <ac:graphicFrameMkLst>
            <pc:docMk/>
            <pc:sldMk cId="0" sldId="299"/>
            <ac:graphicFrameMk id="4" creationId="{00000000-0000-0000-0000-000000000000}"/>
          </ac:graphicFrameMkLst>
        </pc:graphicFrameChg>
        <pc:picChg chg="del">
          <ac:chgData name="Ms Alina Arshad" userId="cccdfd85-d35d-4453-9c6f-a463aae40722" providerId="ADAL" clId="{A31383DA-C070-4395-A51B-0E25CF3AE0AF}" dt="2024-09-10T15:15:02.094" v="81" actId="478"/>
          <ac:picMkLst>
            <pc:docMk/>
            <pc:sldMk cId="0" sldId="299"/>
            <ac:picMk id="5" creationId="{00000000-0000-0000-0000-000000000000}"/>
          </ac:picMkLst>
        </pc:picChg>
      </pc:sldChg>
      <pc:sldChg chg="modSp mod">
        <pc:chgData name="Ms Alina Arshad" userId="cccdfd85-d35d-4453-9c6f-a463aae40722" providerId="ADAL" clId="{A31383DA-C070-4395-A51B-0E25CF3AE0AF}" dt="2024-09-10T15:16:02.911" v="91" actId="207"/>
        <pc:sldMkLst>
          <pc:docMk/>
          <pc:sldMk cId="0" sldId="300"/>
        </pc:sldMkLst>
        <pc:spChg chg="mod">
          <ac:chgData name="Ms Alina Arshad" userId="cccdfd85-d35d-4453-9c6f-a463aae40722" providerId="ADAL" clId="{A31383DA-C070-4395-A51B-0E25CF3AE0AF}" dt="2024-09-10T15:16:02.911" v="91" actId="207"/>
          <ac:spMkLst>
            <pc:docMk/>
            <pc:sldMk cId="0" sldId="300"/>
            <ac:spMk id="2" creationId="{00000000-0000-0000-0000-000000000000}"/>
          </ac:spMkLst>
        </pc:spChg>
      </pc:sldChg>
      <pc:sldChg chg="modSp mod">
        <pc:chgData name="Ms Alina Arshad" userId="cccdfd85-d35d-4453-9c6f-a463aae40722" providerId="ADAL" clId="{A31383DA-C070-4395-A51B-0E25CF3AE0AF}" dt="2024-09-10T15:18:27.032" v="92" actId="20577"/>
        <pc:sldMkLst>
          <pc:docMk/>
          <pc:sldMk cId="0" sldId="302"/>
        </pc:sldMkLst>
        <pc:spChg chg="mod">
          <ac:chgData name="Ms Alina Arshad" userId="cccdfd85-d35d-4453-9c6f-a463aae40722" providerId="ADAL" clId="{A31383DA-C070-4395-A51B-0E25CF3AE0AF}" dt="2024-09-10T15:18:27.032" v="92" actId="20577"/>
          <ac:spMkLst>
            <pc:docMk/>
            <pc:sldMk cId="0" sldId="302"/>
            <ac:spMk id="3" creationId="{00000000-0000-0000-0000-000000000000}"/>
          </ac:spMkLst>
        </pc:spChg>
      </pc:sldChg>
      <pc:sldChg chg="modSp mod">
        <pc:chgData name="Ms Alina Arshad" userId="cccdfd85-d35d-4453-9c6f-a463aae40722" providerId="ADAL" clId="{A31383DA-C070-4395-A51B-0E25CF3AE0AF}" dt="2024-09-10T14:10:53.298" v="36" actId="20577"/>
        <pc:sldMkLst>
          <pc:docMk/>
          <pc:sldMk cId="0" sldId="389"/>
        </pc:sldMkLst>
        <pc:spChg chg="mod">
          <ac:chgData name="Ms Alina Arshad" userId="cccdfd85-d35d-4453-9c6f-a463aae40722" providerId="ADAL" clId="{A31383DA-C070-4395-A51B-0E25CF3AE0AF}" dt="2024-09-10T14:10:53.298" v="36" actId="20577"/>
          <ac:spMkLst>
            <pc:docMk/>
            <pc:sldMk cId="0" sldId="389"/>
            <ac:spMk id="2" creationId="{00000000-0000-0000-0000-000000000000}"/>
          </ac:spMkLst>
        </pc:spChg>
      </pc:sldChg>
      <pc:sldChg chg="delSp modSp mod">
        <pc:chgData name="Ms Alina Arshad" userId="cccdfd85-d35d-4453-9c6f-a463aae40722" providerId="ADAL" clId="{A31383DA-C070-4395-A51B-0E25CF3AE0AF}" dt="2024-09-10T15:22:37.022" v="94" actId="1076"/>
        <pc:sldMkLst>
          <pc:docMk/>
          <pc:sldMk cId="0" sldId="391"/>
        </pc:sldMkLst>
        <pc:spChg chg="mod">
          <ac:chgData name="Ms Alina Arshad" userId="cccdfd85-d35d-4453-9c6f-a463aae40722" providerId="ADAL" clId="{A31383DA-C070-4395-A51B-0E25CF3AE0AF}" dt="2024-09-10T14:30:48.732" v="55" actId="14100"/>
          <ac:spMkLst>
            <pc:docMk/>
            <pc:sldMk cId="0" sldId="391"/>
            <ac:spMk id="3" creationId="{00000000-0000-0000-0000-000000000000}"/>
          </ac:spMkLst>
        </pc:spChg>
        <pc:spChg chg="mod">
          <ac:chgData name="Ms Alina Arshad" userId="cccdfd85-d35d-4453-9c6f-a463aae40722" providerId="ADAL" clId="{A31383DA-C070-4395-A51B-0E25CF3AE0AF}" dt="2024-09-10T14:30:59.014" v="57" actId="1076"/>
          <ac:spMkLst>
            <pc:docMk/>
            <pc:sldMk cId="0" sldId="391"/>
            <ac:spMk id="4" creationId="{00000000-0000-0000-0000-000000000000}"/>
          </ac:spMkLst>
        </pc:spChg>
        <pc:spChg chg="del mod">
          <ac:chgData name="Ms Alina Arshad" userId="cccdfd85-d35d-4453-9c6f-a463aae40722" providerId="ADAL" clId="{A31383DA-C070-4395-A51B-0E25CF3AE0AF}" dt="2024-09-10T14:30:20.712" v="48" actId="478"/>
          <ac:spMkLst>
            <pc:docMk/>
            <pc:sldMk cId="0" sldId="391"/>
            <ac:spMk id="5" creationId="{00000000-0000-0000-0000-000000000000}"/>
          </ac:spMkLst>
        </pc:spChg>
        <pc:spChg chg="mod">
          <ac:chgData name="Ms Alina Arshad" userId="cccdfd85-d35d-4453-9c6f-a463aae40722" providerId="ADAL" clId="{A31383DA-C070-4395-A51B-0E25CF3AE0AF}" dt="2024-09-10T15:22:37.022" v="94" actId="1076"/>
          <ac:spMkLst>
            <pc:docMk/>
            <pc:sldMk cId="0" sldId="391"/>
            <ac:spMk id="6" creationId="{00000000-0000-0000-0000-000000000000}"/>
          </ac:spMkLst>
        </pc:spChg>
      </pc:sldChg>
      <pc:sldChg chg="modSp mod">
        <pc:chgData name="Ms Alina Arshad" userId="cccdfd85-d35d-4453-9c6f-a463aae40722" providerId="ADAL" clId="{A31383DA-C070-4395-A51B-0E25CF3AE0AF}" dt="2024-09-10T14:34:35.590" v="58" actId="207"/>
        <pc:sldMkLst>
          <pc:docMk/>
          <pc:sldMk cId="0" sldId="392"/>
        </pc:sldMkLst>
        <pc:spChg chg="mod">
          <ac:chgData name="Ms Alina Arshad" userId="cccdfd85-d35d-4453-9c6f-a463aae40722" providerId="ADAL" clId="{A31383DA-C070-4395-A51B-0E25CF3AE0AF}" dt="2024-09-10T14:34:35.590" v="58" actId="207"/>
          <ac:spMkLst>
            <pc:docMk/>
            <pc:sldMk cId="0" sldId="392"/>
            <ac:spMk id="2" creationId="{00000000-0000-0000-0000-000000000000}"/>
          </ac:spMkLst>
        </pc:spChg>
      </pc:sldChg>
      <pc:sldChg chg="addSp modSp new mod">
        <pc:chgData name="Ms Alina Arshad" userId="cccdfd85-d35d-4453-9c6f-a463aae40722" providerId="ADAL" clId="{A31383DA-C070-4395-A51B-0E25CF3AE0AF}" dt="2024-09-10T15:02:52.896" v="65" actId="1076"/>
        <pc:sldMkLst>
          <pc:docMk/>
          <pc:sldMk cId="906441310" sldId="393"/>
        </pc:sldMkLst>
        <pc:picChg chg="add mod">
          <ac:chgData name="Ms Alina Arshad" userId="cccdfd85-d35d-4453-9c6f-a463aae40722" providerId="ADAL" clId="{A31383DA-C070-4395-A51B-0E25CF3AE0AF}" dt="2024-09-10T15:02:52.896" v="65" actId="1076"/>
          <ac:picMkLst>
            <pc:docMk/>
            <pc:sldMk cId="906441310" sldId="393"/>
            <ac:picMk id="3" creationId="{61014700-7C49-520C-7894-29EB9CFB63B4}"/>
          </ac:picMkLst>
        </pc:picChg>
      </pc:sldChg>
      <pc:sldChg chg="addSp delSp modSp new mod">
        <pc:chgData name="Ms Alina Arshad" userId="cccdfd85-d35d-4453-9c6f-a463aae40722" providerId="ADAL" clId="{A31383DA-C070-4395-A51B-0E25CF3AE0AF}" dt="2024-09-10T15:13:06.010" v="80" actId="20577"/>
        <pc:sldMkLst>
          <pc:docMk/>
          <pc:sldMk cId="4030597405" sldId="394"/>
        </pc:sldMkLst>
        <pc:spChg chg="del">
          <ac:chgData name="Ms Alina Arshad" userId="cccdfd85-d35d-4453-9c6f-a463aae40722" providerId="ADAL" clId="{A31383DA-C070-4395-A51B-0E25CF3AE0AF}" dt="2024-09-10T15:11:32.101" v="68" actId="478"/>
          <ac:spMkLst>
            <pc:docMk/>
            <pc:sldMk cId="4030597405" sldId="394"/>
            <ac:spMk id="2" creationId="{32A8CA9C-1361-D35A-9162-AA1158DC37D9}"/>
          </ac:spMkLst>
        </pc:spChg>
        <pc:spChg chg="del">
          <ac:chgData name="Ms Alina Arshad" userId="cccdfd85-d35d-4453-9c6f-a463aae40722" providerId="ADAL" clId="{A31383DA-C070-4395-A51B-0E25CF3AE0AF}" dt="2024-09-10T15:11:28.823" v="67" actId="22"/>
          <ac:spMkLst>
            <pc:docMk/>
            <pc:sldMk cId="4030597405" sldId="394"/>
            <ac:spMk id="3" creationId="{8BA2DF56-3A61-4845-9609-2A21F481FE83}"/>
          </ac:spMkLst>
        </pc:spChg>
        <pc:spChg chg="add mod">
          <ac:chgData name="Ms Alina Arshad" userId="cccdfd85-d35d-4453-9c6f-a463aae40722" providerId="ADAL" clId="{A31383DA-C070-4395-A51B-0E25CF3AE0AF}" dt="2024-09-10T15:13:06.010" v="80" actId="20577"/>
          <ac:spMkLst>
            <pc:docMk/>
            <pc:sldMk cId="4030597405" sldId="394"/>
            <ac:spMk id="7" creationId="{40DDEF0C-1A2E-7CBE-E0A7-FB230A3EF140}"/>
          </ac:spMkLst>
        </pc:spChg>
        <pc:picChg chg="add mod ord">
          <ac:chgData name="Ms Alina Arshad" userId="cccdfd85-d35d-4453-9c6f-a463aae40722" providerId="ADAL" clId="{A31383DA-C070-4395-A51B-0E25CF3AE0AF}" dt="2024-09-10T15:12:43.934" v="79" actId="1076"/>
          <ac:picMkLst>
            <pc:docMk/>
            <pc:sldMk cId="4030597405" sldId="394"/>
            <ac:picMk id="5" creationId="{C6608834-EE6E-4C4F-FE78-234C7A17574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9/12/2024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alina.arshad@nu.edu.p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br>
              <a:rPr lang="en-US" b="1" dirty="0">
                <a:solidFill>
                  <a:schemeClr val="tx1"/>
                </a:solidFill>
              </a:rPr>
            </a:br>
            <a:r>
              <a:rPr lang="en-US" b="1" dirty="0">
                <a:solidFill>
                  <a:schemeClr val="tx1"/>
                </a:solidFill>
              </a:rPr>
              <a:t>Database Systems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75889"/>
            <a:ext cx="10058400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3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cs typeface="Calibri"/>
              </a:rPr>
              <a:t>Chapter</a:t>
            </a:r>
            <a:r>
              <a:rPr lang="en-US" sz="2400" b="1" spc="-5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dirty="0">
                <a:solidFill>
                  <a:schemeClr val="tx1"/>
                </a:solidFill>
                <a:cs typeface="Calibri"/>
              </a:rPr>
              <a:t>#</a:t>
            </a:r>
            <a:r>
              <a:rPr lang="en-US" sz="2400" b="1" spc="-75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spc="-50" dirty="0">
                <a:solidFill>
                  <a:schemeClr val="tx1"/>
                </a:solidFill>
                <a:cs typeface="Calibri"/>
              </a:rPr>
              <a:t>6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  <a:cs typeface="Calibri"/>
              </a:rPr>
              <a:t>Basic</a:t>
            </a:r>
            <a:r>
              <a:rPr lang="en-US" sz="2400" b="1" spc="-70" dirty="0">
                <a:solidFill>
                  <a:schemeClr val="tx1"/>
                </a:solidFill>
                <a:cs typeface="Calibri"/>
              </a:rPr>
              <a:t> </a:t>
            </a:r>
            <a:r>
              <a:rPr lang="en-US" sz="2400" b="1" spc="-25" dirty="0">
                <a:solidFill>
                  <a:schemeClr val="tx1"/>
                </a:solidFill>
                <a:cs typeface="Calibri"/>
              </a:rPr>
              <a:t>SQL</a:t>
            </a:r>
            <a:endParaRPr lang="en-US" sz="2000" b="1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94529" y="537423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  <a:hlinkClick r:id="rId3"/>
              </a:rPr>
              <a:t>alina.arshad@nu.edu.pk</a:t>
            </a:r>
            <a:endParaRPr lang="en-US" sz="28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1523" y="303509"/>
            <a:ext cx="10914940" cy="1403333"/>
          </a:xfrm>
          <a:prstGeom prst="rect">
            <a:avLst/>
          </a:prstGeom>
        </p:spPr>
        <p:txBody>
          <a:bodyPr vert="horz" wrap="square" lIns="0" tIns="73025" rIns="0" bIns="0" rtlCol="0" anchor="b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575"/>
              </a:spcBef>
            </a:pPr>
            <a:r>
              <a:rPr b="1" dirty="0">
                <a:solidFill>
                  <a:schemeClr val="tx1"/>
                </a:solidFill>
              </a:rPr>
              <a:t>Unconditional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Oracle</a:t>
            </a:r>
            <a:r>
              <a:rPr b="1" spc="-1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INSERT</a:t>
            </a:r>
            <a:r>
              <a:rPr b="1" spc="-13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ALL </a:t>
            </a:r>
            <a:r>
              <a:rPr b="1" spc="-10" dirty="0">
                <a:solidFill>
                  <a:schemeClr val="tx1"/>
                </a:solidFill>
              </a:rPr>
              <a:t>statement(Insert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multiple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rows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into</a:t>
            </a:r>
            <a:r>
              <a:rPr b="1" spc="-1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 </a:t>
            </a:r>
            <a:r>
              <a:rPr b="1" spc="-10" dirty="0">
                <a:solidFill>
                  <a:schemeClr val="tx1"/>
                </a:solidFill>
              </a:rPr>
              <a:t>table)</a:t>
            </a:r>
            <a:endParaRPr b="1" dirty="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50151" y="1886304"/>
            <a:ext cx="9836209" cy="2466701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spcBef>
                <a:spcPts val="775"/>
              </a:spcBef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INSERT</a:t>
            </a:r>
            <a:r>
              <a:rPr sz="2400" b="1" spc="-9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cs typeface="Calibri"/>
              </a:rPr>
              <a:t>ALL</a:t>
            </a:r>
            <a:endParaRPr sz="2400" b="1" dirty="0">
              <a:solidFill>
                <a:schemeClr val="accent2"/>
              </a:solidFill>
              <a:cs typeface="Calibri"/>
            </a:endParaRPr>
          </a:p>
          <a:p>
            <a:pPr marL="12700" marR="6350" indent="322580">
              <a:lnSpc>
                <a:spcPts val="3020"/>
              </a:lnSpc>
              <a:spcBef>
                <a:spcPts val="1060"/>
              </a:spcBef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INTO</a:t>
            </a:r>
            <a:r>
              <a:rPr sz="2400" b="1" spc="-14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table_name(col1,col2,col3)</a:t>
            </a:r>
            <a:r>
              <a:rPr sz="2400" b="1" spc="-110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VALUES(val1,val2, val3)</a:t>
            </a:r>
            <a:endParaRPr sz="2400" b="1" dirty="0">
              <a:solidFill>
                <a:schemeClr val="accent2"/>
              </a:solidFill>
              <a:cs typeface="Calibri"/>
            </a:endParaRPr>
          </a:p>
          <a:p>
            <a:pPr marL="12700" marR="5080" indent="322580">
              <a:lnSpc>
                <a:spcPts val="3030"/>
              </a:lnSpc>
              <a:spcBef>
                <a:spcPts val="994"/>
              </a:spcBef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INTO</a:t>
            </a:r>
            <a:r>
              <a:rPr sz="2400" b="1" spc="-8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table_name(col1,col2,col3)</a:t>
            </a:r>
            <a:r>
              <a:rPr sz="2400" b="1" spc="-3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VALUES(val4,val5, val6)</a:t>
            </a:r>
            <a:endParaRPr sz="2400" b="1" dirty="0">
              <a:solidFill>
                <a:schemeClr val="accent2"/>
              </a:solidFill>
              <a:cs typeface="Calibri"/>
            </a:endParaRPr>
          </a:p>
          <a:p>
            <a:pPr marL="12700" marR="5080" indent="322580">
              <a:lnSpc>
                <a:spcPts val="3030"/>
              </a:lnSpc>
              <a:spcBef>
                <a:spcPts val="990"/>
              </a:spcBef>
            </a:pPr>
            <a:r>
              <a:rPr sz="2400" b="1" dirty="0">
                <a:solidFill>
                  <a:schemeClr val="accent2"/>
                </a:solidFill>
                <a:cs typeface="Calibri"/>
              </a:rPr>
              <a:t>INTO</a:t>
            </a:r>
            <a:r>
              <a:rPr sz="2400" b="1" spc="-8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table_name(col1,col2,col3)</a:t>
            </a:r>
            <a:r>
              <a:rPr sz="2400" b="1" spc="-35" dirty="0">
                <a:solidFill>
                  <a:schemeClr val="accent2"/>
                </a:solidFill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cs typeface="Calibri"/>
              </a:rPr>
              <a:t>VALUES(val7,val8, val9)</a:t>
            </a:r>
            <a:endParaRPr sz="2400" b="1" dirty="0">
              <a:solidFill>
                <a:schemeClr val="accent2"/>
              </a:solidFill>
              <a:cs typeface="Calibri"/>
            </a:endParaRPr>
          </a:p>
          <a:p>
            <a:pPr marL="12700">
              <a:spcBef>
                <a:spcPts val="620"/>
              </a:spcBef>
            </a:pPr>
            <a:r>
              <a:rPr sz="2400" b="1" spc="-10" dirty="0">
                <a:solidFill>
                  <a:schemeClr val="accent2"/>
                </a:solidFill>
                <a:cs typeface="Calibri"/>
              </a:rPr>
              <a:t>Subquery;</a:t>
            </a:r>
            <a:endParaRPr sz="2400" b="1" dirty="0">
              <a:solidFill>
                <a:schemeClr val="accent2"/>
              </a:solidFill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004" y="1005263"/>
            <a:ext cx="10954619" cy="3158684"/>
          </a:xfrm>
          <a:prstGeom prst="rect">
            <a:avLst/>
          </a:prstGeom>
        </p:spPr>
        <p:txBody>
          <a:bodyPr vert="horz" wrap="square" lIns="0" tIns="39369" rIns="0" bIns="0" rtlCol="0">
            <a:spAutoFit/>
          </a:bodyPr>
          <a:lstStyle/>
          <a:p>
            <a:pPr marL="12700">
              <a:spcBef>
                <a:spcPts val="309"/>
              </a:spcBef>
            </a:pPr>
            <a:r>
              <a:rPr sz="2400" b="1" spc="-30" dirty="0">
                <a:solidFill>
                  <a:schemeClr val="accent2"/>
                </a:solidFill>
                <a:latin typeface="+mj-lt"/>
                <a:cs typeface="Calibri"/>
              </a:rPr>
              <a:t>CREATE</a:t>
            </a:r>
            <a:r>
              <a:rPr sz="2400" b="1" spc="-6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30" dirty="0">
                <a:solidFill>
                  <a:schemeClr val="accent2"/>
                </a:solidFill>
                <a:latin typeface="+mj-lt"/>
                <a:cs typeface="Calibri"/>
              </a:rPr>
              <a:t>TABLE</a:t>
            </a:r>
            <a:r>
              <a:rPr sz="2400" b="1" spc="-6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fruits</a:t>
            </a:r>
            <a:r>
              <a:rPr sz="2400" b="1" spc="-8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50" dirty="0">
                <a:solidFill>
                  <a:schemeClr val="accent2"/>
                </a:solidFill>
                <a:latin typeface="+mj-lt"/>
                <a:cs typeface="Calibri"/>
              </a:rPr>
              <a:t>(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266700" marR="5080">
              <a:lnSpc>
                <a:spcPct val="107700"/>
              </a:lnSpc>
            </a:pP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fruit_name</a:t>
            </a:r>
            <a:r>
              <a:rPr sz="2400" b="1" spc="-8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20" dirty="0">
                <a:solidFill>
                  <a:schemeClr val="accent2"/>
                </a:solidFill>
                <a:latin typeface="+mj-lt"/>
                <a:cs typeface="Calibri"/>
              </a:rPr>
              <a:t>VARCHAR2(100)</a:t>
            </a:r>
            <a:r>
              <a:rPr sz="2400" b="1" spc="-5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PRIMARY</a:t>
            </a:r>
            <a:r>
              <a:rPr sz="2400" b="1" spc="-6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20" dirty="0">
                <a:solidFill>
                  <a:schemeClr val="accent2"/>
                </a:solidFill>
                <a:latin typeface="+mj-lt"/>
                <a:cs typeface="Calibri"/>
              </a:rPr>
              <a:t>KEY,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color</a:t>
            </a:r>
            <a:r>
              <a:rPr sz="2400" b="1" spc="-6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20" dirty="0">
                <a:solidFill>
                  <a:schemeClr val="accent2"/>
                </a:solidFill>
                <a:latin typeface="+mj-lt"/>
                <a:cs typeface="Calibri"/>
              </a:rPr>
              <a:t>VARCHAR2(100)</a:t>
            </a:r>
            <a:r>
              <a:rPr sz="2400" b="1" spc="-3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NOT</a:t>
            </a:r>
            <a:r>
              <a:rPr sz="2400" b="1" spc="-3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20" dirty="0">
                <a:solidFill>
                  <a:schemeClr val="accent2"/>
                </a:solidFill>
                <a:latin typeface="+mj-lt"/>
                <a:cs typeface="Calibri"/>
              </a:rPr>
              <a:t>NULL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12700">
              <a:spcBef>
                <a:spcPts val="219"/>
              </a:spcBef>
            </a:pPr>
            <a:r>
              <a:rPr sz="2400" b="1" spc="-25" dirty="0">
                <a:solidFill>
                  <a:schemeClr val="accent2"/>
                </a:solidFill>
                <a:latin typeface="+mj-lt"/>
                <a:cs typeface="Calibri"/>
              </a:rPr>
              <a:t>);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12700">
              <a:spcBef>
                <a:spcPts val="200"/>
              </a:spcBef>
            </a:pP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INSERT</a:t>
            </a:r>
            <a:r>
              <a:rPr sz="2400" b="1" spc="-9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latin typeface="+mj-lt"/>
                <a:cs typeface="Calibri"/>
              </a:rPr>
              <a:t>ALL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266700" marR="1428115">
              <a:lnSpc>
                <a:spcPts val="2860"/>
              </a:lnSpc>
              <a:spcBef>
                <a:spcPts val="120"/>
              </a:spcBef>
            </a:pP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INTO</a:t>
            </a:r>
            <a:r>
              <a:rPr sz="2400" b="1" spc="-3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fruits(fruit_name,</a:t>
            </a:r>
            <a:r>
              <a:rPr sz="2400" b="1" spc="-3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color) </a:t>
            </a:r>
            <a:r>
              <a:rPr sz="2400" b="1" spc="-30" dirty="0">
                <a:solidFill>
                  <a:schemeClr val="accent2"/>
                </a:solidFill>
                <a:latin typeface="+mj-lt"/>
                <a:cs typeface="Calibri"/>
              </a:rPr>
              <a:t>VALUES</a:t>
            </a:r>
            <a:r>
              <a:rPr sz="2400" b="1" spc="-7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('Apple','Red')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266700">
              <a:spcBef>
                <a:spcPts val="70"/>
              </a:spcBef>
            </a:pP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INTO</a:t>
            </a:r>
            <a:r>
              <a:rPr sz="2400" b="1" spc="-12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fruits(fruit_name,</a:t>
            </a:r>
            <a:r>
              <a:rPr sz="2400" b="1" spc="-11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color)</a:t>
            </a:r>
            <a:r>
              <a:rPr lang="en-US" sz="2400" b="1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30" dirty="0">
                <a:solidFill>
                  <a:schemeClr val="accent2"/>
                </a:solidFill>
                <a:latin typeface="+mj-lt"/>
                <a:cs typeface="Calibri"/>
              </a:rPr>
              <a:t>VALUES</a:t>
            </a:r>
            <a:r>
              <a:rPr sz="2400" b="1" spc="-7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('Orange','Orange')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266700" marR="1428115">
              <a:lnSpc>
                <a:spcPct val="107700"/>
              </a:lnSpc>
              <a:spcBef>
                <a:spcPts val="15"/>
              </a:spcBef>
            </a:pP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INTO</a:t>
            </a:r>
            <a:r>
              <a:rPr sz="2400" b="1" spc="-3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fruits(fruit_name,</a:t>
            </a:r>
            <a:r>
              <a:rPr sz="2400" b="1" spc="-3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color) </a:t>
            </a:r>
            <a:r>
              <a:rPr sz="2400" b="1" spc="-30" dirty="0">
                <a:solidFill>
                  <a:schemeClr val="accent2"/>
                </a:solidFill>
                <a:latin typeface="+mj-lt"/>
                <a:cs typeface="Calibri"/>
              </a:rPr>
              <a:t>VALUES</a:t>
            </a:r>
            <a:r>
              <a:rPr sz="2400" b="1" spc="-7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('Banana','Yellow')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12700">
              <a:spcBef>
                <a:spcPts val="200"/>
              </a:spcBef>
            </a:pP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SELECT</a:t>
            </a:r>
            <a:r>
              <a:rPr sz="2400" b="1" spc="-5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1</a:t>
            </a:r>
            <a:r>
              <a:rPr sz="2400" b="1" spc="-6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FROM</a:t>
            </a:r>
            <a:r>
              <a:rPr sz="2400" b="1" spc="-5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dual;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19532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The</a:t>
            </a:r>
            <a:r>
              <a:rPr b="1" spc="-17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DELETE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Command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2044" y="1826097"/>
            <a:ext cx="745045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spcBef>
                <a:spcPts val="9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cs typeface="Calibri"/>
              </a:rPr>
              <a:t>DELETE</a:t>
            </a:r>
            <a:r>
              <a:rPr sz="2400" spc="-90" dirty="0">
                <a:cs typeface="Calibri"/>
              </a:rPr>
              <a:t> </a:t>
            </a:r>
            <a:r>
              <a:rPr sz="2400" dirty="0">
                <a:cs typeface="Calibri"/>
              </a:rPr>
              <a:t>command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removes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tuples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from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9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relation.</a:t>
            </a:r>
            <a:endParaRPr sz="2400" dirty="0"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66250" y="2434366"/>
            <a:ext cx="8406694" cy="34228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60804" y="757317"/>
            <a:ext cx="6615869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The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spc="-100" dirty="0">
                <a:solidFill>
                  <a:schemeClr val="tx1"/>
                </a:solidFill>
              </a:rPr>
              <a:t>UPDATE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Command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0804" y="1793190"/>
            <a:ext cx="9794903" cy="211359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35" dirty="0">
                <a:latin typeface="+mj-lt"/>
                <a:cs typeface="Calibri"/>
              </a:rPr>
              <a:t>UPDATE</a:t>
            </a:r>
            <a:r>
              <a:rPr sz="2400" b="1" spc="-7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command</a:t>
            </a:r>
            <a:r>
              <a:rPr sz="2400" b="1" spc="-75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is</a:t>
            </a:r>
            <a:r>
              <a:rPr sz="2400" b="1" spc="-8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used</a:t>
            </a:r>
            <a:r>
              <a:rPr sz="2400" b="1" spc="-65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to</a:t>
            </a:r>
            <a:r>
              <a:rPr sz="2400" b="1" spc="-85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modify</a:t>
            </a:r>
            <a:r>
              <a:rPr sz="2400" b="1" spc="-65" dirty="0">
                <a:latin typeface="+mj-lt"/>
                <a:cs typeface="Calibri"/>
              </a:rPr>
              <a:t> </a:t>
            </a:r>
            <a:r>
              <a:rPr sz="2400" b="1" spc="-10" dirty="0">
                <a:latin typeface="+mj-lt"/>
                <a:cs typeface="Calibri"/>
              </a:rPr>
              <a:t>attribute </a:t>
            </a:r>
            <a:r>
              <a:rPr sz="2400" b="1" dirty="0">
                <a:latin typeface="+mj-lt"/>
                <a:cs typeface="Calibri"/>
              </a:rPr>
              <a:t>values</a:t>
            </a:r>
            <a:r>
              <a:rPr sz="2400" b="1" spc="-7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of</a:t>
            </a:r>
            <a:r>
              <a:rPr sz="2400" b="1" spc="-70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one</a:t>
            </a:r>
            <a:r>
              <a:rPr sz="2400" b="1" spc="-65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or</a:t>
            </a:r>
            <a:r>
              <a:rPr sz="2400" b="1" spc="-55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more</a:t>
            </a:r>
            <a:r>
              <a:rPr sz="2400" b="1" spc="-55" dirty="0">
                <a:latin typeface="+mj-lt"/>
                <a:cs typeface="Calibri"/>
              </a:rPr>
              <a:t> </a:t>
            </a:r>
            <a:r>
              <a:rPr sz="2400" b="1" dirty="0">
                <a:latin typeface="+mj-lt"/>
                <a:cs typeface="Calibri"/>
              </a:rPr>
              <a:t>selected</a:t>
            </a:r>
            <a:r>
              <a:rPr sz="2400" b="1" spc="-70" dirty="0">
                <a:latin typeface="+mj-lt"/>
                <a:cs typeface="Calibri"/>
              </a:rPr>
              <a:t> </a:t>
            </a:r>
            <a:r>
              <a:rPr sz="2400" b="1" spc="-10" dirty="0">
                <a:latin typeface="+mj-lt"/>
                <a:cs typeface="Calibri"/>
              </a:rPr>
              <a:t>tuples.</a:t>
            </a:r>
            <a:endParaRPr sz="2400" b="1" dirty="0">
              <a:latin typeface="+mj-lt"/>
              <a:cs typeface="Calibri"/>
            </a:endParaRPr>
          </a:p>
          <a:p>
            <a:pPr marL="240029" indent="-227329">
              <a:spcBef>
                <a:spcPts val="62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Syntax: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469900">
              <a:spcBef>
                <a:spcPts val="234"/>
              </a:spcBef>
            </a:pPr>
            <a:r>
              <a:rPr sz="2400" b="1" spc="-35" dirty="0">
                <a:solidFill>
                  <a:schemeClr val="accent2"/>
                </a:solidFill>
                <a:latin typeface="+mj-lt"/>
                <a:cs typeface="Calibri"/>
              </a:rPr>
              <a:t>UPDATE</a:t>
            </a:r>
            <a:r>
              <a:rPr sz="2400" b="1" spc="-9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table_name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  <a:p>
            <a:pPr marL="469900" marR="866140">
              <a:lnSpc>
                <a:spcPct val="107500"/>
              </a:lnSpc>
            </a:pP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SET</a:t>
            </a:r>
            <a:r>
              <a:rPr sz="2400" b="1" spc="-5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column1</a:t>
            </a:r>
            <a:r>
              <a:rPr sz="2400" b="1" spc="-6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=</a:t>
            </a:r>
            <a:r>
              <a:rPr sz="2400" b="1" spc="-4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value1,</a:t>
            </a:r>
            <a:r>
              <a:rPr sz="2400" b="1" spc="-4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column2</a:t>
            </a:r>
            <a:r>
              <a:rPr sz="2400" b="1" spc="-7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=</a:t>
            </a:r>
            <a:r>
              <a:rPr sz="2400" b="1" spc="-4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value2,</a:t>
            </a:r>
            <a:r>
              <a:rPr sz="2400" b="1" spc="-40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25" dirty="0">
                <a:solidFill>
                  <a:schemeClr val="accent2"/>
                </a:solidFill>
                <a:latin typeface="+mj-lt"/>
                <a:cs typeface="Calibri"/>
              </a:rPr>
              <a:t>... </a:t>
            </a:r>
            <a:r>
              <a:rPr sz="2400" b="1" dirty="0">
                <a:solidFill>
                  <a:schemeClr val="accent2"/>
                </a:solidFill>
                <a:latin typeface="+mj-lt"/>
                <a:cs typeface="Calibri"/>
              </a:rPr>
              <a:t>WHERE</a:t>
            </a:r>
            <a:r>
              <a:rPr sz="2400" b="1" spc="-85" dirty="0">
                <a:solidFill>
                  <a:schemeClr val="accent2"/>
                </a:solidFill>
                <a:latin typeface="+mj-lt"/>
                <a:cs typeface="Calibri"/>
              </a:rPr>
              <a:t> </a:t>
            </a:r>
            <a:r>
              <a:rPr sz="2400" b="1" spc="-10" dirty="0">
                <a:solidFill>
                  <a:schemeClr val="accent2"/>
                </a:solidFill>
                <a:latin typeface="+mj-lt"/>
                <a:cs typeface="Calibri"/>
              </a:rPr>
              <a:t>condition;</a:t>
            </a:r>
            <a:endParaRPr sz="2400" b="1" dirty="0">
              <a:solidFill>
                <a:schemeClr val="accent2"/>
              </a:solidFill>
              <a:latin typeface="+mj-lt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4834" y="4238714"/>
            <a:ext cx="6041876" cy="16226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1127" y="688220"/>
            <a:ext cx="394189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/>
              <a:t>Update</a:t>
            </a:r>
            <a:r>
              <a:rPr b="1" spc="-210" dirty="0"/>
              <a:t> </a:t>
            </a:r>
            <a:r>
              <a:rPr b="1" spc="-20" dirty="0"/>
              <a:t>Case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01127" y="1897194"/>
            <a:ext cx="4298921" cy="170328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0960" marR="5080" indent="-48895">
              <a:lnSpc>
                <a:spcPct val="119600"/>
              </a:lnSpc>
              <a:spcBef>
                <a:spcPts val="95"/>
              </a:spcBef>
              <a:tabLst>
                <a:tab pos="2062480" algn="l"/>
                <a:tab pos="3233420" algn="l"/>
              </a:tabLst>
            </a:pPr>
            <a:r>
              <a:rPr spc="-25" dirty="0">
                <a:latin typeface="Calibri"/>
                <a:cs typeface="Calibri"/>
              </a:rPr>
              <a:t>CREATE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TABLE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project(</a:t>
            </a:r>
            <a:endParaRPr lang="en-US" spc="-10" dirty="0">
              <a:latin typeface="Calibri"/>
              <a:cs typeface="Calibri"/>
            </a:endParaRPr>
          </a:p>
          <a:p>
            <a:pPr marL="60960" marR="5080" indent="-48895">
              <a:lnSpc>
                <a:spcPct val="119600"/>
              </a:lnSpc>
              <a:spcBef>
                <a:spcPts val="95"/>
              </a:spcBef>
              <a:tabLst>
                <a:tab pos="2062480" algn="l"/>
                <a:tab pos="3233420" algn="l"/>
              </a:tabLst>
            </a:pPr>
            <a:r>
              <a:rPr lang="en-US" spc="-10" dirty="0">
                <a:latin typeface="Calibri"/>
                <a:cs typeface="Calibri"/>
              </a:rPr>
              <a:t> </a:t>
            </a:r>
            <a:r>
              <a:rPr spc="-10" dirty="0" err="1">
                <a:latin typeface="Calibri"/>
                <a:cs typeface="Calibri"/>
              </a:rPr>
              <a:t>project_no</a:t>
            </a:r>
            <a:r>
              <a:rPr lang="en-US" spc="-1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CHAR(4)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NULL, </a:t>
            </a:r>
            <a:endParaRPr lang="en-US" spc="-10" dirty="0">
              <a:latin typeface="Calibri"/>
              <a:cs typeface="Calibri"/>
            </a:endParaRPr>
          </a:p>
          <a:p>
            <a:pPr marL="60960" marR="5080" indent="-48895">
              <a:lnSpc>
                <a:spcPct val="119600"/>
              </a:lnSpc>
              <a:spcBef>
                <a:spcPts val="95"/>
              </a:spcBef>
              <a:tabLst>
                <a:tab pos="2062480" algn="l"/>
                <a:tab pos="3233420" algn="l"/>
              </a:tabLst>
            </a:pPr>
            <a:r>
              <a:rPr dirty="0" err="1">
                <a:latin typeface="Calibri"/>
                <a:cs typeface="Calibri"/>
              </a:rPr>
              <a:t>project_name</a:t>
            </a:r>
            <a:r>
              <a:rPr spc="-8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CHAR(15)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NULL,</a:t>
            </a:r>
            <a:r>
              <a:rPr lang="en-US" spc="-20" dirty="0">
                <a:latin typeface="Calibri"/>
                <a:cs typeface="Calibri"/>
              </a:rPr>
              <a:t> </a:t>
            </a:r>
          </a:p>
          <a:p>
            <a:pPr marL="60960" marR="5080" indent="-48895">
              <a:lnSpc>
                <a:spcPct val="119600"/>
              </a:lnSpc>
              <a:spcBef>
                <a:spcPts val="95"/>
              </a:spcBef>
              <a:tabLst>
                <a:tab pos="2062480" algn="l"/>
                <a:tab pos="3233420" algn="l"/>
              </a:tabLst>
            </a:pPr>
            <a:r>
              <a:rPr dirty="0">
                <a:latin typeface="Calibri"/>
                <a:cs typeface="Calibri"/>
              </a:rPr>
              <a:t>budget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spc="-35" dirty="0">
                <a:latin typeface="Calibri"/>
                <a:cs typeface="Calibri"/>
              </a:rPr>
              <a:t>FLOAT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NOT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NULL);</a:t>
            </a:r>
            <a:endParaRPr lang="en-US" spc="-10" dirty="0">
              <a:latin typeface="Calibri"/>
              <a:cs typeface="Calibri"/>
            </a:endParaRPr>
          </a:p>
          <a:p>
            <a:pPr marL="60960" marR="5080" indent="-48895">
              <a:lnSpc>
                <a:spcPct val="119600"/>
              </a:lnSpc>
              <a:spcBef>
                <a:spcPts val="95"/>
              </a:spcBef>
              <a:tabLst>
                <a:tab pos="2062480" algn="l"/>
                <a:tab pos="3233420" algn="l"/>
              </a:tabLst>
            </a:pPr>
            <a:endParaRPr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01126" y="3563980"/>
            <a:ext cx="6153955" cy="1323439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12700">
              <a:spcBef>
                <a:spcPts val="480"/>
              </a:spcBef>
            </a:pPr>
            <a:r>
              <a:rPr dirty="0">
                <a:latin typeface="Calibri"/>
                <a:cs typeface="Calibri"/>
              </a:rPr>
              <a:t>insert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values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('p1',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'Search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Engine',</a:t>
            </a:r>
            <a:r>
              <a:rPr lang="en-US" spc="-10" dirty="0">
                <a:latin typeface="Calibri"/>
                <a:cs typeface="Calibri"/>
              </a:rPr>
              <a:t> 120000.00);</a:t>
            </a:r>
            <a:endParaRPr dirty="0">
              <a:latin typeface="Calibri"/>
              <a:cs typeface="Calibri"/>
            </a:endParaRPr>
          </a:p>
          <a:p>
            <a:pPr marL="12700">
              <a:spcBef>
                <a:spcPts val="384"/>
              </a:spcBef>
            </a:pPr>
            <a:r>
              <a:rPr dirty="0">
                <a:latin typeface="Calibri"/>
                <a:cs typeface="Calibri"/>
              </a:rPr>
              <a:t>insert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into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values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('p2',</a:t>
            </a:r>
            <a:r>
              <a:rPr spc="-30" dirty="0">
                <a:latin typeface="Calibri"/>
                <a:cs typeface="Calibri"/>
              </a:rPr>
              <a:t> </a:t>
            </a:r>
            <a:r>
              <a:rPr spc="-10" dirty="0">
                <a:latin typeface="Calibri"/>
                <a:cs typeface="Calibri"/>
              </a:rPr>
              <a:t>'Programming',</a:t>
            </a:r>
            <a:r>
              <a:rPr lang="en-US" spc="-10" dirty="0">
                <a:latin typeface="Calibri"/>
                <a:cs typeface="Calibri"/>
              </a:rPr>
              <a:t> 95000.00);</a:t>
            </a:r>
          </a:p>
          <a:p>
            <a:pPr marL="12700">
              <a:spcBef>
                <a:spcPts val="384"/>
              </a:spcBef>
            </a:pPr>
            <a:r>
              <a:rPr lang="en-US" dirty="0">
                <a:latin typeface="Calibri"/>
                <a:cs typeface="Calibri"/>
              </a:rPr>
              <a:t>insert</a:t>
            </a:r>
            <a:r>
              <a:rPr lang="en-US" spc="-5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into</a:t>
            </a:r>
            <a:r>
              <a:rPr lang="en-US" spc="-45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project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values</a:t>
            </a:r>
            <a:r>
              <a:rPr lang="en-US" spc="-60" dirty="0">
                <a:latin typeface="Calibri"/>
                <a:cs typeface="Calibri"/>
              </a:rPr>
              <a:t> </a:t>
            </a:r>
            <a:r>
              <a:rPr lang="en-US" dirty="0">
                <a:latin typeface="Calibri"/>
                <a:cs typeface="Calibri"/>
              </a:rPr>
              <a:t>('p3',</a:t>
            </a:r>
            <a:r>
              <a:rPr lang="en-US" spc="-30" dirty="0">
                <a:latin typeface="Calibri"/>
                <a:cs typeface="Calibri"/>
              </a:rPr>
              <a:t> </a:t>
            </a:r>
            <a:r>
              <a:rPr lang="en-US" spc="-10" dirty="0">
                <a:latin typeface="Calibri"/>
                <a:cs typeface="Calibri"/>
              </a:rPr>
              <a:t>'SQL', 186500.00);</a:t>
            </a:r>
            <a:endParaRPr lang="en-US" dirty="0">
              <a:latin typeface="Calibri"/>
              <a:cs typeface="Calibri"/>
            </a:endParaRPr>
          </a:p>
          <a:p>
            <a:pPr marL="12700">
              <a:spcBef>
                <a:spcPts val="384"/>
              </a:spcBef>
            </a:pPr>
            <a:endParaRPr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1126" y="4764589"/>
            <a:ext cx="8365955" cy="160569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/>
            <a:r>
              <a:rPr spc="-25" dirty="0">
                <a:latin typeface="Calibri"/>
                <a:cs typeface="Calibri"/>
              </a:rPr>
              <a:t>UPDATE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project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SET</a:t>
            </a:r>
            <a:r>
              <a:rPr spc="-3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budget</a:t>
            </a:r>
            <a:r>
              <a:rPr spc="-6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25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CASE</a:t>
            </a:r>
            <a:endParaRPr dirty="0">
              <a:latin typeface="Calibri"/>
              <a:cs typeface="Calibri"/>
            </a:endParaRPr>
          </a:p>
          <a:p>
            <a:pPr marL="12700">
              <a:spcBef>
                <a:spcPts val="385"/>
              </a:spcBef>
            </a:pPr>
            <a:r>
              <a:rPr dirty="0">
                <a:latin typeface="Calibri"/>
                <a:cs typeface="Calibri"/>
              </a:rPr>
              <a:t>WHEN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budget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&gt;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0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budget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&lt;</a:t>
            </a:r>
            <a:r>
              <a:rPr spc="-1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100000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budget*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1.2</a:t>
            </a:r>
            <a:endParaRPr dirty="0">
              <a:latin typeface="Calibri"/>
              <a:cs typeface="Calibri"/>
            </a:endParaRPr>
          </a:p>
          <a:p>
            <a:pPr marL="12700" marR="5080">
              <a:lnSpc>
                <a:spcPct val="119400"/>
              </a:lnSpc>
            </a:pPr>
            <a:r>
              <a:rPr dirty="0">
                <a:latin typeface="Calibri"/>
                <a:cs typeface="Calibri"/>
              </a:rPr>
              <a:t>WHEN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budget</a:t>
            </a:r>
            <a:r>
              <a:rPr spc="-5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&gt;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=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100000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and</a:t>
            </a:r>
            <a:r>
              <a:rPr spc="-4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budget</a:t>
            </a:r>
            <a:r>
              <a:rPr spc="-5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&lt;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200000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THEN</a:t>
            </a:r>
            <a:r>
              <a:rPr spc="-2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budget*</a:t>
            </a:r>
            <a:r>
              <a:rPr spc="-45" dirty="0">
                <a:latin typeface="Calibri"/>
                <a:cs typeface="Calibri"/>
              </a:rPr>
              <a:t> </a:t>
            </a:r>
            <a:r>
              <a:rPr spc="-25" dirty="0">
                <a:latin typeface="Calibri"/>
                <a:cs typeface="Calibri"/>
              </a:rPr>
              <a:t>1.1 </a:t>
            </a:r>
            <a:endParaRPr lang="en-US" spc="-25" dirty="0">
              <a:latin typeface="Calibri"/>
              <a:cs typeface="Calibri"/>
            </a:endParaRPr>
          </a:p>
          <a:p>
            <a:pPr marL="12700" marR="5080">
              <a:lnSpc>
                <a:spcPct val="119400"/>
              </a:lnSpc>
            </a:pPr>
            <a:r>
              <a:rPr dirty="0">
                <a:latin typeface="Calibri"/>
                <a:cs typeface="Calibri"/>
              </a:rPr>
              <a:t>ELSE</a:t>
            </a:r>
            <a:r>
              <a:rPr spc="-60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budget*</a:t>
            </a:r>
            <a:r>
              <a:rPr spc="-70" dirty="0">
                <a:latin typeface="Calibri"/>
                <a:cs typeface="Calibri"/>
              </a:rPr>
              <a:t> </a:t>
            </a:r>
            <a:r>
              <a:rPr spc="-20" dirty="0">
                <a:latin typeface="Calibri"/>
                <a:cs typeface="Calibri"/>
              </a:rPr>
              <a:t>1.05</a:t>
            </a:r>
            <a:endParaRPr dirty="0">
              <a:latin typeface="Calibri"/>
              <a:cs typeface="Calibri"/>
            </a:endParaRPr>
          </a:p>
          <a:p>
            <a:pPr marL="12700">
              <a:spcBef>
                <a:spcPts val="385"/>
              </a:spcBef>
            </a:pPr>
            <a:r>
              <a:rPr spc="-20" dirty="0">
                <a:latin typeface="Calibri"/>
                <a:cs typeface="Calibri"/>
              </a:rPr>
              <a:t>END;</a:t>
            </a:r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5795" y="643701"/>
            <a:ext cx="5675818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80" dirty="0">
                <a:solidFill>
                  <a:schemeClr val="tx1"/>
                </a:solidFill>
              </a:rPr>
              <a:t>Tables</a:t>
            </a:r>
            <a:r>
              <a:rPr b="1" spc="-14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as</a:t>
            </a:r>
            <a:r>
              <a:rPr b="1" spc="-12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Sets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691188" y="2707029"/>
            <a:ext cx="8809623" cy="3321050"/>
            <a:chOff x="1062227" y="2994660"/>
            <a:chExt cx="7454265" cy="33210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2227" y="2994660"/>
              <a:ext cx="6541008" cy="1664208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77612" y="3590544"/>
              <a:ext cx="3238499" cy="272491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488059" y="1817878"/>
            <a:ext cx="9681294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265" indent="-456565">
              <a:spcBef>
                <a:spcPts val="95"/>
              </a:spcBef>
              <a:buFont typeface="Arial MT"/>
              <a:buChar char="•"/>
              <a:tabLst>
                <a:tab pos="469265" algn="l"/>
              </a:tabLst>
            </a:pPr>
            <a:r>
              <a:rPr sz="2400" dirty="0">
                <a:cs typeface="Calibri"/>
              </a:rPr>
              <a:t>Use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keyword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DISTINCT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SELECT</a:t>
            </a:r>
            <a:r>
              <a:rPr sz="2400" spc="-7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clause</a:t>
            </a:r>
            <a:endParaRPr sz="2400" dirty="0">
              <a:cs typeface="Calibri"/>
            </a:endParaRPr>
          </a:p>
          <a:p>
            <a:pPr marL="926465" lvl="1" indent="-456565">
              <a:buFont typeface="Arial MT"/>
              <a:buChar char="•"/>
              <a:tabLst>
                <a:tab pos="926465" algn="l"/>
              </a:tabLst>
            </a:pPr>
            <a:r>
              <a:rPr sz="2400" spc="-114" dirty="0">
                <a:cs typeface="Calibri"/>
              </a:rPr>
              <a:t>To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select</a:t>
            </a:r>
            <a:r>
              <a:rPr sz="2400" spc="-125" dirty="0">
                <a:cs typeface="Calibri"/>
              </a:rPr>
              <a:t> </a:t>
            </a:r>
            <a:r>
              <a:rPr sz="2400" dirty="0">
                <a:cs typeface="Calibri"/>
              </a:rPr>
              <a:t>rows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or</a:t>
            </a:r>
            <a:r>
              <a:rPr sz="2400" spc="-85" dirty="0">
                <a:cs typeface="Calibri"/>
              </a:rPr>
              <a:t> </a:t>
            </a:r>
            <a:r>
              <a:rPr sz="2400" dirty="0">
                <a:cs typeface="Calibri"/>
              </a:rPr>
              <a:t>tuples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with</a:t>
            </a:r>
            <a:r>
              <a:rPr sz="2400" spc="-85" dirty="0">
                <a:cs typeface="Calibri"/>
              </a:rPr>
              <a:t> </a:t>
            </a:r>
            <a:r>
              <a:rPr sz="2400" dirty="0">
                <a:cs typeface="Calibri"/>
              </a:rPr>
              <a:t>distinct</a:t>
            </a:r>
            <a:r>
              <a:rPr sz="2400" spc="-4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values</a:t>
            </a:r>
            <a:endParaRPr sz="2400" dirty="0"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720692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80" dirty="0">
                <a:solidFill>
                  <a:schemeClr val="tx1"/>
                </a:solidFill>
              </a:rPr>
              <a:t>Tables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as</a:t>
            </a:r>
            <a:r>
              <a:rPr b="1" spc="-13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Sets</a:t>
            </a:r>
            <a:r>
              <a:rPr b="1" spc="-14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in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spc="-25" dirty="0">
                <a:solidFill>
                  <a:schemeClr val="tx1"/>
                </a:solidFill>
              </a:rPr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22049" y="1756565"/>
            <a:ext cx="9903151" cy="1531573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240029" indent="-227329">
              <a:spcBef>
                <a:spcPts val="38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cs typeface="Calibri"/>
              </a:rPr>
              <a:t>Set</a:t>
            </a:r>
            <a:r>
              <a:rPr sz="2400" spc="-3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operations</a:t>
            </a:r>
            <a:endParaRPr sz="2400" dirty="0">
              <a:cs typeface="Calibri"/>
            </a:endParaRPr>
          </a:p>
          <a:p>
            <a:pPr marL="697230" lvl="1" indent="-227329">
              <a:spcBef>
                <a:spcPts val="245"/>
              </a:spcBef>
              <a:buFont typeface="Arial MT"/>
              <a:buChar char="•"/>
              <a:tabLst>
                <a:tab pos="697230" algn="l"/>
              </a:tabLst>
            </a:pPr>
            <a:r>
              <a:rPr sz="2000" b="1" dirty="0">
                <a:cs typeface="Calibri"/>
              </a:rPr>
              <a:t>UNION</a:t>
            </a:r>
            <a:r>
              <a:rPr sz="2000" dirty="0">
                <a:cs typeface="Calibri"/>
              </a:rPr>
              <a:t>,</a:t>
            </a:r>
            <a:r>
              <a:rPr sz="2000" spc="-100" dirty="0">
                <a:cs typeface="Calibri"/>
              </a:rPr>
              <a:t> </a:t>
            </a:r>
            <a:r>
              <a:rPr sz="2000" b="1" spc="-10" dirty="0">
                <a:cs typeface="Calibri"/>
              </a:rPr>
              <a:t>EXCEPT</a:t>
            </a:r>
            <a:r>
              <a:rPr sz="2000" b="1" spc="-6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(difference),</a:t>
            </a:r>
            <a:r>
              <a:rPr sz="2000" spc="-70" dirty="0">
                <a:cs typeface="Calibri"/>
              </a:rPr>
              <a:t> </a:t>
            </a:r>
            <a:r>
              <a:rPr sz="2000" b="1" spc="-10" dirty="0">
                <a:cs typeface="Calibri"/>
              </a:rPr>
              <a:t>INTERSECT</a:t>
            </a:r>
            <a:endParaRPr sz="2000" dirty="0">
              <a:cs typeface="Calibri"/>
            </a:endParaRPr>
          </a:p>
          <a:p>
            <a:pPr marL="696595" marR="5080" lvl="1" indent="-227329">
              <a:lnSpc>
                <a:spcPts val="2590"/>
              </a:lnSpc>
              <a:spcBef>
                <a:spcPts val="545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cs typeface="Calibri"/>
              </a:rPr>
              <a:t>Corresponding</a:t>
            </a:r>
            <a:r>
              <a:rPr sz="2000" spc="-35" dirty="0">
                <a:cs typeface="Calibri"/>
              </a:rPr>
              <a:t> </a:t>
            </a:r>
            <a:r>
              <a:rPr sz="2000" dirty="0">
                <a:cs typeface="Calibri"/>
              </a:rPr>
              <a:t>multiset</a:t>
            </a:r>
            <a:r>
              <a:rPr sz="2000" spc="-6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operations:</a:t>
            </a:r>
            <a:r>
              <a:rPr sz="2000" spc="-40" dirty="0">
                <a:cs typeface="Calibri"/>
              </a:rPr>
              <a:t> </a:t>
            </a:r>
            <a:r>
              <a:rPr sz="2000" dirty="0">
                <a:cs typeface="Calibri"/>
              </a:rPr>
              <a:t>UNION</a:t>
            </a:r>
            <a:r>
              <a:rPr sz="2000" spc="-15" dirty="0">
                <a:cs typeface="Calibri"/>
              </a:rPr>
              <a:t> </a:t>
            </a:r>
            <a:r>
              <a:rPr sz="2000" dirty="0">
                <a:cs typeface="Calibri"/>
              </a:rPr>
              <a:t>ALL,</a:t>
            </a:r>
            <a:r>
              <a:rPr sz="2000" spc="-3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EXCEPT </a:t>
            </a:r>
            <a:r>
              <a:rPr sz="2000" dirty="0">
                <a:cs typeface="Calibri"/>
              </a:rPr>
              <a:t>ALL,</a:t>
            </a:r>
            <a:r>
              <a:rPr sz="2000" spc="-75" dirty="0">
                <a:cs typeface="Calibri"/>
              </a:rPr>
              <a:t> </a:t>
            </a:r>
            <a:r>
              <a:rPr sz="2000" dirty="0">
                <a:cs typeface="Calibri"/>
              </a:rPr>
              <a:t>INTERSECT</a:t>
            </a:r>
            <a:r>
              <a:rPr sz="2000" spc="-80" dirty="0">
                <a:cs typeface="Calibri"/>
              </a:rPr>
              <a:t> </a:t>
            </a:r>
            <a:r>
              <a:rPr sz="2000" spc="-20" dirty="0">
                <a:cs typeface="Calibri"/>
              </a:rPr>
              <a:t>ALL)</a:t>
            </a:r>
            <a:endParaRPr sz="2000" dirty="0">
              <a:cs typeface="Calibri"/>
            </a:endParaRPr>
          </a:p>
          <a:p>
            <a:pPr marL="696595" marR="69215" lvl="1" indent="-227329">
              <a:lnSpc>
                <a:spcPts val="2590"/>
              </a:lnSpc>
              <a:spcBef>
                <a:spcPts val="500"/>
              </a:spcBef>
              <a:buFont typeface="Arial MT"/>
              <a:buChar char="•"/>
              <a:tabLst>
                <a:tab pos="697865" algn="l"/>
              </a:tabLst>
            </a:pPr>
            <a:r>
              <a:rPr sz="2000" spc="-10" dirty="0">
                <a:cs typeface="Calibri"/>
              </a:rPr>
              <a:t>Type</a:t>
            </a:r>
            <a:r>
              <a:rPr sz="2000" spc="-55" dirty="0">
                <a:cs typeface="Calibri"/>
              </a:rPr>
              <a:t> </a:t>
            </a:r>
            <a:r>
              <a:rPr sz="2000" dirty="0">
                <a:cs typeface="Calibri"/>
              </a:rPr>
              <a:t>compatibility</a:t>
            </a:r>
            <a:r>
              <a:rPr sz="2000" spc="-75" dirty="0">
                <a:cs typeface="Calibri"/>
              </a:rPr>
              <a:t> </a:t>
            </a:r>
            <a:r>
              <a:rPr sz="2000" dirty="0">
                <a:cs typeface="Calibri"/>
              </a:rPr>
              <a:t>is</a:t>
            </a:r>
            <a:r>
              <a:rPr sz="2000" spc="-60" dirty="0">
                <a:cs typeface="Calibri"/>
              </a:rPr>
              <a:t> </a:t>
            </a:r>
            <a:r>
              <a:rPr sz="2000" dirty="0">
                <a:cs typeface="Calibri"/>
              </a:rPr>
              <a:t>needed</a:t>
            </a:r>
            <a:r>
              <a:rPr sz="2000" spc="-60" dirty="0">
                <a:cs typeface="Calibri"/>
              </a:rPr>
              <a:t> </a:t>
            </a:r>
            <a:r>
              <a:rPr sz="2000" dirty="0">
                <a:cs typeface="Calibri"/>
              </a:rPr>
              <a:t>for</a:t>
            </a:r>
            <a:r>
              <a:rPr sz="2000" spc="-55" dirty="0">
                <a:cs typeface="Calibri"/>
              </a:rPr>
              <a:t> </a:t>
            </a:r>
            <a:r>
              <a:rPr sz="2000" dirty="0">
                <a:cs typeface="Calibri"/>
              </a:rPr>
              <a:t>these</a:t>
            </a:r>
            <a:r>
              <a:rPr sz="2000" spc="-60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operations</a:t>
            </a:r>
            <a:r>
              <a:rPr sz="2000" spc="-65" dirty="0">
                <a:cs typeface="Calibri"/>
              </a:rPr>
              <a:t> </a:t>
            </a:r>
            <a:r>
              <a:rPr sz="2000" dirty="0">
                <a:cs typeface="Calibri"/>
              </a:rPr>
              <a:t>to</a:t>
            </a:r>
            <a:r>
              <a:rPr sz="2000" spc="-60" dirty="0">
                <a:cs typeface="Calibri"/>
              </a:rPr>
              <a:t> </a:t>
            </a:r>
            <a:r>
              <a:rPr sz="2000" spc="-25" dirty="0">
                <a:cs typeface="Calibri"/>
              </a:rPr>
              <a:t>be 	</a:t>
            </a:r>
            <a:r>
              <a:rPr sz="2000" spc="-10" dirty="0">
                <a:cs typeface="Calibri"/>
              </a:rPr>
              <a:t>valid</a:t>
            </a:r>
            <a:endParaRPr sz="2000" dirty="0"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18822" y="3569863"/>
            <a:ext cx="6532071" cy="230664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014700-7C49-520C-7894-29EB9CFB63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3856" y="1402947"/>
            <a:ext cx="7978321" cy="359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4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590393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>
                <a:solidFill>
                  <a:schemeClr val="tx1"/>
                </a:solidFill>
              </a:rPr>
              <a:t>Substring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spc="-65" dirty="0">
                <a:solidFill>
                  <a:schemeClr val="tx1"/>
                </a:solidFill>
              </a:rPr>
              <a:t>Pattern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91312" y="1706842"/>
            <a:ext cx="10058399" cy="2492349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0029" indent="-227329">
              <a:spcBef>
                <a:spcPts val="775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dirty="0">
                <a:cs typeface="Calibri"/>
              </a:rPr>
              <a:t>LIKE</a:t>
            </a:r>
            <a:r>
              <a:rPr sz="2400" spc="-10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comparison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operator:</a:t>
            </a:r>
            <a:r>
              <a:rPr sz="2400" spc="-110" dirty="0">
                <a:cs typeface="Calibri"/>
              </a:rPr>
              <a:t> </a:t>
            </a:r>
            <a:r>
              <a:rPr sz="2400" dirty="0">
                <a:cs typeface="Calibri"/>
              </a:rPr>
              <a:t>string</a:t>
            </a:r>
            <a:r>
              <a:rPr sz="2400" spc="-95" dirty="0">
                <a:cs typeface="Calibri"/>
              </a:rPr>
              <a:t> </a:t>
            </a:r>
            <a:r>
              <a:rPr sz="2400" b="1" dirty="0">
                <a:cs typeface="Calibri"/>
              </a:rPr>
              <a:t>pattern</a:t>
            </a:r>
            <a:r>
              <a:rPr sz="2400" b="1" spc="-65" dirty="0">
                <a:cs typeface="Calibri"/>
              </a:rPr>
              <a:t> </a:t>
            </a:r>
            <a:r>
              <a:rPr sz="2400" b="1" spc="-10" dirty="0">
                <a:cs typeface="Calibri"/>
              </a:rPr>
              <a:t>matching</a:t>
            </a:r>
            <a:endParaRPr sz="2400" dirty="0">
              <a:cs typeface="Calibri"/>
            </a:endParaRPr>
          </a:p>
          <a:p>
            <a:pPr marL="240029" marR="650240" indent="-227329">
              <a:lnSpc>
                <a:spcPts val="3020"/>
              </a:lnSpc>
              <a:spcBef>
                <a:spcPts val="106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Partial</a:t>
            </a:r>
            <a:r>
              <a:rPr sz="2400" spc="-90" dirty="0">
                <a:cs typeface="Calibri"/>
              </a:rPr>
              <a:t> </a:t>
            </a:r>
            <a:r>
              <a:rPr sz="2400" dirty="0">
                <a:cs typeface="Calibri"/>
              </a:rPr>
              <a:t>strings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are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specified</a:t>
            </a:r>
            <a:r>
              <a:rPr sz="2400" spc="-75" dirty="0">
                <a:cs typeface="Calibri"/>
              </a:rPr>
              <a:t> </a:t>
            </a:r>
            <a:r>
              <a:rPr sz="2400" dirty="0">
                <a:cs typeface="Calibri"/>
              </a:rPr>
              <a:t>using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two</a:t>
            </a:r>
            <a:r>
              <a:rPr sz="2400" spc="-8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reserved characters:</a:t>
            </a:r>
            <a:endParaRPr sz="2400" dirty="0">
              <a:cs typeface="Calibri"/>
            </a:endParaRPr>
          </a:p>
          <a:p>
            <a:pPr marL="697230" lvl="1" indent="-227329">
              <a:lnSpc>
                <a:spcPts val="2735"/>
              </a:lnSpc>
              <a:spcBef>
                <a:spcPts val="195"/>
              </a:spcBef>
              <a:buFont typeface="Arial MT"/>
              <a:buChar char="•"/>
              <a:tabLst>
                <a:tab pos="697230" algn="l"/>
              </a:tabLst>
            </a:pPr>
            <a:r>
              <a:rPr sz="2000" dirty="0">
                <a:cs typeface="Calibri"/>
              </a:rPr>
              <a:t>%</a:t>
            </a:r>
            <a:r>
              <a:rPr sz="2000" spc="-50" dirty="0">
                <a:cs typeface="Calibri"/>
              </a:rPr>
              <a:t> </a:t>
            </a:r>
            <a:r>
              <a:rPr sz="2000" dirty="0">
                <a:cs typeface="Calibri"/>
              </a:rPr>
              <a:t>replaces</a:t>
            </a:r>
            <a:r>
              <a:rPr sz="2000" spc="-30" dirty="0">
                <a:cs typeface="Calibri"/>
              </a:rPr>
              <a:t> </a:t>
            </a:r>
            <a:r>
              <a:rPr sz="2000" dirty="0">
                <a:cs typeface="Calibri"/>
              </a:rPr>
              <a:t>an</a:t>
            </a:r>
            <a:r>
              <a:rPr sz="2000" spc="-40" dirty="0">
                <a:cs typeface="Calibri"/>
              </a:rPr>
              <a:t> </a:t>
            </a:r>
            <a:r>
              <a:rPr sz="2000" dirty="0">
                <a:cs typeface="Calibri"/>
              </a:rPr>
              <a:t>arbitrary</a:t>
            </a:r>
            <a:r>
              <a:rPr sz="2000" spc="-60" dirty="0">
                <a:cs typeface="Calibri"/>
              </a:rPr>
              <a:t> </a:t>
            </a:r>
            <a:r>
              <a:rPr sz="2000" dirty="0">
                <a:cs typeface="Calibri"/>
              </a:rPr>
              <a:t>number</a:t>
            </a:r>
            <a:r>
              <a:rPr sz="2000" spc="-45" dirty="0">
                <a:cs typeface="Calibri"/>
              </a:rPr>
              <a:t> </a:t>
            </a:r>
            <a:r>
              <a:rPr sz="2000" dirty="0">
                <a:cs typeface="Calibri"/>
              </a:rPr>
              <a:t>of</a:t>
            </a:r>
            <a:r>
              <a:rPr sz="2000" spc="-3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zero</a:t>
            </a:r>
            <a:r>
              <a:rPr sz="2000" spc="-50" dirty="0">
                <a:cs typeface="Calibri"/>
              </a:rPr>
              <a:t> </a:t>
            </a:r>
            <a:r>
              <a:rPr sz="2000" dirty="0">
                <a:cs typeface="Calibri"/>
              </a:rPr>
              <a:t>or</a:t>
            </a:r>
            <a:r>
              <a:rPr sz="2000" spc="-35" dirty="0">
                <a:cs typeface="Calibri"/>
              </a:rPr>
              <a:t> </a:t>
            </a:r>
            <a:r>
              <a:rPr sz="2000" spc="-20" dirty="0">
                <a:cs typeface="Calibri"/>
              </a:rPr>
              <a:t>more</a:t>
            </a:r>
            <a:endParaRPr sz="2000" dirty="0">
              <a:cs typeface="Calibri"/>
            </a:endParaRPr>
          </a:p>
          <a:p>
            <a:pPr marL="697865">
              <a:lnSpc>
                <a:spcPts val="2735"/>
              </a:lnSpc>
            </a:pPr>
            <a:r>
              <a:rPr sz="2000" spc="-10" dirty="0">
                <a:cs typeface="Calibri"/>
              </a:rPr>
              <a:t>characters</a:t>
            </a:r>
            <a:endParaRPr sz="2000" dirty="0">
              <a:cs typeface="Calibri"/>
            </a:endParaRPr>
          </a:p>
          <a:p>
            <a:pPr marL="697230" lvl="1" indent="-227329">
              <a:spcBef>
                <a:spcPts val="215"/>
              </a:spcBef>
              <a:buFont typeface="Arial MT"/>
              <a:buChar char="•"/>
              <a:tabLst>
                <a:tab pos="697230" algn="l"/>
              </a:tabLst>
            </a:pPr>
            <a:r>
              <a:rPr sz="2000" spc="-10" dirty="0">
                <a:cs typeface="Calibri"/>
              </a:rPr>
              <a:t>underscore</a:t>
            </a:r>
            <a:r>
              <a:rPr sz="2000" spc="-45" dirty="0">
                <a:cs typeface="Calibri"/>
              </a:rPr>
              <a:t> </a:t>
            </a:r>
            <a:r>
              <a:rPr sz="2000" dirty="0">
                <a:cs typeface="Calibri"/>
              </a:rPr>
              <a:t>(_)</a:t>
            </a:r>
            <a:r>
              <a:rPr sz="2000" spc="-50" dirty="0">
                <a:cs typeface="Calibri"/>
              </a:rPr>
              <a:t> </a:t>
            </a:r>
            <a:r>
              <a:rPr sz="2000" dirty="0">
                <a:cs typeface="Calibri"/>
              </a:rPr>
              <a:t>replaces</a:t>
            </a:r>
            <a:r>
              <a:rPr sz="2000" spc="-60" dirty="0">
                <a:cs typeface="Calibri"/>
              </a:rPr>
              <a:t> </a:t>
            </a:r>
            <a:r>
              <a:rPr sz="2000" dirty="0">
                <a:cs typeface="Calibri"/>
              </a:rPr>
              <a:t>a</a:t>
            </a:r>
            <a:r>
              <a:rPr sz="2000" spc="-45" dirty="0">
                <a:cs typeface="Calibri"/>
              </a:rPr>
              <a:t> </a:t>
            </a:r>
            <a:r>
              <a:rPr sz="2000" dirty="0">
                <a:cs typeface="Calibri"/>
              </a:rPr>
              <a:t>single</a:t>
            </a:r>
            <a:r>
              <a:rPr sz="2000" spc="-55" dirty="0">
                <a:cs typeface="Calibri"/>
              </a:rPr>
              <a:t> </a:t>
            </a:r>
            <a:r>
              <a:rPr sz="2000" spc="-10" dirty="0">
                <a:cs typeface="Calibri"/>
              </a:rPr>
              <a:t>character.</a:t>
            </a:r>
            <a:endParaRPr sz="2000" dirty="0">
              <a:cs typeface="Calibri"/>
            </a:endParaRPr>
          </a:p>
          <a:p>
            <a:pPr marL="240029" indent="-227329">
              <a:spcBef>
                <a:spcPts val="63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cs typeface="Calibri"/>
              </a:rPr>
              <a:t>Examples:</a:t>
            </a:r>
            <a:endParaRPr sz="2400" dirty="0"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8869" y="4273334"/>
            <a:ext cx="5974080" cy="17556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608834-EE6E-4C4F-FE78-234C7A1757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837" y="1975346"/>
            <a:ext cx="10382326" cy="1995956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DDEF0C-1A2E-7CBE-E0A7-FB230A3EF140}"/>
              </a:ext>
            </a:extLst>
          </p:cNvPr>
          <p:cNvSpPr txBox="1"/>
          <p:nvPr/>
        </p:nvSpPr>
        <p:spPr>
          <a:xfrm>
            <a:off x="1172038" y="941697"/>
            <a:ext cx="8091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To retrieve all employees who were born during the 1970s, we can use Query Q12.</a:t>
            </a:r>
          </a:p>
        </p:txBody>
      </p:sp>
    </p:spTree>
    <p:extLst>
      <p:ext uri="{BB962C8B-B14F-4D97-AF65-F5344CB8AC3E}">
        <p14:creationId xmlns:p14="http://schemas.microsoft.com/office/powerpoint/2010/main" val="4030597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624576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>
                <a:solidFill>
                  <a:schemeClr val="tx1"/>
                </a:solidFill>
              </a:rPr>
              <a:t>Substring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spc="-65" dirty="0">
                <a:solidFill>
                  <a:schemeClr val="tx1"/>
                </a:solidFill>
              </a:rPr>
              <a:t>Pattern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31685" y="1776097"/>
            <a:ext cx="9074543" cy="1176604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latin typeface="Calibri"/>
                <a:cs typeface="Calibri"/>
              </a:rPr>
              <a:t>Query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12A.</a:t>
            </a:r>
            <a:r>
              <a:rPr sz="2400" b="1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Find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employees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who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were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born </a:t>
            </a:r>
            <a:r>
              <a:rPr sz="2400" b="1" dirty="0">
                <a:latin typeface="Calibri"/>
                <a:cs typeface="Calibri"/>
              </a:rPr>
              <a:t>during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1950s.</a:t>
            </a:r>
            <a:endParaRPr sz="2400" dirty="0">
              <a:latin typeface="Calibri"/>
              <a:cs typeface="Calibri"/>
            </a:endParaRPr>
          </a:p>
          <a:p>
            <a:pPr marL="469900" marR="3175635">
              <a:lnSpc>
                <a:spcPts val="3100"/>
              </a:lnSpc>
              <a:spcBef>
                <a:spcPts val="115"/>
              </a:spcBef>
            </a:pPr>
            <a:r>
              <a:rPr sz="2000" dirty="0">
                <a:latin typeface="Calibri"/>
                <a:cs typeface="Calibri"/>
              </a:rPr>
              <a:t>Q12: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Fname,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Lname </a:t>
            </a:r>
            <a:r>
              <a:rPr sz="2000" dirty="0">
                <a:latin typeface="Calibri"/>
                <a:cs typeface="Calibri"/>
              </a:rPr>
              <a:t>FROM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EMPLOYEE</a:t>
            </a:r>
            <a:endParaRPr sz="2000" dirty="0">
              <a:latin typeface="Calibri"/>
              <a:cs typeface="Calibri"/>
            </a:endParaRPr>
          </a:p>
          <a:p>
            <a:pPr marL="469900">
              <a:spcBef>
                <a:spcPts val="60"/>
              </a:spcBef>
            </a:pP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Bdate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‘</a:t>
            </a:r>
            <a:r>
              <a:rPr lang="en-US" sz="2000" dirty="0">
                <a:latin typeface="Calibri"/>
                <a:cs typeface="Calibri"/>
              </a:rPr>
              <a:t>_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_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_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_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_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_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_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_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_’;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3166" y="937738"/>
            <a:ext cx="6777896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dirty="0">
                <a:solidFill>
                  <a:schemeClr val="tx1"/>
                </a:solidFill>
              </a:rPr>
              <a:t>SQL</a:t>
            </a:r>
            <a:r>
              <a:rPr b="1" spc="-170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Arithmetic</a:t>
            </a:r>
            <a:r>
              <a:rPr b="1" spc="-16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Opera</a:t>
            </a:r>
            <a:r>
              <a:rPr lang="en-US" sz="4800" b="1" spc="-75" dirty="0">
                <a:solidFill>
                  <a:schemeClr val="tx1"/>
                </a:solidFill>
                <a:cs typeface="Calibri Light"/>
              </a:rPr>
              <a:t>tors</a:t>
            </a:r>
            <a:endParaRPr b="1" spc="-10" dirty="0">
              <a:solidFill>
                <a:schemeClr val="tx1"/>
              </a:solidFill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7353917"/>
              </p:ext>
            </p:extLst>
          </p:nvPr>
        </p:nvGraphicFramePr>
        <p:xfrm>
          <a:off x="1003166" y="2308036"/>
          <a:ext cx="2953537" cy="27951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785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7883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Operator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9530" marR="6032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Descriptio</a:t>
                      </a:r>
                      <a:r>
                        <a:rPr sz="2400" spc="-50" dirty="0">
                          <a:latin typeface="Calibri"/>
                          <a:cs typeface="Calibri"/>
                        </a:rPr>
                        <a:t>n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+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25" dirty="0">
                          <a:latin typeface="Calibri"/>
                          <a:cs typeface="Calibri"/>
                        </a:rPr>
                        <a:t>Add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-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Subtract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*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Multiply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/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Divide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CCCCCC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5455">
                <a:tc>
                  <a:txBody>
                    <a:bodyPr/>
                    <a:lstStyle/>
                    <a:p>
                      <a:pPr marL="9969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50" dirty="0">
                          <a:latin typeface="Calibri"/>
                          <a:cs typeface="Calibri"/>
                        </a:rPr>
                        <a:t>%</a:t>
                      </a:r>
                      <a:endParaRPr sz="24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400" spc="-10" dirty="0">
                          <a:latin typeface="Calibri"/>
                          <a:cs typeface="Calibri"/>
                        </a:rPr>
                        <a:t>Modulo</a:t>
                      </a:r>
                      <a:endParaRPr sz="24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9525">
                      <a:solidFill>
                        <a:srgbClr val="CCCCCC"/>
                      </a:solidFill>
                      <a:prstDash val="solid"/>
                    </a:lnL>
                    <a:lnR w="9525">
                      <a:solidFill>
                        <a:srgbClr val="CCCCCC"/>
                      </a:solidFill>
                      <a:prstDash val="solid"/>
                    </a:lnR>
                    <a:lnT w="9525">
                      <a:solidFill>
                        <a:srgbClr val="CCCCCC"/>
                      </a:solidFill>
                      <a:prstDash val="solid"/>
                    </a:lnT>
                    <a:lnB w="9525">
                      <a:solidFill>
                        <a:srgbClr val="DDDDDD"/>
                      </a:solidFill>
                      <a:prstDash val="soli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4378466" y="1748478"/>
            <a:ext cx="7495086" cy="314496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2400" b="1" dirty="0">
                <a:cs typeface="Arial"/>
              </a:rPr>
              <a:t>Query</a:t>
            </a:r>
            <a:r>
              <a:rPr sz="2400" b="1" spc="-15" dirty="0">
                <a:cs typeface="Arial"/>
              </a:rPr>
              <a:t> </a:t>
            </a:r>
            <a:r>
              <a:rPr sz="2400" b="1" dirty="0">
                <a:cs typeface="Arial"/>
              </a:rPr>
              <a:t>13.</a:t>
            </a:r>
            <a:r>
              <a:rPr sz="2400" b="1" spc="-5" dirty="0">
                <a:cs typeface="Arial"/>
              </a:rPr>
              <a:t> </a:t>
            </a:r>
            <a:r>
              <a:rPr sz="2800" dirty="0">
                <a:cs typeface="Arial MT"/>
              </a:rPr>
              <a:t>Show</a:t>
            </a:r>
            <a:r>
              <a:rPr sz="2800" spc="-5" dirty="0">
                <a:cs typeface="Arial MT"/>
              </a:rPr>
              <a:t> </a:t>
            </a:r>
            <a:r>
              <a:rPr sz="2800" dirty="0">
                <a:cs typeface="Arial MT"/>
              </a:rPr>
              <a:t>the</a:t>
            </a:r>
            <a:r>
              <a:rPr sz="2800" spc="-20" dirty="0">
                <a:cs typeface="Arial MT"/>
              </a:rPr>
              <a:t> </a:t>
            </a:r>
            <a:r>
              <a:rPr sz="2800" dirty="0">
                <a:cs typeface="Arial MT"/>
              </a:rPr>
              <a:t>resulting</a:t>
            </a:r>
            <a:r>
              <a:rPr sz="2800" spc="-30" dirty="0">
                <a:cs typeface="Arial MT"/>
              </a:rPr>
              <a:t> </a:t>
            </a:r>
            <a:r>
              <a:rPr sz="2800" dirty="0">
                <a:cs typeface="Arial MT"/>
              </a:rPr>
              <a:t>salaries</a:t>
            </a:r>
            <a:r>
              <a:rPr sz="2800" spc="-30" dirty="0">
                <a:cs typeface="Arial MT"/>
              </a:rPr>
              <a:t> </a:t>
            </a:r>
            <a:r>
              <a:rPr sz="2800" dirty="0">
                <a:cs typeface="Arial MT"/>
              </a:rPr>
              <a:t>if</a:t>
            </a:r>
            <a:r>
              <a:rPr sz="2800" spc="-20" dirty="0">
                <a:cs typeface="Arial MT"/>
              </a:rPr>
              <a:t> </a:t>
            </a:r>
            <a:r>
              <a:rPr sz="2800" dirty="0">
                <a:cs typeface="Arial MT"/>
              </a:rPr>
              <a:t>every</a:t>
            </a:r>
            <a:r>
              <a:rPr sz="2800" spc="-30" dirty="0">
                <a:cs typeface="Arial MT"/>
              </a:rPr>
              <a:t> </a:t>
            </a:r>
            <a:r>
              <a:rPr sz="2800" dirty="0">
                <a:cs typeface="Arial MT"/>
              </a:rPr>
              <a:t>employee</a:t>
            </a:r>
            <a:r>
              <a:rPr sz="2800" spc="-25" dirty="0">
                <a:cs typeface="Arial MT"/>
              </a:rPr>
              <a:t> </a:t>
            </a:r>
            <a:r>
              <a:rPr sz="2800" dirty="0">
                <a:cs typeface="Arial MT"/>
              </a:rPr>
              <a:t>working</a:t>
            </a:r>
            <a:r>
              <a:rPr sz="2800" spc="-45" dirty="0">
                <a:cs typeface="Arial MT"/>
              </a:rPr>
              <a:t> </a:t>
            </a:r>
            <a:r>
              <a:rPr sz="2800" dirty="0">
                <a:cs typeface="Arial MT"/>
              </a:rPr>
              <a:t>on</a:t>
            </a:r>
            <a:r>
              <a:rPr sz="2800" spc="-5" dirty="0">
                <a:cs typeface="Arial MT"/>
              </a:rPr>
              <a:t> </a:t>
            </a:r>
            <a:r>
              <a:rPr sz="2800" spc="-25" dirty="0">
                <a:cs typeface="Arial MT"/>
              </a:rPr>
              <a:t>the</a:t>
            </a:r>
            <a:r>
              <a:rPr lang="en-US" sz="2800" spc="-25" dirty="0">
                <a:cs typeface="Arial MT"/>
              </a:rPr>
              <a:t> </a:t>
            </a:r>
            <a:r>
              <a:rPr sz="2800" dirty="0">
                <a:cs typeface="Arial MT"/>
              </a:rPr>
              <a:t>‘ProductX’</a:t>
            </a:r>
            <a:r>
              <a:rPr sz="2800" spc="-100" dirty="0">
                <a:cs typeface="Arial MT"/>
              </a:rPr>
              <a:t> </a:t>
            </a:r>
            <a:r>
              <a:rPr sz="2800" dirty="0">
                <a:cs typeface="Arial MT"/>
              </a:rPr>
              <a:t>project</a:t>
            </a:r>
            <a:r>
              <a:rPr sz="2800" spc="-45" dirty="0">
                <a:cs typeface="Arial MT"/>
              </a:rPr>
              <a:t> </a:t>
            </a:r>
            <a:r>
              <a:rPr sz="2800" dirty="0">
                <a:cs typeface="Arial MT"/>
              </a:rPr>
              <a:t>is</a:t>
            </a:r>
            <a:r>
              <a:rPr sz="2800" spc="-5" dirty="0">
                <a:cs typeface="Arial MT"/>
              </a:rPr>
              <a:t> </a:t>
            </a:r>
            <a:r>
              <a:rPr sz="2800" dirty="0">
                <a:cs typeface="Arial MT"/>
              </a:rPr>
              <a:t>given</a:t>
            </a:r>
            <a:r>
              <a:rPr sz="2800" spc="-25" dirty="0">
                <a:cs typeface="Arial MT"/>
              </a:rPr>
              <a:t> </a:t>
            </a:r>
            <a:r>
              <a:rPr sz="2800" dirty="0">
                <a:cs typeface="Arial MT"/>
              </a:rPr>
              <a:t>a</a:t>
            </a:r>
            <a:r>
              <a:rPr sz="2800" spc="-10" dirty="0">
                <a:cs typeface="Arial MT"/>
              </a:rPr>
              <a:t> </a:t>
            </a:r>
            <a:r>
              <a:rPr sz="2800" dirty="0">
                <a:cs typeface="Arial MT"/>
              </a:rPr>
              <a:t>10%</a:t>
            </a:r>
            <a:r>
              <a:rPr sz="2800" spc="-30" dirty="0">
                <a:cs typeface="Arial MT"/>
              </a:rPr>
              <a:t> </a:t>
            </a:r>
            <a:r>
              <a:rPr sz="2800" spc="-10" dirty="0">
                <a:cs typeface="Arial MT"/>
              </a:rPr>
              <a:t>raise.</a:t>
            </a:r>
            <a:endParaRPr lang="en-US" sz="2800" spc="-10" dirty="0">
              <a:cs typeface="Arial MT"/>
            </a:endParaRPr>
          </a:p>
          <a:p>
            <a:pPr marL="12700">
              <a:spcBef>
                <a:spcPts val="105"/>
              </a:spcBef>
            </a:pPr>
            <a:endParaRPr sz="2800" dirty="0">
              <a:cs typeface="Arial MT"/>
            </a:endParaRPr>
          </a:p>
          <a:p>
            <a:pPr marL="12700"/>
            <a:r>
              <a:rPr sz="2400" b="1" dirty="0">
                <a:cs typeface="Arial"/>
              </a:rPr>
              <a:t>SELECT</a:t>
            </a:r>
            <a:r>
              <a:rPr sz="2400" b="1" spc="-30" dirty="0">
                <a:cs typeface="Arial"/>
              </a:rPr>
              <a:t> </a:t>
            </a:r>
            <a:r>
              <a:rPr sz="2400" dirty="0">
                <a:cs typeface="Arial MT"/>
              </a:rPr>
              <a:t>E.Fname,</a:t>
            </a:r>
            <a:r>
              <a:rPr sz="2400" spc="-15" dirty="0">
                <a:cs typeface="Arial MT"/>
              </a:rPr>
              <a:t> </a:t>
            </a:r>
            <a:r>
              <a:rPr sz="2400" dirty="0">
                <a:cs typeface="Arial MT"/>
              </a:rPr>
              <a:t>E.Lname,</a:t>
            </a:r>
            <a:r>
              <a:rPr sz="2400" spc="-15" dirty="0">
                <a:cs typeface="Arial MT"/>
              </a:rPr>
              <a:t> </a:t>
            </a:r>
            <a:r>
              <a:rPr sz="2800" dirty="0">
                <a:cs typeface="Arial MT"/>
              </a:rPr>
              <a:t>1.1</a:t>
            </a:r>
            <a:r>
              <a:rPr sz="2800" spc="-40" dirty="0">
                <a:cs typeface="Arial MT"/>
              </a:rPr>
              <a:t> </a:t>
            </a:r>
            <a:r>
              <a:rPr sz="2400" dirty="0">
                <a:cs typeface="Arial MT"/>
              </a:rPr>
              <a:t>*</a:t>
            </a:r>
            <a:r>
              <a:rPr sz="2400" spc="-25" dirty="0">
                <a:cs typeface="Arial MT"/>
              </a:rPr>
              <a:t> </a:t>
            </a:r>
            <a:r>
              <a:rPr sz="2400" dirty="0">
                <a:cs typeface="Arial MT"/>
              </a:rPr>
              <a:t>E.Salary</a:t>
            </a:r>
            <a:r>
              <a:rPr sz="2400" spc="-10" dirty="0">
                <a:cs typeface="Arial MT"/>
              </a:rPr>
              <a:t> </a:t>
            </a:r>
            <a:r>
              <a:rPr sz="2400" b="1" dirty="0">
                <a:cs typeface="Arial"/>
              </a:rPr>
              <a:t>AS</a:t>
            </a:r>
            <a:r>
              <a:rPr sz="2400" b="1" spc="30" dirty="0">
                <a:cs typeface="Arial"/>
              </a:rPr>
              <a:t> </a:t>
            </a:r>
            <a:r>
              <a:rPr sz="2400" spc="-10" dirty="0">
                <a:cs typeface="Arial MT"/>
              </a:rPr>
              <a:t>Increased_sal</a:t>
            </a:r>
            <a:endParaRPr sz="2400" dirty="0">
              <a:cs typeface="Arial MT"/>
            </a:endParaRPr>
          </a:p>
          <a:p>
            <a:pPr marL="12700">
              <a:spcBef>
                <a:spcPts val="5"/>
              </a:spcBef>
            </a:pPr>
            <a:r>
              <a:rPr sz="2400" b="1" dirty="0">
                <a:cs typeface="Arial"/>
              </a:rPr>
              <a:t>FROM</a:t>
            </a:r>
            <a:r>
              <a:rPr sz="2400" b="1" spc="-45" dirty="0">
                <a:cs typeface="Arial"/>
              </a:rPr>
              <a:t> </a:t>
            </a:r>
            <a:r>
              <a:rPr sz="2400" dirty="0">
                <a:cs typeface="Arial MT"/>
              </a:rPr>
              <a:t>EMPLOYEE</a:t>
            </a:r>
            <a:r>
              <a:rPr sz="2400" spc="-35" dirty="0">
                <a:cs typeface="Arial MT"/>
              </a:rPr>
              <a:t> </a:t>
            </a:r>
            <a:r>
              <a:rPr sz="2400" dirty="0">
                <a:cs typeface="Arial MT"/>
              </a:rPr>
              <a:t>E,</a:t>
            </a:r>
            <a:r>
              <a:rPr sz="2400" spc="-45" dirty="0">
                <a:cs typeface="Arial MT"/>
              </a:rPr>
              <a:t> </a:t>
            </a:r>
            <a:r>
              <a:rPr sz="2400" dirty="0">
                <a:cs typeface="Arial MT"/>
              </a:rPr>
              <a:t>WORKS_ON</a:t>
            </a:r>
            <a:r>
              <a:rPr sz="2400" spc="-35" dirty="0">
                <a:cs typeface="Arial MT"/>
              </a:rPr>
              <a:t> </a:t>
            </a:r>
            <a:r>
              <a:rPr sz="2400" dirty="0">
                <a:cs typeface="Arial MT"/>
              </a:rPr>
              <a:t>W,</a:t>
            </a:r>
            <a:r>
              <a:rPr sz="2400" spc="-35" dirty="0">
                <a:cs typeface="Arial MT"/>
              </a:rPr>
              <a:t> </a:t>
            </a:r>
            <a:r>
              <a:rPr sz="2400" dirty="0">
                <a:cs typeface="Arial MT"/>
              </a:rPr>
              <a:t>PROJECT</a:t>
            </a:r>
            <a:r>
              <a:rPr sz="2400" spc="-40" dirty="0">
                <a:cs typeface="Arial MT"/>
              </a:rPr>
              <a:t> </a:t>
            </a:r>
            <a:r>
              <a:rPr sz="2400" spc="-50" dirty="0">
                <a:cs typeface="Arial MT"/>
              </a:rPr>
              <a:t>P</a:t>
            </a:r>
            <a:endParaRPr sz="2400" dirty="0">
              <a:cs typeface="Arial MT"/>
            </a:endParaRPr>
          </a:p>
          <a:p>
            <a:pPr marL="12700">
              <a:lnSpc>
                <a:spcPts val="2125"/>
              </a:lnSpc>
            </a:pPr>
            <a:r>
              <a:rPr sz="2400" b="1" dirty="0">
                <a:cs typeface="Arial"/>
              </a:rPr>
              <a:t>WHERE</a:t>
            </a:r>
            <a:r>
              <a:rPr sz="2400" b="1" spc="-45" dirty="0">
                <a:cs typeface="Arial"/>
              </a:rPr>
              <a:t> </a:t>
            </a:r>
            <a:r>
              <a:rPr sz="2400" dirty="0">
                <a:cs typeface="Arial MT"/>
              </a:rPr>
              <a:t>E.Ssn</a:t>
            </a:r>
            <a:r>
              <a:rPr sz="2400" spc="-40" dirty="0">
                <a:cs typeface="Arial MT"/>
              </a:rPr>
              <a:t> </a:t>
            </a:r>
            <a:r>
              <a:rPr sz="2400" dirty="0">
                <a:cs typeface="Arial MT"/>
              </a:rPr>
              <a:t>=</a:t>
            </a:r>
            <a:r>
              <a:rPr sz="2400" spc="-40" dirty="0">
                <a:cs typeface="Arial MT"/>
              </a:rPr>
              <a:t> </a:t>
            </a:r>
            <a:r>
              <a:rPr sz="2400" spc="-10" dirty="0">
                <a:cs typeface="Arial MT"/>
              </a:rPr>
              <a:t>W.Essn</a:t>
            </a:r>
            <a:r>
              <a:rPr sz="2400" spc="-45" dirty="0">
                <a:cs typeface="Arial MT"/>
              </a:rPr>
              <a:t> </a:t>
            </a:r>
            <a:r>
              <a:rPr sz="2400" b="1" dirty="0">
                <a:cs typeface="Arial"/>
              </a:rPr>
              <a:t>AND</a:t>
            </a:r>
            <a:r>
              <a:rPr sz="2400" b="1" spc="15" dirty="0">
                <a:cs typeface="Arial"/>
              </a:rPr>
              <a:t> </a:t>
            </a:r>
            <a:r>
              <a:rPr sz="2400" spc="-10" dirty="0">
                <a:cs typeface="Arial MT"/>
              </a:rPr>
              <a:t>W.Pno</a:t>
            </a:r>
            <a:r>
              <a:rPr sz="2400" spc="-50" dirty="0">
                <a:cs typeface="Arial MT"/>
              </a:rPr>
              <a:t> </a:t>
            </a:r>
            <a:r>
              <a:rPr sz="2400" dirty="0">
                <a:cs typeface="Arial MT"/>
              </a:rPr>
              <a:t>=</a:t>
            </a:r>
            <a:r>
              <a:rPr sz="2400" spc="-40" dirty="0">
                <a:cs typeface="Arial MT"/>
              </a:rPr>
              <a:t> </a:t>
            </a:r>
            <a:r>
              <a:rPr sz="2400" spc="-25" dirty="0">
                <a:cs typeface="Arial MT"/>
              </a:rPr>
              <a:t>P.Pnumber </a:t>
            </a:r>
            <a:r>
              <a:rPr sz="2400" b="1" spc="-25" dirty="0">
                <a:cs typeface="Arial"/>
              </a:rPr>
              <a:t>AND</a:t>
            </a:r>
            <a:endParaRPr sz="2400" dirty="0">
              <a:cs typeface="Arial"/>
            </a:endParaRPr>
          </a:p>
          <a:p>
            <a:pPr marL="12700">
              <a:lnSpc>
                <a:spcPts val="2365"/>
              </a:lnSpc>
            </a:pPr>
            <a:r>
              <a:rPr sz="2400" spc="-25" dirty="0">
                <a:cs typeface="Arial MT"/>
              </a:rPr>
              <a:t>P.Pname</a:t>
            </a:r>
            <a:r>
              <a:rPr sz="2400" spc="-45" dirty="0">
                <a:cs typeface="Arial MT"/>
              </a:rPr>
              <a:t> </a:t>
            </a:r>
            <a:r>
              <a:rPr sz="2400" dirty="0">
                <a:cs typeface="Arial MT"/>
              </a:rPr>
              <a:t>=</a:t>
            </a:r>
            <a:r>
              <a:rPr sz="2400" spc="-45" dirty="0">
                <a:cs typeface="Arial MT"/>
              </a:rPr>
              <a:t> </a:t>
            </a:r>
            <a:r>
              <a:rPr sz="2800" spc="-10" dirty="0">
                <a:cs typeface="Arial MT"/>
              </a:rPr>
              <a:t>‘ProductX’;</a:t>
            </a:r>
            <a:endParaRPr sz="2800" dirty="0">
              <a:cs typeface="Arial M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3891" y="675852"/>
            <a:ext cx="8307936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40" dirty="0">
                <a:solidFill>
                  <a:schemeClr val="tx1"/>
                </a:solidFill>
              </a:rPr>
              <a:t>Comparison</a:t>
            </a:r>
            <a:r>
              <a:rPr b="1" spc="-180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Operator:</a:t>
            </a:r>
            <a:r>
              <a:rPr b="1" spc="-15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Between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7985" y="1971214"/>
            <a:ext cx="9896030" cy="44563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0029" marR="5080" indent="-227329">
              <a:lnSpc>
                <a:spcPts val="3030"/>
              </a:lnSpc>
              <a:spcBef>
                <a:spcPts val="475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spc="-25" dirty="0">
                <a:cs typeface="Calibri"/>
              </a:rPr>
              <a:t>BETWEEN:</a:t>
            </a:r>
            <a:r>
              <a:rPr sz="2400" b="1" spc="-235" dirty="0">
                <a:cs typeface="Calibri"/>
              </a:rPr>
              <a:t> </a:t>
            </a:r>
            <a:r>
              <a:rPr sz="2400" dirty="0">
                <a:cs typeface="Calibri"/>
              </a:rPr>
              <a:t>TRUE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if</a:t>
            </a:r>
            <a:r>
              <a:rPr sz="2400" spc="-2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15" dirty="0">
                <a:cs typeface="Calibri"/>
              </a:rPr>
              <a:t> </a:t>
            </a:r>
            <a:r>
              <a:rPr sz="2400" dirty="0">
                <a:cs typeface="Calibri"/>
              </a:rPr>
              <a:t>operand is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within</a:t>
            </a:r>
            <a:r>
              <a:rPr sz="2400" spc="-1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20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range </a:t>
            </a:r>
            <a:r>
              <a:rPr sz="2400" dirty="0">
                <a:cs typeface="Calibri"/>
              </a:rPr>
              <a:t>of</a:t>
            </a:r>
            <a:r>
              <a:rPr sz="2400" spc="-10" dirty="0">
                <a:cs typeface="Calibri"/>
              </a:rPr>
              <a:t> comparisons</a:t>
            </a:r>
            <a:endParaRPr sz="2400" dirty="0"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07507" y="4734306"/>
            <a:ext cx="9736508" cy="816057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>
              <a:lnSpc>
                <a:spcPts val="3020"/>
              </a:lnSpc>
              <a:spcBef>
                <a:spcPts val="480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dirty="0">
                <a:cs typeface="Calibri"/>
              </a:rPr>
              <a:t>The</a:t>
            </a:r>
            <a:r>
              <a:rPr sz="2400" spc="-80" dirty="0">
                <a:cs typeface="Calibri"/>
              </a:rPr>
              <a:t> </a:t>
            </a:r>
            <a:r>
              <a:rPr sz="2400" dirty="0">
                <a:cs typeface="Calibri"/>
              </a:rPr>
              <a:t>condition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(Salary</a:t>
            </a:r>
            <a:r>
              <a:rPr sz="2400" spc="-80" dirty="0">
                <a:cs typeface="Calibri"/>
              </a:rPr>
              <a:t> </a:t>
            </a:r>
            <a:r>
              <a:rPr sz="2400" b="1" dirty="0">
                <a:cs typeface="Calibri"/>
              </a:rPr>
              <a:t>BETWEEN</a:t>
            </a:r>
            <a:r>
              <a:rPr sz="2400" b="1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30000</a:t>
            </a:r>
            <a:r>
              <a:rPr sz="2400" spc="-30" dirty="0">
                <a:cs typeface="Calibri"/>
              </a:rPr>
              <a:t> </a:t>
            </a:r>
            <a:r>
              <a:rPr sz="2400" b="1" dirty="0">
                <a:cs typeface="Calibri"/>
              </a:rPr>
              <a:t>AND</a:t>
            </a:r>
            <a:r>
              <a:rPr sz="2400" b="1" spc="-5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40000) </a:t>
            </a:r>
            <a:r>
              <a:rPr sz="2400" dirty="0">
                <a:cs typeface="Calibri"/>
              </a:rPr>
              <a:t>in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Q14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is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equivalent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to</a:t>
            </a:r>
            <a:r>
              <a:rPr sz="2400" spc="-7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condition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((Salary</a:t>
            </a:r>
            <a:r>
              <a:rPr sz="2400" spc="-70" dirty="0">
                <a:cs typeface="Calibri"/>
              </a:rPr>
              <a:t> </a:t>
            </a:r>
            <a:r>
              <a:rPr sz="2400" spc="-25" dirty="0">
                <a:cs typeface="Calibri"/>
              </a:rPr>
              <a:t>&gt;= </a:t>
            </a:r>
            <a:r>
              <a:rPr sz="2400" dirty="0">
                <a:cs typeface="Calibri"/>
              </a:rPr>
              <a:t>30000)</a:t>
            </a:r>
            <a:r>
              <a:rPr sz="2400" spc="5" dirty="0">
                <a:cs typeface="Calibri"/>
              </a:rPr>
              <a:t> </a:t>
            </a:r>
            <a:r>
              <a:rPr sz="2400" b="1" dirty="0">
                <a:cs typeface="Calibri"/>
              </a:rPr>
              <a:t>AND</a:t>
            </a:r>
            <a:r>
              <a:rPr sz="2400" b="1" spc="-20" dirty="0">
                <a:cs typeface="Calibri"/>
              </a:rPr>
              <a:t> </a:t>
            </a:r>
            <a:r>
              <a:rPr sz="2400" dirty="0">
                <a:cs typeface="Calibri"/>
              </a:rPr>
              <a:t>(Salary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&lt;=</a:t>
            </a:r>
            <a:r>
              <a:rPr sz="2400" spc="-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40000)).</a:t>
            </a:r>
            <a:endParaRPr sz="2400" dirty="0"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60819" y="2779140"/>
            <a:ext cx="9270362" cy="159287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83036" y="267149"/>
            <a:ext cx="5343401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10" dirty="0">
                <a:solidFill>
                  <a:schemeClr val="tx1"/>
                </a:solidFill>
              </a:rPr>
              <a:t>Some</a:t>
            </a:r>
            <a:r>
              <a:rPr b="1" spc="-220" dirty="0">
                <a:solidFill>
                  <a:schemeClr val="tx1"/>
                </a:solidFill>
              </a:rPr>
              <a:t> </a:t>
            </a:r>
            <a:r>
              <a:rPr b="1" spc="-10" dirty="0">
                <a:solidFill>
                  <a:schemeClr val="tx1"/>
                </a:solidFill>
              </a:rPr>
              <a:t>Other</a:t>
            </a:r>
            <a:r>
              <a:rPr b="1" spc="-204" dirty="0">
                <a:solidFill>
                  <a:schemeClr val="tx1"/>
                </a:solidFill>
              </a:rPr>
              <a:t> </a:t>
            </a:r>
            <a:r>
              <a:rPr b="1" spc="-30" dirty="0">
                <a:solidFill>
                  <a:schemeClr val="tx1"/>
                </a:solidFill>
              </a:rPr>
              <a:t>Examples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7341514"/>
              </p:ext>
            </p:extLst>
          </p:nvPr>
        </p:nvGraphicFramePr>
        <p:xfrm>
          <a:off x="1083036" y="1402145"/>
          <a:ext cx="10129046" cy="469990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13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927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735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LIKE</a:t>
                      </a:r>
                      <a:r>
                        <a:rPr sz="2000" spc="-15" dirty="0"/>
                        <a:t> </a:t>
                      </a:r>
                      <a:r>
                        <a:rPr sz="2000" spc="-10" dirty="0"/>
                        <a:t>Operator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10" dirty="0"/>
                        <a:t>Description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LIKE</a:t>
                      </a:r>
                      <a:r>
                        <a:rPr sz="2000" spc="-15" dirty="0"/>
                        <a:t> </a:t>
                      </a:r>
                      <a:r>
                        <a:rPr sz="2000" spc="-20" dirty="0"/>
                        <a:t>'a%'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Finds</a:t>
                      </a:r>
                      <a:r>
                        <a:rPr sz="2000" spc="-65" dirty="0"/>
                        <a:t> </a:t>
                      </a:r>
                      <a:r>
                        <a:rPr sz="2000" dirty="0"/>
                        <a:t>any</a:t>
                      </a:r>
                      <a:r>
                        <a:rPr sz="2000" spc="-70" dirty="0"/>
                        <a:t> </a:t>
                      </a:r>
                      <a:r>
                        <a:rPr sz="2000" dirty="0"/>
                        <a:t>values</a:t>
                      </a:r>
                      <a:r>
                        <a:rPr sz="2000" spc="-70" dirty="0"/>
                        <a:t> </a:t>
                      </a:r>
                      <a:r>
                        <a:rPr sz="2000" dirty="0"/>
                        <a:t>that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start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with</a:t>
                      </a:r>
                      <a:r>
                        <a:rPr sz="2000" spc="-60" dirty="0"/>
                        <a:t> </a:t>
                      </a:r>
                      <a:r>
                        <a:rPr sz="2000" spc="-25" dirty="0"/>
                        <a:t>"a"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735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LIKE</a:t>
                      </a:r>
                      <a:r>
                        <a:rPr sz="2000" spc="-15" dirty="0"/>
                        <a:t> </a:t>
                      </a:r>
                      <a:r>
                        <a:rPr sz="2000" spc="-20" dirty="0"/>
                        <a:t>'%a'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Finds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any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values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that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end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with</a:t>
                      </a:r>
                      <a:r>
                        <a:rPr sz="2000" spc="-45" dirty="0"/>
                        <a:t> </a:t>
                      </a:r>
                      <a:r>
                        <a:rPr sz="2000" spc="-25" dirty="0"/>
                        <a:t>"a"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0463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LIKE</a:t>
                      </a:r>
                      <a:r>
                        <a:rPr sz="2000" spc="-15" dirty="0"/>
                        <a:t> </a:t>
                      </a:r>
                      <a:r>
                        <a:rPr sz="2000" spc="-10" dirty="0"/>
                        <a:t>'%or%'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Finds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any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values</a:t>
                      </a:r>
                      <a:r>
                        <a:rPr sz="2000" spc="-55" dirty="0"/>
                        <a:t> </a:t>
                      </a:r>
                      <a:r>
                        <a:rPr sz="2000" dirty="0"/>
                        <a:t>that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have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"or"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in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any</a:t>
                      </a:r>
                      <a:r>
                        <a:rPr sz="2000" spc="-60" dirty="0"/>
                        <a:t> </a:t>
                      </a:r>
                      <a:r>
                        <a:rPr sz="2000" spc="-10" dirty="0"/>
                        <a:t>position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074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LIKE</a:t>
                      </a:r>
                      <a:r>
                        <a:rPr sz="2000" spc="-40" dirty="0"/>
                        <a:t> </a:t>
                      </a:r>
                      <a:r>
                        <a:rPr sz="2000" spc="-20" dirty="0"/>
                        <a:t>'_r%'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/>
                        <a:t>Finds</a:t>
                      </a:r>
                      <a:r>
                        <a:rPr sz="2000" spc="-40" dirty="0"/>
                        <a:t> </a:t>
                      </a:r>
                      <a:r>
                        <a:rPr sz="2000" dirty="0"/>
                        <a:t>any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values</a:t>
                      </a:r>
                      <a:r>
                        <a:rPr sz="2000" spc="-40" dirty="0"/>
                        <a:t> </a:t>
                      </a:r>
                      <a:r>
                        <a:rPr sz="2000" dirty="0"/>
                        <a:t>that</a:t>
                      </a:r>
                      <a:r>
                        <a:rPr sz="2000" spc="-35" dirty="0"/>
                        <a:t> </a:t>
                      </a:r>
                      <a:r>
                        <a:rPr sz="2000" dirty="0"/>
                        <a:t>have</a:t>
                      </a:r>
                      <a:r>
                        <a:rPr sz="2000" spc="-40" dirty="0"/>
                        <a:t> </a:t>
                      </a:r>
                      <a:r>
                        <a:rPr sz="2000" dirty="0"/>
                        <a:t>"r"</a:t>
                      </a:r>
                      <a:r>
                        <a:rPr sz="2000" spc="-40" dirty="0"/>
                        <a:t> </a:t>
                      </a:r>
                      <a:r>
                        <a:rPr sz="2000" dirty="0"/>
                        <a:t>in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the</a:t>
                      </a:r>
                      <a:r>
                        <a:rPr sz="2000" spc="-40" dirty="0"/>
                        <a:t> </a:t>
                      </a:r>
                      <a:r>
                        <a:rPr sz="2000" dirty="0"/>
                        <a:t>second</a:t>
                      </a:r>
                      <a:r>
                        <a:rPr sz="2000" spc="-55" dirty="0"/>
                        <a:t> </a:t>
                      </a:r>
                      <a:r>
                        <a:rPr sz="2000" spc="-10" dirty="0"/>
                        <a:t>position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87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993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/>
                        <a:t>LIKE</a:t>
                      </a:r>
                      <a:r>
                        <a:rPr sz="2000" spc="-15" dirty="0"/>
                        <a:t> </a:t>
                      </a:r>
                      <a:r>
                        <a:rPr sz="2000" spc="-10" dirty="0"/>
                        <a:t>'a_%'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49530" marR="35242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/>
                        <a:t>Finds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any</a:t>
                      </a:r>
                      <a:r>
                        <a:rPr sz="2000" spc="-65" dirty="0"/>
                        <a:t> </a:t>
                      </a:r>
                      <a:r>
                        <a:rPr sz="2000" dirty="0"/>
                        <a:t>values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that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start</a:t>
                      </a:r>
                      <a:r>
                        <a:rPr sz="2000" spc="-30" dirty="0"/>
                        <a:t> </a:t>
                      </a:r>
                      <a:r>
                        <a:rPr sz="2000" dirty="0"/>
                        <a:t>with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"a"</a:t>
                      </a:r>
                      <a:r>
                        <a:rPr sz="2000" spc="-65" dirty="0"/>
                        <a:t> </a:t>
                      </a:r>
                      <a:r>
                        <a:rPr sz="2000" dirty="0"/>
                        <a:t>and</a:t>
                      </a:r>
                      <a:r>
                        <a:rPr sz="2000" spc="-55" dirty="0"/>
                        <a:t> </a:t>
                      </a:r>
                      <a:r>
                        <a:rPr sz="2000" dirty="0"/>
                        <a:t>are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at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least</a:t>
                      </a:r>
                      <a:r>
                        <a:rPr sz="2000" spc="-30" dirty="0"/>
                        <a:t> </a:t>
                      </a:r>
                      <a:r>
                        <a:rPr sz="2000" dirty="0"/>
                        <a:t>2</a:t>
                      </a:r>
                      <a:r>
                        <a:rPr sz="2000" spc="-50" dirty="0"/>
                        <a:t> </a:t>
                      </a:r>
                      <a:r>
                        <a:rPr sz="2000" spc="-10" dirty="0"/>
                        <a:t>characters</a:t>
                      </a:r>
                      <a:r>
                        <a:rPr sz="2000" spc="-40" dirty="0"/>
                        <a:t> </a:t>
                      </a:r>
                      <a:r>
                        <a:rPr sz="2000" spc="-25" dirty="0"/>
                        <a:t>in </a:t>
                      </a:r>
                      <a:r>
                        <a:rPr sz="2000" spc="-10" dirty="0"/>
                        <a:t>length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993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10"/>
                        </a:spcBef>
                        <a:tabLst>
                          <a:tab pos="1012190" algn="l"/>
                        </a:tabLst>
                      </a:pPr>
                      <a:r>
                        <a:rPr sz="2000" dirty="0"/>
                        <a:t>LIKE</a:t>
                      </a:r>
                      <a:r>
                        <a:rPr sz="2000" spc="-40" dirty="0"/>
                        <a:t> </a:t>
                      </a:r>
                      <a:r>
                        <a:rPr sz="2000" spc="-25" dirty="0"/>
                        <a:t>'a</a:t>
                      </a:r>
                      <a:r>
                        <a:rPr sz="2000" u="sng" dirty="0">
                          <a:uFill>
                            <a:solidFill>
                              <a:srgbClr val="000000"/>
                            </a:solidFill>
                          </a:uFill>
                        </a:rPr>
                        <a:t>	</a:t>
                      </a:r>
                      <a:r>
                        <a:rPr sz="2000" spc="-25" dirty="0"/>
                        <a:t>%'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/>
                        <a:t>Finds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any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values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that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start</a:t>
                      </a:r>
                      <a:r>
                        <a:rPr sz="2000" spc="-30" dirty="0"/>
                        <a:t> </a:t>
                      </a:r>
                      <a:r>
                        <a:rPr sz="2000" dirty="0"/>
                        <a:t>with</a:t>
                      </a:r>
                      <a:r>
                        <a:rPr sz="2000" spc="-55" dirty="0"/>
                        <a:t> </a:t>
                      </a:r>
                      <a:r>
                        <a:rPr sz="2000" dirty="0"/>
                        <a:t>"a"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and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are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at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least</a:t>
                      </a:r>
                      <a:r>
                        <a:rPr sz="2000" spc="-25" dirty="0"/>
                        <a:t> </a:t>
                      </a:r>
                      <a:r>
                        <a:rPr sz="2000" dirty="0"/>
                        <a:t>3</a:t>
                      </a:r>
                      <a:r>
                        <a:rPr sz="2000" spc="-50" dirty="0"/>
                        <a:t> </a:t>
                      </a:r>
                      <a:r>
                        <a:rPr sz="2000" spc="-10" dirty="0"/>
                        <a:t>characters</a:t>
                      </a:r>
                      <a:r>
                        <a:rPr sz="2000" spc="-40" dirty="0"/>
                        <a:t> </a:t>
                      </a:r>
                      <a:r>
                        <a:rPr sz="2000" spc="-25" dirty="0"/>
                        <a:t>in</a:t>
                      </a:r>
                      <a:endParaRPr sz="2000"/>
                    </a:p>
                    <a:p>
                      <a:pPr marL="49530">
                        <a:lnSpc>
                          <a:spcPct val="100000"/>
                        </a:lnSpc>
                      </a:pPr>
                      <a:r>
                        <a:rPr sz="2000" spc="-10" dirty="0"/>
                        <a:t>length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4676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/>
                        <a:t>LIKE</a:t>
                      </a:r>
                      <a:r>
                        <a:rPr sz="2000" spc="-15" dirty="0"/>
                        <a:t> </a:t>
                      </a:r>
                      <a:r>
                        <a:rPr sz="2000" spc="-10" dirty="0"/>
                        <a:t>'a%o'</a:t>
                      </a:r>
                      <a:endParaRPr sz="200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tc>
                  <a:txBody>
                    <a:bodyPr/>
                    <a:lstStyle/>
                    <a:p>
                      <a:pPr marL="495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/>
                        <a:t>Finds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any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values</a:t>
                      </a:r>
                      <a:r>
                        <a:rPr sz="2000" spc="-55" dirty="0"/>
                        <a:t> </a:t>
                      </a:r>
                      <a:r>
                        <a:rPr sz="2000" dirty="0"/>
                        <a:t>that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start</a:t>
                      </a:r>
                      <a:r>
                        <a:rPr sz="2000" spc="-30" dirty="0"/>
                        <a:t> </a:t>
                      </a:r>
                      <a:r>
                        <a:rPr sz="2000" dirty="0"/>
                        <a:t>with</a:t>
                      </a:r>
                      <a:r>
                        <a:rPr sz="2000" spc="-45" dirty="0"/>
                        <a:t> </a:t>
                      </a:r>
                      <a:r>
                        <a:rPr sz="2000" dirty="0"/>
                        <a:t>"a"</a:t>
                      </a:r>
                      <a:r>
                        <a:rPr sz="2000" spc="-60" dirty="0"/>
                        <a:t> </a:t>
                      </a:r>
                      <a:r>
                        <a:rPr sz="2000" dirty="0"/>
                        <a:t>and</a:t>
                      </a:r>
                      <a:r>
                        <a:rPr sz="2000" spc="-50" dirty="0"/>
                        <a:t> </a:t>
                      </a:r>
                      <a:r>
                        <a:rPr sz="2000" dirty="0"/>
                        <a:t>ends</a:t>
                      </a:r>
                      <a:r>
                        <a:rPr sz="2000" spc="-55" dirty="0"/>
                        <a:t> </a:t>
                      </a:r>
                      <a:r>
                        <a:rPr sz="2000" dirty="0"/>
                        <a:t>with</a:t>
                      </a:r>
                      <a:r>
                        <a:rPr sz="2000" spc="-45" dirty="0"/>
                        <a:t> </a:t>
                      </a:r>
                      <a:r>
                        <a:rPr sz="2000" spc="-25" dirty="0"/>
                        <a:t>"o"</a:t>
                      </a:r>
                      <a:endParaRPr sz="2000" dirty="0">
                        <a:latin typeface="Calibri"/>
                        <a:cs typeface="Calibri"/>
                      </a:endParaRPr>
                    </a:p>
                  </a:txBody>
                  <a:tcPr marL="0" marR="0" marT="3937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80488" y="624576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>
                <a:solidFill>
                  <a:schemeClr val="tx1"/>
                </a:solidFill>
              </a:rPr>
              <a:t>Ordering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1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Query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Results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3682" y="1793189"/>
            <a:ext cx="10058399" cy="1179681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0029" marR="5080" indent="-227329">
              <a:lnSpc>
                <a:spcPct val="90000"/>
              </a:lnSpc>
              <a:spcBef>
                <a:spcPts val="434"/>
              </a:spcBef>
              <a:buFont typeface="Arial MT"/>
              <a:buChar char="•"/>
              <a:tabLst>
                <a:tab pos="241300" algn="l"/>
              </a:tabLst>
            </a:pPr>
            <a:r>
              <a:rPr sz="2400" b="1" dirty="0">
                <a:cs typeface="Calibri"/>
              </a:rPr>
              <a:t>ORDER</a:t>
            </a:r>
            <a:r>
              <a:rPr sz="2400" b="1" spc="-40" dirty="0">
                <a:cs typeface="Calibri"/>
              </a:rPr>
              <a:t> </a:t>
            </a:r>
            <a:r>
              <a:rPr sz="2400" b="1" dirty="0">
                <a:cs typeface="Calibri"/>
              </a:rPr>
              <a:t>BY</a:t>
            </a:r>
            <a:r>
              <a:rPr sz="2400" b="1" spc="-30" dirty="0">
                <a:cs typeface="Calibri"/>
              </a:rPr>
              <a:t> </a:t>
            </a:r>
            <a:r>
              <a:rPr sz="2400" b="1" dirty="0">
                <a:cs typeface="Calibri"/>
              </a:rPr>
              <a:t>:</a:t>
            </a:r>
            <a:r>
              <a:rPr sz="2400" b="1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order</a:t>
            </a:r>
            <a:r>
              <a:rPr sz="2400" spc="-3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tuples</a:t>
            </a:r>
            <a:r>
              <a:rPr sz="2400" spc="-20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30" dirty="0">
                <a:cs typeface="Calibri"/>
              </a:rPr>
              <a:t> </a:t>
            </a:r>
            <a:r>
              <a:rPr sz="2400" dirty="0">
                <a:cs typeface="Calibri"/>
              </a:rPr>
              <a:t>result</a:t>
            </a:r>
            <a:r>
              <a:rPr sz="2400" spc="-20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-40" dirty="0">
                <a:cs typeface="Calibri"/>
              </a:rPr>
              <a:t> </a:t>
            </a:r>
            <a:r>
              <a:rPr sz="2400" dirty="0">
                <a:cs typeface="Calibri"/>
              </a:rPr>
              <a:t>a</a:t>
            </a:r>
            <a:r>
              <a:rPr sz="2400" spc="-2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query </a:t>
            </a:r>
            <a:r>
              <a:rPr sz="2400" dirty="0">
                <a:cs typeface="Calibri"/>
              </a:rPr>
              <a:t>by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values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one</a:t>
            </a:r>
            <a:r>
              <a:rPr sz="2400" spc="-60" dirty="0">
                <a:cs typeface="Calibri"/>
              </a:rPr>
              <a:t> </a:t>
            </a:r>
            <a:r>
              <a:rPr sz="2400" dirty="0">
                <a:cs typeface="Calibri"/>
              </a:rPr>
              <a:t>or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more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of</a:t>
            </a:r>
            <a:r>
              <a:rPr sz="2400" spc="-65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5" dirty="0">
                <a:cs typeface="Calibri"/>
              </a:rPr>
              <a:t> </a:t>
            </a:r>
            <a:r>
              <a:rPr sz="2400" dirty="0">
                <a:cs typeface="Calibri"/>
              </a:rPr>
              <a:t>attributes</a:t>
            </a:r>
            <a:r>
              <a:rPr sz="2400" spc="-40" dirty="0">
                <a:cs typeface="Calibri"/>
              </a:rPr>
              <a:t> </a:t>
            </a:r>
            <a:r>
              <a:rPr sz="2400" spc="-20" dirty="0">
                <a:cs typeface="Calibri"/>
              </a:rPr>
              <a:t>that </a:t>
            </a:r>
            <a:r>
              <a:rPr sz="2400" dirty="0">
                <a:cs typeface="Calibri"/>
              </a:rPr>
              <a:t>appear</a:t>
            </a:r>
            <a:r>
              <a:rPr sz="2400" spc="-45" dirty="0">
                <a:cs typeface="Calibri"/>
              </a:rPr>
              <a:t> </a:t>
            </a:r>
            <a:r>
              <a:rPr sz="2400" dirty="0">
                <a:cs typeface="Calibri"/>
              </a:rPr>
              <a:t>in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the</a:t>
            </a:r>
            <a:r>
              <a:rPr sz="2400" spc="-50" dirty="0">
                <a:cs typeface="Calibri"/>
              </a:rPr>
              <a:t> </a:t>
            </a:r>
            <a:r>
              <a:rPr sz="2400" dirty="0">
                <a:cs typeface="Calibri"/>
              </a:rPr>
              <a:t>query</a:t>
            </a:r>
            <a:r>
              <a:rPr sz="2400" spc="-35" dirty="0">
                <a:cs typeface="Calibri"/>
              </a:rPr>
              <a:t> </a:t>
            </a:r>
            <a:r>
              <a:rPr sz="2400" spc="-10" dirty="0">
                <a:cs typeface="Calibri"/>
              </a:rPr>
              <a:t>result.</a:t>
            </a:r>
            <a:endParaRPr sz="2400" dirty="0">
              <a:cs typeface="Calibri"/>
            </a:endParaRPr>
          </a:p>
          <a:p>
            <a:pPr marL="240029" indent="-227329">
              <a:spcBef>
                <a:spcPts val="670"/>
              </a:spcBef>
              <a:buFont typeface="Arial MT"/>
              <a:buChar char="•"/>
              <a:tabLst>
                <a:tab pos="240029" algn="l"/>
              </a:tabLst>
            </a:pPr>
            <a:r>
              <a:rPr sz="2400" b="1" spc="-10" dirty="0">
                <a:cs typeface="Calibri"/>
              </a:rPr>
              <a:t>Syntax:</a:t>
            </a:r>
            <a:endParaRPr sz="2400" dirty="0"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7661" y="2972870"/>
            <a:ext cx="5100262" cy="192379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75450" y="283454"/>
            <a:ext cx="6045746" cy="752129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solidFill>
                  <a:schemeClr val="tx1"/>
                </a:solidFill>
              </a:rPr>
              <a:t>Sample</a:t>
            </a:r>
            <a:r>
              <a:rPr b="1" spc="-204" dirty="0">
                <a:solidFill>
                  <a:schemeClr val="tx1"/>
                </a:solidFill>
              </a:rPr>
              <a:t> </a:t>
            </a:r>
            <a:r>
              <a:rPr b="1" spc="-35" dirty="0">
                <a:solidFill>
                  <a:schemeClr val="tx1"/>
                </a:solidFill>
              </a:rPr>
              <a:t>Database</a:t>
            </a: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150076"/>
              </p:ext>
            </p:extLst>
          </p:nvPr>
        </p:nvGraphicFramePr>
        <p:xfrm>
          <a:off x="1175450" y="1035583"/>
          <a:ext cx="10226467" cy="53171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080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7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5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92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489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78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311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CustomerID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CustomerName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ContactName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Address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20" dirty="0"/>
                        <a:t>City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PostalCode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Country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50" dirty="0"/>
                        <a:t>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275" marR="5549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Alfreds Futterkiste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/>
                        <a:t>Maria</a:t>
                      </a:r>
                      <a:r>
                        <a:rPr sz="1600" spc="-30" dirty="0"/>
                        <a:t> </a:t>
                      </a:r>
                      <a:r>
                        <a:rPr sz="1600" spc="-10" dirty="0"/>
                        <a:t>Anders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/>
                        <a:t>Obere</a:t>
                      </a:r>
                      <a:r>
                        <a:rPr sz="1600" spc="-20" dirty="0"/>
                        <a:t> </a:t>
                      </a:r>
                      <a:r>
                        <a:rPr sz="1600" spc="-40" dirty="0"/>
                        <a:t>Str.</a:t>
                      </a:r>
                      <a:r>
                        <a:rPr sz="1600" spc="-45" dirty="0"/>
                        <a:t> </a:t>
                      </a:r>
                      <a:r>
                        <a:rPr sz="1600" spc="-25" dirty="0"/>
                        <a:t>57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Berlin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12209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Germany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341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50" dirty="0"/>
                        <a:t>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275" marR="17399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/>
                        <a:t>Ana</a:t>
                      </a:r>
                      <a:r>
                        <a:rPr sz="1600" spc="-25" dirty="0"/>
                        <a:t> </a:t>
                      </a:r>
                      <a:r>
                        <a:rPr sz="1600" spc="-10" dirty="0"/>
                        <a:t>Trujillo Emparedados</a:t>
                      </a:r>
                      <a:r>
                        <a:rPr sz="1600" spc="5" dirty="0"/>
                        <a:t> </a:t>
                      </a:r>
                      <a:r>
                        <a:rPr sz="1600" spc="-50" dirty="0"/>
                        <a:t>y </a:t>
                      </a:r>
                      <a:r>
                        <a:rPr sz="1600" spc="-10" dirty="0"/>
                        <a:t>helados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/>
                        <a:t>Ana </a:t>
                      </a:r>
                      <a:r>
                        <a:rPr sz="1600" spc="-10" dirty="0"/>
                        <a:t>Trujillo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1910" marR="2216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/>
                        <a:t>Avda.</a:t>
                      </a:r>
                      <a:r>
                        <a:rPr sz="1600" spc="-50" dirty="0"/>
                        <a:t> </a:t>
                      </a:r>
                      <a:r>
                        <a:rPr sz="1600" dirty="0"/>
                        <a:t>de</a:t>
                      </a:r>
                      <a:r>
                        <a:rPr sz="1600" spc="-40" dirty="0"/>
                        <a:t> </a:t>
                      </a:r>
                      <a:r>
                        <a:rPr sz="1600" spc="-25" dirty="0"/>
                        <a:t>la </a:t>
                      </a:r>
                      <a:r>
                        <a:rPr sz="1600" spc="-10" dirty="0"/>
                        <a:t>Constitución </a:t>
                      </a:r>
                      <a:r>
                        <a:rPr sz="1600" spc="-20" dirty="0"/>
                        <a:t>2222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dirty="0"/>
                        <a:t>México</a:t>
                      </a:r>
                      <a:r>
                        <a:rPr sz="1600" spc="-80" dirty="0"/>
                        <a:t> </a:t>
                      </a:r>
                      <a:r>
                        <a:rPr sz="1600" spc="-20" dirty="0"/>
                        <a:t>D.F.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05021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600" spc="-10" dirty="0"/>
                        <a:t>Mexico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238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41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/>
                        <a:t>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275" marR="781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/>
                        <a:t>Antonio</a:t>
                      </a:r>
                      <a:r>
                        <a:rPr sz="1600" spc="-70" dirty="0"/>
                        <a:t> </a:t>
                      </a:r>
                      <a:r>
                        <a:rPr sz="1600" spc="-10" dirty="0"/>
                        <a:t>Moreno Taquería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910" marR="5943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Antonio </a:t>
                      </a:r>
                      <a:r>
                        <a:rPr sz="1600" spc="-20" dirty="0"/>
                        <a:t>Moreno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910" marR="36322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0" dirty="0"/>
                        <a:t>Mataderos 2312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/>
                        <a:t>México</a:t>
                      </a:r>
                      <a:r>
                        <a:rPr sz="1600" spc="-80" dirty="0"/>
                        <a:t> </a:t>
                      </a:r>
                      <a:r>
                        <a:rPr sz="1600" spc="-20" dirty="0"/>
                        <a:t>D.F.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05023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Mexico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/>
                        <a:t>4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/>
                        <a:t>Around</a:t>
                      </a:r>
                      <a:r>
                        <a:rPr sz="1600" spc="-30" dirty="0"/>
                        <a:t> </a:t>
                      </a:r>
                      <a:r>
                        <a:rPr sz="1600" dirty="0"/>
                        <a:t>the</a:t>
                      </a:r>
                      <a:r>
                        <a:rPr sz="1600" spc="-30" dirty="0"/>
                        <a:t> </a:t>
                      </a:r>
                      <a:r>
                        <a:rPr sz="1600" spc="-20" dirty="0"/>
                        <a:t>Horn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/>
                        <a:t>Thomas</a:t>
                      </a:r>
                      <a:r>
                        <a:rPr sz="1600" spc="-65" dirty="0"/>
                        <a:t> </a:t>
                      </a:r>
                      <a:r>
                        <a:rPr sz="1600" spc="-10" dirty="0"/>
                        <a:t>Hardy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910" marR="20383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/>
                        <a:t>120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Hanover </a:t>
                      </a:r>
                      <a:r>
                        <a:rPr sz="1600" spc="-25" dirty="0"/>
                        <a:t>Sq.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London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WA1</a:t>
                      </a:r>
                      <a:r>
                        <a:rPr sz="1600" spc="-70" dirty="0"/>
                        <a:t> </a:t>
                      </a:r>
                      <a:r>
                        <a:rPr sz="1600" spc="-25" dirty="0"/>
                        <a:t>1DP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5" dirty="0"/>
                        <a:t>UK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/>
                        <a:t>5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275" marR="6242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Berglunds snabbköp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910" marR="5162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Christina Berglund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910" marR="1225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20" dirty="0"/>
                        <a:t>Berguvsvägen </a:t>
                      </a:r>
                      <a:r>
                        <a:rPr sz="1600" spc="-50" dirty="0"/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Luleå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S-</a:t>
                      </a:r>
                      <a:r>
                        <a:rPr sz="1600" dirty="0"/>
                        <a:t>958</a:t>
                      </a:r>
                      <a:r>
                        <a:rPr sz="1600" spc="-15" dirty="0"/>
                        <a:t> </a:t>
                      </a:r>
                      <a:r>
                        <a:rPr sz="1600" spc="-25" dirty="0"/>
                        <a:t>22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Sweden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0" dirty="0"/>
                        <a:t>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2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/>
                        <a:t>Blauer</a:t>
                      </a:r>
                      <a:r>
                        <a:rPr sz="1600" spc="-20" dirty="0"/>
                        <a:t> </a:t>
                      </a:r>
                      <a:r>
                        <a:rPr sz="1600" spc="-25" dirty="0"/>
                        <a:t>See</a:t>
                      </a:r>
                      <a:endParaRPr sz="1600"/>
                    </a:p>
                    <a:p>
                      <a:pPr marL="412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/>
                        <a:t>Delikatessen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dirty="0"/>
                        <a:t>Hanna</a:t>
                      </a:r>
                      <a:r>
                        <a:rPr sz="1600" spc="-10" dirty="0"/>
                        <a:t> </a:t>
                      </a:r>
                      <a:r>
                        <a:rPr sz="1600" spc="-20" dirty="0"/>
                        <a:t>Moos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30" dirty="0"/>
                        <a:t>Forsterstr.</a:t>
                      </a:r>
                      <a:r>
                        <a:rPr sz="1600" spc="-5" dirty="0"/>
                        <a:t> </a:t>
                      </a:r>
                      <a:r>
                        <a:rPr sz="1600" spc="-25" dirty="0"/>
                        <a:t>57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Mannheim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68306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/>
                        <a:t>Germany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02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6740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/>
                        <a:t>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1275" marR="1822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/>
                        <a:t>Blondel</a:t>
                      </a:r>
                      <a:r>
                        <a:rPr sz="1600" spc="-50" dirty="0"/>
                        <a:t> </a:t>
                      </a:r>
                      <a:r>
                        <a:rPr sz="1600" dirty="0"/>
                        <a:t>père</a:t>
                      </a:r>
                      <a:r>
                        <a:rPr sz="1600" spc="-45" dirty="0"/>
                        <a:t> </a:t>
                      </a:r>
                      <a:r>
                        <a:rPr sz="1600" spc="-25" dirty="0"/>
                        <a:t>et </a:t>
                      </a:r>
                      <a:r>
                        <a:rPr sz="1600" spc="-20" dirty="0"/>
                        <a:t>fils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1910" marR="3568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/>
                        <a:t>Frédérique Citeaux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1910" marR="514984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/>
                        <a:t>24,</a:t>
                      </a:r>
                      <a:r>
                        <a:rPr sz="1600" spc="-20" dirty="0"/>
                        <a:t> </a:t>
                      </a:r>
                      <a:r>
                        <a:rPr sz="1600" spc="-10" dirty="0"/>
                        <a:t>place Kléber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/>
                        <a:t>Strasbourg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/>
                        <a:t>67000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/>
                        <a:t>France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3565">
                <a:tc>
                  <a:txBody>
                    <a:bodyPr/>
                    <a:lstStyle/>
                    <a:p>
                      <a:pPr marL="800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0" dirty="0"/>
                        <a:t>8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1275" marR="16510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/>
                        <a:t>Bólido</a:t>
                      </a:r>
                      <a:r>
                        <a:rPr sz="1600" spc="-35" dirty="0"/>
                        <a:t> </a:t>
                      </a:r>
                      <a:r>
                        <a:rPr sz="1600" spc="-10" dirty="0"/>
                        <a:t>Comidas preparadas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1910" marR="5619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/>
                        <a:t>Martín </a:t>
                      </a:r>
                      <a:r>
                        <a:rPr sz="1600" spc="-20" dirty="0"/>
                        <a:t>Sommer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dirty="0"/>
                        <a:t>C/</a:t>
                      </a:r>
                      <a:r>
                        <a:rPr sz="1600" spc="-40" dirty="0"/>
                        <a:t> </a:t>
                      </a:r>
                      <a:r>
                        <a:rPr sz="1600" dirty="0"/>
                        <a:t>Araquil,</a:t>
                      </a:r>
                      <a:r>
                        <a:rPr sz="1600" spc="-55" dirty="0"/>
                        <a:t> </a:t>
                      </a:r>
                      <a:r>
                        <a:rPr sz="1600" spc="-25" dirty="0"/>
                        <a:t>67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/>
                        <a:t>Madrid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/>
                        <a:t>28023</a:t>
                      </a:r>
                      <a:endParaRPr sz="16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10" dirty="0"/>
                        <a:t>Spain</a:t>
                      </a:r>
                      <a:endParaRPr sz="16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04062" y="710033"/>
            <a:ext cx="10058400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35" dirty="0">
                <a:solidFill>
                  <a:schemeClr val="tx1"/>
                </a:solidFill>
              </a:rPr>
              <a:t>Ordering</a:t>
            </a:r>
            <a:r>
              <a:rPr b="1" spc="-18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of</a:t>
            </a:r>
            <a:r>
              <a:rPr b="1" spc="-15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Query</a:t>
            </a:r>
            <a:r>
              <a:rPr b="1" spc="-190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Results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3375" y="1803147"/>
            <a:ext cx="3879850" cy="1135380"/>
          </a:xfrm>
          <a:prstGeom prst="rect">
            <a:avLst/>
          </a:prstGeom>
        </p:spPr>
      </p:pic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4321668"/>
              </p:ext>
            </p:extLst>
          </p:nvPr>
        </p:nvGraphicFramePr>
        <p:xfrm>
          <a:off x="1649210" y="2776157"/>
          <a:ext cx="8512175" cy="3547745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216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60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7559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10" dirty="0"/>
                        <a:t>CustomerID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10" dirty="0"/>
                        <a:t>CustomerName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10" dirty="0"/>
                        <a:t>ContactName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10" dirty="0"/>
                        <a:t>Address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20" dirty="0"/>
                        <a:t>City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10" dirty="0"/>
                        <a:t>PostalCode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10" dirty="0"/>
                        <a:t>Country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25" dirty="0"/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dirty="0"/>
                        <a:t>Cactus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Comidas</a:t>
                      </a:r>
                      <a:r>
                        <a:rPr sz="1000" spc="-45" dirty="0"/>
                        <a:t> </a:t>
                      </a:r>
                      <a:r>
                        <a:rPr sz="1000" spc="-20" dirty="0"/>
                        <a:t>para</a:t>
                      </a:r>
                      <a:endParaRPr sz="1000"/>
                    </a:p>
                    <a:p>
                      <a:pPr marL="41910">
                        <a:lnSpc>
                          <a:spcPct val="100000"/>
                        </a:lnSpc>
                      </a:pPr>
                      <a:r>
                        <a:rPr sz="1000" spc="-10" dirty="0"/>
                        <a:t>llevar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dirty="0"/>
                        <a:t>Patricio</a:t>
                      </a:r>
                      <a:r>
                        <a:rPr sz="1000" spc="-60" dirty="0"/>
                        <a:t> </a:t>
                      </a:r>
                      <a:r>
                        <a:rPr sz="1000" spc="-10" dirty="0"/>
                        <a:t>Simpson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dirty="0"/>
                        <a:t>Cerrito</a:t>
                      </a:r>
                      <a:r>
                        <a:rPr sz="1000" spc="-55" dirty="0"/>
                        <a:t> </a:t>
                      </a:r>
                      <a:r>
                        <a:rPr sz="1000" spc="-25" dirty="0"/>
                        <a:t>333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dirty="0"/>
                        <a:t>Buenos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Aires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20" dirty="0"/>
                        <a:t>1010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000" spc="-10" dirty="0"/>
                        <a:t>Argentina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556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1825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000" spc="-25" dirty="0"/>
                        <a:t>54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41910" marR="27876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000" dirty="0"/>
                        <a:t>Océano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Atlántico Ltda.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000" dirty="0"/>
                        <a:t>Yvonne</a:t>
                      </a:r>
                      <a:r>
                        <a:rPr sz="1000" spc="-40" dirty="0"/>
                        <a:t> </a:t>
                      </a:r>
                      <a:r>
                        <a:rPr sz="1000" spc="-10" dirty="0"/>
                        <a:t>Moncada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42545" marR="156210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000" dirty="0"/>
                        <a:t>Ing.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Gustavo </a:t>
                      </a:r>
                      <a:r>
                        <a:rPr sz="1000" dirty="0"/>
                        <a:t>Moncada</a:t>
                      </a:r>
                      <a:r>
                        <a:rPr sz="1000" spc="-55" dirty="0"/>
                        <a:t> </a:t>
                      </a:r>
                      <a:r>
                        <a:rPr sz="1000" dirty="0"/>
                        <a:t>8585</a:t>
                      </a:r>
                      <a:r>
                        <a:rPr sz="1000" spc="-10" dirty="0"/>
                        <a:t> </a:t>
                      </a:r>
                      <a:r>
                        <a:rPr sz="1000" spc="-20" dirty="0"/>
                        <a:t>Piso 20-</a:t>
                      </a:r>
                      <a:r>
                        <a:rPr sz="1000" spc="-50" dirty="0"/>
                        <a:t>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000" dirty="0"/>
                        <a:t>Buenos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Aires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000" spc="-20" dirty="0"/>
                        <a:t>1010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4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4"/>
                        </a:spcBef>
                      </a:pPr>
                      <a:r>
                        <a:rPr sz="1000" spc="-10" dirty="0"/>
                        <a:t>Argentina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5" dirty="0"/>
                        <a:t>64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Rancho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grande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Sergio</a:t>
                      </a:r>
                      <a:r>
                        <a:rPr sz="1000" spc="-40" dirty="0"/>
                        <a:t> </a:t>
                      </a:r>
                      <a:r>
                        <a:rPr sz="1000" spc="-10" dirty="0"/>
                        <a:t>Gutiérrez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 marR="25082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Av.</a:t>
                      </a:r>
                      <a:r>
                        <a:rPr sz="1000" spc="-15" dirty="0"/>
                        <a:t> </a:t>
                      </a:r>
                      <a:r>
                        <a:rPr sz="1000" dirty="0"/>
                        <a:t>del</a:t>
                      </a:r>
                      <a:r>
                        <a:rPr sz="1000" spc="-15" dirty="0"/>
                        <a:t> </a:t>
                      </a:r>
                      <a:r>
                        <a:rPr sz="1000" spc="-10" dirty="0"/>
                        <a:t>Libertador </a:t>
                      </a:r>
                      <a:r>
                        <a:rPr sz="1000" spc="-25" dirty="0"/>
                        <a:t>900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Buenos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Aires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0" dirty="0"/>
                        <a:t>1010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Argentina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5" dirty="0"/>
                        <a:t>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Ernst</a:t>
                      </a:r>
                      <a:r>
                        <a:rPr sz="1000" spc="-40" dirty="0"/>
                        <a:t> </a:t>
                      </a:r>
                      <a:r>
                        <a:rPr sz="1000" spc="-10" dirty="0"/>
                        <a:t>Handel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Roland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Mendel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Kirchgasse</a:t>
                      </a:r>
                      <a:r>
                        <a:rPr sz="1000" spc="40" dirty="0"/>
                        <a:t> </a:t>
                      </a:r>
                      <a:r>
                        <a:rPr sz="1000" spc="-50" dirty="0"/>
                        <a:t>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0" dirty="0"/>
                        <a:t>Graz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0" dirty="0"/>
                        <a:t>8010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Austria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5" dirty="0"/>
                        <a:t>59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Piccolo</a:t>
                      </a:r>
                      <a:r>
                        <a:rPr sz="1000" spc="-35" dirty="0"/>
                        <a:t> </a:t>
                      </a:r>
                      <a:r>
                        <a:rPr sz="1000" dirty="0"/>
                        <a:t>und</a:t>
                      </a:r>
                      <a:r>
                        <a:rPr sz="1000" spc="-35" dirty="0"/>
                        <a:t> </a:t>
                      </a:r>
                      <a:r>
                        <a:rPr sz="1000" spc="-20" dirty="0"/>
                        <a:t>mehr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Georg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Pipps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Geislweg</a:t>
                      </a:r>
                      <a:r>
                        <a:rPr sz="1000" spc="-35" dirty="0"/>
                        <a:t> </a:t>
                      </a:r>
                      <a:r>
                        <a:rPr sz="1000" spc="-25" dirty="0"/>
                        <a:t>14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Salzburg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0" dirty="0"/>
                        <a:t>5020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Austria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5" dirty="0"/>
                        <a:t>50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Maison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Dewey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Catherine</a:t>
                      </a:r>
                      <a:r>
                        <a:rPr sz="1000" spc="30" dirty="0"/>
                        <a:t> </a:t>
                      </a:r>
                      <a:r>
                        <a:rPr sz="1000" spc="-20" dirty="0"/>
                        <a:t>Dewey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Rue</a:t>
                      </a:r>
                      <a:r>
                        <a:rPr sz="1000" spc="-20" dirty="0"/>
                        <a:t> </a:t>
                      </a:r>
                      <a:r>
                        <a:rPr sz="1000" spc="-10" dirty="0"/>
                        <a:t>Joseph-</a:t>
                      </a:r>
                      <a:r>
                        <a:rPr sz="1000" dirty="0"/>
                        <a:t>Bens</a:t>
                      </a:r>
                      <a:r>
                        <a:rPr sz="1000" spc="15" dirty="0"/>
                        <a:t> </a:t>
                      </a:r>
                      <a:r>
                        <a:rPr sz="1000" spc="-25" dirty="0"/>
                        <a:t>532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Bruxelles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B-</a:t>
                      </a:r>
                      <a:r>
                        <a:rPr sz="1000" spc="-20" dirty="0"/>
                        <a:t>1180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Belgium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339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5" dirty="0"/>
                        <a:t>76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Suprêmes</a:t>
                      </a:r>
                      <a:r>
                        <a:rPr sz="1000" spc="-45" dirty="0"/>
                        <a:t> </a:t>
                      </a:r>
                      <a:r>
                        <a:rPr sz="1000" spc="-10" dirty="0"/>
                        <a:t>délices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Pascale</a:t>
                      </a:r>
                      <a:r>
                        <a:rPr sz="1000" spc="-35" dirty="0"/>
                        <a:t> </a:t>
                      </a:r>
                      <a:r>
                        <a:rPr sz="1000" spc="-10" dirty="0"/>
                        <a:t>Cartrain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Boulevard</a:t>
                      </a:r>
                      <a:r>
                        <a:rPr sz="1000" spc="-5" dirty="0"/>
                        <a:t> </a:t>
                      </a:r>
                      <a:r>
                        <a:rPr sz="1000" dirty="0"/>
                        <a:t>Tirou, </a:t>
                      </a:r>
                      <a:r>
                        <a:rPr sz="1000" spc="-25" dirty="0"/>
                        <a:t>255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Charleroi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B-</a:t>
                      </a:r>
                      <a:r>
                        <a:rPr sz="1000" spc="-20" dirty="0"/>
                        <a:t>6000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Belgium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8318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5" dirty="0"/>
                        <a:t>15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Comércio</a:t>
                      </a:r>
                      <a:r>
                        <a:rPr sz="1000" spc="-30" dirty="0"/>
                        <a:t> </a:t>
                      </a:r>
                      <a:r>
                        <a:rPr sz="1000" spc="-10" dirty="0"/>
                        <a:t>Mineiro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Pedro</a:t>
                      </a:r>
                      <a:r>
                        <a:rPr sz="1000" spc="-25" dirty="0"/>
                        <a:t> </a:t>
                      </a:r>
                      <a:r>
                        <a:rPr sz="1000" spc="-10" dirty="0"/>
                        <a:t>Afonso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Av. dos </a:t>
                      </a:r>
                      <a:r>
                        <a:rPr sz="1000" spc="-10" dirty="0"/>
                        <a:t>Lusíadas,</a:t>
                      </a:r>
                      <a:r>
                        <a:rPr sz="1000" spc="-5" dirty="0"/>
                        <a:t> </a:t>
                      </a:r>
                      <a:r>
                        <a:rPr sz="1000" spc="-25" dirty="0"/>
                        <a:t>23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dirty="0"/>
                        <a:t>São</a:t>
                      </a:r>
                      <a:r>
                        <a:rPr sz="1000" spc="-10" dirty="0"/>
                        <a:t> Paulo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20" dirty="0"/>
                        <a:t>05432-</a:t>
                      </a:r>
                      <a:r>
                        <a:rPr sz="1000" spc="-25" dirty="0"/>
                        <a:t>043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sz="1000" spc="-10" dirty="0"/>
                        <a:t>Brazil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3619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4132" y="690680"/>
            <a:ext cx="5531408" cy="1035873"/>
          </a:xfrm>
          <a:prstGeom prst="rect">
            <a:avLst/>
          </a:prstGeom>
        </p:spPr>
        <p:txBody>
          <a:bodyPr vert="horz" wrap="square" lIns="0" tIns="294335" rIns="0" bIns="0" rtlCol="0" anchor="b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0" dirty="0">
                <a:solidFill>
                  <a:schemeClr val="tx1"/>
                </a:solidFill>
              </a:rPr>
              <a:t>ORDER</a:t>
            </a:r>
            <a:r>
              <a:rPr b="1" spc="-225" dirty="0">
                <a:solidFill>
                  <a:schemeClr val="tx1"/>
                </a:solidFill>
              </a:rPr>
              <a:t> </a:t>
            </a:r>
            <a:r>
              <a:rPr b="1" dirty="0">
                <a:solidFill>
                  <a:schemeClr val="tx1"/>
                </a:solidFill>
              </a:rPr>
              <a:t>BY</a:t>
            </a:r>
            <a:r>
              <a:rPr b="1" spc="-195" dirty="0">
                <a:solidFill>
                  <a:schemeClr val="tx1"/>
                </a:solidFill>
              </a:rPr>
              <a:t> </a:t>
            </a:r>
            <a:r>
              <a:rPr b="1" spc="-20" dirty="0">
                <a:solidFill>
                  <a:schemeClr val="tx1"/>
                </a:solidFill>
              </a:rPr>
              <a:t>DESC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94132" y="1743947"/>
            <a:ext cx="7035468" cy="4264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0100"/>
              </a:lnSpc>
              <a:spcBef>
                <a:spcPts val="100"/>
              </a:spcBef>
            </a:pPr>
            <a:r>
              <a:rPr sz="2400" dirty="0">
                <a:cs typeface="Calibri" panose="020F0502020204030204" pitchFamily="34" charset="0"/>
              </a:rPr>
              <a:t>SELECT</a:t>
            </a:r>
            <a:r>
              <a:rPr sz="2400" spc="-55" dirty="0">
                <a:cs typeface="Calibri" panose="020F0502020204030204" pitchFamily="34" charset="0"/>
              </a:rPr>
              <a:t> </a:t>
            </a:r>
            <a:r>
              <a:rPr sz="2400" dirty="0">
                <a:cs typeface="Calibri" panose="020F0502020204030204" pitchFamily="34" charset="0"/>
              </a:rPr>
              <a:t>*</a:t>
            </a:r>
            <a:r>
              <a:rPr sz="2400" spc="-45" dirty="0">
                <a:cs typeface="Calibri" panose="020F0502020204030204" pitchFamily="34" charset="0"/>
              </a:rPr>
              <a:t> </a:t>
            </a:r>
            <a:r>
              <a:rPr sz="2400" dirty="0">
                <a:cs typeface="Calibri" panose="020F0502020204030204" pitchFamily="34" charset="0"/>
              </a:rPr>
              <a:t>FROM</a:t>
            </a:r>
            <a:r>
              <a:rPr sz="2400" spc="-45" dirty="0">
                <a:cs typeface="Calibri" panose="020F0502020204030204" pitchFamily="34" charset="0"/>
              </a:rPr>
              <a:t> </a:t>
            </a:r>
            <a:r>
              <a:rPr sz="2400" spc="-10" dirty="0">
                <a:cs typeface="Calibri" panose="020F0502020204030204" pitchFamily="34" charset="0"/>
              </a:rPr>
              <a:t>Customers </a:t>
            </a:r>
            <a:r>
              <a:rPr sz="2400" dirty="0">
                <a:cs typeface="Calibri" panose="020F0502020204030204" pitchFamily="34" charset="0"/>
              </a:rPr>
              <a:t>ORDER</a:t>
            </a:r>
            <a:r>
              <a:rPr sz="2400" spc="-80" dirty="0">
                <a:cs typeface="Calibri" panose="020F0502020204030204" pitchFamily="34" charset="0"/>
              </a:rPr>
              <a:t> </a:t>
            </a:r>
            <a:r>
              <a:rPr sz="2400" dirty="0">
                <a:cs typeface="Calibri" panose="020F0502020204030204" pitchFamily="34" charset="0"/>
              </a:rPr>
              <a:t>BY</a:t>
            </a:r>
            <a:r>
              <a:rPr sz="2400" spc="-95" dirty="0">
                <a:cs typeface="Calibri" panose="020F0502020204030204" pitchFamily="34" charset="0"/>
              </a:rPr>
              <a:t> </a:t>
            </a:r>
            <a:r>
              <a:rPr sz="2400" dirty="0">
                <a:cs typeface="Calibri" panose="020F0502020204030204" pitchFamily="34" charset="0"/>
              </a:rPr>
              <a:t>Country</a:t>
            </a:r>
            <a:r>
              <a:rPr sz="2400" spc="-65" dirty="0">
                <a:cs typeface="Calibri" panose="020F0502020204030204" pitchFamily="34" charset="0"/>
              </a:rPr>
              <a:t> </a:t>
            </a:r>
            <a:r>
              <a:rPr sz="2400" spc="-20" dirty="0">
                <a:cs typeface="Calibri" panose="020F0502020204030204" pitchFamily="34" charset="0"/>
              </a:rPr>
              <a:t>DESC;</a:t>
            </a:r>
            <a:endParaRPr sz="2400" dirty="0">
              <a:cs typeface="Calibri" panose="020F0502020204030204" pitchFamily="34" charset="0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790007"/>
              </p:ext>
            </p:extLst>
          </p:nvPr>
        </p:nvGraphicFramePr>
        <p:xfrm>
          <a:off x="1194132" y="2187804"/>
          <a:ext cx="10453787" cy="418915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08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44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44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944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43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9443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9080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652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spc="-10" dirty="0"/>
                        <a:t>CustomerID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spc="-10" dirty="0"/>
                        <a:t>CustomerName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spc="-10" dirty="0"/>
                        <a:t>ContactName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spc="-10" dirty="0"/>
                        <a:t>Address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spc="-20" dirty="0"/>
                        <a:t>City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spc="-10" dirty="0"/>
                        <a:t>PostalCode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900" spc="-10" dirty="0"/>
                        <a:t>Country</a:t>
                      </a:r>
                      <a:endParaRPr sz="9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33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GROSELLA-Restaurante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Manuel</a:t>
                      </a:r>
                      <a:r>
                        <a:rPr sz="1100" spc="-45" dirty="0"/>
                        <a:t> </a:t>
                      </a:r>
                      <a:r>
                        <a:rPr sz="1100" spc="-10" dirty="0"/>
                        <a:t>Pereira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5ª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Ave. Los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Palos</a:t>
                      </a:r>
                      <a:r>
                        <a:rPr sz="1100" spc="-30" dirty="0"/>
                        <a:t> </a:t>
                      </a:r>
                      <a:r>
                        <a:rPr sz="1100" spc="-10" dirty="0"/>
                        <a:t>Grandes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Caracas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0" dirty="0"/>
                        <a:t>1081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Venezuela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32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25" dirty="0"/>
                        <a:t>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10" dirty="0"/>
                        <a:t>HILARIÓN-Abastos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/>
                        <a:t>Carlos</a:t>
                      </a:r>
                      <a:r>
                        <a:rPr sz="1100" spc="-30" dirty="0"/>
                        <a:t> </a:t>
                      </a:r>
                      <a:r>
                        <a:rPr sz="1100" spc="-10" dirty="0"/>
                        <a:t>Hernández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39370" marR="3873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/>
                        <a:t>Carrera</a:t>
                      </a:r>
                      <a:r>
                        <a:rPr sz="1100" spc="-25" dirty="0"/>
                        <a:t> </a:t>
                      </a:r>
                      <a:r>
                        <a:rPr sz="1100" dirty="0"/>
                        <a:t>22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con</a:t>
                      </a:r>
                      <a:r>
                        <a:rPr sz="1100" spc="-25" dirty="0"/>
                        <a:t> </a:t>
                      </a:r>
                      <a:r>
                        <a:rPr sz="1100" dirty="0"/>
                        <a:t>Ave. </a:t>
                      </a:r>
                      <a:r>
                        <a:rPr sz="1100" spc="-10" dirty="0"/>
                        <a:t>Carlos</a:t>
                      </a:r>
                      <a:r>
                        <a:rPr sz="1100" spc="500" dirty="0"/>
                        <a:t> </a:t>
                      </a:r>
                      <a:r>
                        <a:rPr sz="1100" dirty="0"/>
                        <a:t>Soublette</a:t>
                      </a:r>
                      <a:r>
                        <a:rPr sz="1100" spc="-50" dirty="0"/>
                        <a:t> </a:t>
                      </a:r>
                      <a:r>
                        <a:rPr sz="1100" dirty="0"/>
                        <a:t>#8-</a:t>
                      </a:r>
                      <a:r>
                        <a:rPr sz="1100" spc="-25" dirty="0"/>
                        <a:t>35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dirty="0"/>
                        <a:t>San</a:t>
                      </a:r>
                      <a:r>
                        <a:rPr sz="1100" spc="-30" dirty="0"/>
                        <a:t> </a:t>
                      </a:r>
                      <a:r>
                        <a:rPr sz="1100" spc="-10" dirty="0"/>
                        <a:t>Cristóbal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20" dirty="0"/>
                        <a:t>5022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100" spc="-10" dirty="0"/>
                        <a:t>Venezuela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365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32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46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LILA-Supermercado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Carlos</a:t>
                      </a:r>
                      <a:r>
                        <a:rPr sz="1100" spc="-30" dirty="0"/>
                        <a:t> </a:t>
                      </a:r>
                      <a:r>
                        <a:rPr sz="1100" spc="-10" dirty="0"/>
                        <a:t>González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 marR="336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Carrera</a:t>
                      </a:r>
                      <a:r>
                        <a:rPr sz="1100" spc="-20" dirty="0"/>
                        <a:t> </a:t>
                      </a:r>
                      <a:r>
                        <a:rPr sz="1100" dirty="0"/>
                        <a:t>52</a:t>
                      </a:r>
                      <a:r>
                        <a:rPr sz="1100" spc="-25" dirty="0"/>
                        <a:t> </a:t>
                      </a:r>
                      <a:r>
                        <a:rPr sz="1100" dirty="0"/>
                        <a:t>con</a:t>
                      </a:r>
                      <a:r>
                        <a:rPr sz="1100" spc="-20" dirty="0"/>
                        <a:t> Ave.</a:t>
                      </a:r>
                      <a:r>
                        <a:rPr sz="1100" spc="500" dirty="0"/>
                        <a:t> </a:t>
                      </a:r>
                      <a:r>
                        <a:rPr sz="1100" dirty="0"/>
                        <a:t>Bolívar </a:t>
                      </a:r>
                      <a:r>
                        <a:rPr sz="1100" spc="-10" dirty="0"/>
                        <a:t>#65-</a:t>
                      </a:r>
                      <a:r>
                        <a:rPr sz="1100" dirty="0"/>
                        <a:t>98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Llano</a:t>
                      </a:r>
                      <a:r>
                        <a:rPr sz="1100" spc="-10" dirty="0"/>
                        <a:t> </a:t>
                      </a:r>
                      <a:r>
                        <a:rPr sz="1100" spc="-20" dirty="0"/>
                        <a:t>Largo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Barquisimeto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0" dirty="0"/>
                        <a:t>3508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Venezuela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47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LINO-Delicateses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Felipe</a:t>
                      </a:r>
                      <a:r>
                        <a:rPr sz="1100" spc="-30" dirty="0"/>
                        <a:t> </a:t>
                      </a:r>
                      <a:r>
                        <a:rPr sz="1100" spc="-10" dirty="0"/>
                        <a:t>Izquierdo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Ave.</a:t>
                      </a:r>
                      <a:r>
                        <a:rPr sz="1100" spc="-10" dirty="0"/>
                        <a:t> </a:t>
                      </a:r>
                      <a:r>
                        <a:rPr sz="1100" dirty="0"/>
                        <a:t>5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de</a:t>
                      </a:r>
                      <a:r>
                        <a:rPr sz="1100" spc="-15" dirty="0"/>
                        <a:t> </a:t>
                      </a:r>
                      <a:r>
                        <a:rPr sz="1100" dirty="0"/>
                        <a:t>Mayo</a:t>
                      </a:r>
                      <a:r>
                        <a:rPr sz="1100" spc="-10" dirty="0"/>
                        <a:t> Porlamar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I.</a:t>
                      </a:r>
                      <a:r>
                        <a:rPr sz="1100" spc="-20" dirty="0"/>
                        <a:t> </a:t>
                      </a:r>
                      <a:r>
                        <a:rPr sz="1100" dirty="0"/>
                        <a:t>de</a:t>
                      </a:r>
                      <a:r>
                        <a:rPr sz="1100" spc="-5" dirty="0"/>
                        <a:t> </a:t>
                      </a:r>
                      <a:r>
                        <a:rPr sz="1100" spc="-10" dirty="0"/>
                        <a:t>Margarita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0" dirty="0"/>
                        <a:t>4980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Venezuela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32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Great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Lakes</a:t>
                      </a:r>
                      <a:r>
                        <a:rPr sz="1100" spc="-15" dirty="0"/>
                        <a:t> </a:t>
                      </a:r>
                      <a:r>
                        <a:rPr sz="1100" dirty="0"/>
                        <a:t>Food</a:t>
                      </a:r>
                      <a:r>
                        <a:rPr sz="1100" spc="-15" dirty="0"/>
                        <a:t> </a:t>
                      </a:r>
                      <a:r>
                        <a:rPr sz="1100" spc="-10" dirty="0"/>
                        <a:t>Market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Howard</a:t>
                      </a:r>
                      <a:r>
                        <a:rPr sz="1100" spc="5" dirty="0"/>
                        <a:t> </a:t>
                      </a:r>
                      <a:r>
                        <a:rPr sz="1100" spc="-10" dirty="0"/>
                        <a:t>Snyder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2732</a:t>
                      </a:r>
                      <a:r>
                        <a:rPr sz="1100" spc="-20" dirty="0"/>
                        <a:t> </a:t>
                      </a:r>
                      <a:r>
                        <a:rPr sz="1100" dirty="0"/>
                        <a:t>Baker</a:t>
                      </a:r>
                      <a:r>
                        <a:rPr sz="1100" spc="-10" dirty="0"/>
                        <a:t> Blvd.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Eugene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97403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USA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2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36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 marR="2222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Hungry</a:t>
                      </a:r>
                      <a:r>
                        <a:rPr sz="1100" spc="-15" dirty="0"/>
                        <a:t> </a:t>
                      </a:r>
                      <a:r>
                        <a:rPr sz="1100" dirty="0"/>
                        <a:t>Coyote</a:t>
                      </a:r>
                      <a:r>
                        <a:rPr sz="1100" spc="-45" dirty="0"/>
                        <a:t> </a:t>
                      </a:r>
                      <a:r>
                        <a:rPr sz="1100" spc="-10" dirty="0"/>
                        <a:t>Import</a:t>
                      </a:r>
                      <a:r>
                        <a:rPr sz="1100" spc="500" dirty="0"/>
                        <a:t> </a:t>
                      </a:r>
                      <a:r>
                        <a:rPr sz="1100" spc="-10" dirty="0"/>
                        <a:t>Store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Yoshi</a:t>
                      </a:r>
                      <a:r>
                        <a:rPr sz="1100" spc="-35" dirty="0"/>
                        <a:t> </a:t>
                      </a:r>
                      <a:r>
                        <a:rPr sz="1100" spc="-10" dirty="0"/>
                        <a:t>Latimer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 marR="2800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City</a:t>
                      </a:r>
                      <a:r>
                        <a:rPr sz="1100" spc="-15" dirty="0"/>
                        <a:t> </a:t>
                      </a:r>
                      <a:r>
                        <a:rPr sz="1100" dirty="0"/>
                        <a:t>Center</a:t>
                      </a:r>
                      <a:r>
                        <a:rPr sz="1100" spc="-5" dirty="0"/>
                        <a:t> </a:t>
                      </a:r>
                      <a:r>
                        <a:rPr sz="1100" dirty="0"/>
                        <a:t>Plaza</a:t>
                      </a:r>
                      <a:r>
                        <a:rPr sz="1100" spc="-40" dirty="0"/>
                        <a:t> </a:t>
                      </a:r>
                      <a:r>
                        <a:rPr sz="1100" spc="-25" dirty="0"/>
                        <a:t>516</a:t>
                      </a:r>
                      <a:r>
                        <a:rPr sz="1100" spc="500" dirty="0"/>
                        <a:t> </a:t>
                      </a:r>
                      <a:r>
                        <a:rPr sz="1100" dirty="0"/>
                        <a:t>Main</a:t>
                      </a:r>
                      <a:r>
                        <a:rPr sz="1100" spc="-30" dirty="0"/>
                        <a:t> </a:t>
                      </a:r>
                      <a:r>
                        <a:rPr sz="1100" spc="-25" dirty="0"/>
                        <a:t>St.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Elgin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97827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USA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242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43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Lazy</a:t>
                      </a:r>
                      <a:r>
                        <a:rPr sz="1100" spc="-35" dirty="0"/>
                        <a:t> </a:t>
                      </a:r>
                      <a:r>
                        <a:rPr sz="1100" dirty="0"/>
                        <a:t>K</a:t>
                      </a:r>
                      <a:r>
                        <a:rPr sz="1100" spc="-25" dirty="0"/>
                        <a:t> </a:t>
                      </a:r>
                      <a:r>
                        <a:rPr sz="1100" dirty="0"/>
                        <a:t>Kountry</a:t>
                      </a:r>
                      <a:r>
                        <a:rPr sz="1100" spc="-10" dirty="0"/>
                        <a:t> Store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John</a:t>
                      </a:r>
                      <a:r>
                        <a:rPr sz="1100" spc="-30" dirty="0"/>
                        <a:t> </a:t>
                      </a:r>
                      <a:r>
                        <a:rPr sz="1100" spc="-10" dirty="0"/>
                        <a:t>Steel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12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Orchestra</a:t>
                      </a:r>
                      <a:r>
                        <a:rPr sz="1100" spc="-25" dirty="0"/>
                        <a:t> </a:t>
                      </a:r>
                      <a:r>
                        <a:rPr sz="1100" spc="-10" dirty="0"/>
                        <a:t>Terrace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Walla</a:t>
                      </a:r>
                      <a:r>
                        <a:rPr sz="1100" spc="-15" dirty="0"/>
                        <a:t> </a:t>
                      </a:r>
                      <a:r>
                        <a:rPr sz="1100" spc="-10" dirty="0"/>
                        <a:t>Walla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99362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USA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6527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25" dirty="0"/>
                        <a:t>45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/>
                        <a:t>Let's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Stop</a:t>
                      </a:r>
                      <a:r>
                        <a:rPr sz="1100" spc="-10" dirty="0"/>
                        <a:t> </a:t>
                      </a:r>
                      <a:r>
                        <a:rPr sz="1100" dirty="0"/>
                        <a:t>N</a:t>
                      </a:r>
                      <a:r>
                        <a:rPr sz="1100" spc="-10" dirty="0"/>
                        <a:t> </a:t>
                      </a:r>
                      <a:r>
                        <a:rPr sz="1100" spc="-20" dirty="0"/>
                        <a:t>Shop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/>
                        <a:t>Jaime</a:t>
                      </a:r>
                      <a:r>
                        <a:rPr sz="1100" spc="-20" dirty="0"/>
                        <a:t> </a:t>
                      </a:r>
                      <a:r>
                        <a:rPr sz="1100" spc="-10" dirty="0"/>
                        <a:t>Yorres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/>
                        <a:t>87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Polk</a:t>
                      </a:r>
                      <a:r>
                        <a:rPr sz="1100" spc="-15" dirty="0"/>
                        <a:t> </a:t>
                      </a:r>
                      <a:r>
                        <a:rPr sz="1100" dirty="0"/>
                        <a:t>St.</a:t>
                      </a:r>
                      <a:r>
                        <a:rPr sz="1100" spc="-30" dirty="0"/>
                        <a:t> </a:t>
                      </a:r>
                      <a:r>
                        <a:rPr sz="1100" dirty="0"/>
                        <a:t>Suite</a:t>
                      </a:r>
                      <a:r>
                        <a:rPr sz="1100" spc="-5" dirty="0"/>
                        <a:t> </a:t>
                      </a:r>
                      <a:r>
                        <a:rPr sz="1100" spc="-60" dirty="0"/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/>
                        <a:t>San</a:t>
                      </a:r>
                      <a:r>
                        <a:rPr sz="1100" spc="-20" dirty="0"/>
                        <a:t> </a:t>
                      </a:r>
                      <a:r>
                        <a:rPr sz="1100" spc="-10" dirty="0"/>
                        <a:t>Francisco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/>
                        <a:t>94117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25" dirty="0"/>
                        <a:t>USA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921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48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 marR="5530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Lonesome</a:t>
                      </a:r>
                      <a:r>
                        <a:rPr sz="1100" spc="-50" dirty="0"/>
                        <a:t> </a:t>
                      </a:r>
                      <a:r>
                        <a:rPr sz="1100" spc="-20" dirty="0"/>
                        <a:t>Pine</a:t>
                      </a:r>
                      <a:r>
                        <a:rPr sz="1100" spc="500" dirty="0"/>
                        <a:t> </a:t>
                      </a:r>
                      <a:r>
                        <a:rPr sz="1100" spc="-10" dirty="0"/>
                        <a:t>Restaurant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Fran</a:t>
                      </a:r>
                      <a:r>
                        <a:rPr sz="1100" spc="-30" dirty="0"/>
                        <a:t> </a:t>
                      </a:r>
                      <a:r>
                        <a:rPr sz="1100" spc="-10" dirty="0"/>
                        <a:t>Wilson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dirty="0"/>
                        <a:t>89</a:t>
                      </a:r>
                      <a:r>
                        <a:rPr sz="1100" spc="20" dirty="0"/>
                        <a:t> </a:t>
                      </a:r>
                      <a:r>
                        <a:rPr sz="1100" spc="-10" dirty="0"/>
                        <a:t>Chiaroscuro</a:t>
                      </a:r>
                      <a:r>
                        <a:rPr sz="1100" spc="25" dirty="0"/>
                        <a:t> </a:t>
                      </a:r>
                      <a:r>
                        <a:rPr sz="1100" spc="-25" dirty="0"/>
                        <a:t>Rd.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Portland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10" dirty="0"/>
                        <a:t>97219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100" spc="-25" dirty="0"/>
                        <a:t>USA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290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226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25" dirty="0"/>
                        <a:t>55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/>
                        <a:t>Old</a:t>
                      </a:r>
                      <a:r>
                        <a:rPr sz="1100" spc="-20" dirty="0"/>
                        <a:t> </a:t>
                      </a:r>
                      <a:r>
                        <a:rPr sz="1100" dirty="0"/>
                        <a:t>World</a:t>
                      </a:r>
                      <a:r>
                        <a:rPr sz="1100" spc="-25" dirty="0"/>
                        <a:t> </a:t>
                      </a:r>
                      <a:r>
                        <a:rPr sz="1100" spc="-10" dirty="0"/>
                        <a:t>Delicatessen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/>
                        <a:t>Rene</a:t>
                      </a:r>
                      <a:r>
                        <a:rPr sz="1100" spc="-20" dirty="0"/>
                        <a:t> </a:t>
                      </a:r>
                      <a:r>
                        <a:rPr sz="1100" spc="-10" dirty="0"/>
                        <a:t>Phillips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dirty="0"/>
                        <a:t>2743</a:t>
                      </a:r>
                      <a:r>
                        <a:rPr sz="1100" spc="-35" dirty="0"/>
                        <a:t> </a:t>
                      </a:r>
                      <a:r>
                        <a:rPr sz="1100" dirty="0"/>
                        <a:t>Bering</a:t>
                      </a:r>
                      <a:r>
                        <a:rPr sz="1100" spc="-5" dirty="0"/>
                        <a:t> </a:t>
                      </a:r>
                      <a:r>
                        <a:rPr sz="1100" spc="-25" dirty="0"/>
                        <a:t>St.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/>
                        <a:t>Anchorage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10" dirty="0"/>
                        <a:t>99508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00" spc="-25" dirty="0"/>
                        <a:t>USA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34925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2179</TotalTime>
  <Words>1171</Words>
  <Application>Microsoft Office PowerPoint</Application>
  <PresentationFormat>Widescreen</PresentationFormat>
  <Paragraphs>314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Arial MT</vt:lpstr>
      <vt:lpstr>Calibri</vt:lpstr>
      <vt:lpstr>Calibri Light</vt:lpstr>
      <vt:lpstr>Times New Roman</vt:lpstr>
      <vt:lpstr>Retrospect</vt:lpstr>
      <vt:lpstr> Database Systems</vt:lpstr>
      <vt:lpstr>Unconditional Oracle INSERT ALL statement(Insert multiple rows into a table)</vt:lpstr>
      <vt:lpstr>PowerPoint Presentation</vt:lpstr>
      <vt:lpstr>The DELETE Command</vt:lpstr>
      <vt:lpstr>The UPDATE Command</vt:lpstr>
      <vt:lpstr>Update Case</vt:lpstr>
      <vt:lpstr>Tables as Sets</vt:lpstr>
      <vt:lpstr>Tables as Sets in SQL</vt:lpstr>
      <vt:lpstr>PowerPoint Presentation</vt:lpstr>
      <vt:lpstr>Substring Pattern Matching</vt:lpstr>
      <vt:lpstr>PowerPoint Presentation</vt:lpstr>
      <vt:lpstr>Substring Pattern Matching</vt:lpstr>
      <vt:lpstr>SQL Arithmetic Operators</vt:lpstr>
      <vt:lpstr>Comparison Operator: Between</vt:lpstr>
      <vt:lpstr>Some Other Examples</vt:lpstr>
      <vt:lpstr>Ordering of Query Results</vt:lpstr>
      <vt:lpstr>Sample Database</vt:lpstr>
      <vt:lpstr>Ordering of Query Results</vt:lpstr>
      <vt:lpstr>ORDER BY DESC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37</cp:revision>
  <dcterms:created xsi:type="dcterms:W3CDTF">2024-08-09T06:58:16Z</dcterms:created>
  <dcterms:modified xsi:type="dcterms:W3CDTF">2024-09-12T03:57:52Z</dcterms:modified>
</cp:coreProperties>
</file>