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  <p:sldId id="262" r:id="rId7"/>
    <p:sldId id="264" r:id="rId8"/>
    <p:sldId id="267" r:id="rId9"/>
    <p:sldId id="269" r:id="rId10"/>
    <p:sldId id="276" r:id="rId11"/>
    <p:sldId id="277" r:id="rId12"/>
    <p:sldId id="278" r:id="rId13"/>
    <p:sldId id="280" r:id="rId14"/>
    <p:sldId id="285" r:id="rId15"/>
  </p:sldIdLst>
  <p:sldSz cx="16256000" cy="9144000"/>
  <p:notesSz cx="1625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" y="365760"/>
            <a:ext cx="146304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jrgkuinynn</dc:title>
  <dc:creator/>
  <cp:lastModifiedBy>Muhammad Minhal Raxa</cp:lastModifiedBy>
  <cp:revision>1</cp:revision>
  <dcterms:created xsi:type="dcterms:W3CDTF">2024-10-30T07:24:27Z</dcterms:created>
  <dcterms:modified xsi:type="dcterms:W3CDTF">2024-10-30T07:24:27Z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2023-10-13T05:00:00Z</vt:filetime>
  </property>
  <property fmtid="{D5CDD505-2E9C-101B-9397-08002B2CF9AE}" pid="3" name="LastSaved">
    <vt:filetime>2024-10-30T05:00:00Z</vt:filetime>
  </property>
  <property fmtid="{D5CDD505-2E9C-101B-9397-08002B2CF9AE}" pid="4" name="ICV">
    <vt:lpwstr>9DEDA8C9AABF401ABAC43ED2CB7F4B1F_12</vt:lpwstr>
  </property>
  <property fmtid="{D5CDD505-2E9C-101B-9397-08002B2CF9AE}" pid="5" name="KSOProductBuildVer">
    <vt:lpwstr>1033-12.2.0.18607</vt:lpwstr>
  </property>
</Properties>
</file>