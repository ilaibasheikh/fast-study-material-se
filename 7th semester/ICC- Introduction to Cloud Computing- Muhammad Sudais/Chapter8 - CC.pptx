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22"/>
  </p:notesMasterIdLst>
  <p:sldIdLst>
    <p:sldId id="51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301" r:id="rId11"/>
    <p:sldId id="295" r:id="rId12"/>
    <p:sldId id="296" r:id="rId13"/>
    <p:sldId id="297" r:id="rId14"/>
    <p:sldId id="298" r:id="rId15"/>
    <p:sldId id="299" r:id="rId16"/>
    <p:sldId id="300" r:id="rId17"/>
    <p:sldId id="303" r:id="rId18"/>
    <p:sldId id="302" r:id="rId19"/>
    <p:sldId id="304" r:id="rId20"/>
    <p:sldId id="305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8 - Book 1" id="{DF1D82AC-744F-4C92-8379-5A52621CD051}">
          <p14:sldIdLst>
            <p14:sldId id="51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301"/>
            <p14:sldId id="295"/>
            <p14:sldId id="296"/>
            <p14:sldId id="297"/>
            <p14:sldId id="298"/>
            <p14:sldId id="299"/>
            <p14:sldId id="300"/>
            <p14:sldId id="303"/>
            <p14:sldId id="302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0333E9-9989-4B20-93EF-3FE0AC8CA28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AB1836-FC60-4398-9FC0-38E6113AA29E}">
      <dgm:prSet/>
      <dgm:spPr/>
      <dgm:t>
        <a:bodyPr/>
        <a:lstStyle/>
        <a:p>
          <a:r>
            <a:rPr lang="en-PK"/>
            <a:t>Resource Pooling</a:t>
          </a:r>
          <a:endParaRPr lang="en-US"/>
        </a:p>
      </dgm:t>
    </dgm:pt>
    <dgm:pt modelId="{2A5F175E-E281-415F-A977-3F135DD9D458}" type="parTrans" cxnId="{F37263E1-E39F-47D9-BA92-A4905E3E354D}">
      <dgm:prSet/>
      <dgm:spPr/>
      <dgm:t>
        <a:bodyPr/>
        <a:lstStyle/>
        <a:p>
          <a:endParaRPr lang="en-US"/>
        </a:p>
      </dgm:t>
    </dgm:pt>
    <dgm:pt modelId="{92D73C69-CEF1-48CF-BF3F-12AC9736F4E4}" type="sibTrans" cxnId="{F37263E1-E39F-47D9-BA92-A4905E3E354D}">
      <dgm:prSet/>
      <dgm:spPr/>
      <dgm:t>
        <a:bodyPr/>
        <a:lstStyle/>
        <a:p>
          <a:endParaRPr lang="en-US"/>
        </a:p>
      </dgm:t>
    </dgm:pt>
    <dgm:pt modelId="{46FECBBA-59A0-4374-AA3E-4C60EEC7B384}">
      <dgm:prSet/>
      <dgm:spPr/>
      <dgm:t>
        <a:bodyPr/>
        <a:lstStyle/>
        <a:p>
          <a:r>
            <a:rPr lang="en-PK"/>
            <a:t>Resource pooling is a core feature of cloud computing that allows cloud providers to serve multiple clients using shared physical resources.</a:t>
          </a:r>
          <a:endParaRPr lang="en-US"/>
        </a:p>
      </dgm:t>
    </dgm:pt>
    <dgm:pt modelId="{D9E3663A-B9E5-4662-84E0-90D8B38D4386}" type="parTrans" cxnId="{C07A763C-D201-4936-A114-7AE22EBB4D05}">
      <dgm:prSet/>
      <dgm:spPr/>
      <dgm:t>
        <a:bodyPr/>
        <a:lstStyle/>
        <a:p>
          <a:endParaRPr lang="en-US"/>
        </a:p>
      </dgm:t>
    </dgm:pt>
    <dgm:pt modelId="{580CB7D9-5E74-4F24-9070-AD998A138702}" type="sibTrans" cxnId="{C07A763C-D201-4936-A114-7AE22EBB4D05}">
      <dgm:prSet/>
      <dgm:spPr/>
      <dgm:t>
        <a:bodyPr/>
        <a:lstStyle/>
        <a:p>
          <a:endParaRPr lang="en-US"/>
        </a:p>
      </dgm:t>
    </dgm:pt>
    <dgm:pt modelId="{CC50E73C-5BB9-4143-B147-121EFCD5C28B}">
      <dgm:prSet/>
      <dgm:spPr/>
      <dgm:t>
        <a:bodyPr/>
        <a:lstStyle/>
        <a:p>
          <a:r>
            <a:rPr lang="en-PK"/>
            <a:t>Key Concepts:</a:t>
          </a:r>
          <a:endParaRPr lang="en-US"/>
        </a:p>
      </dgm:t>
    </dgm:pt>
    <dgm:pt modelId="{0865BF4E-62DC-46D0-8DFC-4AC20AD7DA07}" type="parTrans" cxnId="{E781DDA2-5654-4DFE-82C8-A83D21D99901}">
      <dgm:prSet/>
      <dgm:spPr/>
      <dgm:t>
        <a:bodyPr/>
        <a:lstStyle/>
        <a:p>
          <a:endParaRPr lang="en-US"/>
        </a:p>
      </dgm:t>
    </dgm:pt>
    <dgm:pt modelId="{820DE2BA-355C-448B-AFA7-26A47C5D24A3}" type="sibTrans" cxnId="{E781DDA2-5654-4DFE-82C8-A83D21D99901}">
      <dgm:prSet/>
      <dgm:spPr/>
      <dgm:t>
        <a:bodyPr/>
        <a:lstStyle/>
        <a:p>
          <a:endParaRPr lang="en-US"/>
        </a:p>
      </dgm:t>
    </dgm:pt>
    <dgm:pt modelId="{AA44CE7E-054B-41B7-836D-C4E428765C06}">
      <dgm:prSet/>
      <dgm:spPr/>
      <dgm:t>
        <a:bodyPr/>
        <a:lstStyle/>
        <a:p>
          <a:r>
            <a:rPr lang="en-PK"/>
            <a:t>Resources like computing power, storage, and network bandwidth are virtualized and pooled.</a:t>
          </a:r>
          <a:endParaRPr lang="en-US"/>
        </a:p>
      </dgm:t>
    </dgm:pt>
    <dgm:pt modelId="{C6B5D682-D18D-4C3F-9BB1-227889979442}" type="parTrans" cxnId="{BA62AFE8-0430-4239-AFB6-BD23B707D491}">
      <dgm:prSet/>
      <dgm:spPr/>
      <dgm:t>
        <a:bodyPr/>
        <a:lstStyle/>
        <a:p>
          <a:endParaRPr lang="en-US"/>
        </a:p>
      </dgm:t>
    </dgm:pt>
    <dgm:pt modelId="{98BE403B-2575-4EBE-A97D-357DE2A0D3DE}" type="sibTrans" cxnId="{BA62AFE8-0430-4239-AFB6-BD23B707D491}">
      <dgm:prSet/>
      <dgm:spPr/>
      <dgm:t>
        <a:bodyPr/>
        <a:lstStyle/>
        <a:p>
          <a:endParaRPr lang="en-US"/>
        </a:p>
      </dgm:t>
    </dgm:pt>
    <dgm:pt modelId="{EE4B1B63-B404-4E42-9BD0-CF84C9AF5BCA}">
      <dgm:prSet/>
      <dgm:spPr/>
      <dgm:t>
        <a:bodyPr/>
        <a:lstStyle/>
        <a:p>
          <a:r>
            <a:rPr lang="en-PK"/>
            <a:t>Clients use these virtual resources without being aware of the underlying physical infrastructure.</a:t>
          </a:r>
          <a:endParaRPr lang="en-US"/>
        </a:p>
      </dgm:t>
    </dgm:pt>
    <dgm:pt modelId="{E8D07ECE-BD9D-455E-A58F-A55521E6981C}" type="parTrans" cxnId="{391F4A7B-EFF2-4CA0-842F-28F03C03B631}">
      <dgm:prSet/>
      <dgm:spPr/>
      <dgm:t>
        <a:bodyPr/>
        <a:lstStyle/>
        <a:p>
          <a:endParaRPr lang="en-US"/>
        </a:p>
      </dgm:t>
    </dgm:pt>
    <dgm:pt modelId="{16D003C4-0989-423A-B9B6-664BB82C5C78}" type="sibTrans" cxnId="{391F4A7B-EFF2-4CA0-842F-28F03C03B631}">
      <dgm:prSet/>
      <dgm:spPr/>
      <dgm:t>
        <a:bodyPr/>
        <a:lstStyle/>
        <a:p>
          <a:endParaRPr lang="en-US"/>
        </a:p>
      </dgm:t>
    </dgm:pt>
    <dgm:pt modelId="{A66C67D7-9F88-40A2-A25A-86F4693AF77A}">
      <dgm:prSet/>
      <dgm:spPr/>
      <dgm:t>
        <a:bodyPr/>
        <a:lstStyle/>
        <a:p>
          <a:r>
            <a:rPr lang="en-PK"/>
            <a:t>Key Benefits:</a:t>
          </a:r>
          <a:endParaRPr lang="en-US"/>
        </a:p>
      </dgm:t>
    </dgm:pt>
    <dgm:pt modelId="{DAE0B5B6-A5E9-4C0E-827F-4D470AB94C36}" type="parTrans" cxnId="{B4F0D802-92CE-4867-A45B-C4CEB97C429D}">
      <dgm:prSet/>
      <dgm:spPr/>
      <dgm:t>
        <a:bodyPr/>
        <a:lstStyle/>
        <a:p>
          <a:endParaRPr lang="en-US"/>
        </a:p>
      </dgm:t>
    </dgm:pt>
    <dgm:pt modelId="{A41B6DB3-7667-4031-AC3F-25078ADB2244}" type="sibTrans" cxnId="{B4F0D802-92CE-4867-A45B-C4CEB97C429D}">
      <dgm:prSet/>
      <dgm:spPr/>
      <dgm:t>
        <a:bodyPr/>
        <a:lstStyle/>
        <a:p>
          <a:endParaRPr lang="en-US"/>
        </a:p>
      </dgm:t>
    </dgm:pt>
    <dgm:pt modelId="{0250FC05-24F3-4E03-B5C7-234069B14E7D}">
      <dgm:prSet/>
      <dgm:spPr/>
      <dgm:t>
        <a:bodyPr/>
        <a:lstStyle/>
        <a:p>
          <a:r>
            <a:rPr lang="en-PK"/>
            <a:t>Increased resource utilization.</a:t>
          </a:r>
          <a:endParaRPr lang="en-US"/>
        </a:p>
      </dgm:t>
    </dgm:pt>
    <dgm:pt modelId="{66801817-CBB1-43FC-8EB1-EBF320CBC21E}" type="parTrans" cxnId="{9952690F-2D90-4E7A-A8C1-4170AE5737A4}">
      <dgm:prSet/>
      <dgm:spPr/>
      <dgm:t>
        <a:bodyPr/>
        <a:lstStyle/>
        <a:p>
          <a:endParaRPr lang="en-US"/>
        </a:p>
      </dgm:t>
    </dgm:pt>
    <dgm:pt modelId="{E9544374-3B1A-4953-A92C-81E26DDD6686}" type="sibTrans" cxnId="{9952690F-2D90-4E7A-A8C1-4170AE5737A4}">
      <dgm:prSet/>
      <dgm:spPr/>
      <dgm:t>
        <a:bodyPr/>
        <a:lstStyle/>
        <a:p>
          <a:endParaRPr lang="en-US"/>
        </a:p>
      </dgm:t>
    </dgm:pt>
    <dgm:pt modelId="{8CEF1760-5977-4B1D-BC31-4DA799B8D71D}">
      <dgm:prSet/>
      <dgm:spPr/>
      <dgm:t>
        <a:bodyPr/>
        <a:lstStyle/>
        <a:p>
          <a:r>
            <a:rPr lang="en-PK"/>
            <a:t>Cost-efficiency by eliminating idle resources.</a:t>
          </a:r>
          <a:endParaRPr lang="en-US"/>
        </a:p>
      </dgm:t>
    </dgm:pt>
    <dgm:pt modelId="{3DC88DDB-1FE1-451F-9B90-DB45589C1294}" type="parTrans" cxnId="{14068BD5-AD76-4141-B0C4-A52EF5616154}">
      <dgm:prSet/>
      <dgm:spPr/>
      <dgm:t>
        <a:bodyPr/>
        <a:lstStyle/>
        <a:p>
          <a:endParaRPr lang="en-US"/>
        </a:p>
      </dgm:t>
    </dgm:pt>
    <dgm:pt modelId="{1B852F9C-25B9-4834-ABD9-181D06108FE3}" type="sibTrans" cxnId="{14068BD5-AD76-4141-B0C4-A52EF5616154}">
      <dgm:prSet/>
      <dgm:spPr/>
      <dgm:t>
        <a:bodyPr/>
        <a:lstStyle/>
        <a:p>
          <a:endParaRPr lang="en-US"/>
        </a:p>
      </dgm:t>
    </dgm:pt>
    <dgm:pt modelId="{534B29BC-2863-43C0-A06B-1E78C1FF6C9B}">
      <dgm:prSet/>
      <dgm:spPr/>
      <dgm:t>
        <a:bodyPr/>
        <a:lstStyle/>
        <a:p>
          <a:r>
            <a:rPr lang="en-PK"/>
            <a:t>Flexibility to meet fluctuating demands.</a:t>
          </a:r>
          <a:endParaRPr lang="en-US"/>
        </a:p>
      </dgm:t>
    </dgm:pt>
    <dgm:pt modelId="{904C11A4-ED7B-439D-83B3-F7E03A390932}" type="parTrans" cxnId="{784870C6-538A-4C21-B248-5282D060944D}">
      <dgm:prSet/>
      <dgm:spPr/>
      <dgm:t>
        <a:bodyPr/>
        <a:lstStyle/>
        <a:p>
          <a:endParaRPr lang="en-US"/>
        </a:p>
      </dgm:t>
    </dgm:pt>
    <dgm:pt modelId="{9A6BE9E7-5260-4CB9-84C7-A8AB5198085F}" type="sibTrans" cxnId="{784870C6-538A-4C21-B248-5282D060944D}">
      <dgm:prSet/>
      <dgm:spPr/>
      <dgm:t>
        <a:bodyPr/>
        <a:lstStyle/>
        <a:p>
          <a:endParaRPr lang="en-US"/>
        </a:p>
      </dgm:t>
    </dgm:pt>
    <dgm:pt modelId="{2CFF8518-D0FF-4B2B-BA97-CB6B94D14622}">
      <dgm:prSet/>
      <dgm:spPr/>
      <dgm:t>
        <a:bodyPr/>
        <a:lstStyle/>
        <a:p>
          <a:r>
            <a:rPr lang="en-PK"/>
            <a:t>Example: Multiple virtual machines (VMs) running on a single physical server.</a:t>
          </a:r>
          <a:endParaRPr lang="en-US"/>
        </a:p>
      </dgm:t>
    </dgm:pt>
    <dgm:pt modelId="{F0BE8BDE-ED15-43AC-9E2F-C1C7914F22C0}" type="parTrans" cxnId="{582EB661-6EED-4E7E-A86F-5C91794BA41C}">
      <dgm:prSet/>
      <dgm:spPr/>
      <dgm:t>
        <a:bodyPr/>
        <a:lstStyle/>
        <a:p>
          <a:endParaRPr lang="en-US"/>
        </a:p>
      </dgm:t>
    </dgm:pt>
    <dgm:pt modelId="{1C430E38-6D1C-48EA-9690-67DA7E032954}" type="sibTrans" cxnId="{582EB661-6EED-4E7E-A86F-5C91794BA41C}">
      <dgm:prSet/>
      <dgm:spPr/>
      <dgm:t>
        <a:bodyPr/>
        <a:lstStyle/>
        <a:p>
          <a:endParaRPr lang="en-US"/>
        </a:p>
      </dgm:t>
    </dgm:pt>
    <dgm:pt modelId="{486029C5-DCC0-4610-B924-CA9EDE061883}">
      <dgm:prSet/>
      <dgm:spPr/>
      <dgm:t>
        <a:bodyPr/>
        <a:lstStyle/>
        <a:p>
          <a:r>
            <a:rPr lang="en-PK"/>
            <a:t>Resource Sharing</a:t>
          </a:r>
          <a:endParaRPr lang="en-US"/>
        </a:p>
      </dgm:t>
    </dgm:pt>
    <dgm:pt modelId="{0BB3D778-2AF2-4A74-AA7B-E25CDFEB74F8}" type="parTrans" cxnId="{DFF92321-8D83-49BF-8998-AFECD6034B24}">
      <dgm:prSet/>
      <dgm:spPr/>
      <dgm:t>
        <a:bodyPr/>
        <a:lstStyle/>
        <a:p>
          <a:endParaRPr lang="en-US"/>
        </a:p>
      </dgm:t>
    </dgm:pt>
    <dgm:pt modelId="{3F70F867-5D4B-4794-B878-53DC391C61BE}" type="sibTrans" cxnId="{DFF92321-8D83-49BF-8998-AFECD6034B24}">
      <dgm:prSet/>
      <dgm:spPr/>
      <dgm:t>
        <a:bodyPr/>
        <a:lstStyle/>
        <a:p>
          <a:endParaRPr lang="en-US"/>
        </a:p>
      </dgm:t>
    </dgm:pt>
    <dgm:pt modelId="{B696552B-1CC4-4A15-9970-2B4240E6F056}">
      <dgm:prSet/>
      <dgm:spPr/>
      <dgm:t>
        <a:bodyPr/>
        <a:lstStyle/>
        <a:p>
          <a:r>
            <a:rPr lang="en-PK"/>
            <a:t>Resource sharing allows multiple clients or workloads to use the same set of physical resources.</a:t>
          </a:r>
          <a:endParaRPr lang="en-US"/>
        </a:p>
      </dgm:t>
    </dgm:pt>
    <dgm:pt modelId="{A183BA2D-215A-4C45-A562-7792968F095B}" type="parTrans" cxnId="{5A447F10-50EE-4980-A707-4200C5765DAE}">
      <dgm:prSet/>
      <dgm:spPr/>
      <dgm:t>
        <a:bodyPr/>
        <a:lstStyle/>
        <a:p>
          <a:endParaRPr lang="en-US"/>
        </a:p>
      </dgm:t>
    </dgm:pt>
    <dgm:pt modelId="{062326EC-A6C1-4914-A719-E5AD89EFE787}" type="sibTrans" cxnId="{5A447F10-50EE-4980-A707-4200C5765DAE}">
      <dgm:prSet/>
      <dgm:spPr/>
      <dgm:t>
        <a:bodyPr/>
        <a:lstStyle/>
        <a:p>
          <a:endParaRPr lang="en-US"/>
        </a:p>
      </dgm:t>
    </dgm:pt>
    <dgm:pt modelId="{AFABACE5-A2E5-4E24-B7AD-6AB6B7C3A6F5}">
      <dgm:prSet/>
      <dgm:spPr/>
      <dgm:t>
        <a:bodyPr/>
        <a:lstStyle/>
        <a:p>
          <a:r>
            <a:rPr lang="en-PK"/>
            <a:t>Benefits:</a:t>
          </a:r>
          <a:endParaRPr lang="en-US"/>
        </a:p>
      </dgm:t>
    </dgm:pt>
    <dgm:pt modelId="{10357290-4951-46E3-9D5A-9EFCA23A0611}" type="parTrans" cxnId="{7F32356B-2269-4CFA-A13A-F67A06E2C34C}">
      <dgm:prSet/>
      <dgm:spPr/>
      <dgm:t>
        <a:bodyPr/>
        <a:lstStyle/>
        <a:p>
          <a:endParaRPr lang="en-US"/>
        </a:p>
      </dgm:t>
    </dgm:pt>
    <dgm:pt modelId="{214E5F28-8DFF-466A-8DAB-41210F1C94AA}" type="sibTrans" cxnId="{7F32356B-2269-4CFA-A13A-F67A06E2C34C}">
      <dgm:prSet/>
      <dgm:spPr/>
      <dgm:t>
        <a:bodyPr/>
        <a:lstStyle/>
        <a:p>
          <a:endParaRPr lang="en-US"/>
        </a:p>
      </dgm:t>
    </dgm:pt>
    <dgm:pt modelId="{C60AB6B3-BA9E-47AB-9397-6BC8B9115855}">
      <dgm:prSet/>
      <dgm:spPr/>
      <dgm:t>
        <a:bodyPr/>
        <a:lstStyle/>
        <a:p>
          <a:r>
            <a:rPr lang="en-PK"/>
            <a:t>Higher Utilization Rates: Shared resources ensure maximum usage of physical infrastructure, reducing idle time.</a:t>
          </a:r>
          <a:endParaRPr lang="en-US"/>
        </a:p>
      </dgm:t>
    </dgm:pt>
    <dgm:pt modelId="{4B1C175E-3B1F-45DC-B948-5EFA4FAB52B9}" type="parTrans" cxnId="{074257B0-71F9-46D3-934F-03BBAA2FE17C}">
      <dgm:prSet/>
      <dgm:spPr/>
      <dgm:t>
        <a:bodyPr/>
        <a:lstStyle/>
        <a:p>
          <a:endParaRPr lang="en-US"/>
        </a:p>
      </dgm:t>
    </dgm:pt>
    <dgm:pt modelId="{6463B8F2-6683-453F-BA10-7B6C54ECB9C2}" type="sibTrans" cxnId="{074257B0-71F9-46D3-934F-03BBAA2FE17C}">
      <dgm:prSet/>
      <dgm:spPr/>
      <dgm:t>
        <a:bodyPr/>
        <a:lstStyle/>
        <a:p>
          <a:endParaRPr lang="en-US"/>
        </a:p>
      </dgm:t>
    </dgm:pt>
    <dgm:pt modelId="{403BB9CC-9759-4245-A841-BB94B55D4000}">
      <dgm:prSet/>
      <dgm:spPr/>
      <dgm:t>
        <a:bodyPr/>
        <a:lstStyle/>
        <a:p>
          <a:r>
            <a:rPr lang="en-PK"/>
            <a:t>Cost Efficiency: Instead of each client needing separate resources, they share resources, driving down costs.</a:t>
          </a:r>
          <a:endParaRPr lang="en-US"/>
        </a:p>
      </dgm:t>
    </dgm:pt>
    <dgm:pt modelId="{F0142905-2A42-4D35-8CF9-8143CCF47987}" type="parTrans" cxnId="{DB7DA0DF-7129-4816-8F61-13F538D3160E}">
      <dgm:prSet/>
      <dgm:spPr/>
      <dgm:t>
        <a:bodyPr/>
        <a:lstStyle/>
        <a:p>
          <a:endParaRPr lang="en-US"/>
        </a:p>
      </dgm:t>
    </dgm:pt>
    <dgm:pt modelId="{9240925B-D1DA-4936-BAE5-9B319D83BB8E}" type="sibTrans" cxnId="{DB7DA0DF-7129-4816-8F61-13F538D3160E}">
      <dgm:prSet/>
      <dgm:spPr/>
      <dgm:t>
        <a:bodyPr/>
        <a:lstStyle/>
        <a:p>
          <a:endParaRPr lang="en-US"/>
        </a:p>
      </dgm:t>
    </dgm:pt>
    <dgm:pt modelId="{7CC34167-1F68-4BAD-A73D-9AEC79FCC84A}">
      <dgm:prSet/>
      <dgm:spPr/>
      <dgm:t>
        <a:bodyPr/>
        <a:lstStyle/>
        <a:p>
          <a:r>
            <a:rPr lang="en-PK"/>
            <a:t>Elasticity: Resources are dynamically allocated based on demand.</a:t>
          </a:r>
          <a:endParaRPr lang="en-US"/>
        </a:p>
      </dgm:t>
    </dgm:pt>
    <dgm:pt modelId="{A09FA25B-07C9-473F-AD12-103E6F6EE49C}" type="parTrans" cxnId="{A3323E5D-522D-4C7D-AE70-9F60F5A76A70}">
      <dgm:prSet/>
      <dgm:spPr/>
      <dgm:t>
        <a:bodyPr/>
        <a:lstStyle/>
        <a:p>
          <a:endParaRPr lang="en-US"/>
        </a:p>
      </dgm:t>
    </dgm:pt>
    <dgm:pt modelId="{6EF6639B-4B28-4BC2-B189-133E81B48C24}" type="sibTrans" cxnId="{A3323E5D-522D-4C7D-AE70-9F60F5A76A70}">
      <dgm:prSet/>
      <dgm:spPr/>
      <dgm:t>
        <a:bodyPr/>
        <a:lstStyle/>
        <a:p>
          <a:endParaRPr lang="en-US"/>
        </a:p>
      </dgm:t>
    </dgm:pt>
    <dgm:pt modelId="{329A7B0C-08F2-4D52-9707-5886C4553FBA}">
      <dgm:prSet/>
      <dgm:spPr/>
      <dgm:t>
        <a:bodyPr/>
        <a:lstStyle/>
        <a:p>
          <a:r>
            <a:rPr lang="en-PK"/>
            <a:t>Example: A cloud provider like AWS or Azure shares physical servers among numerous clients using virtualization technologies.</a:t>
          </a:r>
          <a:endParaRPr lang="en-US"/>
        </a:p>
      </dgm:t>
    </dgm:pt>
    <dgm:pt modelId="{D8BCE382-990F-4C8C-B62D-A608F5639A10}" type="parTrans" cxnId="{15285D1C-7DC9-4BDE-A051-51ACB1AB4720}">
      <dgm:prSet/>
      <dgm:spPr/>
      <dgm:t>
        <a:bodyPr/>
        <a:lstStyle/>
        <a:p>
          <a:endParaRPr lang="en-US"/>
        </a:p>
      </dgm:t>
    </dgm:pt>
    <dgm:pt modelId="{E45C6FBB-B2FC-478F-B0C6-3D2F061B05F5}" type="sibTrans" cxnId="{15285D1C-7DC9-4BDE-A051-51ACB1AB4720}">
      <dgm:prSet/>
      <dgm:spPr/>
      <dgm:t>
        <a:bodyPr/>
        <a:lstStyle/>
        <a:p>
          <a:endParaRPr lang="en-US"/>
        </a:p>
      </dgm:t>
    </dgm:pt>
    <dgm:pt modelId="{75417A3A-640B-46ED-BE3E-4E8F82DFC716}">
      <dgm:prSet/>
      <dgm:spPr/>
      <dgm:t>
        <a:bodyPr/>
        <a:lstStyle/>
        <a:p>
          <a:r>
            <a:rPr lang="en-PK"/>
            <a:t>Dynamic Resource Provisioning</a:t>
          </a:r>
          <a:endParaRPr lang="en-US"/>
        </a:p>
      </dgm:t>
    </dgm:pt>
    <dgm:pt modelId="{8695B863-0322-48DD-8616-627E90C09D93}" type="parTrans" cxnId="{D11E6D73-6612-48C8-9DF0-06A5C73B98EC}">
      <dgm:prSet/>
      <dgm:spPr/>
      <dgm:t>
        <a:bodyPr/>
        <a:lstStyle/>
        <a:p>
          <a:endParaRPr lang="en-US"/>
        </a:p>
      </dgm:t>
    </dgm:pt>
    <dgm:pt modelId="{EC567FF2-BE1B-4F3A-8C87-2B51DEDF2C23}" type="sibTrans" cxnId="{D11E6D73-6612-48C8-9DF0-06A5C73B98EC}">
      <dgm:prSet/>
      <dgm:spPr/>
      <dgm:t>
        <a:bodyPr/>
        <a:lstStyle/>
        <a:p>
          <a:endParaRPr lang="en-US"/>
        </a:p>
      </dgm:t>
    </dgm:pt>
    <dgm:pt modelId="{D6C7804D-449E-4AB1-BEBF-8428B8898F7C}">
      <dgm:prSet/>
      <dgm:spPr/>
      <dgm:t>
        <a:bodyPr/>
        <a:lstStyle/>
        <a:p>
          <a:r>
            <a:rPr lang="en-PK"/>
            <a:t>Dynamic Provisioning: The ability of the cloud provider to allocate or release resources on demand, ensuring the right amount of resources is available at any time.</a:t>
          </a:r>
          <a:endParaRPr lang="en-US"/>
        </a:p>
      </dgm:t>
    </dgm:pt>
    <dgm:pt modelId="{FDEEB975-EC12-4C97-9CC4-A9528D55C5FE}" type="parTrans" cxnId="{B166F762-9892-46CF-9394-604C9BC2720C}">
      <dgm:prSet/>
      <dgm:spPr/>
      <dgm:t>
        <a:bodyPr/>
        <a:lstStyle/>
        <a:p>
          <a:endParaRPr lang="en-US"/>
        </a:p>
      </dgm:t>
    </dgm:pt>
    <dgm:pt modelId="{00C5752F-BA05-4531-9608-2AEB95E62A4C}" type="sibTrans" cxnId="{B166F762-9892-46CF-9394-604C9BC2720C}">
      <dgm:prSet/>
      <dgm:spPr/>
      <dgm:t>
        <a:bodyPr/>
        <a:lstStyle/>
        <a:p>
          <a:endParaRPr lang="en-US"/>
        </a:p>
      </dgm:t>
    </dgm:pt>
    <dgm:pt modelId="{DF36FFFE-BAA5-4F16-852B-A96958905B86}">
      <dgm:prSet/>
      <dgm:spPr/>
      <dgm:t>
        <a:bodyPr/>
        <a:lstStyle/>
        <a:p>
          <a:r>
            <a:rPr lang="en-PK"/>
            <a:t>How It Works:</a:t>
          </a:r>
          <a:endParaRPr lang="en-US"/>
        </a:p>
      </dgm:t>
    </dgm:pt>
    <dgm:pt modelId="{5B30AFEA-C604-493B-BA35-3D98F0BDBC45}" type="parTrans" cxnId="{34A8E807-607D-4C8B-83A0-0DF1E2BB67D1}">
      <dgm:prSet/>
      <dgm:spPr/>
      <dgm:t>
        <a:bodyPr/>
        <a:lstStyle/>
        <a:p>
          <a:endParaRPr lang="en-US"/>
        </a:p>
      </dgm:t>
    </dgm:pt>
    <dgm:pt modelId="{28348A92-7313-46CC-A2C7-B60289ADCA11}" type="sibTrans" cxnId="{34A8E807-607D-4C8B-83A0-0DF1E2BB67D1}">
      <dgm:prSet/>
      <dgm:spPr/>
      <dgm:t>
        <a:bodyPr/>
        <a:lstStyle/>
        <a:p>
          <a:endParaRPr lang="en-US"/>
        </a:p>
      </dgm:t>
    </dgm:pt>
    <dgm:pt modelId="{0B864DDD-A598-4BE9-9DDF-AF7E6D36CC39}">
      <dgm:prSet/>
      <dgm:spPr/>
      <dgm:t>
        <a:bodyPr/>
        <a:lstStyle/>
        <a:p>
          <a:r>
            <a:rPr lang="en-PK" dirty="0"/>
            <a:t>Resources are provisioned when an application or client needs more capacity.</a:t>
          </a:r>
          <a:endParaRPr lang="en-US" dirty="0"/>
        </a:p>
      </dgm:t>
    </dgm:pt>
    <dgm:pt modelId="{13AB1348-3343-4511-AA22-D7CD420E6FD5}" type="parTrans" cxnId="{577A3F34-889D-488B-BA41-B692F0CF078A}">
      <dgm:prSet/>
      <dgm:spPr/>
      <dgm:t>
        <a:bodyPr/>
        <a:lstStyle/>
        <a:p>
          <a:endParaRPr lang="en-US"/>
        </a:p>
      </dgm:t>
    </dgm:pt>
    <dgm:pt modelId="{5AF51B62-A802-496D-8DAD-296536C185E3}" type="sibTrans" cxnId="{577A3F34-889D-488B-BA41-B692F0CF078A}">
      <dgm:prSet/>
      <dgm:spPr/>
      <dgm:t>
        <a:bodyPr/>
        <a:lstStyle/>
        <a:p>
          <a:endParaRPr lang="en-US"/>
        </a:p>
      </dgm:t>
    </dgm:pt>
    <dgm:pt modelId="{291A5382-C1A3-4437-9A58-1DDB979F46CF}">
      <dgm:prSet/>
      <dgm:spPr/>
      <dgm:t>
        <a:bodyPr/>
        <a:lstStyle/>
        <a:p>
          <a:r>
            <a:rPr lang="en-PK"/>
            <a:t>Resources are de-provisioned when demand decreases, ensuring efficiency.</a:t>
          </a:r>
          <a:endParaRPr lang="en-US"/>
        </a:p>
      </dgm:t>
    </dgm:pt>
    <dgm:pt modelId="{7E5C53A0-4659-4A48-9134-3053FFB33003}" type="parTrans" cxnId="{C2345A21-7E4A-415D-B892-FA6729849549}">
      <dgm:prSet/>
      <dgm:spPr/>
      <dgm:t>
        <a:bodyPr/>
        <a:lstStyle/>
        <a:p>
          <a:endParaRPr lang="en-US"/>
        </a:p>
      </dgm:t>
    </dgm:pt>
    <dgm:pt modelId="{3BB771FA-709D-4952-B854-0BDCF6930395}" type="sibTrans" cxnId="{C2345A21-7E4A-415D-B892-FA6729849549}">
      <dgm:prSet/>
      <dgm:spPr/>
      <dgm:t>
        <a:bodyPr/>
        <a:lstStyle/>
        <a:p>
          <a:endParaRPr lang="en-US"/>
        </a:p>
      </dgm:t>
    </dgm:pt>
    <dgm:pt modelId="{4981DEB1-DBBE-491B-B956-4C6665DAF747}">
      <dgm:prSet/>
      <dgm:spPr/>
      <dgm:t>
        <a:bodyPr/>
        <a:lstStyle/>
        <a:p>
          <a:r>
            <a:rPr lang="en-PK"/>
            <a:t>Advantages:</a:t>
          </a:r>
          <a:endParaRPr lang="en-US"/>
        </a:p>
      </dgm:t>
    </dgm:pt>
    <dgm:pt modelId="{78D08939-A04C-4D36-BE50-CFC70D96FFD4}" type="parTrans" cxnId="{D756256C-1147-48C5-8844-2F2907DE5E83}">
      <dgm:prSet/>
      <dgm:spPr/>
      <dgm:t>
        <a:bodyPr/>
        <a:lstStyle/>
        <a:p>
          <a:endParaRPr lang="en-US"/>
        </a:p>
      </dgm:t>
    </dgm:pt>
    <dgm:pt modelId="{A048BCC9-C63C-4AAA-A695-7A5392E1B86B}" type="sibTrans" cxnId="{D756256C-1147-48C5-8844-2F2907DE5E83}">
      <dgm:prSet/>
      <dgm:spPr/>
      <dgm:t>
        <a:bodyPr/>
        <a:lstStyle/>
        <a:p>
          <a:endParaRPr lang="en-US"/>
        </a:p>
      </dgm:t>
    </dgm:pt>
    <dgm:pt modelId="{CC8D5C92-0687-45C4-992D-A0B359DD3687}">
      <dgm:prSet/>
      <dgm:spPr/>
      <dgm:t>
        <a:bodyPr/>
        <a:lstStyle/>
        <a:p>
          <a:r>
            <a:rPr lang="en-PK"/>
            <a:t>No need for over-provisioning hardware.</a:t>
          </a:r>
          <a:endParaRPr lang="en-US"/>
        </a:p>
      </dgm:t>
    </dgm:pt>
    <dgm:pt modelId="{2E16E873-A14C-4228-B20D-425E3D3245B8}" type="parTrans" cxnId="{E8F39464-3E9C-4946-8D5F-7447B38B351A}">
      <dgm:prSet/>
      <dgm:spPr/>
      <dgm:t>
        <a:bodyPr/>
        <a:lstStyle/>
        <a:p>
          <a:endParaRPr lang="en-US"/>
        </a:p>
      </dgm:t>
    </dgm:pt>
    <dgm:pt modelId="{B8B6F295-F140-4673-B737-69D864CDDB7E}" type="sibTrans" cxnId="{E8F39464-3E9C-4946-8D5F-7447B38B351A}">
      <dgm:prSet/>
      <dgm:spPr/>
      <dgm:t>
        <a:bodyPr/>
        <a:lstStyle/>
        <a:p>
          <a:endParaRPr lang="en-US"/>
        </a:p>
      </dgm:t>
    </dgm:pt>
    <dgm:pt modelId="{ECD6ED5D-9183-4BEA-9B93-A14AFCA3768A}">
      <dgm:prSet/>
      <dgm:spPr/>
      <dgm:t>
        <a:bodyPr/>
        <a:lstStyle/>
        <a:p>
          <a:r>
            <a:rPr lang="en-PK"/>
            <a:t>Reduces costs and improves agility.</a:t>
          </a:r>
          <a:endParaRPr lang="en-US"/>
        </a:p>
      </dgm:t>
    </dgm:pt>
    <dgm:pt modelId="{59FF8D8A-327E-4E8E-9277-3C5FC35FE361}" type="parTrans" cxnId="{8FC4D093-2E5F-49F9-9E48-315B138BD955}">
      <dgm:prSet/>
      <dgm:spPr/>
      <dgm:t>
        <a:bodyPr/>
        <a:lstStyle/>
        <a:p>
          <a:endParaRPr lang="en-US"/>
        </a:p>
      </dgm:t>
    </dgm:pt>
    <dgm:pt modelId="{F05623E0-D67A-4747-9365-E7BB9C483458}" type="sibTrans" cxnId="{8FC4D093-2E5F-49F9-9E48-315B138BD955}">
      <dgm:prSet/>
      <dgm:spPr/>
      <dgm:t>
        <a:bodyPr/>
        <a:lstStyle/>
        <a:p>
          <a:endParaRPr lang="en-US"/>
        </a:p>
      </dgm:t>
    </dgm:pt>
    <dgm:pt modelId="{A4CDB2B0-BB1A-4FE1-A01A-5B8C9B03EB82}">
      <dgm:prSet/>
      <dgm:spPr/>
      <dgm:t>
        <a:bodyPr/>
        <a:lstStyle/>
        <a:p>
          <a:r>
            <a:rPr lang="en-PK"/>
            <a:t>Perfect for workloads with varying resource demands.</a:t>
          </a:r>
          <a:endParaRPr lang="en-US"/>
        </a:p>
      </dgm:t>
    </dgm:pt>
    <dgm:pt modelId="{C3B87FB1-8554-46CA-AFBE-91C1EC10D046}" type="parTrans" cxnId="{D6E87781-0C09-488A-8F0B-4669CC8326B3}">
      <dgm:prSet/>
      <dgm:spPr/>
      <dgm:t>
        <a:bodyPr/>
        <a:lstStyle/>
        <a:p>
          <a:endParaRPr lang="en-US"/>
        </a:p>
      </dgm:t>
    </dgm:pt>
    <dgm:pt modelId="{40DFF63B-07F8-4CB6-9980-5C4C35BFFD5C}" type="sibTrans" cxnId="{D6E87781-0C09-488A-8F0B-4669CC8326B3}">
      <dgm:prSet/>
      <dgm:spPr/>
      <dgm:t>
        <a:bodyPr/>
        <a:lstStyle/>
        <a:p>
          <a:endParaRPr lang="en-US"/>
        </a:p>
      </dgm:t>
    </dgm:pt>
    <dgm:pt modelId="{A3DBF076-3CD6-4F50-A9A3-1D28FDAE3D5F}">
      <dgm:prSet/>
      <dgm:spPr/>
      <dgm:t>
        <a:bodyPr/>
        <a:lstStyle/>
        <a:p>
          <a:r>
            <a:rPr lang="en-PK"/>
            <a:t>Example: A retail website may require more server capacity during the holiday season and less afterward.</a:t>
          </a:r>
          <a:endParaRPr lang="en-US"/>
        </a:p>
      </dgm:t>
    </dgm:pt>
    <dgm:pt modelId="{24F4D0AA-5475-4DF9-8B15-3E36196D44C2}" type="parTrans" cxnId="{4700F5F2-7D9D-41BB-A5CB-B7A0227A5C45}">
      <dgm:prSet/>
      <dgm:spPr/>
      <dgm:t>
        <a:bodyPr/>
        <a:lstStyle/>
        <a:p>
          <a:endParaRPr lang="en-US"/>
        </a:p>
      </dgm:t>
    </dgm:pt>
    <dgm:pt modelId="{3D34C4AC-F20F-4DA8-AA0D-9A502B98871C}" type="sibTrans" cxnId="{4700F5F2-7D9D-41BB-A5CB-B7A0227A5C45}">
      <dgm:prSet/>
      <dgm:spPr/>
      <dgm:t>
        <a:bodyPr/>
        <a:lstStyle/>
        <a:p>
          <a:endParaRPr lang="en-US"/>
        </a:p>
      </dgm:t>
    </dgm:pt>
    <dgm:pt modelId="{D28BA7BC-0573-49E2-BEC8-C1BDCD20D1B7}" type="pres">
      <dgm:prSet presAssocID="{D00333E9-9989-4B20-93EF-3FE0AC8CA28B}" presName="Name0" presStyleCnt="0">
        <dgm:presLayoutVars>
          <dgm:dir/>
          <dgm:animLvl val="lvl"/>
          <dgm:resizeHandles val="exact"/>
        </dgm:presLayoutVars>
      </dgm:prSet>
      <dgm:spPr/>
    </dgm:pt>
    <dgm:pt modelId="{3B61804D-B42E-44EA-BF9B-EDD19F0C31B3}" type="pres">
      <dgm:prSet presAssocID="{8CAB1836-FC60-4398-9FC0-38E6113AA29E}" presName="composite" presStyleCnt="0"/>
      <dgm:spPr/>
    </dgm:pt>
    <dgm:pt modelId="{3C6F4FFE-E4CF-40C2-9B23-BAA4B425DD88}" type="pres">
      <dgm:prSet presAssocID="{8CAB1836-FC60-4398-9FC0-38E6113AA29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049EC7E-4676-4666-9E32-D38AF1F46666}" type="pres">
      <dgm:prSet presAssocID="{8CAB1836-FC60-4398-9FC0-38E6113AA29E}" presName="desTx" presStyleLbl="alignAccFollowNode1" presStyleIdx="0" presStyleCnt="3">
        <dgm:presLayoutVars>
          <dgm:bulletEnabled val="1"/>
        </dgm:presLayoutVars>
      </dgm:prSet>
      <dgm:spPr/>
    </dgm:pt>
    <dgm:pt modelId="{6A869C92-B43F-40CA-B57F-11B21B196F61}" type="pres">
      <dgm:prSet presAssocID="{92D73C69-CEF1-48CF-BF3F-12AC9736F4E4}" presName="space" presStyleCnt="0"/>
      <dgm:spPr/>
    </dgm:pt>
    <dgm:pt modelId="{5F5B3A5F-5376-4276-B906-617752917296}" type="pres">
      <dgm:prSet presAssocID="{486029C5-DCC0-4610-B924-CA9EDE061883}" presName="composite" presStyleCnt="0"/>
      <dgm:spPr/>
    </dgm:pt>
    <dgm:pt modelId="{AC9BB4F1-0CA5-43DB-8194-A61886D47E79}" type="pres">
      <dgm:prSet presAssocID="{486029C5-DCC0-4610-B924-CA9EDE06188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CD63A86-8947-42B6-8F99-2CAC7AB25C80}" type="pres">
      <dgm:prSet presAssocID="{486029C5-DCC0-4610-B924-CA9EDE061883}" presName="desTx" presStyleLbl="alignAccFollowNode1" presStyleIdx="1" presStyleCnt="3">
        <dgm:presLayoutVars>
          <dgm:bulletEnabled val="1"/>
        </dgm:presLayoutVars>
      </dgm:prSet>
      <dgm:spPr/>
    </dgm:pt>
    <dgm:pt modelId="{C85C59AD-9329-4456-A135-F1997199016B}" type="pres">
      <dgm:prSet presAssocID="{3F70F867-5D4B-4794-B878-53DC391C61BE}" presName="space" presStyleCnt="0"/>
      <dgm:spPr/>
    </dgm:pt>
    <dgm:pt modelId="{647F89AF-657E-4392-87E5-4E5C994D5830}" type="pres">
      <dgm:prSet presAssocID="{75417A3A-640B-46ED-BE3E-4E8F82DFC716}" presName="composite" presStyleCnt="0"/>
      <dgm:spPr/>
    </dgm:pt>
    <dgm:pt modelId="{2E2AD24D-64F5-40A5-82F8-EDC0665D696E}" type="pres">
      <dgm:prSet presAssocID="{75417A3A-640B-46ED-BE3E-4E8F82DFC71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7EC9856-41B4-4260-959C-E614CB796E5E}" type="pres">
      <dgm:prSet presAssocID="{75417A3A-640B-46ED-BE3E-4E8F82DFC71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783A701-B618-434E-B27B-D820F1AE9939}" type="presOf" srcId="{A66C67D7-9F88-40A2-A25A-86F4693AF77A}" destId="{8049EC7E-4676-4666-9E32-D38AF1F46666}" srcOrd="0" destOrd="4" presId="urn:microsoft.com/office/officeart/2005/8/layout/hList1"/>
    <dgm:cxn modelId="{B4F0D802-92CE-4867-A45B-C4CEB97C429D}" srcId="{8CAB1836-FC60-4398-9FC0-38E6113AA29E}" destId="{A66C67D7-9F88-40A2-A25A-86F4693AF77A}" srcOrd="2" destOrd="0" parTransId="{DAE0B5B6-A5E9-4C0E-827F-4D470AB94C36}" sibTransId="{A41B6DB3-7667-4031-AC3F-25078ADB2244}"/>
    <dgm:cxn modelId="{34A8E807-607D-4C8B-83A0-0DF1E2BB67D1}" srcId="{75417A3A-640B-46ED-BE3E-4E8F82DFC716}" destId="{DF36FFFE-BAA5-4F16-852B-A96958905B86}" srcOrd="1" destOrd="0" parTransId="{5B30AFEA-C604-493B-BA35-3D98F0BDBC45}" sibTransId="{28348A92-7313-46CC-A2C7-B60289ADCA11}"/>
    <dgm:cxn modelId="{85AD300D-8AE2-49D7-A0EC-99339C93BAB0}" type="presOf" srcId="{4981DEB1-DBBE-491B-B956-4C6665DAF747}" destId="{07EC9856-41B4-4260-959C-E614CB796E5E}" srcOrd="0" destOrd="4" presId="urn:microsoft.com/office/officeart/2005/8/layout/hList1"/>
    <dgm:cxn modelId="{9952690F-2D90-4E7A-A8C1-4170AE5737A4}" srcId="{A66C67D7-9F88-40A2-A25A-86F4693AF77A}" destId="{0250FC05-24F3-4E03-B5C7-234069B14E7D}" srcOrd="0" destOrd="0" parTransId="{66801817-CBB1-43FC-8EB1-EBF320CBC21E}" sibTransId="{E9544374-3B1A-4953-A92C-81E26DDD6686}"/>
    <dgm:cxn modelId="{5A447F10-50EE-4980-A707-4200C5765DAE}" srcId="{486029C5-DCC0-4610-B924-CA9EDE061883}" destId="{B696552B-1CC4-4A15-9970-2B4240E6F056}" srcOrd="0" destOrd="0" parTransId="{A183BA2D-215A-4C45-A562-7792968F095B}" sibTransId="{062326EC-A6C1-4914-A719-E5AD89EFE787}"/>
    <dgm:cxn modelId="{5F9F1411-441E-4732-8FAB-E898EBE18B5D}" type="presOf" srcId="{C60AB6B3-BA9E-47AB-9397-6BC8B9115855}" destId="{CCD63A86-8947-42B6-8F99-2CAC7AB25C80}" srcOrd="0" destOrd="2" presId="urn:microsoft.com/office/officeart/2005/8/layout/hList1"/>
    <dgm:cxn modelId="{A6761913-584E-4E80-9080-9EEA96B6AC98}" type="presOf" srcId="{403BB9CC-9759-4245-A841-BB94B55D4000}" destId="{CCD63A86-8947-42B6-8F99-2CAC7AB25C80}" srcOrd="0" destOrd="3" presId="urn:microsoft.com/office/officeart/2005/8/layout/hList1"/>
    <dgm:cxn modelId="{15285D1C-7DC9-4BDE-A051-51ACB1AB4720}" srcId="{486029C5-DCC0-4610-B924-CA9EDE061883}" destId="{329A7B0C-08F2-4D52-9707-5886C4553FBA}" srcOrd="2" destOrd="0" parTransId="{D8BCE382-990F-4C8C-B62D-A608F5639A10}" sibTransId="{E45C6FBB-B2FC-478F-B0C6-3D2F061B05F5}"/>
    <dgm:cxn modelId="{2D6E2A20-BC4B-44F1-B5A7-6C3F27D6E5AE}" type="presOf" srcId="{8CEF1760-5977-4B1D-BC31-4DA799B8D71D}" destId="{8049EC7E-4676-4666-9E32-D38AF1F46666}" srcOrd="0" destOrd="6" presId="urn:microsoft.com/office/officeart/2005/8/layout/hList1"/>
    <dgm:cxn modelId="{DFF92321-8D83-49BF-8998-AFECD6034B24}" srcId="{D00333E9-9989-4B20-93EF-3FE0AC8CA28B}" destId="{486029C5-DCC0-4610-B924-CA9EDE061883}" srcOrd="1" destOrd="0" parTransId="{0BB3D778-2AF2-4A74-AA7B-E25CDFEB74F8}" sibTransId="{3F70F867-5D4B-4794-B878-53DC391C61BE}"/>
    <dgm:cxn modelId="{C2345A21-7E4A-415D-B892-FA6729849549}" srcId="{DF36FFFE-BAA5-4F16-852B-A96958905B86}" destId="{291A5382-C1A3-4437-9A58-1DDB979F46CF}" srcOrd="1" destOrd="0" parTransId="{7E5C53A0-4659-4A48-9134-3053FFB33003}" sibTransId="{3BB771FA-709D-4952-B854-0BDCF6930395}"/>
    <dgm:cxn modelId="{5C649825-CF45-4A1C-A717-470E7A338D1A}" type="presOf" srcId="{A3DBF076-3CD6-4F50-A9A3-1D28FDAE3D5F}" destId="{07EC9856-41B4-4260-959C-E614CB796E5E}" srcOrd="0" destOrd="8" presId="urn:microsoft.com/office/officeart/2005/8/layout/hList1"/>
    <dgm:cxn modelId="{8BCE0A2F-7869-4969-8106-3553D8F7B787}" type="presOf" srcId="{EE4B1B63-B404-4E42-9BD0-CF84C9AF5BCA}" destId="{8049EC7E-4676-4666-9E32-D38AF1F46666}" srcOrd="0" destOrd="3" presId="urn:microsoft.com/office/officeart/2005/8/layout/hList1"/>
    <dgm:cxn modelId="{577A3F34-889D-488B-BA41-B692F0CF078A}" srcId="{DF36FFFE-BAA5-4F16-852B-A96958905B86}" destId="{0B864DDD-A598-4BE9-9DDF-AF7E6D36CC39}" srcOrd="0" destOrd="0" parTransId="{13AB1348-3343-4511-AA22-D7CD420E6FD5}" sibTransId="{5AF51B62-A802-496D-8DAD-296536C185E3}"/>
    <dgm:cxn modelId="{C07A763C-D201-4936-A114-7AE22EBB4D05}" srcId="{8CAB1836-FC60-4398-9FC0-38E6113AA29E}" destId="{46FECBBA-59A0-4374-AA3E-4C60EEC7B384}" srcOrd="0" destOrd="0" parTransId="{D9E3663A-B9E5-4662-84E0-90D8B38D4386}" sibTransId="{580CB7D9-5E74-4F24-9070-AD998A138702}"/>
    <dgm:cxn modelId="{A3323E5D-522D-4C7D-AE70-9F60F5A76A70}" srcId="{AFABACE5-A2E5-4E24-B7AD-6AB6B7C3A6F5}" destId="{7CC34167-1F68-4BAD-A73D-9AEC79FCC84A}" srcOrd="2" destOrd="0" parTransId="{A09FA25B-07C9-473F-AD12-103E6F6EE49C}" sibTransId="{6EF6639B-4B28-4BC2-B189-133E81B48C24}"/>
    <dgm:cxn modelId="{BD84D55F-B92C-4BEC-85FB-5AA6A284EE48}" type="presOf" srcId="{D00333E9-9989-4B20-93EF-3FE0AC8CA28B}" destId="{D28BA7BC-0573-49E2-BEC8-C1BDCD20D1B7}" srcOrd="0" destOrd="0" presId="urn:microsoft.com/office/officeart/2005/8/layout/hList1"/>
    <dgm:cxn modelId="{582EB661-6EED-4E7E-A86F-5C91794BA41C}" srcId="{8CAB1836-FC60-4398-9FC0-38E6113AA29E}" destId="{2CFF8518-D0FF-4B2B-BA97-CB6B94D14622}" srcOrd="3" destOrd="0" parTransId="{F0BE8BDE-ED15-43AC-9E2F-C1C7914F22C0}" sibTransId="{1C430E38-6D1C-48EA-9690-67DA7E032954}"/>
    <dgm:cxn modelId="{B166F762-9892-46CF-9394-604C9BC2720C}" srcId="{75417A3A-640B-46ED-BE3E-4E8F82DFC716}" destId="{D6C7804D-449E-4AB1-BEBF-8428B8898F7C}" srcOrd="0" destOrd="0" parTransId="{FDEEB975-EC12-4C97-9CC4-A9528D55C5FE}" sibTransId="{00C5752F-BA05-4531-9608-2AEB95E62A4C}"/>
    <dgm:cxn modelId="{772F3343-494A-437D-8716-CB2A0E066888}" type="presOf" srcId="{534B29BC-2863-43C0-A06B-1E78C1FF6C9B}" destId="{8049EC7E-4676-4666-9E32-D38AF1F46666}" srcOrd="0" destOrd="7" presId="urn:microsoft.com/office/officeart/2005/8/layout/hList1"/>
    <dgm:cxn modelId="{E8F39464-3E9C-4946-8D5F-7447B38B351A}" srcId="{4981DEB1-DBBE-491B-B956-4C6665DAF747}" destId="{CC8D5C92-0687-45C4-992D-A0B359DD3687}" srcOrd="0" destOrd="0" parTransId="{2E16E873-A14C-4228-B20D-425E3D3245B8}" sibTransId="{B8B6F295-F140-4673-B737-69D864CDDB7E}"/>
    <dgm:cxn modelId="{2C04A965-B748-4A76-96DC-264FA1CD637D}" type="presOf" srcId="{CC50E73C-5BB9-4143-B147-121EFCD5C28B}" destId="{8049EC7E-4676-4666-9E32-D38AF1F46666}" srcOrd="0" destOrd="1" presId="urn:microsoft.com/office/officeart/2005/8/layout/hList1"/>
    <dgm:cxn modelId="{6D9FD468-7F05-45FC-8341-4DA5BF2DAB32}" type="presOf" srcId="{291A5382-C1A3-4437-9A58-1DDB979F46CF}" destId="{07EC9856-41B4-4260-959C-E614CB796E5E}" srcOrd="0" destOrd="3" presId="urn:microsoft.com/office/officeart/2005/8/layout/hList1"/>
    <dgm:cxn modelId="{7F32356B-2269-4CFA-A13A-F67A06E2C34C}" srcId="{486029C5-DCC0-4610-B924-CA9EDE061883}" destId="{AFABACE5-A2E5-4E24-B7AD-6AB6B7C3A6F5}" srcOrd="1" destOrd="0" parTransId="{10357290-4951-46E3-9D5A-9EFCA23A0611}" sibTransId="{214E5F28-8DFF-466A-8DAB-41210F1C94AA}"/>
    <dgm:cxn modelId="{D756256C-1147-48C5-8844-2F2907DE5E83}" srcId="{75417A3A-640B-46ED-BE3E-4E8F82DFC716}" destId="{4981DEB1-DBBE-491B-B956-4C6665DAF747}" srcOrd="2" destOrd="0" parTransId="{78D08939-A04C-4D36-BE50-CFC70D96FFD4}" sibTransId="{A048BCC9-C63C-4AAA-A695-7A5392E1B86B}"/>
    <dgm:cxn modelId="{7ECCB270-7457-4150-9D2B-6158FD1B318D}" type="presOf" srcId="{7CC34167-1F68-4BAD-A73D-9AEC79FCC84A}" destId="{CCD63A86-8947-42B6-8F99-2CAC7AB25C80}" srcOrd="0" destOrd="4" presId="urn:microsoft.com/office/officeart/2005/8/layout/hList1"/>
    <dgm:cxn modelId="{D11E6D73-6612-48C8-9DF0-06A5C73B98EC}" srcId="{D00333E9-9989-4B20-93EF-3FE0AC8CA28B}" destId="{75417A3A-640B-46ED-BE3E-4E8F82DFC716}" srcOrd="2" destOrd="0" parTransId="{8695B863-0322-48DD-8616-627E90C09D93}" sibTransId="{EC567FF2-BE1B-4F3A-8C87-2B51DEDF2C23}"/>
    <dgm:cxn modelId="{30F82D78-3E78-485D-B981-893CF736D34B}" type="presOf" srcId="{D6C7804D-449E-4AB1-BEBF-8428B8898F7C}" destId="{07EC9856-41B4-4260-959C-E614CB796E5E}" srcOrd="0" destOrd="0" presId="urn:microsoft.com/office/officeart/2005/8/layout/hList1"/>
    <dgm:cxn modelId="{391F4A7B-EFF2-4CA0-842F-28F03C03B631}" srcId="{CC50E73C-5BB9-4143-B147-121EFCD5C28B}" destId="{EE4B1B63-B404-4E42-9BD0-CF84C9AF5BCA}" srcOrd="1" destOrd="0" parTransId="{E8D07ECE-BD9D-455E-A58F-A55521E6981C}" sibTransId="{16D003C4-0989-423A-B9B6-664BB82C5C78}"/>
    <dgm:cxn modelId="{D6E87781-0C09-488A-8F0B-4669CC8326B3}" srcId="{4981DEB1-DBBE-491B-B956-4C6665DAF747}" destId="{A4CDB2B0-BB1A-4FE1-A01A-5B8C9B03EB82}" srcOrd="2" destOrd="0" parTransId="{C3B87FB1-8554-46CA-AFBE-91C1EC10D046}" sibTransId="{40DFF63B-07F8-4CB6-9980-5C4C35BFFD5C}"/>
    <dgm:cxn modelId="{8FC4D093-2E5F-49F9-9E48-315B138BD955}" srcId="{4981DEB1-DBBE-491B-B956-4C6665DAF747}" destId="{ECD6ED5D-9183-4BEA-9B93-A14AFCA3768A}" srcOrd="1" destOrd="0" parTransId="{59FF8D8A-327E-4E8E-9277-3C5FC35FE361}" sibTransId="{F05623E0-D67A-4747-9365-E7BB9C483458}"/>
    <dgm:cxn modelId="{A77EE299-64E6-41A9-B1C4-306AA6A17E94}" type="presOf" srcId="{486029C5-DCC0-4610-B924-CA9EDE061883}" destId="{AC9BB4F1-0CA5-43DB-8194-A61886D47E79}" srcOrd="0" destOrd="0" presId="urn:microsoft.com/office/officeart/2005/8/layout/hList1"/>
    <dgm:cxn modelId="{4DA4C99F-B2A7-4098-8B59-C7D756542E3F}" type="presOf" srcId="{ECD6ED5D-9183-4BEA-9B93-A14AFCA3768A}" destId="{07EC9856-41B4-4260-959C-E614CB796E5E}" srcOrd="0" destOrd="6" presId="urn:microsoft.com/office/officeart/2005/8/layout/hList1"/>
    <dgm:cxn modelId="{E781DDA2-5654-4DFE-82C8-A83D21D99901}" srcId="{8CAB1836-FC60-4398-9FC0-38E6113AA29E}" destId="{CC50E73C-5BB9-4143-B147-121EFCD5C28B}" srcOrd="1" destOrd="0" parTransId="{0865BF4E-62DC-46D0-8DFC-4AC20AD7DA07}" sibTransId="{820DE2BA-355C-448B-AFA7-26A47C5D24A3}"/>
    <dgm:cxn modelId="{D50AC1A5-62A5-41FA-AB5C-8AD2FD64E877}" type="presOf" srcId="{AA44CE7E-054B-41B7-836D-C4E428765C06}" destId="{8049EC7E-4676-4666-9E32-D38AF1F46666}" srcOrd="0" destOrd="2" presId="urn:microsoft.com/office/officeart/2005/8/layout/hList1"/>
    <dgm:cxn modelId="{0712BBAB-FC45-4378-818C-F2CC53BED20C}" type="presOf" srcId="{DF36FFFE-BAA5-4F16-852B-A96958905B86}" destId="{07EC9856-41B4-4260-959C-E614CB796E5E}" srcOrd="0" destOrd="1" presId="urn:microsoft.com/office/officeart/2005/8/layout/hList1"/>
    <dgm:cxn modelId="{074257B0-71F9-46D3-934F-03BBAA2FE17C}" srcId="{AFABACE5-A2E5-4E24-B7AD-6AB6B7C3A6F5}" destId="{C60AB6B3-BA9E-47AB-9397-6BC8B9115855}" srcOrd="0" destOrd="0" parTransId="{4B1C175E-3B1F-45DC-B948-5EFA4FAB52B9}" sibTransId="{6463B8F2-6683-453F-BA10-7B6C54ECB9C2}"/>
    <dgm:cxn modelId="{DE6EA2B5-E72B-4A06-9300-C5B52B15C334}" type="presOf" srcId="{0B864DDD-A598-4BE9-9DDF-AF7E6D36CC39}" destId="{07EC9856-41B4-4260-959C-E614CB796E5E}" srcOrd="0" destOrd="2" presId="urn:microsoft.com/office/officeart/2005/8/layout/hList1"/>
    <dgm:cxn modelId="{F4B550C2-6FE6-45D4-89BB-2E5190BCBE65}" type="presOf" srcId="{AFABACE5-A2E5-4E24-B7AD-6AB6B7C3A6F5}" destId="{CCD63A86-8947-42B6-8F99-2CAC7AB25C80}" srcOrd="0" destOrd="1" presId="urn:microsoft.com/office/officeart/2005/8/layout/hList1"/>
    <dgm:cxn modelId="{0A8F65C3-433F-4063-BA56-DDC513226C37}" type="presOf" srcId="{8CAB1836-FC60-4398-9FC0-38E6113AA29E}" destId="{3C6F4FFE-E4CF-40C2-9B23-BAA4B425DD88}" srcOrd="0" destOrd="0" presId="urn:microsoft.com/office/officeart/2005/8/layout/hList1"/>
    <dgm:cxn modelId="{4EFB6BC4-8329-4DCD-BE6F-0A700AB4189D}" type="presOf" srcId="{0250FC05-24F3-4E03-B5C7-234069B14E7D}" destId="{8049EC7E-4676-4666-9E32-D38AF1F46666}" srcOrd="0" destOrd="5" presId="urn:microsoft.com/office/officeart/2005/8/layout/hList1"/>
    <dgm:cxn modelId="{784870C6-538A-4C21-B248-5282D060944D}" srcId="{A66C67D7-9F88-40A2-A25A-86F4693AF77A}" destId="{534B29BC-2863-43C0-A06B-1E78C1FF6C9B}" srcOrd="2" destOrd="0" parTransId="{904C11A4-ED7B-439D-83B3-F7E03A390932}" sibTransId="{9A6BE9E7-5260-4CB9-84C7-A8AB5198085F}"/>
    <dgm:cxn modelId="{56C5FECB-E31B-47B1-96AD-755710F70C81}" type="presOf" srcId="{329A7B0C-08F2-4D52-9707-5886C4553FBA}" destId="{CCD63A86-8947-42B6-8F99-2CAC7AB25C80}" srcOrd="0" destOrd="5" presId="urn:microsoft.com/office/officeart/2005/8/layout/hList1"/>
    <dgm:cxn modelId="{E1DAB1D1-FC1D-4647-9F71-22F53D5C82FF}" type="presOf" srcId="{46FECBBA-59A0-4374-AA3E-4C60EEC7B384}" destId="{8049EC7E-4676-4666-9E32-D38AF1F46666}" srcOrd="0" destOrd="0" presId="urn:microsoft.com/office/officeart/2005/8/layout/hList1"/>
    <dgm:cxn modelId="{14068BD5-AD76-4141-B0C4-A52EF5616154}" srcId="{A66C67D7-9F88-40A2-A25A-86F4693AF77A}" destId="{8CEF1760-5977-4B1D-BC31-4DA799B8D71D}" srcOrd="1" destOrd="0" parTransId="{3DC88DDB-1FE1-451F-9B90-DB45589C1294}" sibTransId="{1B852F9C-25B9-4834-ABD9-181D06108FE3}"/>
    <dgm:cxn modelId="{DB7DA0DF-7129-4816-8F61-13F538D3160E}" srcId="{AFABACE5-A2E5-4E24-B7AD-6AB6B7C3A6F5}" destId="{403BB9CC-9759-4245-A841-BB94B55D4000}" srcOrd="1" destOrd="0" parTransId="{F0142905-2A42-4D35-8CF9-8143CCF47987}" sibTransId="{9240925B-D1DA-4936-BAE5-9B319D83BB8E}"/>
    <dgm:cxn modelId="{656111E1-F105-49FB-A5AD-347E65497670}" type="presOf" srcId="{75417A3A-640B-46ED-BE3E-4E8F82DFC716}" destId="{2E2AD24D-64F5-40A5-82F8-EDC0665D696E}" srcOrd="0" destOrd="0" presId="urn:microsoft.com/office/officeart/2005/8/layout/hList1"/>
    <dgm:cxn modelId="{F37263E1-E39F-47D9-BA92-A4905E3E354D}" srcId="{D00333E9-9989-4B20-93EF-3FE0AC8CA28B}" destId="{8CAB1836-FC60-4398-9FC0-38E6113AA29E}" srcOrd="0" destOrd="0" parTransId="{2A5F175E-E281-415F-A977-3F135DD9D458}" sibTransId="{92D73C69-CEF1-48CF-BF3F-12AC9736F4E4}"/>
    <dgm:cxn modelId="{BA62AFE8-0430-4239-AFB6-BD23B707D491}" srcId="{CC50E73C-5BB9-4143-B147-121EFCD5C28B}" destId="{AA44CE7E-054B-41B7-836D-C4E428765C06}" srcOrd="0" destOrd="0" parTransId="{C6B5D682-D18D-4C3F-9BB1-227889979442}" sibTransId="{98BE403B-2575-4EBE-A97D-357DE2A0D3DE}"/>
    <dgm:cxn modelId="{6ECE44EB-D2F5-4BC7-93E2-9C43B0CA216B}" type="presOf" srcId="{B696552B-1CC4-4A15-9970-2B4240E6F056}" destId="{CCD63A86-8947-42B6-8F99-2CAC7AB25C80}" srcOrd="0" destOrd="0" presId="urn:microsoft.com/office/officeart/2005/8/layout/hList1"/>
    <dgm:cxn modelId="{F5D1ADEB-55D3-4F31-83F6-7BA78ADDC557}" type="presOf" srcId="{A4CDB2B0-BB1A-4FE1-A01A-5B8C9B03EB82}" destId="{07EC9856-41B4-4260-959C-E614CB796E5E}" srcOrd="0" destOrd="7" presId="urn:microsoft.com/office/officeart/2005/8/layout/hList1"/>
    <dgm:cxn modelId="{E0362EEC-A851-47B5-80A5-AB79612BFD40}" type="presOf" srcId="{2CFF8518-D0FF-4B2B-BA97-CB6B94D14622}" destId="{8049EC7E-4676-4666-9E32-D38AF1F46666}" srcOrd="0" destOrd="8" presId="urn:microsoft.com/office/officeart/2005/8/layout/hList1"/>
    <dgm:cxn modelId="{4700F5F2-7D9D-41BB-A5CB-B7A0227A5C45}" srcId="{75417A3A-640B-46ED-BE3E-4E8F82DFC716}" destId="{A3DBF076-3CD6-4F50-A9A3-1D28FDAE3D5F}" srcOrd="3" destOrd="0" parTransId="{24F4D0AA-5475-4DF9-8B15-3E36196D44C2}" sibTransId="{3D34C4AC-F20F-4DA8-AA0D-9A502B98871C}"/>
    <dgm:cxn modelId="{BE3E05F8-788C-4F36-B11C-3B12EB4F6271}" type="presOf" srcId="{CC8D5C92-0687-45C4-992D-A0B359DD3687}" destId="{07EC9856-41B4-4260-959C-E614CB796E5E}" srcOrd="0" destOrd="5" presId="urn:microsoft.com/office/officeart/2005/8/layout/hList1"/>
    <dgm:cxn modelId="{67C4EB22-F1AF-4847-A6D9-3696659638CA}" type="presParOf" srcId="{D28BA7BC-0573-49E2-BEC8-C1BDCD20D1B7}" destId="{3B61804D-B42E-44EA-BF9B-EDD19F0C31B3}" srcOrd="0" destOrd="0" presId="urn:microsoft.com/office/officeart/2005/8/layout/hList1"/>
    <dgm:cxn modelId="{F87ACF30-DB02-47A5-92CA-A482DB49AA8D}" type="presParOf" srcId="{3B61804D-B42E-44EA-BF9B-EDD19F0C31B3}" destId="{3C6F4FFE-E4CF-40C2-9B23-BAA4B425DD88}" srcOrd="0" destOrd="0" presId="urn:microsoft.com/office/officeart/2005/8/layout/hList1"/>
    <dgm:cxn modelId="{E3AE7AE2-5BEF-4827-9BB9-1E1CBFC782C2}" type="presParOf" srcId="{3B61804D-B42E-44EA-BF9B-EDD19F0C31B3}" destId="{8049EC7E-4676-4666-9E32-D38AF1F46666}" srcOrd="1" destOrd="0" presId="urn:microsoft.com/office/officeart/2005/8/layout/hList1"/>
    <dgm:cxn modelId="{8942B119-10C8-4ADB-A32F-E4FCD083AA18}" type="presParOf" srcId="{D28BA7BC-0573-49E2-BEC8-C1BDCD20D1B7}" destId="{6A869C92-B43F-40CA-B57F-11B21B196F61}" srcOrd="1" destOrd="0" presId="urn:microsoft.com/office/officeart/2005/8/layout/hList1"/>
    <dgm:cxn modelId="{2802A550-2FCB-411E-AA63-00287F10DC6D}" type="presParOf" srcId="{D28BA7BC-0573-49E2-BEC8-C1BDCD20D1B7}" destId="{5F5B3A5F-5376-4276-B906-617752917296}" srcOrd="2" destOrd="0" presId="urn:microsoft.com/office/officeart/2005/8/layout/hList1"/>
    <dgm:cxn modelId="{C30B59AF-CA3C-4490-8962-DAE166291C8A}" type="presParOf" srcId="{5F5B3A5F-5376-4276-B906-617752917296}" destId="{AC9BB4F1-0CA5-43DB-8194-A61886D47E79}" srcOrd="0" destOrd="0" presId="urn:microsoft.com/office/officeart/2005/8/layout/hList1"/>
    <dgm:cxn modelId="{73063A01-D24A-4992-81A6-1A1E8FA8EEEC}" type="presParOf" srcId="{5F5B3A5F-5376-4276-B906-617752917296}" destId="{CCD63A86-8947-42B6-8F99-2CAC7AB25C80}" srcOrd="1" destOrd="0" presId="urn:microsoft.com/office/officeart/2005/8/layout/hList1"/>
    <dgm:cxn modelId="{38CF4EC2-9244-4ADD-99FA-3BAA08B9F921}" type="presParOf" srcId="{D28BA7BC-0573-49E2-BEC8-C1BDCD20D1B7}" destId="{C85C59AD-9329-4456-A135-F1997199016B}" srcOrd="3" destOrd="0" presId="urn:microsoft.com/office/officeart/2005/8/layout/hList1"/>
    <dgm:cxn modelId="{B9CE2D03-F4B0-4A28-8F6E-716E384CB110}" type="presParOf" srcId="{D28BA7BC-0573-49E2-BEC8-C1BDCD20D1B7}" destId="{647F89AF-657E-4392-87E5-4E5C994D5830}" srcOrd="4" destOrd="0" presId="urn:microsoft.com/office/officeart/2005/8/layout/hList1"/>
    <dgm:cxn modelId="{7528342D-A8A4-4071-AE08-80CD62ED1B0D}" type="presParOf" srcId="{647F89AF-657E-4392-87E5-4E5C994D5830}" destId="{2E2AD24D-64F5-40A5-82F8-EDC0665D696E}" srcOrd="0" destOrd="0" presId="urn:microsoft.com/office/officeart/2005/8/layout/hList1"/>
    <dgm:cxn modelId="{BB7B0490-5B05-4C96-AF6C-A405ED01E004}" type="presParOf" srcId="{647F89AF-657E-4392-87E5-4E5C994D5830}" destId="{07EC9856-41B4-4260-959C-E614CB796E5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D38222-A9E0-4080-86AE-0938304ABD0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ADBE5C-8DDB-4B9F-901A-C2B36CBC9917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Automated process using artificial intelligence (AI).</a:t>
          </a:r>
          <a:endParaRPr lang="en-US"/>
        </a:p>
      </dgm:t>
    </dgm:pt>
    <dgm:pt modelId="{13A86569-A304-4A1F-A754-DE423ED48307}" type="parTrans" cxnId="{CC965366-1468-4D61-A54E-74D5B5E156FE}">
      <dgm:prSet/>
      <dgm:spPr/>
      <dgm:t>
        <a:bodyPr/>
        <a:lstStyle/>
        <a:p>
          <a:endParaRPr lang="en-US"/>
        </a:p>
      </dgm:t>
    </dgm:pt>
    <dgm:pt modelId="{BDB84F73-4D8C-42A3-85D3-F8D179A31379}" type="sibTrans" cxnId="{CC965366-1468-4D61-A54E-74D5B5E156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99BC4D-E4D3-47E7-B26B-5E9E3DB0F842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Cloud providers allocate resources based on demand.</a:t>
          </a:r>
          <a:endParaRPr lang="en-US"/>
        </a:p>
      </dgm:t>
    </dgm:pt>
    <dgm:pt modelId="{8B53A706-F495-451F-A2E4-BA8038F44F9F}" type="parTrans" cxnId="{A1979E83-8CFD-4E0A-88B6-1EAA40A4BFE4}">
      <dgm:prSet/>
      <dgm:spPr/>
      <dgm:t>
        <a:bodyPr/>
        <a:lstStyle/>
        <a:p>
          <a:endParaRPr lang="en-US"/>
        </a:p>
      </dgm:t>
    </dgm:pt>
    <dgm:pt modelId="{94E447E4-0905-41D8-B53C-93219018DA5F}" type="sibTrans" cxnId="{A1979E83-8CFD-4E0A-88B6-1EAA40A4BF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4FBB9D-9656-4E4C-A1B9-A772A07B1DC4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Resources are pooled and shared, allowing dynamic allocation.</a:t>
          </a:r>
          <a:endParaRPr lang="en-US"/>
        </a:p>
      </dgm:t>
    </dgm:pt>
    <dgm:pt modelId="{6F4D13F0-3BEE-4393-94A7-84DB9F11E3F2}" type="parTrans" cxnId="{CEE85232-1506-4501-A05C-F2B1FFBA63F0}">
      <dgm:prSet/>
      <dgm:spPr/>
      <dgm:t>
        <a:bodyPr/>
        <a:lstStyle/>
        <a:p>
          <a:endParaRPr lang="en-US"/>
        </a:p>
      </dgm:t>
    </dgm:pt>
    <dgm:pt modelId="{39DC8E23-C164-4279-A03A-800D8BE8C276}" type="sibTrans" cxnId="{CEE85232-1506-4501-A05C-F2B1FFBA63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2CF7EB-272D-4531-9227-F3865DC46F77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Minimizes resource waste and optimizes application performance.</a:t>
          </a:r>
          <a:endParaRPr lang="en-US"/>
        </a:p>
      </dgm:t>
    </dgm:pt>
    <dgm:pt modelId="{BF9E806A-007A-45A0-A9DD-FA6871CAA2FF}" type="parTrans" cxnId="{EBC2E022-3026-4262-8A09-2B072525DC45}">
      <dgm:prSet/>
      <dgm:spPr/>
      <dgm:t>
        <a:bodyPr/>
        <a:lstStyle/>
        <a:p>
          <a:endParaRPr lang="en-US"/>
        </a:p>
      </dgm:t>
    </dgm:pt>
    <dgm:pt modelId="{E31AFB4E-D450-4D20-968E-B5F84D8555A6}" type="sibTrans" cxnId="{EBC2E022-3026-4262-8A09-2B072525DC45}">
      <dgm:prSet/>
      <dgm:spPr/>
      <dgm:t>
        <a:bodyPr/>
        <a:lstStyle/>
        <a:p>
          <a:endParaRPr lang="en-US"/>
        </a:p>
      </dgm:t>
    </dgm:pt>
    <dgm:pt modelId="{9C9D41D7-FFEC-4026-995D-6EB785546D23}" type="pres">
      <dgm:prSet presAssocID="{C0D38222-A9E0-4080-86AE-0938304ABD02}" presName="root" presStyleCnt="0">
        <dgm:presLayoutVars>
          <dgm:dir/>
          <dgm:resizeHandles val="exact"/>
        </dgm:presLayoutVars>
      </dgm:prSet>
      <dgm:spPr/>
    </dgm:pt>
    <dgm:pt modelId="{6013DC9E-C274-4F8B-AE78-DD9734F0FB6C}" type="pres">
      <dgm:prSet presAssocID="{C0D38222-A9E0-4080-86AE-0938304ABD02}" presName="container" presStyleCnt="0">
        <dgm:presLayoutVars>
          <dgm:dir/>
          <dgm:resizeHandles val="exact"/>
        </dgm:presLayoutVars>
      </dgm:prSet>
      <dgm:spPr/>
    </dgm:pt>
    <dgm:pt modelId="{3DC66F23-8FCF-4017-8159-0CFB601BC44A}" type="pres">
      <dgm:prSet presAssocID="{00ADBE5C-8DDB-4B9F-901A-C2B36CBC9917}" presName="compNode" presStyleCnt="0"/>
      <dgm:spPr/>
    </dgm:pt>
    <dgm:pt modelId="{B5F325D9-80D8-422C-AD17-53376439DD37}" type="pres">
      <dgm:prSet presAssocID="{00ADBE5C-8DDB-4B9F-901A-C2B36CBC9917}" presName="iconBgRect" presStyleLbl="bgShp" presStyleIdx="0" presStyleCnt="4"/>
      <dgm:spPr/>
    </dgm:pt>
    <dgm:pt modelId="{7D34DF27-2681-4D03-B4B3-C158EFE6292E}" type="pres">
      <dgm:prSet presAssocID="{00ADBE5C-8DDB-4B9F-901A-C2B36CBC99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DE64677-1BA0-4AC4-8ABD-FEDBEEDEA4D2}" type="pres">
      <dgm:prSet presAssocID="{00ADBE5C-8DDB-4B9F-901A-C2B36CBC9917}" presName="spaceRect" presStyleCnt="0"/>
      <dgm:spPr/>
    </dgm:pt>
    <dgm:pt modelId="{2E4D5296-AD36-4958-8797-60C041CAC50E}" type="pres">
      <dgm:prSet presAssocID="{00ADBE5C-8DDB-4B9F-901A-C2B36CBC9917}" presName="textRect" presStyleLbl="revTx" presStyleIdx="0" presStyleCnt="4">
        <dgm:presLayoutVars>
          <dgm:chMax val="1"/>
          <dgm:chPref val="1"/>
        </dgm:presLayoutVars>
      </dgm:prSet>
      <dgm:spPr/>
    </dgm:pt>
    <dgm:pt modelId="{FD989351-628B-47C7-A023-E8259F3ED1F2}" type="pres">
      <dgm:prSet presAssocID="{BDB84F73-4D8C-42A3-85D3-F8D179A31379}" presName="sibTrans" presStyleLbl="sibTrans2D1" presStyleIdx="0" presStyleCnt="0"/>
      <dgm:spPr/>
    </dgm:pt>
    <dgm:pt modelId="{7243EC4D-CD94-478C-9307-473C13F3C7E6}" type="pres">
      <dgm:prSet presAssocID="{D599BC4D-E4D3-47E7-B26B-5E9E3DB0F842}" presName="compNode" presStyleCnt="0"/>
      <dgm:spPr/>
    </dgm:pt>
    <dgm:pt modelId="{D9FB6927-8223-436F-A837-24E3BD2FBA26}" type="pres">
      <dgm:prSet presAssocID="{D599BC4D-E4D3-47E7-B26B-5E9E3DB0F842}" presName="iconBgRect" presStyleLbl="bgShp" presStyleIdx="1" presStyleCnt="4"/>
      <dgm:spPr/>
    </dgm:pt>
    <dgm:pt modelId="{536A273B-27C9-4565-9834-24B4EF92EFFF}" type="pres">
      <dgm:prSet presAssocID="{D599BC4D-E4D3-47E7-B26B-5E9E3DB0F8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pply And Demand with solid fill"/>
        </a:ext>
      </dgm:extLst>
    </dgm:pt>
    <dgm:pt modelId="{225DC32F-E3BA-4C66-A084-4C496C795F8F}" type="pres">
      <dgm:prSet presAssocID="{D599BC4D-E4D3-47E7-B26B-5E9E3DB0F842}" presName="spaceRect" presStyleCnt="0"/>
      <dgm:spPr/>
    </dgm:pt>
    <dgm:pt modelId="{8B7A058A-D743-4D27-910E-59B12E8B6AFE}" type="pres">
      <dgm:prSet presAssocID="{D599BC4D-E4D3-47E7-B26B-5E9E3DB0F842}" presName="textRect" presStyleLbl="revTx" presStyleIdx="1" presStyleCnt="4">
        <dgm:presLayoutVars>
          <dgm:chMax val="1"/>
          <dgm:chPref val="1"/>
        </dgm:presLayoutVars>
      </dgm:prSet>
      <dgm:spPr/>
    </dgm:pt>
    <dgm:pt modelId="{34F19653-6B77-4888-86A6-C1F7D3EA9BB8}" type="pres">
      <dgm:prSet presAssocID="{94E447E4-0905-41D8-B53C-93219018DA5F}" presName="sibTrans" presStyleLbl="sibTrans2D1" presStyleIdx="0" presStyleCnt="0"/>
      <dgm:spPr/>
    </dgm:pt>
    <dgm:pt modelId="{B86DE8C2-0408-405D-BE16-738CFC71114B}" type="pres">
      <dgm:prSet presAssocID="{A54FBB9D-9656-4E4C-A1B9-A772A07B1DC4}" presName="compNode" presStyleCnt="0"/>
      <dgm:spPr/>
    </dgm:pt>
    <dgm:pt modelId="{2AEA6736-EF7C-4767-8FDA-F88902F4A604}" type="pres">
      <dgm:prSet presAssocID="{A54FBB9D-9656-4E4C-A1B9-A772A07B1DC4}" presName="iconBgRect" presStyleLbl="bgShp" presStyleIdx="2" presStyleCnt="4"/>
      <dgm:spPr/>
    </dgm:pt>
    <dgm:pt modelId="{11149D59-2D41-4D5D-A4EB-DF13452AC09B}" type="pres">
      <dgm:prSet presAssocID="{A54FBB9D-9656-4E4C-A1B9-A772A07B1D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07CB3B5-DFF1-4ABC-BA48-387AC72950B6}" type="pres">
      <dgm:prSet presAssocID="{A54FBB9D-9656-4E4C-A1B9-A772A07B1DC4}" presName="spaceRect" presStyleCnt="0"/>
      <dgm:spPr/>
    </dgm:pt>
    <dgm:pt modelId="{39101EB9-F258-41AC-ACA6-8AB3C8BAC04E}" type="pres">
      <dgm:prSet presAssocID="{A54FBB9D-9656-4E4C-A1B9-A772A07B1DC4}" presName="textRect" presStyleLbl="revTx" presStyleIdx="2" presStyleCnt="4">
        <dgm:presLayoutVars>
          <dgm:chMax val="1"/>
          <dgm:chPref val="1"/>
        </dgm:presLayoutVars>
      </dgm:prSet>
      <dgm:spPr/>
    </dgm:pt>
    <dgm:pt modelId="{E87170E7-4729-4214-B1A1-0417F3DE1D10}" type="pres">
      <dgm:prSet presAssocID="{39DC8E23-C164-4279-A03A-800D8BE8C276}" presName="sibTrans" presStyleLbl="sibTrans2D1" presStyleIdx="0" presStyleCnt="0"/>
      <dgm:spPr/>
    </dgm:pt>
    <dgm:pt modelId="{BE33FFEB-F1E1-4638-AB29-F1883B219C88}" type="pres">
      <dgm:prSet presAssocID="{5A2CF7EB-272D-4531-9227-F3865DC46F77}" presName="compNode" presStyleCnt="0"/>
      <dgm:spPr/>
    </dgm:pt>
    <dgm:pt modelId="{F3CF121F-9C75-49AB-85FD-6CEED69774CA}" type="pres">
      <dgm:prSet presAssocID="{5A2CF7EB-272D-4531-9227-F3865DC46F77}" presName="iconBgRect" presStyleLbl="bgShp" presStyleIdx="3" presStyleCnt="4"/>
      <dgm:spPr/>
    </dgm:pt>
    <dgm:pt modelId="{9C5D1120-EA80-425D-ADB6-DD28B91241A6}" type="pres">
      <dgm:prSet presAssocID="{5A2CF7EB-272D-4531-9227-F3865DC46F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3014FB83-F5AA-439D-BC0A-794E9B3691B3}" type="pres">
      <dgm:prSet presAssocID="{5A2CF7EB-272D-4531-9227-F3865DC46F77}" presName="spaceRect" presStyleCnt="0"/>
      <dgm:spPr/>
    </dgm:pt>
    <dgm:pt modelId="{F07E6B18-BD7D-451D-A896-80A323AF7DAB}" type="pres">
      <dgm:prSet presAssocID="{5A2CF7EB-272D-4531-9227-F3865DC46F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C2E022-3026-4262-8A09-2B072525DC45}" srcId="{C0D38222-A9E0-4080-86AE-0938304ABD02}" destId="{5A2CF7EB-272D-4531-9227-F3865DC46F77}" srcOrd="3" destOrd="0" parTransId="{BF9E806A-007A-45A0-A9DD-FA6871CAA2FF}" sibTransId="{E31AFB4E-D450-4D20-968E-B5F84D8555A6}"/>
    <dgm:cxn modelId="{2C129024-D36C-4D71-BEB8-B2118AA54DC6}" type="presOf" srcId="{C0D38222-A9E0-4080-86AE-0938304ABD02}" destId="{9C9D41D7-FFEC-4026-995D-6EB785546D23}" srcOrd="0" destOrd="0" presId="urn:microsoft.com/office/officeart/2018/2/layout/IconCircleList"/>
    <dgm:cxn modelId="{CEE85232-1506-4501-A05C-F2B1FFBA63F0}" srcId="{C0D38222-A9E0-4080-86AE-0938304ABD02}" destId="{A54FBB9D-9656-4E4C-A1B9-A772A07B1DC4}" srcOrd="2" destOrd="0" parTransId="{6F4D13F0-3BEE-4393-94A7-84DB9F11E3F2}" sibTransId="{39DC8E23-C164-4279-A03A-800D8BE8C276}"/>
    <dgm:cxn modelId="{CC965366-1468-4D61-A54E-74D5B5E156FE}" srcId="{C0D38222-A9E0-4080-86AE-0938304ABD02}" destId="{00ADBE5C-8DDB-4B9F-901A-C2B36CBC9917}" srcOrd="0" destOrd="0" parTransId="{13A86569-A304-4A1F-A754-DE423ED48307}" sibTransId="{BDB84F73-4D8C-42A3-85D3-F8D179A31379}"/>
    <dgm:cxn modelId="{89F8875A-FDC1-4AC7-8BD6-2EC26BCB9F48}" type="presOf" srcId="{5A2CF7EB-272D-4531-9227-F3865DC46F77}" destId="{F07E6B18-BD7D-451D-A896-80A323AF7DAB}" srcOrd="0" destOrd="0" presId="urn:microsoft.com/office/officeart/2018/2/layout/IconCircleList"/>
    <dgm:cxn modelId="{A1979E83-8CFD-4E0A-88B6-1EAA40A4BFE4}" srcId="{C0D38222-A9E0-4080-86AE-0938304ABD02}" destId="{D599BC4D-E4D3-47E7-B26B-5E9E3DB0F842}" srcOrd="1" destOrd="0" parTransId="{8B53A706-F495-451F-A2E4-BA8038F44F9F}" sibTransId="{94E447E4-0905-41D8-B53C-93219018DA5F}"/>
    <dgm:cxn modelId="{4D2E1889-D95E-4842-9A20-7A2482DC08B1}" type="presOf" srcId="{00ADBE5C-8DDB-4B9F-901A-C2B36CBC9917}" destId="{2E4D5296-AD36-4958-8797-60C041CAC50E}" srcOrd="0" destOrd="0" presId="urn:microsoft.com/office/officeart/2018/2/layout/IconCircleList"/>
    <dgm:cxn modelId="{3F03AC9E-852A-4F49-AD73-5312BCC13AAE}" type="presOf" srcId="{A54FBB9D-9656-4E4C-A1B9-A772A07B1DC4}" destId="{39101EB9-F258-41AC-ACA6-8AB3C8BAC04E}" srcOrd="0" destOrd="0" presId="urn:microsoft.com/office/officeart/2018/2/layout/IconCircleList"/>
    <dgm:cxn modelId="{251EB7DC-A714-4A14-B952-BD9E90BA0AAD}" type="presOf" srcId="{BDB84F73-4D8C-42A3-85D3-F8D179A31379}" destId="{FD989351-628B-47C7-A023-E8259F3ED1F2}" srcOrd="0" destOrd="0" presId="urn:microsoft.com/office/officeart/2018/2/layout/IconCircleList"/>
    <dgm:cxn modelId="{6CDDECE0-5DD2-41A4-9515-CAB48067E026}" type="presOf" srcId="{94E447E4-0905-41D8-B53C-93219018DA5F}" destId="{34F19653-6B77-4888-86A6-C1F7D3EA9BB8}" srcOrd="0" destOrd="0" presId="urn:microsoft.com/office/officeart/2018/2/layout/IconCircleList"/>
    <dgm:cxn modelId="{3F615FF3-42F0-4294-82D5-FEAA16E3B7B2}" type="presOf" srcId="{D599BC4D-E4D3-47E7-B26B-5E9E3DB0F842}" destId="{8B7A058A-D743-4D27-910E-59B12E8B6AFE}" srcOrd="0" destOrd="0" presId="urn:microsoft.com/office/officeart/2018/2/layout/IconCircleList"/>
    <dgm:cxn modelId="{C23E0BF4-78B4-4739-881D-4E2559289FD4}" type="presOf" srcId="{39DC8E23-C164-4279-A03A-800D8BE8C276}" destId="{E87170E7-4729-4214-B1A1-0417F3DE1D10}" srcOrd="0" destOrd="0" presId="urn:microsoft.com/office/officeart/2018/2/layout/IconCircleList"/>
    <dgm:cxn modelId="{2E179378-6D88-4AD3-82F6-0A81C8A86DD9}" type="presParOf" srcId="{9C9D41D7-FFEC-4026-995D-6EB785546D23}" destId="{6013DC9E-C274-4F8B-AE78-DD9734F0FB6C}" srcOrd="0" destOrd="0" presId="urn:microsoft.com/office/officeart/2018/2/layout/IconCircleList"/>
    <dgm:cxn modelId="{1268306F-FAD0-43EB-BAD9-C8B349B66473}" type="presParOf" srcId="{6013DC9E-C274-4F8B-AE78-DD9734F0FB6C}" destId="{3DC66F23-8FCF-4017-8159-0CFB601BC44A}" srcOrd="0" destOrd="0" presId="urn:microsoft.com/office/officeart/2018/2/layout/IconCircleList"/>
    <dgm:cxn modelId="{7B51BC7A-25A0-4C04-8F3B-31C6C48F1587}" type="presParOf" srcId="{3DC66F23-8FCF-4017-8159-0CFB601BC44A}" destId="{B5F325D9-80D8-422C-AD17-53376439DD37}" srcOrd="0" destOrd="0" presId="urn:microsoft.com/office/officeart/2018/2/layout/IconCircleList"/>
    <dgm:cxn modelId="{168FBC20-1730-4C88-9D08-04D31038404F}" type="presParOf" srcId="{3DC66F23-8FCF-4017-8159-0CFB601BC44A}" destId="{7D34DF27-2681-4D03-B4B3-C158EFE6292E}" srcOrd="1" destOrd="0" presId="urn:microsoft.com/office/officeart/2018/2/layout/IconCircleList"/>
    <dgm:cxn modelId="{A23398C2-FD55-46ED-8083-2EB8D0AED920}" type="presParOf" srcId="{3DC66F23-8FCF-4017-8159-0CFB601BC44A}" destId="{8DE64677-1BA0-4AC4-8ABD-FEDBEEDEA4D2}" srcOrd="2" destOrd="0" presId="urn:microsoft.com/office/officeart/2018/2/layout/IconCircleList"/>
    <dgm:cxn modelId="{775EAFB1-2C0D-40CD-A39C-29D8F23C4F2C}" type="presParOf" srcId="{3DC66F23-8FCF-4017-8159-0CFB601BC44A}" destId="{2E4D5296-AD36-4958-8797-60C041CAC50E}" srcOrd="3" destOrd="0" presId="urn:microsoft.com/office/officeart/2018/2/layout/IconCircleList"/>
    <dgm:cxn modelId="{7BCE5266-6AEA-452D-B0D3-94F87EAADD2A}" type="presParOf" srcId="{6013DC9E-C274-4F8B-AE78-DD9734F0FB6C}" destId="{FD989351-628B-47C7-A023-E8259F3ED1F2}" srcOrd="1" destOrd="0" presId="urn:microsoft.com/office/officeart/2018/2/layout/IconCircleList"/>
    <dgm:cxn modelId="{D796FB5B-EFE9-4A1C-8B9E-C283670A55C0}" type="presParOf" srcId="{6013DC9E-C274-4F8B-AE78-DD9734F0FB6C}" destId="{7243EC4D-CD94-478C-9307-473C13F3C7E6}" srcOrd="2" destOrd="0" presId="urn:microsoft.com/office/officeart/2018/2/layout/IconCircleList"/>
    <dgm:cxn modelId="{8E0080C3-0B79-4802-9EC2-9E630CED79CC}" type="presParOf" srcId="{7243EC4D-CD94-478C-9307-473C13F3C7E6}" destId="{D9FB6927-8223-436F-A837-24E3BD2FBA26}" srcOrd="0" destOrd="0" presId="urn:microsoft.com/office/officeart/2018/2/layout/IconCircleList"/>
    <dgm:cxn modelId="{747E59A6-5A2A-4BB7-8FA7-DF39BEBD503B}" type="presParOf" srcId="{7243EC4D-CD94-478C-9307-473C13F3C7E6}" destId="{536A273B-27C9-4565-9834-24B4EF92EFFF}" srcOrd="1" destOrd="0" presId="urn:microsoft.com/office/officeart/2018/2/layout/IconCircleList"/>
    <dgm:cxn modelId="{C6E515AE-B6A7-497B-8821-76E5787E409C}" type="presParOf" srcId="{7243EC4D-CD94-478C-9307-473C13F3C7E6}" destId="{225DC32F-E3BA-4C66-A084-4C496C795F8F}" srcOrd="2" destOrd="0" presId="urn:microsoft.com/office/officeart/2018/2/layout/IconCircleList"/>
    <dgm:cxn modelId="{D237C976-867D-4DB6-8D60-A42CBC88E610}" type="presParOf" srcId="{7243EC4D-CD94-478C-9307-473C13F3C7E6}" destId="{8B7A058A-D743-4D27-910E-59B12E8B6AFE}" srcOrd="3" destOrd="0" presId="urn:microsoft.com/office/officeart/2018/2/layout/IconCircleList"/>
    <dgm:cxn modelId="{1E98C2BA-5131-4BDE-95DA-FF9AD98D6DFB}" type="presParOf" srcId="{6013DC9E-C274-4F8B-AE78-DD9734F0FB6C}" destId="{34F19653-6B77-4888-86A6-C1F7D3EA9BB8}" srcOrd="3" destOrd="0" presId="urn:microsoft.com/office/officeart/2018/2/layout/IconCircleList"/>
    <dgm:cxn modelId="{D3BEF9F7-730D-4313-838F-27C895FA1237}" type="presParOf" srcId="{6013DC9E-C274-4F8B-AE78-DD9734F0FB6C}" destId="{B86DE8C2-0408-405D-BE16-738CFC71114B}" srcOrd="4" destOrd="0" presId="urn:microsoft.com/office/officeart/2018/2/layout/IconCircleList"/>
    <dgm:cxn modelId="{5909B1F9-86B5-45D7-BC7C-DC6150C1791B}" type="presParOf" srcId="{B86DE8C2-0408-405D-BE16-738CFC71114B}" destId="{2AEA6736-EF7C-4767-8FDA-F88902F4A604}" srcOrd="0" destOrd="0" presId="urn:microsoft.com/office/officeart/2018/2/layout/IconCircleList"/>
    <dgm:cxn modelId="{4311F383-F285-491A-A2CE-5766CDD05653}" type="presParOf" srcId="{B86DE8C2-0408-405D-BE16-738CFC71114B}" destId="{11149D59-2D41-4D5D-A4EB-DF13452AC09B}" srcOrd="1" destOrd="0" presId="urn:microsoft.com/office/officeart/2018/2/layout/IconCircleList"/>
    <dgm:cxn modelId="{44BB49C9-6544-46F6-9424-FBE718A9A04A}" type="presParOf" srcId="{B86DE8C2-0408-405D-BE16-738CFC71114B}" destId="{607CB3B5-DFF1-4ABC-BA48-387AC72950B6}" srcOrd="2" destOrd="0" presId="urn:microsoft.com/office/officeart/2018/2/layout/IconCircleList"/>
    <dgm:cxn modelId="{E1DE5C45-8165-4F04-B7DD-7E98916205D9}" type="presParOf" srcId="{B86DE8C2-0408-405D-BE16-738CFC71114B}" destId="{39101EB9-F258-41AC-ACA6-8AB3C8BAC04E}" srcOrd="3" destOrd="0" presId="urn:microsoft.com/office/officeart/2018/2/layout/IconCircleList"/>
    <dgm:cxn modelId="{712EB0E1-5B82-46CA-AABF-10249DE2D675}" type="presParOf" srcId="{6013DC9E-C274-4F8B-AE78-DD9734F0FB6C}" destId="{E87170E7-4729-4214-B1A1-0417F3DE1D10}" srcOrd="5" destOrd="0" presId="urn:microsoft.com/office/officeart/2018/2/layout/IconCircleList"/>
    <dgm:cxn modelId="{959A1C3D-ED82-47A5-B2DF-3CA5FF651D55}" type="presParOf" srcId="{6013DC9E-C274-4F8B-AE78-DD9734F0FB6C}" destId="{BE33FFEB-F1E1-4638-AB29-F1883B219C88}" srcOrd="6" destOrd="0" presId="urn:microsoft.com/office/officeart/2018/2/layout/IconCircleList"/>
    <dgm:cxn modelId="{CDE6E4B0-D315-4892-984B-549030378CE1}" type="presParOf" srcId="{BE33FFEB-F1E1-4638-AB29-F1883B219C88}" destId="{F3CF121F-9C75-49AB-85FD-6CEED69774CA}" srcOrd="0" destOrd="0" presId="urn:microsoft.com/office/officeart/2018/2/layout/IconCircleList"/>
    <dgm:cxn modelId="{E60942E0-BCD9-4EF8-8780-6C2284A695CB}" type="presParOf" srcId="{BE33FFEB-F1E1-4638-AB29-F1883B219C88}" destId="{9C5D1120-EA80-425D-ADB6-DD28B91241A6}" srcOrd="1" destOrd="0" presId="urn:microsoft.com/office/officeart/2018/2/layout/IconCircleList"/>
    <dgm:cxn modelId="{A7D57494-16CF-427E-BBA8-54CF4EBCFB82}" type="presParOf" srcId="{BE33FFEB-F1E1-4638-AB29-F1883B219C88}" destId="{3014FB83-F5AA-439D-BC0A-794E9B3691B3}" srcOrd="2" destOrd="0" presId="urn:microsoft.com/office/officeart/2018/2/layout/IconCircleList"/>
    <dgm:cxn modelId="{829F932E-BB5E-4A1E-85E4-B056D937A06E}" type="presParOf" srcId="{BE33FFEB-F1E1-4638-AB29-F1883B219C88}" destId="{F07E6B18-BD7D-451D-A896-80A323AF7DA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EECC9C-D8E6-4BCD-8DC3-872C017D925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1B06D8-8454-4B3C-BC4E-7EA67ED3223C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SLAs define the expected resource capacity for applications.</a:t>
          </a:r>
          <a:endParaRPr lang="en-US"/>
        </a:p>
      </dgm:t>
    </dgm:pt>
    <dgm:pt modelId="{6CBC0DE5-E39F-43AB-8AD6-8AE2805B7DF0}" type="parTrans" cxnId="{688621D5-01E4-472E-A86F-938005BA1E51}">
      <dgm:prSet/>
      <dgm:spPr/>
      <dgm:t>
        <a:bodyPr/>
        <a:lstStyle/>
        <a:p>
          <a:endParaRPr lang="en-US"/>
        </a:p>
      </dgm:t>
    </dgm:pt>
    <dgm:pt modelId="{D00C4897-BAC4-486F-B460-FF644A9E16B3}" type="sibTrans" cxnId="{688621D5-01E4-472E-A86F-938005BA1E51}">
      <dgm:prSet/>
      <dgm:spPr/>
      <dgm:t>
        <a:bodyPr/>
        <a:lstStyle/>
        <a:p>
          <a:endParaRPr lang="en-US"/>
        </a:p>
      </dgm:t>
    </dgm:pt>
    <dgm:pt modelId="{5F17800D-7B95-48ED-BA67-F4E08CDFCE11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Cloud providers plan resources based on combined SLAs.</a:t>
          </a:r>
          <a:endParaRPr lang="en-US"/>
        </a:p>
      </dgm:t>
    </dgm:pt>
    <dgm:pt modelId="{91B55C46-1F0C-4E0B-8134-C35B489340F5}" type="parTrans" cxnId="{0EE024C7-AEE5-4997-9F7E-6D18135DA3D6}">
      <dgm:prSet/>
      <dgm:spPr/>
      <dgm:t>
        <a:bodyPr/>
        <a:lstStyle/>
        <a:p>
          <a:endParaRPr lang="en-US"/>
        </a:p>
      </dgm:t>
    </dgm:pt>
    <dgm:pt modelId="{7CE80E59-2D92-40BD-8B87-15559503E1F4}" type="sibTrans" cxnId="{0EE024C7-AEE5-4997-9F7E-6D18135DA3D6}">
      <dgm:prSet/>
      <dgm:spPr/>
      <dgm:t>
        <a:bodyPr/>
        <a:lstStyle/>
        <a:p>
          <a:endParaRPr lang="en-US"/>
        </a:p>
      </dgm:t>
    </dgm:pt>
    <dgm:pt modelId="{83253E43-D1E4-4EE9-BB28-6203A6207AAE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Provisioning algorithms dynamically map VMs to physical resources.</a:t>
          </a:r>
          <a:endParaRPr lang="en-US"/>
        </a:p>
      </dgm:t>
    </dgm:pt>
    <dgm:pt modelId="{5FA58AF3-E697-4CFA-BEE1-A3497BA362A0}" type="parTrans" cxnId="{FED41BD7-030C-4BBA-815C-0794CB9A6C5F}">
      <dgm:prSet/>
      <dgm:spPr/>
      <dgm:t>
        <a:bodyPr/>
        <a:lstStyle/>
        <a:p>
          <a:endParaRPr lang="en-US"/>
        </a:p>
      </dgm:t>
    </dgm:pt>
    <dgm:pt modelId="{A4484D83-AD7C-41AA-B94D-98F547682E8A}" type="sibTrans" cxnId="{FED41BD7-030C-4BBA-815C-0794CB9A6C5F}">
      <dgm:prSet/>
      <dgm:spPr/>
      <dgm:t>
        <a:bodyPr/>
        <a:lstStyle/>
        <a:p>
          <a:endParaRPr lang="en-US"/>
        </a:p>
      </dgm:t>
    </dgm:pt>
    <dgm:pt modelId="{EFA55055-A7E7-42FD-AA1C-7290948B66BF}">
      <dgm:prSet/>
      <dgm:spPr/>
      <dgm:t>
        <a:bodyPr/>
        <a:lstStyle/>
        <a:p>
          <a:pPr>
            <a:lnSpc>
              <a:spcPct val="100000"/>
            </a:lnSpc>
          </a:pPr>
          <a:r>
            <a:rPr lang="en-PK"/>
            <a:t>Efficient resource estimation ensures smooth performance.</a:t>
          </a:r>
          <a:endParaRPr lang="en-US"/>
        </a:p>
      </dgm:t>
    </dgm:pt>
    <dgm:pt modelId="{7558E928-9DF1-4650-A9CD-9B0C9FEF0309}" type="parTrans" cxnId="{D1FE08F1-7E30-4928-9BB3-EB459AF3F8EE}">
      <dgm:prSet/>
      <dgm:spPr/>
      <dgm:t>
        <a:bodyPr/>
        <a:lstStyle/>
        <a:p>
          <a:endParaRPr lang="en-US"/>
        </a:p>
      </dgm:t>
    </dgm:pt>
    <dgm:pt modelId="{CDB3B8B7-7D67-46DA-B2E3-0D283E53830B}" type="sibTrans" cxnId="{D1FE08F1-7E30-4928-9BB3-EB459AF3F8EE}">
      <dgm:prSet/>
      <dgm:spPr/>
      <dgm:t>
        <a:bodyPr/>
        <a:lstStyle/>
        <a:p>
          <a:endParaRPr lang="en-US"/>
        </a:p>
      </dgm:t>
    </dgm:pt>
    <dgm:pt modelId="{5799D7A5-F74B-4468-B1A2-C7A78DD15E01}" type="pres">
      <dgm:prSet presAssocID="{03EECC9C-D8E6-4BCD-8DC3-872C017D925F}" presName="root" presStyleCnt="0">
        <dgm:presLayoutVars>
          <dgm:dir/>
          <dgm:resizeHandles val="exact"/>
        </dgm:presLayoutVars>
      </dgm:prSet>
      <dgm:spPr/>
    </dgm:pt>
    <dgm:pt modelId="{127E9DD2-A75A-49EB-B4D9-685976141060}" type="pres">
      <dgm:prSet presAssocID="{641B06D8-8454-4B3C-BC4E-7EA67ED3223C}" presName="compNode" presStyleCnt="0"/>
      <dgm:spPr/>
    </dgm:pt>
    <dgm:pt modelId="{C1AC327D-0244-48AB-8BBA-F167B21D8462}" type="pres">
      <dgm:prSet presAssocID="{641B06D8-8454-4B3C-BC4E-7EA67ED322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531BD97-C846-4158-A42A-AAA73B53748E}" type="pres">
      <dgm:prSet presAssocID="{641B06D8-8454-4B3C-BC4E-7EA67ED3223C}" presName="spaceRect" presStyleCnt="0"/>
      <dgm:spPr/>
    </dgm:pt>
    <dgm:pt modelId="{F9746DFB-568E-4758-821A-94A891E8145A}" type="pres">
      <dgm:prSet presAssocID="{641B06D8-8454-4B3C-BC4E-7EA67ED3223C}" presName="textRect" presStyleLbl="revTx" presStyleIdx="0" presStyleCnt="4">
        <dgm:presLayoutVars>
          <dgm:chMax val="1"/>
          <dgm:chPref val="1"/>
        </dgm:presLayoutVars>
      </dgm:prSet>
      <dgm:spPr/>
    </dgm:pt>
    <dgm:pt modelId="{6C7C7A47-67AF-4316-9B58-7DDE886748AF}" type="pres">
      <dgm:prSet presAssocID="{D00C4897-BAC4-486F-B460-FF644A9E16B3}" presName="sibTrans" presStyleCnt="0"/>
      <dgm:spPr/>
    </dgm:pt>
    <dgm:pt modelId="{68FCC4C2-C803-4589-AD5A-64C3FF445C43}" type="pres">
      <dgm:prSet presAssocID="{5F17800D-7B95-48ED-BA67-F4E08CDFCE11}" presName="compNode" presStyleCnt="0"/>
      <dgm:spPr/>
    </dgm:pt>
    <dgm:pt modelId="{D834D45F-5889-4512-924B-16CCD55F2027}" type="pres">
      <dgm:prSet presAssocID="{5F17800D-7B95-48ED-BA67-F4E08CDFCE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CF65019-F8CC-45AF-B31D-468702ED1299}" type="pres">
      <dgm:prSet presAssocID="{5F17800D-7B95-48ED-BA67-F4E08CDFCE11}" presName="spaceRect" presStyleCnt="0"/>
      <dgm:spPr/>
    </dgm:pt>
    <dgm:pt modelId="{25D526DC-3949-48CB-8E6D-F4A5E2F9DC38}" type="pres">
      <dgm:prSet presAssocID="{5F17800D-7B95-48ED-BA67-F4E08CDFCE11}" presName="textRect" presStyleLbl="revTx" presStyleIdx="1" presStyleCnt="4">
        <dgm:presLayoutVars>
          <dgm:chMax val="1"/>
          <dgm:chPref val="1"/>
        </dgm:presLayoutVars>
      </dgm:prSet>
      <dgm:spPr/>
    </dgm:pt>
    <dgm:pt modelId="{8E1FA136-14D0-40B1-B84A-68DD6A063E75}" type="pres">
      <dgm:prSet presAssocID="{7CE80E59-2D92-40BD-8B87-15559503E1F4}" presName="sibTrans" presStyleCnt="0"/>
      <dgm:spPr/>
    </dgm:pt>
    <dgm:pt modelId="{0BB3A933-5400-46BA-9033-44A4F6A25BEF}" type="pres">
      <dgm:prSet presAssocID="{83253E43-D1E4-4EE9-BB28-6203A6207AAE}" presName="compNode" presStyleCnt="0"/>
      <dgm:spPr/>
    </dgm:pt>
    <dgm:pt modelId="{0ACD7425-3B9A-4895-8D3A-C89E25B4507B}" type="pres">
      <dgm:prSet presAssocID="{83253E43-D1E4-4EE9-BB28-6203A6207A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92D33A0-9EA9-4AD8-924E-3C65A77F423E}" type="pres">
      <dgm:prSet presAssocID="{83253E43-D1E4-4EE9-BB28-6203A6207AAE}" presName="spaceRect" presStyleCnt="0"/>
      <dgm:spPr/>
    </dgm:pt>
    <dgm:pt modelId="{9FB32471-5800-42A4-BF7C-13373342A280}" type="pres">
      <dgm:prSet presAssocID="{83253E43-D1E4-4EE9-BB28-6203A6207AAE}" presName="textRect" presStyleLbl="revTx" presStyleIdx="2" presStyleCnt="4">
        <dgm:presLayoutVars>
          <dgm:chMax val="1"/>
          <dgm:chPref val="1"/>
        </dgm:presLayoutVars>
      </dgm:prSet>
      <dgm:spPr/>
    </dgm:pt>
    <dgm:pt modelId="{C5B9011E-7755-4CA6-8DBD-87130C6DF389}" type="pres">
      <dgm:prSet presAssocID="{A4484D83-AD7C-41AA-B94D-98F547682E8A}" presName="sibTrans" presStyleCnt="0"/>
      <dgm:spPr/>
    </dgm:pt>
    <dgm:pt modelId="{0F24D806-C1B6-4562-89DC-40C388E11DAA}" type="pres">
      <dgm:prSet presAssocID="{EFA55055-A7E7-42FD-AA1C-7290948B66BF}" presName="compNode" presStyleCnt="0"/>
      <dgm:spPr/>
    </dgm:pt>
    <dgm:pt modelId="{320818D1-459F-4189-9F81-759987141657}" type="pres">
      <dgm:prSet presAssocID="{EFA55055-A7E7-42FD-AA1C-7290948B66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D3A933E-E419-4F6A-8B2D-D15A268993EA}" type="pres">
      <dgm:prSet presAssocID="{EFA55055-A7E7-42FD-AA1C-7290948B66BF}" presName="spaceRect" presStyleCnt="0"/>
      <dgm:spPr/>
    </dgm:pt>
    <dgm:pt modelId="{40328ADA-DB8C-4F7D-A9BC-9CF586B70512}" type="pres">
      <dgm:prSet presAssocID="{EFA55055-A7E7-42FD-AA1C-7290948B66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51AE273-BA9D-4BF3-87D7-424CF3BC15DD}" type="presOf" srcId="{83253E43-D1E4-4EE9-BB28-6203A6207AAE}" destId="{9FB32471-5800-42A4-BF7C-13373342A280}" srcOrd="0" destOrd="0" presId="urn:microsoft.com/office/officeart/2018/2/layout/IconLabelList"/>
    <dgm:cxn modelId="{44FA0095-1B8D-4728-B217-AA100DEBDA92}" type="presOf" srcId="{03EECC9C-D8E6-4BCD-8DC3-872C017D925F}" destId="{5799D7A5-F74B-4468-B1A2-C7A78DD15E01}" srcOrd="0" destOrd="0" presId="urn:microsoft.com/office/officeart/2018/2/layout/IconLabelList"/>
    <dgm:cxn modelId="{895D56A5-A488-4796-AC3F-0912E081BA1C}" type="presOf" srcId="{5F17800D-7B95-48ED-BA67-F4E08CDFCE11}" destId="{25D526DC-3949-48CB-8E6D-F4A5E2F9DC38}" srcOrd="0" destOrd="0" presId="urn:microsoft.com/office/officeart/2018/2/layout/IconLabelList"/>
    <dgm:cxn modelId="{7FE2B5C1-AB67-4B0B-BB57-15335B7F7755}" type="presOf" srcId="{641B06D8-8454-4B3C-BC4E-7EA67ED3223C}" destId="{F9746DFB-568E-4758-821A-94A891E8145A}" srcOrd="0" destOrd="0" presId="urn:microsoft.com/office/officeart/2018/2/layout/IconLabelList"/>
    <dgm:cxn modelId="{0EE024C7-AEE5-4997-9F7E-6D18135DA3D6}" srcId="{03EECC9C-D8E6-4BCD-8DC3-872C017D925F}" destId="{5F17800D-7B95-48ED-BA67-F4E08CDFCE11}" srcOrd="1" destOrd="0" parTransId="{91B55C46-1F0C-4E0B-8134-C35B489340F5}" sibTransId="{7CE80E59-2D92-40BD-8B87-15559503E1F4}"/>
    <dgm:cxn modelId="{688621D5-01E4-472E-A86F-938005BA1E51}" srcId="{03EECC9C-D8E6-4BCD-8DC3-872C017D925F}" destId="{641B06D8-8454-4B3C-BC4E-7EA67ED3223C}" srcOrd="0" destOrd="0" parTransId="{6CBC0DE5-E39F-43AB-8AD6-8AE2805B7DF0}" sibTransId="{D00C4897-BAC4-486F-B460-FF644A9E16B3}"/>
    <dgm:cxn modelId="{FED41BD7-030C-4BBA-815C-0794CB9A6C5F}" srcId="{03EECC9C-D8E6-4BCD-8DC3-872C017D925F}" destId="{83253E43-D1E4-4EE9-BB28-6203A6207AAE}" srcOrd="2" destOrd="0" parTransId="{5FA58AF3-E697-4CFA-BEE1-A3497BA362A0}" sibTransId="{A4484D83-AD7C-41AA-B94D-98F547682E8A}"/>
    <dgm:cxn modelId="{D1FE08F1-7E30-4928-9BB3-EB459AF3F8EE}" srcId="{03EECC9C-D8E6-4BCD-8DC3-872C017D925F}" destId="{EFA55055-A7E7-42FD-AA1C-7290948B66BF}" srcOrd="3" destOrd="0" parTransId="{7558E928-9DF1-4650-A9CD-9B0C9FEF0309}" sibTransId="{CDB3B8B7-7D67-46DA-B2E3-0D283E53830B}"/>
    <dgm:cxn modelId="{B3C074F6-7231-4D69-BA2F-CEE257C25534}" type="presOf" srcId="{EFA55055-A7E7-42FD-AA1C-7290948B66BF}" destId="{40328ADA-DB8C-4F7D-A9BC-9CF586B70512}" srcOrd="0" destOrd="0" presId="urn:microsoft.com/office/officeart/2018/2/layout/IconLabelList"/>
    <dgm:cxn modelId="{448C49DD-8870-4AD4-B98E-40B900603F24}" type="presParOf" srcId="{5799D7A5-F74B-4468-B1A2-C7A78DD15E01}" destId="{127E9DD2-A75A-49EB-B4D9-685976141060}" srcOrd="0" destOrd="0" presId="urn:microsoft.com/office/officeart/2018/2/layout/IconLabelList"/>
    <dgm:cxn modelId="{4244DD25-7145-40C3-8031-E346669B963E}" type="presParOf" srcId="{127E9DD2-A75A-49EB-B4D9-685976141060}" destId="{C1AC327D-0244-48AB-8BBA-F167B21D8462}" srcOrd="0" destOrd="0" presId="urn:microsoft.com/office/officeart/2018/2/layout/IconLabelList"/>
    <dgm:cxn modelId="{0306C869-F282-4E01-98A1-4A63259E4B38}" type="presParOf" srcId="{127E9DD2-A75A-49EB-B4D9-685976141060}" destId="{0531BD97-C846-4158-A42A-AAA73B53748E}" srcOrd="1" destOrd="0" presId="urn:microsoft.com/office/officeart/2018/2/layout/IconLabelList"/>
    <dgm:cxn modelId="{7DE4D780-0187-4117-A6C2-A86D079DEF61}" type="presParOf" srcId="{127E9DD2-A75A-49EB-B4D9-685976141060}" destId="{F9746DFB-568E-4758-821A-94A891E8145A}" srcOrd="2" destOrd="0" presId="urn:microsoft.com/office/officeart/2018/2/layout/IconLabelList"/>
    <dgm:cxn modelId="{114F31F2-F75F-4EA5-9654-CE92F86F6C44}" type="presParOf" srcId="{5799D7A5-F74B-4468-B1A2-C7A78DD15E01}" destId="{6C7C7A47-67AF-4316-9B58-7DDE886748AF}" srcOrd="1" destOrd="0" presId="urn:microsoft.com/office/officeart/2018/2/layout/IconLabelList"/>
    <dgm:cxn modelId="{AC0405AC-59AE-4FA4-ADD0-4BCE03C72577}" type="presParOf" srcId="{5799D7A5-F74B-4468-B1A2-C7A78DD15E01}" destId="{68FCC4C2-C803-4589-AD5A-64C3FF445C43}" srcOrd="2" destOrd="0" presId="urn:microsoft.com/office/officeart/2018/2/layout/IconLabelList"/>
    <dgm:cxn modelId="{765EFF85-FA4F-4D21-AD13-36E464A8FC3C}" type="presParOf" srcId="{68FCC4C2-C803-4589-AD5A-64C3FF445C43}" destId="{D834D45F-5889-4512-924B-16CCD55F2027}" srcOrd="0" destOrd="0" presId="urn:microsoft.com/office/officeart/2018/2/layout/IconLabelList"/>
    <dgm:cxn modelId="{B29F8B9D-4DEE-416B-9D54-53AB1A03BC07}" type="presParOf" srcId="{68FCC4C2-C803-4589-AD5A-64C3FF445C43}" destId="{CCF65019-F8CC-45AF-B31D-468702ED1299}" srcOrd="1" destOrd="0" presId="urn:microsoft.com/office/officeart/2018/2/layout/IconLabelList"/>
    <dgm:cxn modelId="{CC0A208D-7308-418A-B2CC-80E7D5160703}" type="presParOf" srcId="{68FCC4C2-C803-4589-AD5A-64C3FF445C43}" destId="{25D526DC-3949-48CB-8E6D-F4A5E2F9DC38}" srcOrd="2" destOrd="0" presId="urn:microsoft.com/office/officeart/2018/2/layout/IconLabelList"/>
    <dgm:cxn modelId="{A8350466-30E1-4DDB-B1C7-9D84AC15F0A3}" type="presParOf" srcId="{5799D7A5-F74B-4468-B1A2-C7A78DD15E01}" destId="{8E1FA136-14D0-40B1-B84A-68DD6A063E75}" srcOrd="3" destOrd="0" presId="urn:microsoft.com/office/officeart/2018/2/layout/IconLabelList"/>
    <dgm:cxn modelId="{55BC5850-07AE-4DE4-B6BB-5AF04760F4A4}" type="presParOf" srcId="{5799D7A5-F74B-4468-B1A2-C7A78DD15E01}" destId="{0BB3A933-5400-46BA-9033-44A4F6A25BEF}" srcOrd="4" destOrd="0" presId="urn:microsoft.com/office/officeart/2018/2/layout/IconLabelList"/>
    <dgm:cxn modelId="{E30E89DA-180D-49A3-B2AA-994087C83909}" type="presParOf" srcId="{0BB3A933-5400-46BA-9033-44A4F6A25BEF}" destId="{0ACD7425-3B9A-4895-8D3A-C89E25B4507B}" srcOrd="0" destOrd="0" presId="urn:microsoft.com/office/officeart/2018/2/layout/IconLabelList"/>
    <dgm:cxn modelId="{353D60B0-C24A-45E8-BA20-4878532162F3}" type="presParOf" srcId="{0BB3A933-5400-46BA-9033-44A4F6A25BEF}" destId="{B92D33A0-9EA9-4AD8-924E-3C65A77F423E}" srcOrd="1" destOrd="0" presId="urn:microsoft.com/office/officeart/2018/2/layout/IconLabelList"/>
    <dgm:cxn modelId="{9AF75563-B654-44E6-A495-247564D6A9BB}" type="presParOf" srcId="{0BB3A933-5400-46BA-9033-44A4F6A25BEF}" destId="{9FB32471-5800-42A4-BF7C-13373342A280}" srcOrd="2" destOrd="0" presId="urn:microsoft.com/office/officeart/2018/2/layout/IconLabelList"/>
    <dgm:cxn modelId="{D2A385FE-0860-47B6-B174-429FA0097271}" type="presParOf" srcId="{5799D7A5-F74B-4468-B1A2-C7A78DD15E01}" destId="{C5B9011E-7755-4CA6-8DBD-87130C6DF389}" srcOrd="5" destOrd="0" presId="urn:microsoft.com/office/officeart/2018/2/layout/IconLabelList"/>
    <dgm:cxn modelId="{1675EB01-8DEE-4734-92C4-57B30AEA20DC}" type="presParOf" srcId="{5799D7A5-F74B-4468-B1A2-C7A78DD15E01}" destId="{0F24D806-C1B6-4562-89DC-40C388E11DAA}" srcOrd="6" destOrd="0" presId="urn:microsoft.com/office/officeart/2018/2/layout/IconLabelList"/>
    <dgm:cxn modelId="{C0D24242-D4D9-43EC-84BB-6897E07FEA06}" type="presParOf" srcId="{0F24D806-C1B6-4562-89DC-40C388E11DAA}" destId="{320818D1-459F-4189-9F81-759987141657}" srcOrd="0" destOrd="0" presId="urn:microsoft.com/office/officeart/2018/2/layout/IconLabelList"/>
    <dgm:cxn modelId="{A146FA6A-C6D3-419C-8F6B-88E60A196753}" type="presParOf" srcId="{0F24D806-C1B6-4562-89DC-40C388E11DAA}" destId="{5D3A933E-E419-4F6A-8B2D-D15A268993EA}" srcOrd="1" destOrd="0" presId="urn:microsoft.com/office/officeart/2018/2/layout/IconLabelList"/>
    <dgm:cxn modelId="{8D1B254B-ADEC-441A-A0FE-38D48A13B664}" type="presParOf" srcId="{0F24D806-C1B6-4562-89DC-40C388E11DAA}" destId="{40328ADA-DB8C-4F7D-A9BC-9CF586B705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8B426E-80F6-470D-85F1-10DD0FD03778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2040E58-756F-4BB7-928A-CAA552DFF727}">
      <dgm:prSet/>
      <dgm:spPr/>
      <dgm:t>
        <a:bodyPr/>
        <a:lstStyle/>
        <a:p>
          <a:r>
            <a:rPr lang="en-PK"/>
            <a:t>Static Resource Provisioning</a:t>
          </a:r>
          <a:endParaRPr lang="en-US"/>
        </a:p>
      </dgm:t>
    </dgm:pt>
    <dgm:pt modelId="{FA9D5321-693A-4829-9F5B-755BC171B6C1}" type="parTrans" cxnId="{D1A79DBF-672A-4DA1-B0AA-60D42E7D8AF9}">
      <dgm:prSet/>
      <dgm:spPr/>
      <dgm:t>
        <a:bodyPr/>
        <a:lstStyle/>
        <a:p>
          <a:endParaRPr lang="en-US"/>
        </a:p>
      </dgm:t>
    </dgm:pt>
    <dgm:pt modelId="{F97EDA88-3907-474B-ABAF-4CA4196F9371}" type="sibTrans" cxnId="{D1A79DBF-672A-4DA1-B0AA-60D42E7D8AF9}">
      <dgm:prSet/>
      <dgm:spPr/>
      <dgm:t>
        <a:bodyPr/>
        <a:lstStyle/>
        <a:p>
          <a:endParaRPr lang="en-US"/>
        </a:p>
      </dgm:t>
    </dgm:pt>
    <dgm:pt modelId="{2021CA15-AAF2-48C7-8558-1FB0975D9AD7}">
      <dgm:prSet/>
      <dgm:spPr/>
      <dgm:t>
        <a:bodyPr/>
        <a:lstStyle/>
        <a:p>
          <a:r>
            <a:rPr lang="en-PK"/>
            <a:t>Suitable for predictable workloads.</a:t>
          </a:r>
          <a:endParaRPr lang="en-US"/>
        </a:p>
      </dgm:t>
    </dgm:pt>
    <dgm:pt modelId="{D9717B7E-CA66-488E-8948-46C016F60659}" type="parTrans" cxnId="{A22D9BB6-0E97-4BA5-ADC3-812A4A98C2A2}">
      <dgm:prSet/>
      <dgm:spPr/>
      <dgm:t>
        <a:bodyPr/>
        <a:lstStyle/>
        <a:p>
          <a:endParaRPr lang="en-US"/>
        </a:p>
      </dgm:t>
    </dgm:pt>
    <dgm:pt modelId="{78565089-5D78-4C7B-A114-DDE66DD6BA29}" type="sibTrans" cxnId="{A22D9BB6-0E97-4BA5-ADC3-812A4A98C2A2}">
      <dgm:prSet/>
      <dgm:spPr/>
      <dgm:t>
        <a:bodyPr/>
        <a:lstStyle/>
        <a:p>
          <a:endParaRPr lang="en-US"/>
        </a:p>
      </dgm:t>
    </dgm:pt>
    <dgm:pt modelId="{299E1B9D-A800-4D52-8791-45575AC932BC}">
      <dgm:prSet/>
      <dgm:spPr/>
      <dgm:t>
        <a:bodyPr/>
        <a:lstStyle/>
        <a:p>
          <a:r>
            <a:rPr lang="en-PK"/>
            <a:t>Resource allocation happens once during application start.</a:t>
          </a:r>
          <a:endParaRPr lang="en-US"/>
        </a:p>
      </dgm:t>
    </dgm:pt>
    <dgm:pt modelId="{47A5759A-875B-4B1F-9F70-FC4CDB9F49D0}" type="parTrans" cxnId="{03888DDD-7783-4AF2-862A-A1668C3CD814}">
      <dgm:prSet/>
      <dgm:spPr/>
      <dgm:t>
        <a:bodyPr/>
        <a:lstStyle/>
        <a:p>
          <a:endParaRPr lang="en-US"/>
        </a:p>
      </dgm:t>
    </dgm:pt>
    <dgm:pt modelId="{2D419787-46B3-4130-88E4-064A0C26E3B6}" type="sibTrans" cxnId="{03888DDD-7783-4AF2-862A-A1668C3CD814}">
      <dgm:prSet/>
      <dgm:spPr/>
      <dgm:t>
        <a:bodyPr/>
        <a:lstStyle/>
        <a:p>
          <a:endParaRPr lang="en-US"/>
        </a:p>
      </dgm:t>
    </dgm:pt>
    <dgm:pt modelId="{2054017A-860C-4C1B-BC3D-456DEB3DC2CF}">
      <dgm:prSet/>
      <dgm:spPr/>
      <dgm:t>
        <a:bodyPr/>
        <a:lstStyle/>
        <a:p>
          <a:r>
            <a:rPr lang="en-PK"/>
            <a:t>No runtime decision overhead but cannot adapt to changing demands.</a:t>
          </a:r>
          <a:endParaRPr lang="en-US"/>
        </a:p>
      </dgm:t>
    </dgm:pt>
    <dgm:pt modelId="{AF2EC10F-CD63-4487-A35C-8BEBED80F6A9}" type="parTrans" cxnId="{86EDCC7C-EE44-4244-8464-B14FA5A9B42E}">
      <dgm:prSet/>
      <dgm:spPr/>
      <dgm:t>
        <a:bodyPr/>
        <a:lstStyle/>
        <a:p>
          <a:endParaRPr lang="en-US"/>
        </a:p>
      </dgm:t>
    </dgm:pt>
    <dgm:pt modelId="{A8A800C6-EC63-4A29-BB34-95113DEBE095}" type="sibTrans" cxnId="{86EDCC7C-EE44-4244-8464-B14FA5A9B42E}">
      <dgm:prSet/>
      <dgm:spPr/>
      <dgm:t>
        <a:bodyPr/>
        <a:lstStyle/>
        <a:p>
          <a:endParaRPr lang="en-US"/>
        </a:p>
      </dgm:t>
    </dgm:pt>
    <dgm:pt modelId="{78914818-2A63-49B7-B85D-6439088B145C}">
      <dgm:prSet/>
      <dgm:spPr/>
      <dgm:t>
        <a:bodyPr/>
        <a:lstStyle/>
        <a:p>
          <a:r>
            <a:rPr lang="en-PK"/>
            <a:t>Can lead to over-provisioning or under-provisioning issues.</a:t>
          </a:r>
          <a:endParaRPr lang="en-US"/>
        </a:p>
      </dgm:t>
    </dgm:pt>
    <dgm:pt modelId="{D9FEFC90-F0D1-4E42-830D-ECFADB781639}" type="parTrans" cxnId="{0BF0972C-BDFB-4317-AB69-42038FA1D48F}">
      <dgm:prSet/>
      <dgm:spPr/>
      <dgm:t>
        <a:bodyPr/>
        <a:lstStyle/>
        <a:p>
          <a:endParaRPr lang="en-US"/>
        </a:p>
      </dgm:t>
    </dgm:pt>
    <dgm:pt modelId="{13F8135B-8811-4C49-827B-C7FAF025D9F0}" type="sibTrans" cxnId="{0BF0972C-BDFB-4317-AB69-42038FA1D48F}">
      <dgm:prSet/>
      <dgm:spPr/>
      <dgm:t>
        <a:bodyPr/>
        <a:lstStyle/>
        <a:p>
          <a:endParaRPr lang="en-US"/>
        </a:p>
      </dgm:t>
    </dgm:pt>
    <dgm:pt modelId="{032C85B9-59C2-444B-9888-A24477D4E5CF}">
      <dgm:prSet/>
      <dgm:spPr/>
      <dgm:t>
        <a:bodyPr/>
        <a:lstStyle/>
        <a:p>
          <a:r>
            <a:rPr lang="en-PK"/>
            <a:t>Dynamic Resource Provisioning</a:t>
          </a:r>
          <a:endParaRPr lang="en-US"/>
        </a:p>
      </dgm:t>
    </dgm:pt>
    <dgm:pt modelId="{BB780623-C6AC-437F-A06D-72234142CB0F}" type="parTrans" cxnId="{A339EEAD-993A-41E4-A734-1C2DFD7DDAC4}">
      <dgm:prSet/>
      <dgm:spPr/>
      <dgm:t>
        <a:bodyPr/>
        <a:lstStyle/>
        <a:p>
          <a:endParaRPr lang="en-US"/>
        </a:p>
      </dgm:t>
    </dgm:pt>
    <dgm:pt modelId="{73798175-9BA7-4DA8-AC70-3093B6839618}" type="sibTrans" cxnId="{A339EEAD-993A-41E4-A734-1C2DFD7DDAC4}">
      <dgm:prSet/>
      <dgm:spPr/>
      <dgm:t>
        <a:bodyPr/>
        <a:lstStyle/>
        <a:p>
          <a:endParaRPr lang="en-US"/>
        </a:p>
      </dgm:t>
    </dgm:pt>
    <dgm:pt modelId="{A41981E1-3504-413A-87E5-1EDDC03F6391}">
      <dgm:prSet/>
      <dgm:spPr/>
      <dgm:t>
        <a:bodyPr/>
        <a:lstStyle/>
        <a:p>
          <a:r>
            <a:rPr lang="en-PK"/>
            <a:t>Resources allocated and de-allocated based on current demand.</a:t>
          </a:r>
          <a:endParaRPr lang="en-US"/>
        </a:p>
      </dgm:t>
    </dgm:pt>
    <dgm:pt modelId="{0FF55E03-869F-4A2B-ADDC-88A57D80A29C}" type="parTrans" cxnId="{BE0EFE86-F5CA-4EEA-A037-F691D833CE22}">
      <dgm:prSet/>
      <dgm:spPr/>
      <dgm:t>
        <a:bodyPr/>
        <a:lstStyle/>
        <a:p>
          <a:endParaRPr lang="en-US"/>
        </a:p>
      </dgm:t>
    </dgm:pt>
    <dgm:pt modelId="{0F70E2BE-D92C-492B-BFE9-783DA761F1D7}" type="sibTrans" cxnId="{BE0EFE86-F5CA-4EEA-A037-F691D833CE22}">
      <dgm:prSet/>
      <dgm:spPr/>
      <dgm:t>
        <a:bodyPr/>
        <a:lstStyle/>
        <a:p>
          <a:endParaRPr lang="en-US"/>
        </a:p>
      </dgm:t>
    </dgm:pt>
    <dgm:pt modelId="{72DDD879-9765-4113-AFD9-079C80BE77AC}">
      <dgm:prSet/>
      <dgm:spPr/>
      <dgm:t>
        <a:bodyPr/>
        <a:lstStyle/>
        <a:p>
          <a:r>
            <a:rPr lang="en-PK"/>
            <a:t>Provides elasticity, enabling applications to scale up or down.</a:t>
          </a:r>
          <a:endParaRPr lang="en-US"/>
        </a:p>
      </dgm:t>
    </dgm:pt>
    <dgm:pt modelId="{CF1453AE-9151-4231-A4C2-0EC8D5BD473C}" type="parTrans" cxnId="{EF34EED7-FDA6-4A92-8784-9451A3433286}">
      <dgm:prSet/>
      <dgm:spPr/>
      <dgm:t>
        <a:bodyPr/>
        <a:lstStyle/>
        <a:p>
          <a:endParaRPr lang="en-US"/>
        </a:p>
      </dgm:t>
    </dgm:pt>
    <dgm:pt modelId="{022A6B53-2796-40C3-92C1-BC4A0797BA1A}" type="sibTrans" cxnId="{EF34EED7-FDA6-4A92-8784-9451A3433286}">
      <dgm:prSet/>
      <dgm:spPr/>
      <dgm:t>
        <a:bodyPr/>
        <a:lstStyle/>
        <a:p>
          <a:endParaRPr lang="en-US"/>
        </a:p>
      </dgm:t>
    </dgm:pt>
    <dgm:pt modelId="{3BCE5577-F6DD-4D56-B7CC-2B4AD0B81746}">
      <dgm:prSet/>
      <dgm:spPr/>
      <dgm:t>
        <a:bodyPr/>
        <a:lstStyle/>
        <a:p>
          <a:r>
            <a:rPr lang="en-PK"/>
            <a:t>Resources are pooled and shared, minimizing wastage.</a:t>
          </a:r>
          <a:endParaRPr lang="en-US"/>
        </a:p>
      </dgm:t>
    </dgm:pt>
    <dgm:pt modelId="{19574783-A12B-4A94-8189-779F706643FF}" type="parTrans" cxnId="{1725E800-660E-46C3-8A1B-33595D189E34}">
      <dgm:prSet/>
      <dgm:spPr/>
      <dgm:t>
        <a:bodyPr/>
        <a:lstStyle/>
        <a:p>
          <a:endParaRPr lang="en-US"/>
        </a:p>
      </dgm:t>
    </dgm:pt>
    <dgm:pt modelId="{DAB557B7-FE10-4BC6-BD25-213414958055}" type="sibTrans" cxnId="{1725E800-660E-46C3-8A1B-33595D189E34}">
      <dgm:prSet/>
      <dgm:spPr/>
      <dgm:t>
        <a:bodyPr/>
        <a:lstStyle/>
        <a:p>
          <a:endParaRPr lang="en-US"/>
        </a:p>
      </dgm:t>
    </dgm:pt>
    <dgm:pt modelId="{F048B9A2-DAC4-436E-96F1-D2FE46D65302}">
      <dgm:prSet/>
      <dgm:spPr/>
      <dgm:t>
        <a:bodyPr/>
        <a:lstStyle/>
        <a:p>
          <a:r>
            <a:rPr lang="en-PK" dirty="0"/>
            <a:t>Suitable for fluctuating workloads but introduces runtime decision overhead.</a:t>
          </a:r>
          <a:endParaRPr lang="en-US" dirty="0"/>
        </a:p>
      </dgm:t>
    </dgm:pt>
    <dgm:pt modelId="{245905CE-AFB8-4A38-9593-50442045AA2F}" type="parTrans" cxnId="{8ED0A0EE-C07E-4662-A3DD-1DDE29EA8DF1}">
      <dgm:prSet/>
      <dgm:spPr/>
      <dgm:t>
        <a:bodyPr/>
        <a:lstStyle/>
        <a:p>
          <a:endParaRPr lang="en-US"/>
        </a:p>
      </dgm:t>
    </dgm:pt>
    <dgm:pt modelId="{CD9D4FA3-7668-4692-8018-9046CD544FE5}" type="sibTrans" cxnId="{8ED0A0EE-C07E-4662-A3DD-1DDE29EA8DF1}">
      <dgm:prSet/>
      <dgm:spPr/>
      <dgm:t>
        <a:bodyPr/>
        <a:lstStyle/>
        <a:p>
          <a:endParaRPr lang="en-US"/>
        </a:p>
      </dgm:t>
    </dgm:pt>
    <dgm:pt modelId="{26D0E1E9-B733-4A17-8DDC-79D96A0BC8B1}">
      <dgm:prSet/>
      <dgm:spPr/>
      <dgm:t>
        <a:bodyPr/>
        <a:lstStyle/>
        <a:p>
          <a:r>
            <a:rPr lang="en-PK"/>
            <a:t>Hybrid Resource Provisioning</a:t>
          </a:r>
          <a:endParaRPr lang="en-US"/>
        </a:p>
      </dgm:t>
    </dgm:pt>
    <dgm:pt modelId="{7DA22842-51D0-4A19-A612-1C5D8141D185}" type="parTrans" cxnId="{3FBCA034-4100-4BFD-86B0-F8C526FCECDD}">
      <dgm:prSet/>
      <dgm:spPr/>
      <dgm:t>
        <a:bodyPr/>
        <a:lstStyle/>
        <a:p>
          <a:endParaRPr lang="en-US"/>
        </a:p>
      </dgm:t>
    </dgm:pt>
    <dgm:pt modelId="{2D506EDE-3BD8-4A6D-80A3-C8B6A858CE3F}" type="sibTrans" cxnId="{3FBCA034-4100-4BFD-86B0-F8C526FCECDD}">
      <dgm:prSet/>
      <dgm:spPr/>
      <dgm:t>
        <a:bodyPr/>
        <a:lstStyle/>
        <a:p>
          <a:endParaRPr lang="en-US"/>
        </a:p>
      </dgm:t>
    </dgm:pt>
    <dgm:pt modelId="{0DFB84F3-7122-4DF7-AB49-8E326B21F89C}">
      <dgm:prSet/>
      <dgm:spPr/>
      <dgm:t>
        <a:bodyPr/>
        <a:lstStyle/>
        <a:p>
          <a:r>
            <a:rPr lang="en-PK"/>
            <a:t>Combines static and dynamic approaches.</a:t>
          </a:r>
          <a:endParaRPr lang="en-US"/>
        </a:p>
      </dgm:t>
    </dgm:pt>
    <dgm:pt modelId="{D8B17F02-C280-4EBA-8689-0F9561128113}" type="parTrans" cxnId="{DAD0E83D-8286-4A33-AF1B-6B515D665F18}">
      <dgm:prSet/>
      <dgm:spPr/>
      <dgm:t>
        <a:bodyPr/>
        <a:lstStyle/>
        <a:p>
          <a:endParaRPr lang="en-US"/>
        </a:p>
      </dgm:t>
    </dgm:pt>
    <dgm:pt modelId="{BD4C7E2E-2422-499F-8136-275AB5E30D61}" type="sibTrans" cxnId="{DAD0E83D-8286-4A33-AF1B-6B515D665F18}">
      <dgm:prSet/>
      <dgm:spPr/>
      <dgm:t>
        <a:bodyPr/>
        <a:lstStyle/>
        <a:p>
          <a:endParaRPr lang="en-US"/>
        </a:p>
      </dgm:t>
    </dgm:pt>
    <dgm:pt modelId="{C40CEBAA-63D6-40FE-8EF0-B3FBC38A5C0F}">
      <dgm:prSet/>
      <dgm:spPr/>
      <dgm:t>
        <a:bodyPr/>
        <a:lstStyle/>
        <a:p>
          <a:r>
            <a:rPr lang="en-PK"/>
            <a:t>Initial resource allocation is static; dynamic adjustments occur during runtime.</a:t>
          </a:r>
          <a:endParaRPr lang="en-US"/>
        </a:p>
      </dgm:t>
    </dgm:pt>
    <dgm:pt modelId="{50CCC990-3B4D-44A3-9223-6C22703212C3}" type="parTrans" cxnId="{0D9B7D17-4D41-403D-AEE9-FF356C86B461}">
      <dgm:prSet/>
      <dgm:spPr/>
      <dgm:t>
        <a:bodyPr/>
        <a:lstStyle/>
        <a:p>
          <a:endParaRPr lang="en-US"/>
        </a:p>
      </dgm:t>
    </dgm:pt>
    <dgm:pt modelId="{360CDDCD-5AD2-4464-B1EB-53EE7315C243}" type="sibTrans" cxnId="{0D9B7D17-4D41-403D-AEE9-FF356C86B461}">
      <dgm:prSet/>
      <dgm:spPr/>
      <dgm:t>
        <a:bodyPr/>
        <a:lstStyle/>
        <a:p>
          <a:endParaRPr lang="en-US"/>
        </a:p>
      </dgm:t>
    </dgm:pt>
    <dgm:pt modelId="{9328A89D-3460-444C-9612-FEE60D8D1623}">
      <dgm:prSet/>
      <dgm:spPr/>
      <dgm:t>
        <a:bodyPr/>
        <a:lstStyle/>
        <a:p>
          <a:r>
            <a:rPr lang="en-PK"/>
            <a:t>Addresses the challenges of real-time workload changes.</a:t>
          </a:r>
          <a:endParaRPr lang="en-US"/>
        </a:p>
      </dgm:t>
    </dgm:pt>
    <dgm:pt modelId="{DFBDB131-CB65-476F-AEDF-FED56AF743F2}" type="parTrans" cxnId="{28255E90-4934-4093-803A-96D7EA6B77B4}">
      <dgm:prSet/>
      <dgm:spPr/>
      <dgm:t>
        <a:bodyPr/>
        <a:lstStyle/>
        <a:p>
          <a:endParaRPr lang="en-US"/>
        </a:p>
      </dgm:t>
    </dgm:pt>
    <dgm:pt modelId="{121ADFDC-D603-4964-8EEE-D5CCE196365E}" type="sibTrans" cxnId="{28255E90-4934-4093-803A-96D7EA6B77B4}">
      <dgm:prSet/>
      <dgm:spPr/>
      <dgm:t>
        <a:bodyPr/>
        <a:lstStyle/>
        <a:p>
          <a:endParaRPr lang="en-US"/>
        </a:p>
      </dgm:t>
    </dgm:pt>
    <dgm:pt modelId="{3B88C72F-D7EF-4C5D-98B2-EA4C5ABE51B7}">
      <dgm:prSet/>
      <dgm:spPr/>
      <dgm:t>
        <a:bodyPr/>
        <a:lstStyle/>
        <a:p>
          <a:r>
            <a:rPr lang="en-PK"/>
            <a:t>Balances resource utilization and system performance.</a:t>
          </a:r>
          <a:endParaRPr lang="en-US"/>
        </a:p>
      </dgm:t>
    </dgm:pt>
    <dgm:pt modelId="{7948DA2E-BE4D-4038-94AB-B6D8530D6C8C}" type="parTrans" cxnId="{AFE5B7BD-61F1-4BA6-9F08-4EEA9D432526}">
      <dgm:prSet/>
      <dgm:spPr/>
      <dgm:t>
        <a:bodyPr/>
        <a:lstStyle/>
        <a:p>
          <a:endParaRPr lang="en-US"/>
        </a:p>
      </dgm:t>
    </dgm:pt>
    <dgm:pt modelId="{69273F3F-2074-4EB8-BCAF-31F4F6E5174A}" type="sibTrans" cxnId="{AFE5B7BD-61F1-4BA6-9F08-4EEA9D432526}">
      <dgm:prSet/>
      <dgm:spPr/>
      <dgm:t>
        <a:bodyPr/>
        <a:lstStyle/>
        <a:p>
          <a:endParaRPr lang="en-US"/>
        </a:p>
      </dgm:t>
    </dgm:pt>
    <dgm:pt modelId="{B15EE5C1-0D31-4EA8-8E3B-81FBA07AEA0F}" type="pres">
      <dgm:prSet presAssocID="{EA8B426E-80F6-470D-85F1-10DD0FD03778}" presName="linear" presStyleCnt="0">
        <dgm:presLayoutVars>
          <dgm:dir/>
          <dgm:animLvl val="lvl"/>
          <dgm:resizeHandles val="exact"/>
        </dgm:presLayoutVars>
      </dgm:prSet>
      <dgm:spPr/>
    </dgm:pt>
    <dgm:pt modelId="{FFF448A9-EC26-4377-A0AC-C1544821E714}" type="pres">
      <dgm:prSet presAssocID="{A2040E58-756F-4BB7-928A-CAA552DFF727}" presName="parentLin" presStyleCnt="0"/>
      <dgm:spPr/>
    </dgm:pt>
    <dgm:pt modelId="{1A337226-09FC-4BC6-BDBB-BB7A2E43D549}" type="pres">
      <dgm:prSet presAssocID="{A2040E58-756F-4BB7-928A-CAA552DFF727}" presName="parentLeftMargin" presStyleLbl="node1" presStyleIdx="0" presStyleCnt="3"/>
      <dgm:spPr/>
    </dgm:pt>
    <dgm:pt modelId="{CABA689F-2A58-48D4-939C-CB6DD29ED852}" type="pres">
      <dgm:prSet presAssocID="{A2040E58-756F-4BB7-928A-CAA552DFF7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8F21EA-AC52-495D-AE30-C240646C4FC2}" type="pres">
      <dgm:prSet presAssocID="{A2040E58-756F-4BB7-928A-CAA552DFF727}" presName="negativeSpace" presStyleCnt="0"/>
      <dgm:spPr/>
    </dgm:pt>
    <dgm:pt modelId="{07251A66-C4CB-40F8-9E9D-7B055F0C2E05}" type="pres">
      <dgm:prSet presAssocID="{A2040E58-756F-4BB7-928A-CAA552DFF727}" presName="childText" presStyleLbl="conFgAcc1" presStyleIdx="0" presStyleCnt="3">
        <dgm:presLayoutVars>
          <dgm:bulletEnabled val="1"/>
        </dgm:presLayoutVars>
      </dgm:prSet>
      <dgm:spPr/>
    </dgm:pt>
    <dgm:pt modelId="{589DD979-2BD7-438F-AD3C-E17A4F5B9052}" type="pres">
      <dgm:prSet presAssocID="{F97EDA88-3907-474B-ABAF-4CA4196F9371}" presName="spaceBetweenRectangles" presStyleCnt="0"/>
      <dgm:spPr/>
    </dgm:pt>
    <dgm:pt modelId="{CA49C91C-E38C-4E73-81B9-B793822C78C6}" type="pres">
      <dgm:prSet presAssocID="{032C85B9-59C2-444B-9888-A24477D4E5CF}" presName="parentLin" presStyleCnt="0"/>
      <dgm:spPr/>
    </dgm:pt>
    <dgm:pt modelId="{B1D54224-11B3-40C1-8BD8-2D0E55FC215D}" type="pres">
      <dgm:prSet presAssocID="{032C85B9-59C2-444B-9888-A24477D4E5CF}" presName="parentLeftMargin" presStyleLbl="node1" presStyleIdx="0" presStyleCnt="3"/>
      <dgm:spPr/>
    </dgm:pt>
    <dgm:pt modelId="{577D5FD6-920E-4165-8B7B-42FCCDAB9792}" type="pres">
      <dgm:prSet presAssocID="{032C85B9-59C2-444B-9888-A24477D4E5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419FF63-C3A1-4209-87C8-4CE4A2F7E80F}" type="pres">
      <dgm:prSet presAssocID="{032C85B9-59C2-444B-9888-A24477D4E5CF}" presName="negativeSpace" presStyleCnt="0"/>
      <dgm:spPr/>
    </dgm:pt>
    <dgm:pt modelId="{D10C877E-3D05-473F-940D-9DFEE8058CFD}" type="pres">
      <dgm:prSet presAssocID="{032C85B9-59C2-444B-9888-A24477D4E5CF}" presName="childText" presStyleLbl="conFgAcc1" presStyleIdx="1" presStyleCnt="3">
        <dgm:presLayoutVars>
          <dgm:bulletEnabled val="1"/>
        </dgm:presLayoutVars>
      </dgm:prSet>
      <dgm:spPr/>
    </dgm:pt>
    <dgm:pt modelId="{3D1A0D6D-2AF2-4666-B6B4-B7FE1D9649C3}" type="pres">
      <dgm:prSet presAssocID="{73798175-9BA7-4DA8-AC70-3093B6839618}" presName="spaceBetweenRectangles" presStyleCnt="0"/>
      <dgm:spPr/>
    </dgm:pt>
    <dgm:pt modelId="{21099A45-9B4B-4404-A473-03C5A3D2D05A}" type="pres">
      <dgm:prSet presAssocID="{26D0E1E9-B733-4A17-8DDC-79D96A0BC8B1}" presName="parentLin" presStyleCnt="0"/>
      <dgm:spPr/>
    </dgm:pt>
    <dgm:pt modelId="{16989BE9-87DC-46B4-89B3-8000B0B6B43B}" type="pres">
      <dgm:prSet presAssocID="{26D0E1E9-B733-4A17-8DDC-79D96A0BC8B1}" presName="parentLeftMargin" presStyleLbl="node1" presStyleIdx="1" presStyleCnt="3"/>
      <dgm:spPr/>
    </dgm:pt>
    <dgm:pt modelId="{1A72A6D0-BCE7-456E-A15C-02B91A26FBB6}" type="pres">
      <dgm:prSet presAssocID="{26D0E1E9-B733-4A17-8DDC-79D96A0BC8B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3AC8FC-9C1A-4FB9-AE5A-7E3ED6A546F8}" type="pres">
      <dgm:prSet presAssocID="{26D0E1E9-B733-4A17-8DDC-79D96A0BC8B1}" presName="negativeSpace" presStyleCnt="0"/>
      <dgm:spPr/>
    </dgm:pt>
    <dgm:pt modelId="{A57B1975-84A5-4E74-94AB-7AFDC0479393}" type="pres">
      <dgm:prSet presAssocID="{26D0E1E9-B733-4A17-8DDC-79D96A0BC8B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725E800-660E-46C3-8A1B-33595D189E34}" srcId="{032C85B9-59C2-444B-9888-A24477D4E5CF}" destId="{3BCE5577-F6DD-4D56-B7CC-2B4AD0B81746}" srcOrd="2" destOrd="0" parTransId="{19574783-A12B-4A94-8189-779F706643FF}" sibTransId="{DAB557B7-FE10-4BC6-BD25-213414958055}"/>
    <dgm:cxn modelId="{0D9B7D17-4D41-403D-AEE9-FF356C86B461}" srcId="{26D0E1E9-B733-4A17-8DDC-79D96A0BC8B1}" destId="{C40CEBAA-63D6-40FE-8EF0-B3FBC38A5C0F}" srcOrd="1" destOrd="0" parTransId="{50CCC990-3B4D-44A3-9223-6C22703212C3}" sibTransId="{360CDDCD-5AD2-4464-B1EB-53EE7315C243}"/>
    <dgm:cxn modelId="{2A7FC219-5990-4C69-B170-DB69E61E89FE}" type="presOf" srcId="{032C85B9-59C2-444B-9888-A24477D4E5CF}" destId="{B1D54224-11B3-40C1-8BD8-2D0E55FC215D}" srcOrd="0" destOrd="0" presId="urn:microsoft.com/office/officeart/2005/8/layout/list1"/>
    <dgm:cxn modelId="{DC1B7327-0D7B-402C-AD06-375C26FCBB80}" type="presOf" srcId="{299E1B9D-A800-4D52-8791-45575AC932BC}" destId="{07251A66-C4CB-40F8-9E9D-7B055F0C2E05}" srcOrd="0" destOrd="1" presId="urn:microsoft.com/office/officeart/2005/8/layout/list1"/>
    <dgm:cxn modelId="{16FC2529-7801-4F34-A589-31172512D65E}" type="presOf" srcId="{A41981E1-3504-413A-87E5-1EDDC03F6391}" destId="{D10C877E-3D05-473F-940D-9DFEE8058CFD}" srcOrd="0" destOrd="0" presId="urn:microsoft.com/office/officeart/2005/8/layout/list1"/>
    <dgm:cxn modelId="{191D802A-DD5B-4442-AEFA-3108ABB1EAAA}" type="presOf" srcId="{A2040E58-756F-4BB7-928A-CAA552DFF727}" destId="{1A337226-09FC-4BC6-BDBB-BB7A2E43D549}" srcOrd="0" destOrd="0" presId="urn:microsoft.com/office/officeart/2005/8/layout/list1"/>
    <dgm:cxn modelId="{DC189C2B-4A7D-46A0-BDB5-9B4028EB67FC}" type="presOf" srcId="{A2040E58-756F-4BB7-928A-CAA552DFF727}" destId="{CABA689F-2A58-48D4-939C-CB6DD29ED852}" srcOrd="1" destOrd="0" presId="urn:microsoft.com/office/officeart/2005/8/layout/list1"/>
    <dgm:cxn modelId="{0BF0972C-BDFB-4317-AB69-42038FA1D48F}" srcId="{A2040E58-756F-4BB7-928A-CAA552DFF727}" destId="{78914818-2A63-49B7-B85D-6439088B145C}" srcOrd="3" destOrd="0" parTransId="{D9FEFC90-F0D1-4E42-830D-ECFADB781639}" sibTransId="{13F8135B-8811-4C49-827B-C7FAF025D9F0}"/>
    <dgm:cxn modelId="{3FBCA034-4100-4BFD-86B0-F8C526FCECDD}" srcId="{EA8B426E-80F6-470D-85F1-10DD0FD03778}" destId="{26D0E1E9-B733-4A17-8DDC-79D96A0BC8B1}" srcOrd="2" destOrd="0" parTransId="{7DA22842-51D0-4A19-A612-1C5D8141D185}" sibTransId="{2D506EDE-3BD8-4A6D-80A3-C8B6A858CE3F}"/>
    <dgm:cxn modelId="{94888E3D-C325-449E-8BFF-0FCD8321EEFB}" type="presOf" srcId="{2054017A-860C-4C1B-BC3D-456DEB3DC2CF}" destId="{07251A66-C4CB-40F8-9E9D-7B055F0C2E05}" srcOrd="0" destOrd="2" presId="urn:microsoft.com/office/officeart/2005/8/layout/list1"/>
    <dgm:cxn modelId="{DAD0E83D-8286-4A33-AF1B-6B515D665F18}" srcId="{26D0E1E9-B733-4A17-8DDC-79D96A0BC8B1}" destId="{0DFB84F3-7122-4DF7-AB49-8E326B21F89C}" srcOrd="0" destOrd="0" parTransId="{D8B17F02-C280-4EBA-8689-0F9561128113}" sibTransId="{BD4C7E2E-2422-499F-8136-275AB5E30D61}"/>
    <dgm:cxn modelId="{E4BB415E-ADFE-464A-B0A0-527B6EF4863E}" type="presOf" srcId="{C40CEBAA-63D6-40FE-8EF0-B3FBC38A5C0F}" destId="{A57B1975-84A5-4E74-94AB-7AFDC0479393}" srcOrd="0" destOrd="1" presId="urn:microsoft.com/office/officeart/2005/8/layout/list1"/>
    <dgm:cxn modelId="{86EDCC7C-EE44-4244-8464-B14FA5A9B42E}" srcId="{A2040E58-756F-4BB7-928A-CAA552DFF727}" destId="{2054017A-860C-4C1B-BC3D-456DEB3DC2CF}" srcOrd="2" destOrd="0" parTransId="{AF2EC10F-CD63-4487-A35C-8BEBED80F6A9}" sibTransId="{A8A800C6-EC63-4A29-BB34-95113DEBE095}"/>
    <dgm:cxn modelId="{5D80C47D-E61F-4DE1-9A2A-6954FE7AC5D5}" type="presOf" srcId="{F048B9A2-DAC4-436E-96F1-D2FE46D65302}" destId="{D10C877E-3D05-473F-940D-9DFEE8058CFD}" srcOrd="0" destOrd="3" presId="urn:microsoft.com/office/officeart/2005/8/layout/list1"/>
    <dgm:cxn modelId="{BE0EFE86-F5CA-4EEA-A037-F691D833CE22}" srcId="{032C85B9-59C2-444B-9888-A24477D4E5CF}" destId="{A41981E1-3504-413A-87E5-1EDDC03F6391}" srcOrd="0" destOrd="0" parTransId="{0FF55E03-869F-4A2B-ADDC-88A57D80A29C}" sibTransId="{0F70E2BE-D92C-492B-BFE9-783DA761F1D7}"/>
    <dgm:cxn modelId="{28255E90-4934-4093-803A-96D7EA6B77B4}" srcId="{26D0E1E9-B733-4A17-8DDC-79D96A0BC8B1}" destId="{9328A89D-3460-444C-9612-FEE60D8D1623}" srcOrd="2" destOrd="0" parTransId="{DFBDB131-CB65-476F-AEDF-FED56AF743F2}" sibTransId="{121ADFDC-D603-4964-8EEE-D5CCE196365E}"/>
    <dgm:cxn modelId="{D1A25DA1-D4C7-4521-A30D-6A7BD986EB1B}" type="presOf" srcId="{3B88C72F-D7EF-4C5D-98B2-EA4C5ABE51B7}" destId="{A57B1975-84A5-4E74-94AB-7AFDC0479393}" srcOrd="0" destOrd="3" presId="urn:microsoft.com/office/officeart/2005/8/layout/list1"/>
    <dgm:cxn modelId="{EB3009A4-886B-40F0-B589-70A4FB591E8E}" type="presOf" srcId="{0DFB84F3-7122-4DF7-AB49-8E326B21F89C}" destId="{A57B1975-84A5-4E74-94AB-7AFDC0479393}" srcOrd="0" destOrd="0" presId="urn:microsoft.com/office/officeart/2005/8/layout/list1"/>
    <dgm:cxn modelId="{DAF2A4A4-0264-4D24-9030-2CFE7B85851F}" type="presOf" srcId="{26D0E1E9-B733-4A17-8DDC-79D96A0BC8B1}" destId="{1A72A6D0-BCE7-456E-A15C-02B91A26FBB6}" srcOrd="1" destOrd="0" presId="urn:microsoft.com/office/officeart/2005/8/layout/list1"/>
    <dgm:cxn modelId="{C741B0A9-2825-44EA-AB3C-8EB1E84CCC81}" type="presOf" srcId="{2021CA15-AAF2-48C7-8558-1FB0975D9AD7}" destId="{07251A66-C4CB-40F8-9E9D-7B055F0C2E05}" srcOrd="0" destOrd="0" presId="urn:microsoft.com/office/officeart/2005/8/layout/list1"/>
    <dgm:cxn modelId="{35BF31AA-49C9-419F-BB1F-A30DF213EDE5}" type="presOf" srcId="{3BCE5577-F6DD-4D56-B7CC-2B4AD0B81746}" destId="{D10C877E-3D05-473F-940D-9DFEE8058CFD}" srcOrd="0" destOrd="2" presId="urn:microsoft.com/office/officeart/2005/8/layout/list1"/>
    <dgm:cxn modelId="{A339EEAD-993A-41E4-A734-1C2DFD7DDAC4}" srcId="{EA8B426E-80F6-470D-85F1-10DD0FD03778}" destId="{032C85B9-59C2-444B-9888-A24477D4E5CF}" srcOrd="1" destOrd="0" parTransId="{BB780623-C6AC-437F-A06D-72234142CB0F}" sibTransId="{73798175-9BA7-4DA8-AC70-3093B6839618}"/>
    <dgm:cxn modelId="{BA79B1AF-0299-4CF2-8344-087DD34460FD}" type="presOf" srcId="{78914818-2A63-49B7-B85D-6439088B145C}" destId="{07251A66-C4CB-40F8-9E9D-7B055F0C2E05}" srcOrd="0" destOrd="3" presId="urn:microsoft.com/office/officeart/2005/8/layout/list1"/>
    <dgm:cxn modelId="{B33325B1-634A-4CCE-A115-C57E70DABA19}" type="presOf" srcId="{26D0E1E9-B733-4A17-8DDC-79D96A0BC8B1}" destId="{16989BE9-87DC-46B4-89B3-8000B0B6B43B}" srcOrd="0" destOrd="0" presId="urn:microsoft.com/office/officeart/2005/8/layout/list1"/>
    <dgm:cxn modelId="{A22D9BB6-0E97-4BA5-ADC3-812A4A98C2A2}" srcId="{A2040E58-756F-4BB7-928A-CAA552DFF727}" destId="{2021CA15-AAF2-48C7-8558-1FB0975D9AD7}" srcOrd="0" destOrd="0" parTransId="{D9717B7E-CA66-488E-8948-46C016F60659}" sibTransId="{78565089-5D78-4C7B-A114-DDE66DD6BA29}"/>
    <dgm:cxn modelId="{AFE5B7BD-61F1-4BA6-9F08-4EEA9D432526}" srcId="{26D0E1E9-B733-4A17-8DDC-79D96A0BC8B1}" destId="{3B88C72F-D7EF-4C5D-98B2-EA4C5ABE51B7}" srcOrd="3" destOrd="0" parTransId="{7948DA2E-BE4D-4038-94AB-B6D8530D6C8C}" sibTransId="{69273F3F-2074-4EB8-BCAF-31F4F6E5174A}"/>
    <dgm:cxn modelId="{D1A79DBF-672A-4DA1-B0AA-60D42E7D8AF9}" srcId="{EA8B426E-80F6-470D-85F1-10DD0FD03778}" destId="{A2040E58-756F-4BB7-928A-CAA552DFF727}" srcOrd="0" destOrd="0" parTransId="{FA9D5321-693A-4829-9F5B-755BC171B6C1}" sibTransId="{F97EDA88-3907-474B-ABAF-4CA4196F9371}"/>
    <dgm:cxn modelId="{23FE43C1-3C4C-460E-91AD-5CDF1D15C504}" type="presOf" srcId="{72DDD879-9765-4113-AFD9-079C80BE77AC}" destId="{D10C877E-3D05-473F-940D-9DFEE8058CFD}" srcOrd="0" destOrd="1" presId="urn:microsoft.com/office/officeart/2005/8/layout/list1"/>
    <dgm:cxn modelId="{86C5D3C4-F270-43A2-982C-3F51421B2DFF}" type="presOf" srcId="{EA8B426E-80F6-470D-85F1-10DD0FD03778}" destId="{B15EE5C1-0D31-4EA8-8E3B-81FBA07AEA0F}" srcOrd="0" destOrd="0" presId="urn:microsoft.com/office/officeart/2005/8/layout/list1"/>
    <dgm:cxn modelId="{EF34EED7-FDA6-4A92-8784-9451A3433286}" srcId="{032C85B9-59C2-444B-9888-A24477D4E5CF}" destId="{72DDD879-9765-4113-AFD9-079C80BE77AC}" srcOrd="1" destOrd="0" parTransId="{CF1453AE-9151-4231-A4C2-0EC8D5BD473C}" sibTransId="{022A6B53-2796-40C3-92C1-BC4A0797BA1A}"/>
    <dgm:cxn modelId="{939193DB-BCCA-4474-902D-60FA39626BD3}" type="presOf" srcId="{9328A89D-3460-444C-9612-FEE60D8D1623}" destId="{A57B1975-84A5-4E74-94AB-7AFDC0479393}" srcOrd="0" destOrd="2" presId="urn:microsoft.com/office/officeart/2005/8/layout/list1"/>
    <dgm:cxn modelId="{03888DDD-7783-4AF2-862A-A1668C3CD814}" srcId="{A2040E58-756F-4BB7-928A-CAA552DFF727}" destId="{299E1B9D-A800-4D52-8791-45575AC932BC}" srcOrd="1" destOrd="0" parTransId="{47A5759A-875B-4B1F-9F70-FC4CDB9F49D0}" sibTransId="{2D419787-46B3-4130-88E4-064A0C26E3B6}"/>
    <dgm:cxn modelId="{DA34B5ED-C5C1-4E28-8EE0-C845B50F2972}" type="presOf" srcId="{032C85B9-59C2-444B-9888-A24477D4E5CF}" destId="{577D5FD6-920E-4165-8B7B-42FCCDAB9792}" srcOrd="1" destOrd="0" presId="urn:microsoft.com/office/officeart/2005/8/layout/list1"/>
    <dgm:cxn modelId="{8ED0A0EE-C07E-4662-A3DD-1DDE29EA8DF1}" srcId="{032C85B9-59C2-444B-9888-A24477D4E5CF}" destId="{F048B9A2-DAC4-436E-96F1-D2FE46D65302}" srcOrd="3" destOrd="0" parTransId="{245905CE-AFB8-4A38-9593-50442045AA2F}" sibTransId="{CD9D4FA3-7668-4692-8018-9046CD544FE5}"/>
    <dgm:cxn modelId="{7CE3D337-B168-4D21-98C0-A5281B4CA368}" type="presParOf" srcId="{B15EE5C1-0D31-4EA8-8E3B-81FBA07AEA0F}" destId="{FFF448A9-EC26-4377-A0AC-C1544821E714}" srcOrd="0" destOrd="0" presId="urn:microsoft.com/office/officeart/2005/8/layout/list1"/>
    <dgm:cxn modelId="{372AE0D0-D54C-4936-B086-B99610407537}" type="presParOf" srcId="{FFF448A9-EC26-4377-A0AC-C1544821E714}" destId="{1A337226-09FC-4BC6-BDBB-BB7A2E43D549}" srcOrd="0" destOrd="0" presId="urn:microsoft.com/office/officeart/2005/8/layout/list1"/>
    <dgm:cxn modelId="{5FEFFD76-737A-45C3-8FE5-8EE1477578CD}" type="presParOf" srcId="{FFF448A9-EC26-4377-A0AC-C1544821E714}" destId="{CABA689F-2A58-48D4-939C-CB6DD29ED852}" srcOrd="1" destOrd="0" presId="urn:microsoft.com/office/officeart/2005/8/layout/list1"/>
    <dgm:cxn modelId="{F97239F0-1C74-400B-9AEF-6191947EAFFE}" type="presParOf" srcId="{B15EE5C1-0D31-4EA8-8E3B-81FBA07AEA0F}" destId="{808F21EA-AC52-495D-AE30-C240646C4FC2}" srcOrd="1" destOrd="0" presId="urn:microsoft.com/office/officeart/2005/8/layout/list1"/>
    <dgm:cxn modelId="{9AEDA2CB-E8C0-434A-A2C9-D4DA5B0EE0EC}" type="presParOf" srcId="{B15EE5C1-0D31-4EA8-8E3B-81FBA07AEA0F}" destId="{07251A66-C4CB-40F8-9E9D-7B055F0C2E05}" srcOrd="2" destOrd="0" presId="urn:microsoft.com/office/officeart/2005/8/layout/list1"/>
    <dgm:cxn modelId="{CD4DC884-CE25-44BB-9486-E9D1251FF903}" type="presParOf" srcId="{B15EE5C1-0D31-4EA8-8E3B-81FBA07AEA0F}" destId="{589DD979-2BD7-438F-AD3C-E17A4F5B9052}" srcOrd="3" destOrd="0" presId="urn:microsoft.com/office/officeart/2005/8/layout/list1"/>
    <dgm:cxn modelId="{D4488462-6B68-43A0-A3D6-95B772D2EE05}" type="presParOf" srcId="{B15EE5C1-0D31-4EA8-8E3B-81FBA07AEA0F}" destId="{CA49C91C-E38C-4E73-81B9-B793822C78C6}" srcOrd="4" destOrd="0" presId="urn:microsoft.com/office/officeart/2005/8/layout/list1"/>
    <dgm:cxn modelId="{D8B177A7-4A90-424E-BC73-35C4C04344E7}" type="presParOf" srcId="{CA49C91C-E38C-4E73-81B9-B793822C78C6}" destId="{B1D54224-11B3-40C1-8BD8-2D0E55FC215D}" srcOrd="0" destOrd="0" presId="urn:microsoft.com/office/officeart/2005/8/layout/list1"/>
    <dgm:cxn modelId="{19C34367-986E-4B86-BB38-FD77B73DC031}" type="presParOf" srcId="{CA49C91C-E38C-4E73-81B9-B793822C78C6}" destId="{577D5FD6-920E-4165-8B7B-42FCCDAB9792}" srcOrd="1" destOrd="0" presId="urn:microsoft.com/office/officeart/2005/8/layout/list1"/>
    <dgm:cxn modelId="{5F30C3D6-7B19-411D-84BC-03119BDC60B4}" type="presParOf" srcId="{B15EE5C1-0D31-4EA8-8E3B-81FBA07AEA0F}" destId="{0419FF63-C3A1-4209-87C8-4CE4A2F7E80F}" srcOrd="5" destOrd="0" presId="urn:microsoft.com/office/officeart/2005/8/layout/list1"/>
    <dgm:cxn modelId="{407B12F1-1049-487C-BDD4-116F2562A464}" type="presParOf" srcId="{B15EE5C1-0D31-4EA8-8E3B-81FBA07AEA0F}" destId="{D10C877E-3D05-473F-940D-9DFEE8058CFD}" srcOrd="6" destOrd="0" presId="urn:microsoft.com/office/officeart/2005/8/layout/list1"/>
    <dgm:cxn modelId="{D61E6E9F-EF6A-4FAF-B585-D4739223F911}" type="presParOf" srcId="{B15EE5C1-0D31-4EA8-8E3B-81FBA07AEA0F}" destId="{3D1A0D6D-2AF2-4666-B6B4-B7FE1D9649C3}" srcOrd="7" destOrd="0" presId="urn:microsoft.com/office/officeart/2005/8/layout/list1"/>
    <dgm:cxn modelId="{48587E74-8D36-4866-9A3C-7E607711212A}" type="presParOf" srcId="{B15EE5C1-0D31-4EA8-8E3B-81FBA07AEA0F}" destId="{21099A45-9B4B-4404-A473-03C5A3D2D05A}" srcOrd="8" destOrd="0" presId="urn:microsoft.com/office/officeart/2005/8/layout/list1"/>
    <dgm:cxn modelId="{22ED9317-48E3-4E49-A525-4A07519678F0}" type="presParOf" srcId="{21099A45-9B4B-4404-A473-03C5A3D2D05A}" destId="{16989BE9-87DC-46B4-89B3-8000B0B6B43B}" srcOrd="0" destOrd="0" presId="urn:microsoft.com/office/officeart/2005/8/layout/list1"/>
    <dgm:cxn modelId="{4AF1C0CA-ADE4-421D-AFB6-C79AD5FF2B04}" type="presParOf" srcId="{21099A45-9B4B-4404-A473-03C5A3D2D05A}" destId="{1A72A6D0-BCE7-456E-A15C-02B91A26FBB6}" srcOrd="1" destOrd="0" presId="urn:microsoft.com/office/officeart/2005/8/layout/list1"/>
    <dgm:cxn modelId="{5DCC0B92-256B-40FE-AB3A-9962DE2DC408}" type="presParOf" srcId="{B15EE5C1-0D31-4EA8-8E3B-81FBA07AEA0F}" destId="{053AC8FC-9C1A-4FB9-AE5A-7E3ED6A546F8}" srcOrd="9" destOrd="0" presId="urn:microsoft.com/office/officeart/2005/8/layout/list1"/>
    <dgm:cxn modelId="{FC63161B-7AC9-4921-898D-286C3C94EFDB}" type="presParOf" srcId="{B15EE5C1-0D31-4EA8-8E3B-81FBA07AEA0F}" destId="{A57B1975-84A5-4E74-94AB-7AFDC047939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4C8F7A-035D-4B86-AAD3-BA97E03049D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3A07FF-79FD-4B54-8CC8-224245414375}">
      <dgm:prSet/>
      <dgm:spPr/>
      <dgm:t>
        <a:bodyPr/>
        <a:lstStyle/>
        <a:p>
          <a:r>
            <a:rPr lang="en-US" dirty="0"/>
            <a:t>Static Provisioning:</a:t>
          </a:r>
        </a:p>
      </dgm:t>
    </dgm:pt>
    <dgm:pt modelId="{9FC0BBC2-A4C7-46D1-8223-0470A5FC8A2F}" type="parTrans" cxnId="{7B26FE9E-DD2F-4C9B-8B20-53722A906096}">
      <dgm:prSet/>
      <dgm:spPr/>
      <dgm:t>
        <a:bodyPr/>
        <a:lstStyle/>
        <a:p>
          <a:endParaRPr lang="en-US"/>
        </a:p>
      </dgm:t>
    </dgm:pt>
    <dgm:pt modelId="{2704FAFD-8A85-4805-81DF-12E08C41BA3E}" type="sibTrans" cxnId="{7B26FE9E-DD2F-4C9B-8B20-53722A906096}">
      <dgm:prSet/>
      <dgm:spPr/>
      <dgm:t>
        <a:bodyPr/>
        <a:lstStyle/>
        <a:p>
          <a:endParaRPr lang="en-US"/>
        </a:p>
      </dgm:t>
    </dgm:pt>
    <dgm:pt modelId="{7A72B233-4231-4659-AA64-D1656F47A8F9}">
      <dgm:prSet/>
      <dgm:spPr/>
      <dgm:t>
        <a:bodyPr/>
        <a:lstStyle/>
        <a:p>
          <a:r>
            <a:rPr lang="en-US"/>
            <a:t>One-time resource allocation.</a:t>
          </a:r>
        </a:p>
      </dgm:t>
    </dgm:pt>
    <dgm:pt modelId="{3D4AB920-57D2-47D9-B962-7D5E7CF12490}" type="parTrans" cxnId="{AB70F834-A67E-4F59-A25E-A9128FB5C3D8}">
      <dgm:prSet/>
      <dgm:spPr/>
      <dgm:t>
        <a:bodyPr/>
        <a:lstStyle/>
        <a:p>
          <a:endParaRPr lang="en-US"/>
        </a:p>
      </dgm:t>
    </dgm:pt>
    <dgm:pt modelId="{FEEA65BF-B89C-4777-8EE7-0A64CD7E80EB}" type="sibTrans" cxnId="{AB70F834-A67E-4F59-A25E-A9128FB5C3D8}">
      <dgm:prSet/>
      <dgm:spPr/>
      <dgm:t>
        <a:bodyPr/>
        <a:lstStyle/>
        <a:p>
          <a:endParaRPr lang="en-US"/>
        </a:p>
      </dgm:t>
    </dgm:pt>
    <dgm:pt modelId="{9FFE9DEE-4D55-4D7F-BAA0-0EBFDDE65D8A}">
      <dgm:prSet/>
      <dgm:spPr/>
      <dgm:t>
        <a:bodyPr/>
        <a:lstStyle/>
        <a:p>
          <a:r>
            <a:rPr lang="en-US"/>
            <a:t>No elasticity or scaling.</a:t>
          </a:r>
        </a:p>
      </dgm:t>
    </dgm:pt>
    <dgm:pt modelId="{B3870852-00A6-494D-A8A6-F926A261E304}" type="parTrans" cxnId="{E81B4AE2-7B42-41AD-AD31-93D781E65DBF}">
      <dgm:prSet/>
      <dgm:spPr/>
      <dgm:t>
        <a:bodyPr/>
        <a:lstStyle/>
        <a:p>
          <a:endParaRPr lang="en-US"/>
        </a:p>
      </dgm:t>
    </dgm:pt>
    <dgm:pt modelId="{BBFFCA18-471A-41C6-B9D0-E4E9A618814B}" type="sibTrans" cxnId="{E81B4AE2-7B42-41AD-AD31-93D781E65DBF}">
      <dgm:prSet/>
      <dgm:spPr/>
      <dgm:t>
        <a:bodyPr/>
        <a:lstStyle/>
        <a:p>
          <a:endParaRPr lang="en-US"/>
        </a:p>
      </dgm:t>
    </dgm:pt>
    <dgm:pt modelId="{DBA9205D-3A2F-4990-BAD6-A8DCD317B26B}">
      <dgm:prSet/>
      <dgm:spPr/>
      <dgm:t>
        <a:bodyPr/>
        <a:lstStyle/>
        <a:p>
          <a:r>
            <a:rPr lang="en-US" dirty="0"/>
            <a:t>No runtime overhead.</a:t>
          </a:r>
        </a:p>
      </dgm:t>
    </dgm:pt>
    <dgm:pt modelId="{933C78C7-4443-4C3A-8CC1-6A5B6C6640F1}" type="parTrans" cxnId="{DBADA3C8-76E6-42F7-9743-7AB17772AEE5}">
      <dgm:prSet/>
      <dgm:spPr/>
      <dgm:t>
        <a:bodyPr/>
        <a:lstStyle/>
        <a:p>
          <a:endParaRPr lang="en-US"/>
        </a:p>
      </dgm:t>
    </dgm:pt>
    <dgm:pt modelId="{1ED9760F-064B-419D-9C9C-AD8BD3488A5D}" type="sibTrans" cxnId="{DBADA3C8-76E6-42F7-9743-7AB17772AEE5}">
      <dgm:prSet/>
      <dgm:spPr/>
      <dgm:t>
        <a:bodyPr/>
        <a:lstStyle/>
        <a:p>
          <a:endParaRPr lang="en-US"/>
        </a:p>
      </dgm:t>
    </dgm:pt>
    <dgm:pt modelId="{5482D660-042F-4FD4-83FC-E7AF1E34992A}">
      <dgm:prSet/>
      <dgm:spPr/>
      <dgm:t>
        <a:bodyPr/>
        <a:lstStyle/>
        <a:p>
          <a:r>
            <a:rPr lang="en-US" dirty="0"/>
            <a:t>Dynamic Provisioning:</a:t>
          </a:r>
        </a:p>
      </dgm:t>
    </dgm:pt>
    <dgm:pt modelId="{EB480024-7199-43A8-ABA6-FBD018F221F4}" type="parTrans" cxnId="{35B7CFD9-5607-4961-B58E-FC1D106853C3}">
      <dgm:prSet/>
      <dgm:spPr/>
      <dgm:t>
        <a:bodyPr/>
        <a:lstStyle/>
        <a:p>
          <a:endParaRPr lang="en-US"/>
        </a:p>
      </dgm:t>
    </dgm:pt>
    <dgm:pt modelId="{0F1918DC-0FB2-45C5-9AB0-C1BDD1CF1122}" type="sibTrans" cxnId="{35B7CFD9-5607-4961-B58E-FC1D106853C3}">
      <dgm:prSet/>
      <dgm:spPr/>
      <dgm:t>
        <a:bodyPr/>
        <a:lstStyle/>
        <a:p>
          <a:endParaRPr lang="en-US"/>
        </a:p>
      </dgm:t>
    </dgm:pt>
    <dgm:pt modelId="{23802BE3-B4B9-4CEF-86EE-88A10E9D9133}">
      <dgm:prSet/>
      <dgm:spPr/>
      <dgm:t>
        <a:bodyPr/>
        <a:lstStyle/>
        <a:p>
          <a:r>
            <a:rPr lang="en-US"/>
            <a:t>Resources adjusted based on demand.</a:t>
          </a:r>
        </a:p>
      </dgm:t>
    </dgm:pt>
    <dgm:pt modelId="{FB44076D-10C7-42D6-8F62-6D44DE6F4FDF}" type="parTrans" cxnId="{8710F14D-6470-4227-B16C-7EEE5E71BDDC}">
      <dgm:prSet/>
      <dgm:spPr/>
      <dgm:t>
        <a:bodyPr/>
        <a:lstStyle/>
        <a:p>
          <a:endParaRPr lang="en-US"/>
        </a:p>
      </dgm:t>
    </dgm:pt>
    <dgm:pt modelId="{5FD02B52-14B3-4385-AD22-48EA188CCB78}" type="sibTrans" cxnId="{8710F14D-6470-4227-B16C-7EEE5E71BDDC}">
      <dgm:prSet/>
      <dgm:spPr/>
      <dgm:t>
        <a:bodyPr/>
        <a:lstStyle/>
        <a:p>
          <a:endParaRPr lang="en-US"/>
        </a:p>
      </dgm:t>
    </dgm:pt>
    <dgm:pt modelId="{4AA2ABB4-B15C-4B83-8BB6-5DFA52C18F6D}">
      <dgm:prSet/>
      <dgm:spPr/>
      <dgm:t>
        <a:bodyPr/>
        <a:lstStyle/>
        <a:p>
          <a:r>
            <a:rPr lang="en-US"/>
            <a:t>Elastic and scalable.</a:t>
          </a:r>
        </a:p>
      </dgm:t>
    </dgm:pt>
    <dgm:pt modelId="{06DBBD92-C767-43B2-B083-5165B5278337}" type="parTrans" cxnId="{C7E2D731-E5A9-45F3-B2C5-928777F23127}">
      <dgm:prSet/>
      <dgm:spPr/>
      <dgm:t>
        <a:bodyPr/>
        <a:lstStyle/>
        <a:p>
          <a:endParaRPr lang="en-US"/>
        </a:p>
      </dgm:t>
    </dgm:pt>
    <dgm:pt modelId="{1ED6F75B-ED2C-4526-88ED-F9CC8E13493E}" type="sibTrans" cxnId="{C7E2D731-E5A9-45F3-B2C5-928777F23127}">
      <dgm:prSet/>
      <dgm:spPr/>
      <dgm:t>
        <a:bodyPr/>
        <a:lstStyle/>
        <a:p>
          <a:endParaRPr lang="en-US"/>
        </a:p>
      </dgm:t>
    </dgm:pt>
    <dgm:pt modelId="{EA9F5681-AFE5-4B9B-B381-C44F0C31CECE}">
      <dgm:prSet/>
      <dgm:spPr/>
      <dgm:t>
        <a:bodyPr/>
        <a:lstStyle/>
        <a:p>
          <a:r>
            <a:rPr lang="en-US"/>
            <a:t>Runtime overhead due to resource allocation decisions.</a:t>
          </a:r>
        </a:p>
      </dgm:t>
    </dgm:pt>
    <dgm:pt modelId="{28A53694-4DF5-44FE-AB31-2D282C460820}" type="parTrans" cxnId="{8E1E6B35-4E6D-4D57-BFA7-B968FC723D19}">
      <dgm:prSet/>
      <dgm:spPr/>
      <dgm:t>
        <a:bodyPr/>
        <a:lstStyle/>
        <a:p>
          <a:endParaRPr lang="en-US"/>
        </a:p>
      </dgm:t>
    </dgm:pt>
    <dgm:pt modelId="{5CEE6A01-B1D4-4680-A2C5-B1987C829E7F}" type="sibTrans" cxnId="{8E1E6B35-4E6D-4D57-BFA7-B968FC723D19}">
      <dgm:prSet/>
      <dgm:spPr/>
      <dgm:t>
        <a:bodyPr/>
        <a:lstStyle/>
        <a:p>
          <a:endParaRPr lang="en-US"/>
        </a:p>
      </dgm:t>
    </dgm:pt>
    <dgm:pt modelId="{C84CD95E-7560-4CAB-9A53-E7825784852B}" type="pres">
      <dgm:prSet presAssocID="{064C8F7A-035D-4B86-AAD3-BA97E03049DE}" presName="Name0" presStyleCnt="0">
        <dgm:presLayoutVars>
          <dgm:dir/>
          <dgm:animLvl val="lvl"/>
          <dgm:resizeHandles val="exact"/>
        </dgm:presLayoutVars>
      </dgm:prSet>
      <dgm:spPr/>
    </dgm:pt>
    <dgm:pt modelId="{70B79B0E-8899-4D37-8260-27C4840DB826}" type="pres">
      <dgm:prSet presAssocID="{7E3A07FF-79FD-4B54-8CC8-224245414375}" presName="composite" presStyleCnt="0"/>
      <dgm:spPr/>
    </dgm:pt>
    <dgm:pt modelId="{D4477C32-59EE-425A-8FA5-0201E91CEC57}" type="pres">
      <dgm:prSet presAssocID="{7E3A07FF-79FD-4B54-8CC8-22424541437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6EBE86A-9B90-433A-8EB2-51876B74A249}" type="pres">
      <dgm:prSet presAssocID="{7E3A07FF-79FD-4B54-8CC8-224245414375}" presName="desTx" presStyleLbl="alignAccFollowNode1" presStyleIdx="0" presStyleCnt="2">
        <dgm:presLayoutVars>
          <dgm:bulletEnabled val="1"/>
        </dgm:presLayoutVars>
      </dgm:prSet>
      <dgm:spPr/>
    </dgm:pt>
    <dgm:pt modelId="{BB2B88D0-E7FF-4FDF-85F0-1093E766B7C4}" type="pres">
      <dgm:prSet presAssocID="{2704FAFD-8A85-4805-81DF-12E08C41BA3E}" presName="space" presStyleCnt="0"/>
      <dgm:spPr/>
    </dgm:pt>
    <dgm:pt modelId="{978D4C48-D174-4F19-BB80-05633F9590F7}" type="pres">
      <dgm:prSet presAssocID="{5482D660-042F-4FD4-83FC-E7AF1E34992A}" presName="composite" presStyleCnt="0"/>
      <dgm:spPr/>
    </dgm:pt>
    <dgm:pt modelId="{CC7A6442-8559-40F7-968C-9D0A4FA90BC4}" type="pres">
      <dgm:prSet presAssocID="{5482D660-042F-4FD4-83FC-E7AF1E34992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BE47BE1-9ADC-4278-B5B2-6C53806769E3}" type="pres">
      <dgm:prSet presAssocID="{5482D660-042F-4FD4-83FC-E7AF1E34992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5058A19-00C3-4F77-B14A-D5D76D39E4F8}" type="presOf" srcId="{23802BE3-B4B9-4CEF-86EE-88A10E9D9133}" destId="{8BE47BE1-9ADC-4278-B5B2-6C53806769E3}" srcOrd="0" destOrd="0" presId="urn:microsoft.com/office/officeart/2005/8/layout/hList1"/>
    <dgm:cxn modelId="{C7E2D731-E5A9-45F3-B2C5-928777F23127}" srcId="{5482D660-042F-4FD4-83FC-E7AF1E34992A}" destId="{4AA2ABB4-B15C-4B83-8BB6-5DFA52C18F6D}" srcOrd="1" destOrd="0" parTransId="{06DBBD92-C767-43B2-B083-5165B5278337}" sibTransId="{1ED6F75B-ED2C-4526-88ED-F9CC8E13493E}"/>
    <dgm:cxn modelId="{AB70F834-A67E-4F59-A25E-A9128FB5C3D8}" srcId="{7E3A07FF-79FD-4B54-8CC8-224245414375}" destId="{7A72B233-4231-4659-AA64-D1656F47A8F9}" srcOrd="0" destOrd="0" parTransId="{3D4AB920-57D2-47D9-B962-7D5E7CF12490}" sibTransId="{FEEA65BF-B89C-4777-8EE7-0A64CD7E80EB}"/>
    <dgm:cxn modelId="{8E1E6B35-4E6D-4D57-BFA7-B968FC723D19}" srcId="{5482D660-042F-4FD4-83FC-E7AF1E34992A}" destId="{EA9F5681-AFE5-4B9B-B381-C44F0C31CECE}" srcOrd="2" destOrd="0" parTransId="{28A53694-4DF5-44FE-AB31-2D282C460820}" sibTransId="{5CEE6A01-B1D4-4680-A2C5-B1987C829E7F}"/>
    <dgm:cxn modelId="{5409676C-C005-447C-A24E-AD238BD43976}" type="presOf" srcId="{7A72B233-4231-4659-AA64-D1656F47A8F9}" destId="{56EBE86A-9B90-433A-8EB2-51876B74A249}" srcOrd="0" destOrd="0" presId="urn:microsoft.com/office/officeart/2005/8/layout/hList1"/>
    <dgm:cxn modelId="{8710F14D-6470-4227-B16C-7EEE5E71BDDC}" srcId="{5482D660-042F-4FD4-83FC-E7AF1E34992A}" destId="{23802BE3-B4B9-4CEF-86EE-88A10E9D9133}" srcOrd="0" destOrd="0" parTransId="{FB44076D-10C7-42D6-8F62-6D44DE6F4FDF}" sibTransId="{5FD02B52-14B3-4385-AD22-48EA188CCB78}"/>
    <dgm:cxn modelId="{634A9F4F-B379-40B5-BACE-7228C88F8F7E}" type="presOf" srcId="{064C8F7A-035D-4B86-AAD3-BA97E03049DE}" destId="{C84CD95E-7560-4CAB-9A53-E7825784852B}" srcOrd="0" destOrd="0" presId="urn:microsoft.com/office/officeart/2005/8/layout/hList1"/>
    <dgm:cxn modelId="{0C84BD8F-E82E-4EBC-A2BD-A1EB035643C7}" type="presOf" srcId="{5482D660-042F-4FD4-83FC-E7AF1E34992A}" destId="{CC7A6442-8559-40F7-968C-9D0A4FA90BC4}" srcOrd="0" destOrd="0" presId="urn:microsoft.com/office/officeart/2005/8/layout/hList1"/>
    <dgm:cxn modelId="{7B26FE9E-DD2F-4C9B-8B20-53722A906096}" srcId="{064C8F7A-035D-4B86-AAD3-BA97E03049DE}" destId="{7E3A07FF-79FD-4B54-8CC8-224245414375}" srcOrd="0" destOrd="0" parTransId="{9FC0BBC2-A4C7-46D1-8223-0470A5FC8A2F}" sibTransId="{2704FAFD-8A85-4805-81DF-12E08C41BA3E}"/>
    <dgm:cxn modelId="{CCEC99BD-D28B-4C6F-8AF0-302A23DEAFAB}" type="presOf" srcId="{EA9F5681-AFE5-4B9B-B381-C44F0C31CECE}" destId="{8BE47BE1-9ADC-4278-B5B2-6C53806769E3}" srcOrd="0" destOrd="2" presId="urn:microsoft.com/office/officeart/2005/8/layout/hList1"/>
    <dgm:cxn modelId="{DBADA3C8-76E6-42F7-9743-7AB17772AEE5}" srcId="{7E3A07FF-79FD-4B54-8CC8-224245414375}" destId="{DBA9205D-3A2F-4990-BAD6-A8DCD317B26B}" srcOrd="2" destOrd="0" parTransId="{933C78C7-4443-4C3A-8CC1-6A5B6C6640F1}" sibTransId="{1ED9760F-064B-419D-9C9C-AD8BD3488A5D}"/>
    <dgm:cxn modelId="{5BEA93CA-5DDE-4148-A638-A9D23B11E146}" type="presOf" srcId="{9FFE9DEE-4D55-4D7F-BAA0-0EBFDDE65D8A}" destId="{56EBE86A-9B90-433A-8EB2-51876B74A249}" srcOrd="0" destOrd="1" presId="urn:microsoft.com/office/officeart/2005/8/layout/hList1"/>
    <dgm:cxn modelId="{5CF919D7-7423-4D87-816A-0065882227A6}" type="presOf" srcId="{7E3A07FF-79FD-4B54-8CC8-224245414375}" destId="{D4477C32-59EE-425A-8FA5-0201E91CEC57}" srcOrd="0" destOrd="0" presId="urn:microsoft.com/office/officeart/2005/8/layout/hList1"/>
    <dgm:cxn modelId="{35B7CFD9-5607-4961-B58E-FC1D106853C3}" srcId="{064C8F7A-035D-4B86-AAD3-BA97E03049DE}" destId="{5482D660-042F-4FD4-83FC-E7AF1E34992A}" srcOrd="1" destOrd="0" parTransId="{EB480024-7199-43A8-ABA6-FBD018F221F4}" sibTransId="{0F1918DC-0FB2-45C5-9AB0-C1BDD1CF1122}"/>
    <dgm:cxn modelId="{E81B4AE2-7B42-41AD-AD31-93D781E65DBF}" srcId="{7E3A07FF-79FD-4B54-8CC8-224245414375}" destId="{9FFE9DEE-4D55-4D7F-BAA0-0EBFDDE65D8A}" srcOrd="1" destOrd="0" parTransId="{B3870852-00A6-494D-A8A6-F926A261E304}" sibTransId="{BBFFCA18-471A-41C6-B9D0-E4E9A618814B}"/>
    <dgm:cxn modelId="{6D55A6F9-0A8D-4BB6-BA30-06E08CA81D6F}" type="presOf" srcId="{4AA2ABB4-B15C-4B83-8BB6-5DFA52C18F6D}" destId="{8BE47BE1-9ADC-4278-B5B2-6C53806769E3}" srcOrd="0" destOrd="1" presId="urn:microsoft.com/office/officeart/2005/8/layout/hList1"/>
    <dgm:cxn modelId="{5DEA33FA-0D8D-406B-B9C5-711CA62DB5B0}" type="presOf" srcId="{DBA9205D-3A2F-4990-BAD6-A8DCD317B26B}" destId="{56EBE86A-9B90-433A-8EB2-51876B74A249}" srcOrd="0" destOrd="2" presId="urn:microsoft.com/office/officeart/2005/8/layout/hList1"/>
    <dgm:cxn modelId="{1B63CF36-8803-4574-9606-AB7A220AC048}" type="presParOf" srcId="{C84CD95E-7560-4CAB-9A53-E7825784852B}" destId="{70B79B0E-8899-4D37-8260-27C4840DB826}" srcOrd="0" destOrd="0" presId="urn:microsoft.com/office/officeart/2005/8/layout/hList1"/>
    <dgm:cxn modelId="{AF19B2D4-B770-48A4-AD9A-6FF803B7C861}" type="presParOf" srcId="{70B79B0E-8899-4D37-8260-27C4840DB826}" destId="{D4477C32-59EE-425A-8FA5-0201E91CEC57}" srcOrd="0" destOrd="0" presId="urn:microsoft.com/office/officeart/2005/8/layout/hList1"/>
    <dgm:cxn modelId="{7B716327-ACE6-4208-902D-BE7E83E15FDA}" type="presParOf" srcId="{70B79B0E-8899-4D37-8260-27C4840DB826}" destId="{56EBE86A-9B90-433A-8EB2-51876B74A249}" srcOrd="1" destOrd="0" presId="urn:microsoft.com/office/officeart/2005/8/layout/hList1"/>
    <dgm:cxn modelId="{247138E0-D823-4E63-A8B7-55619AE270DA}" type="presParOf" srcId="{C84CD95E-7560-4CAB-9A53-E7825784852B}" destId="{BB2B88D0-E7FF-4FDF-85F0-1093E766B7C4}" srcOrd="1" destOrd="0" presId="urn:microsoft.com/office/officeart/2005/8/layout/hList1"/>
    <dgm:cxn modelId="{1EA22E51-434F-4D34-A6F6-62BED02363CE}" type="presParOf" srcId="{C84CD95E-7560-4CAB-9A53-E7825784852B}" destId="{978D4C48-D174-4F19-BB80-05633F9590F7}" srcOrd="2" destOrd="0" presId="urn:microsoft.com/office/officeart/2005/8/layout/hList1"/>
    <dgm:cxn modelId="{6D2B499B-C7C3-424B-A99F-9064E64C8490}" type="presParOf" srcId="{978D4C48-D174-4F19-BB80-05633F9590F7}" destId="{CC7A6442-8559-40F7-968C-9D0A4FA90BC4}" srcOrd="0" destOrd="0" presId="urn:microsoft.com/office/officeart/2005/8/layout/hList1"/>
    <dgm:cxn modelId="{CB631212-AC9A-4DBA-8FA7-C04D6B45EF84}" type="presParOf" srcId="{978D4C48-D174-4F19-BB80-05633F9590F7}" destId="{8BE47BE1-9ADC-4278-B5B2-6C53806769E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95C555-5FF7-45CA-A625-19B663DB6BB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A02F6C-77D7-43D4-81F0-D0F55C6BD351}">
      <dgm:prSet/>
      <dgm:spPr/>
      <dgm:t>
        <a:bodyPr/>
        <a:lstStyle/>
        <a:p>
          <a:r>
            <a:rPr lang="en-PK"/>
            <a:t>Resource Under-provisioning</a:t>
          </a:r>
          <a:endParaRPr lang="en-US"/>
        </a:p>
      </dgm:t>
    </dgm:pt>
    <dgm:pt modelId="{892287EE-0440-4CBE-A2AF-5C4395EFA040}" type="parTrans" cxnId="{8B6F91E9-E49D-417E-AFF7-19C462512722}">
      <dgm:prSet/>
      <dgm:spPr/>
      <dgm:t>
        <a:bodyPr/>
        <a:lstStyle/>
        <a:p>
          <a:endParaRPr lang="en-US"/>
        </a:p>
      </dgm:t>
    </dgm:pt>
    <dgm:pt modelId="{32160F52-A0EE-4F9C-ABE4-7308800862F4}" type="sibTrans" cxnId="{8B6F91E9-E49D-417E-AFF7-19C462512722}">
      <dgm:prSet/>
      <dgm:spPr/>
      <dgm:t>
        <a:bodyPr/>
        <a:lstStyle/>
        <a:p>
          <a:endParaRPr lang="en-US"/>
        </a:p>
      </dgm:t>
    </dgm:pt>
    <dgm:pt modelId="{5440A165-9DBA-4323-B34C-2F2EC890C40A}">
      <dgm:prSet/>
      <dgm:spPr/>
      <dgm:t>
        <a:bodyPr/>
        <a:lstStyle/>
        <a:p>
          <a:r>
            <a:rPr lang="en-PK"/>
            <a:t>Occurs when resources are insufficient for application demand.</a:t>
          </a:r>
          <a:endParaRPr lang="en-US"/>
        </a:p>
      </dgm:t>
    </dgm:pt>
    <dgm:pt modelId="{F811DDB8-7230-4D87-AC4D-DA37FBA0BCFF}" type="parTrans" cxnId="{95F40C6A-9B4D-4BB3-AABF-337401F9E40B}">
      <dgm:prSet/>
      <dgm:spPr/>
      <dgm:t>
        <a:bodyPr/>
        <a:lstStyle/>
        <a:p>
          <a:endParaRPr lang="en-US"/>
        </a:p>
      </dgm:t>
    </dgm:pt>
    <dgm:pt modelId="{76550565-9026-42F5-B418-4512137F6EFE}" type="sibTrans" cxnId="{95F40C6A-9B4D-4BB3-AABF-337401F9E40B}">
      <dgm:prSet/>
      <dgm:spPr/>
      <dgm:t>
        <a:bodyPr/>
        <a:lstStyle/>
        <a:p>
          <a:endParaRPr lang="en-US"/>
        </a:p>
      </dgm:t>
    </dgm:pt>
    <dgm:pt modelId="{56F3503E-358C-4251-A684-DAB5EB379D52}">
      <dgm:prSet/>
      <dgm:spPr/>
      <dgm:t>
        <a:bodyPr/>
        <a:lstStyle/>
        <a:p>
          <a:r>
            <a:rPr lang="en-PK"/>
            <a:t>Leads to performance degradation and application slowdowns.</a:t>
          </a:r>
          <a:endParaRPr lang="en-US"/>
        </a:p>
      </dgm:t>
    </dgm:pt>
    <dgm:pt modelId="{00FD19A3-E9B3-460C-A827-8F10198B1551}" type="parTrans" cxnId="{BF4DF108-387F-48F8-99A9-8668BD56C0B8}">
      <dgm:prSet/>
      <dgm:spPr/>
      <dgm:t>
        <a:bodyPr/>
        <a:lstStyle/>
        <a:p>
          <a:endParaRPr lang="en-US"/>
        </a:p>
      </dgm:t>
    </dgm:pt>
    <dgm:pt modelId="{48346DF4-CDC5-4E24-87F5-AFF20AAF9FE9}" type="sibTrans" cxnId="{BF4DF108-387F-48F8-99A9-8668BD56C0B8}">
      <dgm:prSet/>
      <dgm:spPr/>
      <dgm:t>
        <a:bodyPr/>
        <a:lstStyle/>
        <a:p>
          <a:endParaRPr lang="en-US"/>
        </a:p>
      </dgm:t>
    </dgm:pt>
    <dgm:pt modelId="{1E0F3765-7913-471D-A3DE-85DAB172ABAA}">
      <dgm:prSet/>
      <dgm:spPr/>
      <dgm:t>
        <a:bodyPr/>
        <a:lstStyle/>
        <a:p>
          <a:r>
            <a:rPr lang="en-PK"/>
            <a:t>Requires careful planning to prevent resource shortages.</a:t>
          </a:r>
          <a:endParaRPr lang="en-US"/>
        </a:p>
      </dgm:t>
    </dgm:pt>
    <dgm:pt modelId="{84B52E54-914F-425E-AF8F-2AF9533DAE93}" type="parTrans" cxnId="{D3C92E29-40B6-4C18-8EDB-FC42F79859BF}">
      <dgm:prSet/>
      <dgm:spPr/>
      <dgm:t>
        <a:bodyPr/>
        <a:lstStyle/>
        <a:p>
          <a:endParaRPr lang="en-US"/>
        </a:p>
      </dgm:t>
    </dgm:pt>
    <dgm:pt modelId="{EBE7C69A-1274-49B0-913D-2FB0A8DA4458}" type="sibTrans" cxnId="{D3C92E29-40B6-4C18-8EDB-FC42F79859BF}">
      <dgm:prSet/>
      <dgm:spPr/>
      <dgm:t>
        <a:bodyPr/>
        <a:lstStyle/>
        <a:p>
          <a:endParaRPr lang="en-US"/>
        </a:p>
      </dgm:t>
    </dgm:pt>
    <dgm:pt modelId="{078BC0B4-9BFD-45E7-9F72-5A135E61B70A}">
      <dgm:prSet/>
      <dgm:spPr/>
      <dgm:t>
        <a:bodyPr/>
        <a:lstStyle/>
        <a:p>
          <a:r>
            <a:rPr lang="en-PK"/>
            <a:t>Often addressed with dynamic provisioning techniques.</a:t>
          </a:r>
          <a:endParaRPr lang="en-US"/>
        </a:p>
      </dgm:t>
    </dgm:pt>
    <dgm:pt modelId="{88351919-5C31-462E-B91A-C49B69CD3D3A}" type="parTrans" cxnId="{AC1B14EA-1397-43B0-AB98-C2399E4C9C7D}">
      <dgm:prSet/>
      <dgm:spPr/>
      <dgm:t>
        <a:bodyPr/>
        <a:lstStyle/>
        <a:p>
          <a:endParaRPr lang="en-US"/>
        </a:p>
      </dgm:t>
    </dgm:pt>
    <dgm:pt modelId="{7AF8C657-0D4B-45E2-9427-745FF043ED2C}" type="sibTrans" cxnId="{AC1B14EA-1397-43B0-AB98-C2399E4C9C7D}">
      <dgm:prSet/>
      <dgm:spPr/>
      <dgm:t>
        <a:bodyPr/>
        <a:lstStyle/>
        <a:p>
          <a:endParaRPr lang="en-US"/>
        </a:p>
      </dgm:t>
    </dgm:pt>
    <dgm:pt modelId="{0719FE24-650F-459B-8C22-FB3F0D8117CB}">
      <dgm:prSet/>
      <dgm:spPr/>
      <dgm:t>
        <a:bodyPr/>
        <a:lstStyle/>
        <a:p>
          <a:r>
            <a:rPr lang="en-PK"/>
            <a:t>Resource Over-provisioning</a:t>
          </a:r>
          <a:endParaRPr lang="en-US"/>
        </a:p>
      </dgm:t>
    </dgm:pt>
    <dgm:pt modelId="{357DA798-81A8-435E-BDD4-8F697B0AC46F}" type="parTrans" cxnId="{C3DC9DE5-32F7-4D3B-AC10-1B3421037C90}">
      <dgm:prSet/>
      <dgm:spPr/>
      <dgm:t>
        <a:bodyPr/>
        <a:lstStyle/>
        <a:p>
          <a:endParaRPr lang="en-US"/>
        </a:p>
      </dgm:t>
    </dgm:pt>
    <dgm:pt modelId="{EF8BB93E-CB47-4BF3-8B34-3E72C8567A0D}" type="sibTrans" cxnId="{C3DC9DE5-32F7-4D3B-AC10-1B3421037C90}">
      <dgm:prSet/>
      <dgm:spPr/>
      <dgm:t>
        <a:bodyPr/>
        <a:lstStyle/>
        <a:p>
          <a:endParaRPr lang="en-US"/>
        </a:p>
      </dgm:t>
    </dgm:pt>
    <dgm:pt modelId="{447E6C7A-0387-4A42-A915-35CA563C4FEA}">
      <dgm:prSet/>
      <dgm:spPr/>
      <dgm:t>
        <a:bodyPr/>
        <a:lstStyle/>
        <a:p>
          <a:r>
            <a:rPr lang="en-PK"/>
            <a:t>Resources exceed actual demand, leading to wastage.</a:t>
          </a:r>
          <a:endParaRPr lang="en-US"/>
        </a:p>
      </dgm:t>
    </dgm:pt>
    <dgm:pt modelId="{9FB245F5-CD9C-4E9D-A3BB-59838A004AE1}" type="parTrans" cxnId="{0EDFE97D-751E-4F50-8076-7E3D5DD3880F}">
      <dgm:prSet/>
      <dgm:spPr/>
      <dgm:t>
        <a:bodyPr/>
        <a:lstStyle/>
        <a:p>
          <a:endParaRPr lang="en-US"/>
        </a:p>
      </dgm:t>
    </dgm:pt>
    <dgm:pt modelId="{68C6D2CE-D0BE-4953-AE26-DE7F30A7B663}" type="sibTrans" cxnId="{0EDFE97D-751E-4F50-8076-7E3D5DD3880F}">
      <dgm:prSet/>
      <dgm:spPr/>
      <dgm:t>
        <a:bodyPr/>
        <a:lstStyle/>
        <a:p>
          <a:endParaRPr lang="en-US"/>
        </a:p>
      </dgm:t>
    </dgm:pt>
    <dgm:pt modelId="{9611C9DD-C47E-4737-8447-2B3352DAAFFA}">
      <dgm:prSet/>
      <dgm:spPr/>
      <dgm:t>
        <a:bodyPr/>
        <a:lstStyle/>
        <a:p>
          <a:r>
            <a:rPr lang="en-PK"/>
            <a:t>Increases costs without benefiting performance.</a:t>
          </a:r>
          <a:endParaRPr lang="en-US"/>
        </a:p>
      </dgm:t>
    </dgm:pt>
    <dgm:pt modelId="{44FF38C0-0993-4427-BC03-022A1A6F7B46}" type="parTrans" cxnId="{6090F976-932A-4ACA-889A-3B89DD73B25C}">
      <dgm:prSet/>
      <dgm:spPr/>
      <dgm:t>
        <a:bodyPr/>
        <a:lstStyle/>
        <a:p>
          <a:endParaRPr lang="en-US"/>
        </a:p>
      </dgm:t>
    </dgm:pt>
    <dgm:pt modelId="{34D779F9-8F33-4C34-A625-884D8579AED9}" type="sibTrans" cxnId="{6090F976-932A-4ACA-889A-3B89DD73B25C}">
      <dgm:prSet/>
      <dgm:spPr/>
      <dgm:t>
        <a:bodyPr/>
        <a:lstStyle/>
        <a:p>
          <a:endParaRPr lang="en-US"/>
        </a:p>
      </dgm:t>
    </dgm:pt>
    <dgm:pt modelId="{E211EF37-3613-41D3-B55A-B50CF0556CE8}">
      <dgm:prSet/>
      <dgm:spPr/>
      <dgm:t>
        <a:bodyPr/>
        <a:lstStyle/>
        <a:p>
          <a:r>
            <a:rPr lang="en-PK"/>
            <a:t>Common in static provisioning models to avoid under-provisioning.</a:t>
          </a:r>
          <a:endParaRPr lang="en-US"/>
        </a:p>
      </dgm:t>
    </dgm:pt>
    <dgm:pt modelId="{63BC3151-3486-4A4A-817D-2A34B3C3CC2E}" type="parTrans" cxnId="{62530953-24EC-4604-896B-CC9958307CEF}">
      <dgm:prSet/>
      <dgm:spPr/>
      <dgm:t>
        <a:bodyPr/>
        <a:lstStyle/>
        <a:p>
          <a:endParaRPr lang="en-US"/>
        </a:p>
      </dgm:t>
    </dgm:pt>
    <dgm:pt modelId="{F387A8EF-99E5-42B1-9119-CC69C01A7121}" type="sibTrans" cxnId="{62530953-24EC-4604-896B-CC9958307CEF}">
      <dgm:prSet/>
      <dgm:spPr/>
      <dgm:t>
        <a:bodyPr/>
        <a:lstStyle/>
        <a:p>
          <a:endParaRPr lang="en-US"/>
        </a:p>
      </dgm:t>
    </dgm:pt>
    <dgm:pt modelId="{D20D7D63-7564-4A28-B5E2-C9516F1BC9F6}">
      <dgm:prSet/>
      <dgm:spPr/>
      <dgm:t>
        <a:bodyPr/>
        <a:lstStyle/>
        <a:p>
          <a:r>
            <a:rPr lang="en-PK"/>
            <a:t>Dynamic provisioning mitigates this issue by returning unused resources to the pool.</a:t>
          </a:r>
          <a:endParaRPr lang="en-US"/>
        </a:p>
      </dgm:t>
    </dgm:pt>
    <dgm:pt modelId="{E336239B-EB58-40C0-9094-A3BA6CF3B022}" type="parTrans" cxnId="{93F37846-FFB0-49EA-B43E-88380E93A2E6}">
      <dgm:prSet/>
      <dgm:spPr/>
      <dgm:t>
        <a:bodyPr/>
        <a:lstStyle/>
        <a:p>
          <a:endParaRPr lang="en-US"/>
        </a:p>
      </dgm:t>
    </dgm:pt>
    <dgm:pt modelId="{2485129D-F100-47FD-84CF-A69B87907901}" type="sibTrans" cxnId="{93F37846-FFB0-49EA-B43E-88380E93A2E6}">
      <dgm:prSet/>
      <dgm:spPr/>
      <dgm:t>
        <a:bodyPr/>
        <a:lstStyle/>
        <a:p>
          <a:endParaRPr lang="en-US"/>
        </a:p>
      </dgm:t>
    </dgm:pt>
    <dgm:pt modelId="{7E67DFD3-DCDB-4D25-A766-7181D9F21B7C}" type="pres">
      <dgm:prSet presAssocID="{0195C555-5FF7-45CA-A625-19B663DB6BBC}" presName="Name0" presStyleCnt="0">
        <dgm:presLayoutVars>
          <dgm:dir/>
          <dgm:animLvl val="lvl"/>
          <dgm:resizeHandles val="exact"/>
        </dgm:presLayoutVars>
      </dgm:prSet>
      <dgm:spPr/>
    </dgm:pt>
    <dgm:pt modelId="{EB201CE6-FA51-4751-A96B-9886C9B31F5B}" type="pres">
      <dgm:prSet presAssocID="{17A02F6C-77D7-43D4-81F0-D0F55C6BD351}" presName="composite" presStyleCnt="0"/>
      <dgm:spPr/>
    </dgm:pt>
    <dgm:pt modelId="{0756C216-60C3-44BA-9D57-92E6E5A27BF9}" type="pres">
      <dgm:prSet presAssocID="{17A02F6C-77D7-43D4-81F0-D0F55C6BD35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7684834-BD2D-475E-A55A-DE0BCEC2FAAC}" type="pres">
      <dgm:prSet presAssocID="{17A02F6C-77D7-43D4-81F0-D0F55C6BD351}" presName="desTx" presStyleLbl="alignAccFollowNode1" presStyleIdx="0" presStyleCnt="2">
        <dgm:presLayoutVars>
          <dgm:bulletEnabled val="1"/>
        </dgm:presLayoutVars>
      </dgm:prSet>
      <dgm:spPr/>
    </dgm:pt>
    <dgm:pt modelId="{5D648955-1970-40FE-BE28-0D5BAED8DB91}" type="pres">
      <dgm:prSet presAssocID="{32160F52-A0EE-4F9C-ABE4-7308800862F4}" presName="space" presStyleCnt="0"/>
      <dgm:spPr/>
    </dgm:pt>
    <dgm:pt modelId="{B43C05CD-536D-492E-8E7D-8BB8DAA2D0C7}" type="pres">
      <dgm:prSet presAssocID="{0719FE24-650F-459B-8C22-FB3F0D8117CB}" presName="composite" presStyleCnt="0"/>
      <dgm:spPr/>
    </dgm:pt>
    <dgm:pt modelId="{B55FF861-7878-43CE-B33D-351E1B3B94D3}" type="pres">
      <dgm:prSet presAssocID="{0719FE24-650F-459B-8C22-FB3F0D8117C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98B1777-455D-4A9B-A18B-6AEC18751CDA}" type="pres">
      <dgm:prSet presAssocID="{0719FE24-650F-459B-8C22-FB3F0D8117C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F4DF108-387F-48F8-99A9-8668BD56C0B8}" srcId="{17A02F6C-77D7-43D4-81F0-D0F55C6BD351}" destId="{56F3503E-358C-4251-A684-DAB5EB379D52}" srcOrd="1" destOrd="0" parTransId="{00FD19A3-E9B3-460C-A827-8F10198B1551}" sibTransId="{48346DF4-CDC5-4E24-87F5-AFF20AAF9FE9}"/>
    <dgm:cxn modelId="{43D8D71E-4815-47FF-AD90-0D7CA6F56FF7}" type="presOf" srcId="{D20D7D63-7564-4A28-B5E2-C9516F1BC9F6}" destId="{598B1777-455D-4A9B-A18B-6AEC18751CDA}" srcOrd="0" destOrd="3" presId="urn:microsoft.com/office/officeart/2005/8/layout/hList1"/>
    <dgm:cxn modelId="{D3C92E29-40B6-4C18-8EDB-FC42F79859BF}" srcId="{17A02F6C-77D7-43D4-81F0-D0F55C6BD351}" destId="{1E0F3765-7913-471D-A3DE-85DAB172ABAA}" srcOrd="2" destOrd="0" parTransId="{84B52E54-914F-425E-AF8F-2AF9533DAE93}" sibTransId="{EBE7C69A-1274-49B0-913D-2FB0A8DA4458}"/>
    <dgm:cxn modelId="{036B632E-2E75-4803-AEFC-B0BCD82462CE}" type="presOf" srcId="{17A02F6C-77D7-43D4-81F0-D0F55C6BD351}" destId="{0756C216-60C3-44BA-9D57-92E6E5A27BF9}" srcOrd="0" destOrd="0" presId="urn:microsoft.com/office/officeart/2005/8/layout/hList1"/>
    <dgm:cxn modelId="{93F37846-FFB0-49EA-B43E-88380E93A2E6}" srcId="{0719FE24-650F-459B-8C22-FB3F0D8117CB}" destId="{D20D7D63-7564-4A28-B5E2-C9516F1BC9F6}" srcOrd="3" destOrd="0" parTransId="{E336239B-EB58-40C0-9094-A3BA6CF3B022}" sibTransId="{2485129D-F100-47FD-84CF-A69B87907901}"/>
    <dgm:cxn modelId="{B6DEAD47-985A-484D-A698-F3A4D18855FC}" type="presOf" srcId="{0195C555-5FF7-45CA-A625-19B663DB6BBC}" destId="{7E67DFD3-DCDB-4D25-A766-7181D9F21B7C}" srcOrd="0" destOrd="0" presId="urn:microsoft.com/office/officeart/2005/8/layout/hList1"/>
    <dgm:cxn modelId="{95F40C6A-9B4D-4BB3-AABF-337401F9E40B}" srcId="{17A02F6C-77D7-43D4-81F0-D0F55C6BD351}" destId="{5440A165-9DBA-4323-B34C-2F2EC890C40A}" srcOrd="0" destOrd="0" parTransId="{F811DDB8-7230-4D87-AC4D-DA37FBA0BCFF}" sibTransId="{76550565-9026-42F5-B418-4512137F6EFE}"/>
    <dgm:cxn modelId="{6CD12E4A-C6B2-4D11-B8BD-0C01EF706D2E}" type="presOf" srcId="{9611C9DD-C47E-4737-8447-2B3352DAAFFA}" destId="{598B1777-455D-4A9B-A18B-6AEC18751CDA}" srcOrd="0" destOrd="1" presId="urn:microsoft.com/office/officeart/2005/8/layout/hList1"/>
    <dgm:cxn modelId="{72A5CB4A-59B0-4471-83BA-642A0E3A1A42}" type="presOf" srcId="{E211EF37-3613-41D3-B55A-B50CF0556CE8}" destId="{598B1777-455D-4A9B-A18B-6AEC18751CDA}" srcOrd="0" destOrd="2" presId="urn:microsoft.com/office/officeart/2005/8/layout/hList1"/>
    <dgm:cxn modelId="{7EF0E06E-6E35-4959-91AC-9949B6CC23D7}" type="presOf" srcId="{0719FE24-650F-459B-8C22-FB3F0D8117CB}" destId="{B55FF861-7878-43CE-B33D-351E1B3B94D3}" srcOrd="0" destOrd="0" presId="urn:microsoft.com/office/officeart/2005/8/layout/hList1"/>
    <dgm:cxn modelId="{62530953-24EC-4604-896B-CC9958307CEF}" srcId="{0719FE24-650F-459B-8C22-FB3F0D8117CB}" destId="{E211EF37-3613-41D3-B55A-B50CF0556CE8}" srcOrd="2" destOrd="0" parTransId="{63BC3151-3486-4A4A-817D-2A34B3C3CC2E}" sibTransId="{F387A8EF-99E5-42B1-9119-CC69C01A7121}"/>
    <dgm:cxn modelId="{6090F976-932A-4ACA-889A-3B89DD73B25C}" srcId="{0719FE24-650F-459B-8C22-FB3F0D8117CB}" destId="{9611C9DD-C47E-4737-8447-2B3352DAAFFA}" srcOrd="1" destOrd="0" parTransId="{44FF38C0-0993-4427-BC03-022A1A6F7B46}" sibTransId="{34D779F9-8F33-4C34-A625-884D8579AED9}"/>
    <dgm:cxn modelId="{683F7979-E732-494A-917A-53BBCD6B00C8}" type="presOf" srcId="{56F3503E-358C-4251-A684-DAB5EB379D52}" destId="{47684834-BD2D-475E-A55A-DE0BCEC2FAAC}" srcOrd="0" destOrd="1" presId="urn:microsoft.com/office/officeart/2005/8/layout/hList1"/>
    <dgm:cxn modelId="{90CF445A-2BED-4F72-98CC-BB998C7E0DE0}" type="presOf" srcId="{1E0F3765-7913-471D-A3DE-85DAB172ABAA}" destId="{47684834-BD2D-475E-A55A-DE0BCEC2FAAC}" srcOrd="0" destOrd="2" presId="urn:microsoft.com/office/officeart/2005/8/layout/hList1"/>
    <dgm:cxn modelId="{0EDFE97D-751E-4F50-8076-7E3D5DD3880F}" srcId="{0719FE24-650F-459B-8C22-FB3F0D8117CB}" destId="{447E6C7A-0387-4A42-A915-35CA563C4FEA}" srcOrd="0" destOrd="0" parTransId="{9FB245F5-CD9C-4E9D-A3BB-59838A004AE1}" sibTransId="{68C6D2CE-D0BE-4953-AE26-DE7F30A7B663}"/>
    <dgm:cxn modelId="{8BE02A82-5C51-4F3A-9BE1-4BAC4CDBC9F9}" type="presOf" srcId="{5440A165-9DBA-4323-B34C-2F2EC890C40A}" destId="{47684834-BD2D-475E-A55A-DE0BCEC2FAAC}" srcOrd="0" destOrd="0" presId="urn:microsoft.com/office/officeart/2005/8/layout/hList1"/>
    <dgm:cxn modelId="{90B29DDA-72A4-4C73-890D-5712CE69AA2D}" type="presOf" srcId="{447E6C7A-0387-4A42-A915-35CA563C4FEA}" destId="{598B1777-455D-4A9B-A18B-6AEC18751CDA}" srcOrd="0" destOrd="0" presId="urn:microsoft.com/office/officeart/2005/8/layout/hList1"/>
    <dgm:cxn modelId="{01FD65E2-498B-4C81-BD5C-D11D2B1B1E80}" type="presOf" srcId="{078BC0B4-9BFD-45E7-9F72-5A135E61B70A}" destId="{47684834-BD2D-475E-A55A-DE0BCEC2FAAC}" srcOrd="0" destOrd="3" presId="urn:microsoft.com/office/officeart/2005/8/layout/hList1"/>
    <dgm:cxn modelId="{C3DC9DE5-32F7-4D3B-AC10-1B3421037C90}" srcId="{0195C555-5FF7-45CA-A625-19B663DB6BBC}" destId="{0719FE24-650F-459B-8C22-FB3F0D8117CB}" srcOrd="1" destOrd="0" parTransId="{357DA798-81A8-435E-BDD4-8F697B0AC46F}" sibTransId="{EF8BB93E-CB47-4BF3-8B34-3E72C8567A0D}"/>
    <dgm:cxn modelId="{8B6F91E9-E49D-417E-AFF7-19C462512722}" srcId="{0195C555-5FF7-45CA-A625-19B663DB6BBC}" destId="{17A02F6C-77D7-43D4-81F0-D0F55C6BD351}" srcOrd="0" destOrd="0" parTransId="{892287EE-0440-4CBE-A2AF-5C4395EFA040}" sibTransId="{32160F52-A0EE-4F9C-ABE4-7308800862F4}"/>
    <dgm:cxn modelId="{AC1B14EA-1397-43B0-AB98-C2399E4C9C7D}" srcId="{17A02F6C-77D7-43D4-81F0-D0F55C6BD351}" destId="{078BC0B4-9BFD-45E7-9F72-5A135E61B70A}" srcOrd="3" destOrd="0" parTransId="{88351919-5C31-462E-B91A-C49B69CD3D3A}" sibTransId="{7AF8C657-0D4B-45E2-9427-745FF043ED2C}"/>
    <dgm:cxn modelId="{10A5B330-3F98-4739-A284-0CC786587C4F}" type="presParOf" srcId="{7E67DFD3-DCDB-4D25-A766-7181D9F21B7C}" destId="{EB201CE6-FA51-4751-A96B-9886C9B31F5B}" srcOrd="0" destOrd="0" presId="urn:microsoft.com/office/officeart/2005/8/layout/hList1"/>
    <dgm:cxn modelId="{90657FCB-A1E6-4927-8846-26AD284B9F0F}" type="presParOf" srcId="{EB201CE6-FA51-4751-A96B-9886C9B31F5B}" destId="{0756C216-60C3-44BA-9D57-92E6E5A27BF9}" srcOrd="0" destOrd="0" presId="urn:microsoft.com/office/officeart/2005/8/layout/hList1"/>
    <dgm:cxn modelId="{6C2D23AA-76C1-4863-A038-046A2D0006F8}" type="presParOf" srcId="{EB201CE6-FA51-4751-A96B-9886C9B31F5B}" destId="{47684834-BD2D-475E-A55A-DE0BCEC2FAAC}" srcOrd="1" destOrd="0" presId="urn:microsoft.com/office/officeart/2005/8/layout/hList1"/>
    <dgm:cxn modelId="{B5691B94-458B-4124-9371-EEB512526611}" type="presParOf" srcId="{7E67DFD3-DCDB-4D25-A766-7181D9F21B7C}" destId="{5D648955-1970-40FE-BE28-0D5BAED8DB91}" srcOrd="1" destOrd="0" presId="urn:microsoft.com/office/officeart/2005/8/layout/hList1"/>
    <dgm:cxn modelId="{F5A07820-895D-400E-A713-17540CB4188F}" type="presParOf" srcId="{7E67DFD3-DCDB-4D25-A766-7181D9F21B7C}" destId="{B43C05CD-536D-492E-8E7D-8BB8DAA2D0C7}" srcOrd="2" destOrd="0" presId="urn:microsoft.com/office/officeart/2005/8/layout/hList1"/>
    <dgm:cxn modelId="{4C5A981E-8771-4385-80C0-E14FB7D60FC8}" type="presParOf" srcId="{B43C05CD-536D-492E-8E7D-8BB8DAA2D0C7}" destId="{B55FF861-7878-43CE-B33D-351E1B3B94D3}" srcOrd="0" destOrd="0" presId="urn:microsoft.com/office/officeart/2005/8/layout/hList1"/>
    <dgm:cxn modelId="{CED35AD5-5A7D-4742-99E8-2FAE29F41165}" type="presParOf" srcId="{B43C05CD-536D-492E-8E7D-8BB8DAA2D0C7}" destId="{598B1777-455D-4A9B-A18B-6AEC18751CD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AA2089-6DB8-4397-9F7A-2169A8A19F75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5B508FF-AC66-44B4-8C9C-F167F80DFE83}">
      <dgm:prSet/>
      <dgm:spPr/>
      <dgm:t>
        <a:bodyPr/>
        <a:lstStyle/>
        <a:p>
          <a:pPr>
            <a:defRPr b="1"/>
          </a:pPr>
          <a:r>
            <a:rPr lang="en-PK"/>
            <a:t>Short-Term On-Demand Plan:</a:t>
          </a:r>
          <a:endParaRPr lang="en-US"/>
        </a:p>
      </dgm:t>
    </dgm:pt>
    <dgm:pt modelId="{1C641DFA-3B20-4933-B984-1A30A2AD421A}" type="parTrans" cxnId="{20A07A43-BC56-4BFD-9851-3ED2153D7878}">
      <dgm:prSet/>
      <dgm:spPr/>
      <dgm:t>
        <a:bodyPr/>
        <a:lstStyle/>
        <a:p>
          <a:endParaRPr lang="en-US"/>
        </a:p>
      </dgm:t>
    </dgm:pt>
    <dgm:pt modelId="{9FFF5C7B-40B9-4819-AD62-0E509D108FDA}" type="sibTrans" cxnId="{20A07A43-BC56-4BFD-9851-3ED2153D7878}">
      <dgm:prSet/>
      <dgm:spPr/>
      <dgm:t>
        <a:bodyPr/>
        <a:lstStyle/>
        <a:p>
          <a:endParaRPr lang="en-US"/>
        </a:p>
      </dgm:t>
    </dgm:pt>
    <dgm:pt modelId="{9DAFFD91-CAE6-430B-B932-AE20CD333E51}">
      <dgm:prSet/>
      <dgm:spPr/>
      <dgm:t>
        <a:bodyPr/>
        <a:lstStyle/>
        <a:p>
          <a:r>
            <a:rPr lang="en-PK"/>
            <a:t>Resources are provisioned as needed, with pay-per-usage pricing.</a:t>
          </a:r>
          <a:endParaRPr lang="en-US"/>
        </a:p>
      </dgm:t>
    </dgm:pt>
    <dgm:pt modelId="{C70BAA49-2ECE-41CC-BB5B-73F9A8D39842}" type="parTrans" cxnId="{2AD1BFA8-D13D-42A8-B359-E6972168D37F}">
      <dgm:prSet/>
      <dgm:spPr/>
      <dgm:t>
        <a:bodyPr/>
        <a:lstStyle/>
        <a:p>
          <a:endParaRPr lang="en-US"/>
        </a:p>
      </dgm:t>
    </dgm:pt>
    <dgm:pt modelId="{B810E3A3-D0C6-4EB6-BD62-0B418EAC3833}" type="sibTrans" cxnId="{2AD1BFA8-D13D-42A8-B359-E6972168D37F}">
      <dgm:prSet/>
      <dgm:spPr/>
      <dgm:t>
        <a:bodyPr/>
        <a:lstStyle/>
        <a:p>
          <a:endParaRPr lang="en-US"/>
        </a:p>
      </dgm:t>
    </dgm:pt>
    <dgm:pt modelId="{51BE7C1A-329C-40D8-A600-6DEDD189F5C8}">
      <dgm:prSet/>
      <dgm:spPr/>
      <dgm:t>
        <a:bodyPr/>
        <a:lstStyle/>
        <a:p>
          <a:r>
            <a:rPr lang="en-PK"/>
            <a:t>Dynamic provisioning approach, ideal for fluctuating demand.</a:t>
          </a:r>
          <a:endParaRPr lang="en-US"/>
        </a:p>
      </dgm:t>
    </dgm:pt>
    <dgm:pt modelId="{18285165-FD85-408C-9C62-43DE21E7CC96}" type="parTrans" cxnId="{756F395C-C5B9-4CEC-BEE2-2A213711B923}">
      <dgm:prSet/>
      <dgm:spPr/>
      <dgm:t>
        <a:bodyPr/>
        <a:lstStyle/>
        <a:p>
          <a:endParaRPr lang="en-US"/>
        </a:p>
      </dgm:t>
    </dgm:pt>
    <dgm:pt modelId="{4A3E3C47-ACEF-40AB-8BCB-905CFA64707D}" type="sibTrans" cxnId="{756F395C-C5B9-4CEC-BEE2-2A213711B923}">
      <dgm:prSet/>
      <dgm:spPr/>
      <dgm:t>
        <a:bodyPr/>
        <a:lstStyle/>
        <a:p>
          <a:endParaRPr lang="en-US"/>
        </a:p>
      </dgm:t>
    </dgm:pt>
    <dgm:pt modelId="{4DD1786D-6B6E-4B25-8DBF-1842D8890490}">
      <dgm:prSet/>
      <dgm:spPr/>
      <dgm:t>
        <a:bodyPr/>
        <a:lstStyle/>
        <a:p>
          <a:pPr>
            <a:defRPr b="1"/>
          </a:pPr>
          <a:r>
            <a:rPr lang="en-PK"/>
            <a:t>Long-Term Reservation Plan:</a:t>
          </a:r>
          <a:endParaRPr lang="en-US"/>
        </a:p>
      </dgm:t>
    </dgm:pt>
    <dgm:pt modelId="{B8075C11-8206-47C8-9DCA-0E3F656D75D2}" type="parTrans" cxnId="{2A454F38-869E-4E13-8E31-7C8B6661B9D4}">
      <dgm:prSet/>
      <dgm:spPr/>
      <dgm:t>
        <a:bodyPr/>
        <a:lstStyle/>
        <a:p>
          <a:endParaRPr lang="en-US"/>
        </a:p>
      </dgm:t>
    </dgm:pt>
    <dgm:pt modelId="{DFC012CA-F609-4AE2-86E0-C1EC34D91A7A}" type="sibTrans" cxnId="{2A454F38-869E-4E13-8E31-7C8B6661B9D4}">
      <dgm:prSet/>
      <dgm:spPr/>
      <dgm:t>
        <a:bodyPr/>
        <a:lstStyle/>
        <a:p>
          <a:endParaRPr lang="en-US"/>
        </a:p>
      </dgm:t>
    </dgm:pt>
    <dgm:pt modelId="{F3090EB6-1F54-4FBE-8577-3A25B3D4F32C}">
      <dgm:prSet/>
      <dgm:spPr/>
      <dgm:t>
        <a:bodyPr/>
        <a:lstStyle/>
        <a:p>
          <a:r>
            <a:rPr lang="en-PK"/>
            <a:t>Resources are reserved in advance, reducing computational complexity.</a:t>
          </a:r>
          <a:endParaRPr lang="en-US"/>
        </a:p>
      </dgm:t>
    </dgm:pt>
    <dgm:pt modelId="{D6CCB692-68C1-47DB-8198-BFF13558CE57}" type="parTrans" cxnId="{1A45D90C-B0D9-4284-B6AF-E561A391B48D}">
      <dgm:prSet/>
      <dgm:spPr/>
      <dgm:t>
        <a:bodyPr/>
        <a:lstStyle/>
        <a:p>
          <a:endParaRPr lang="en-US"/>
        </a:p>
      </dgm:t>
    </dgm:pt>
    <dgm:pt modelId="{0C3468D0-EB13-4BB1-90F0-91EFD1E82DF6}" type="sibTrans" cxnId="{1A45D90C-B0D9-4284-B6AF-E561A391B48D}">
      <dgm:prSet/>
      <dgm:spPr/>
      <dgm:t>
        <a:bodyPr/>
        <a:lstStyle/>
        <a:p>
          <a:endParaRPr lang="en-US"/>
        </a:p>
      </dgm:t>
    </dgm:pt>
    <dgm:pt modelId="{2AF0D6FC-A22E-4C84-9A1C-6684CDE5D83E}">
      <dgm:prSet/>
      <dgm:spPr/>
      <dgm:t>
        <a:bodyPr/>
        <a:lstStyle/>
        <a:p>
          <a:r>
            <a:rPr lang="en-PK"/>
            <a:t>Fixed pricing for a set period, suitable for predictable workloads.</a:t>
          </a:r>
          <a:endParaRPr lang="en-US"/>
        </a:p>
      </dgm:t>
    </dgm:pt>
    <dgm:pt modelId="{6AFF0771-7CBB-4878-B26A-E66A5A6C979F}" type="parTrans" cxnId="{73C69490-3626-4570-8CCD-4397FA3538E2}">
      <dgm:prSet/>
      <dgm:spPr/>
      <dgm:t>
        <a:bodyPr/>
        <a:lstStyle/>
        <a:p>
          <a:endParaRPr lang="en-US"/>
        </a:p>
      </dgm:t>
    </dgm:pt>
    <dgm:pt modelId="{D98F4D1B-742F-444C-834A-5F3ABA4D4D1B}" type="sibTrans" cxnId="{73C69490-3626-4570-8CCD-4397FA3538E2}">
      <dgm:prSet/>
      <dgm:spPr/>
      <dgm:t>
        <a:bodyPr/>
        <a:lstStyle/>
        <a:p>
          <a:endParaRPr lang="en-US"/>
        </a:p>
      </dgm:t>
    </dgm:pt>
    <dgm:pt modelId="{2B405630-EE34-43C2-9A12-10C966D6FDD2}" type="pres">
      <dgm:prSet presAssocID="{AAAA2089-6DB8-4397-9F7A-2169A8A19F75}" presName="vert0" presStyleCnt="0">
        <dgm:presLayoutVars>
          <dgm:dir/>
          <dgm:animOne val="branch"/>
          <dgm:animLvl val="lvl"/>
        </dgm:presLayoutVars>
      </dgm:prSet>
      <dgm:spPr/>
    </dgm:pt>
    <dgm:pt modelId="{22FF7B67-F38E-468F-9B1D-6EE8414897A5}" type="pres">
      <dgm:prSet presAssocID="{65B508FF-AC66-44B4-8C9C-F167F80DFE83}" presName="thickLine" presStyleLbl="alignNode1" presStyleIdx="0" presStyleCnt="2"/>
      <dgm:spPr/>
    </dgm:pt>
    <dgm:pt modelId="{C5BC2342-720A-4B18-B516-9D183E835D1F}" type="pres">
      <dgm:prSet presAssocID="{65B508FF-AC66-44B4-8C9C-F167F80DFE83}" presName="horz1" presStyleCnt="0"/>
      <dgm:spPr/>
    </dgm:pt>
    <dgm:pt modelId="{E22E6564-7507-464C-B756-DB6DD96D73C4}" type="pres">
      <dgm:prSet presAssocID="{65B508FF-AC66-44B4-8C9C-F167F80DFE83}" presName="tx1" presStyleLbl="revTx" presStyleIdx="0" presStyleCnt="6"/>
      <dgm:spPr/>
    </dgm:pt>
    <dgm:pt modelId="{7FC9F0B6-A549-4B51-BF7D-7931C0344060}" type="pres">
      <dgm:prSet presAssocID="{65B508FF-AC66-44B4-8C9C-F167F80DFE83}" presName="vert1" presStyleCnt="0"/>
      <dgm:spPr/>
    </dgm:pt>
    <dgm:pt modelId="{0DABBE6B-3240-4F21-80BE-DE18212BDE5C}" type="pres">
      <dgm:prSet presAssocID="{9DAFFD91-CAE6-430B-B932-AE20CD333E51}" presName="vertSpace2a" presStyleCnt="0"/>
      <dgm:spPr/>
    </dgm:pt>
    <dgm:pt modelId="{2C6F1F32-D8F2-450C-84FD-C70C024DFC26}" type="pres">
      <dgm:prSet presAssocID="{9DAFFD91-CAE6-430B-B932-AE20CD333E51}" presName="horz2" presStyleCnt="0"/>
      <dgm:spPr/>
    </dgm:pt>
    <dgm:pt modelId="{96E77366-7464-46DA-ABC6-3D2594F1B0A4}" type="pres">
      <dgm:prSet presAssocID="{9DAFFD91-CAE6-430B-B932-AE20CD333E51}" presName="horzSpace2" presStyleCnt="0"/>
      <dgm:spPr/>
    </dgm:pt>
    <dgm:pt modelId="{74C787F4-A050-40F6-9026-59EEEFFB7FC5}" type="pres">
      <dgm:prSet presAssocID="{9DAFFD91-CAE6-430B-B932-AE20CD333E51}" presName="tx2" presStyleLbl="revTx" presStyleIdx="1" presStyleCnt="6"/>
      <dgm:spPr/>
    </dgm:pt>
    <dgm:pt modelId="{F6239A2D-471B-456D-92F6-BB29401306FD}" type="pres">
      <dgm:prSet presAssocID="{9DAFFD91-CAE6-430B-B932-AE20CD333E51}" presName="vert2" presStyleCnt="0"/>
      <dgm:spPr/>
    </dgm:pt>
    <dgm:pt modelId="{83044389-F8AC-4524-86C4-A05FE06569D4}" type="pres">
      <dgm:prSet presAssocID="{9DAFFD91-CAE6-430B-B932-AE20CD333E51}" presName="thinLine2b" presStyleLbl="callout" presStyleIdx="0" presStyleCnt="4"/>
      <dgm:spPr/>
    </dgm:pt>
    <dgm:pt modelId="{A979AC61-ECF1-4AEB-B7DC-D65F391C9289}" type="pres">
      <dgm:prSet presAssocID="{9DAFFD91-CAE6-430B-B932-AE20CD333E51}" presName="vertSpace2b" presStyleCnt="0"/>
      <dgm:spPr/>
    </dgm:pt>
    <dgm:pt modelId="{764888F9-DE13-4D38-92BC-9FC32433CC0F}" type="pres">
      <dgm:prSet presAssocID="{51BE7C1A-329C-40D8-A600-6DEDD189F5C8}" presName="horz2" presStyleCnt="0"/>
      <dgm:spPr/>
    </dgm:pt>
    <dgm:pt modelId="{FE0C220B-81BE-44AF-BD2A-503C40CBD280}" type="pres">
      <dgm:prSet presAssocID="{51BE7C1A-329C-40D8-A600-6DEDD189F5C8}" presName="horzSpace2" presStyleCnt="0"/>
      <dgm:spPr/>
    </dgm:pt>
    <dgm:pt modelId="{F1FD2F51-F80B-4590-BE36-18EE0945EC5E}" type="pres">
      <dgm:prSet presAssocID="{51BE7C1A-329C-40D8-A600-6DEDD189F5C8}" presName="tx2" presStyleLbl="revTx" presStyleIdx="2" presStyleCnt="6"/>
      <dgm:spPr/>
    </dgm:pt>
    <dgm:pt modelId="{0AC71B1A-D73B-4DD2-B522-CC6AEAE1EB4C}" type="pres">
      <dgm:prSet presAssocID="{51BE7C1A-329C-40D8-A600-6DEDD189F5C8}" presName="vert2" presStyleCnt="0"/>
      <dgm:spPr/>
    </dgm:pt>
    <dgm:pt modelId="{6B88C3D9-28A4-4434-91B0-59D5BE4F7275}" type="pres">
      <dgm:prSet presAssocID="{51BE7C1A-329C-40D8-A600-6DEDD189F5C8}" presName="thinLine2b" presStyleLbl="callout" presStyleIdx="1" presStyleCnt="4"/>
      <dgm:spPr/>
    </dgm:pt>
    <dgm:pt modelId="{2BB96DB9-C29D-45E6-95BA-9291A152665E}" type="pres">
      <dgm:prSet presAssocID="{51BE7C1A-329C-40D8-A600-6DEDD189F5C8}" presName="vertSpace2b" presStyleCnt="0"/>
      <dgm:spPr/>
    </dgm:pt>
    <dgm:pt modelId="{E52F1AD0-7664-4DB3-A078-BCF57D075FE1}" type="pres">
      <dgm:prSet presAssocID="{4DD1786D-6B6E-4B25-8DBF-1842D8890490}" presName="thickLine" presStyleLbl="alignNode1" presStyleIdx="1" presStyleCnt="2"/>
      <dgm:spPr/>
    </dgm:pt>
    <dgm:pt modelId="{DA6AAA2B-4937-4A68-A8ED-199B64D6393B}" type="pres">
      <dgm:prSet presAssocID="{4DD1786D-6B6E-4B25-8DBF-1842D8890490}" presName="horz1" presStyleCnt="0"/>
      <dgm:spPr/>
    </dgm:pt>
    <dgm:pt modelId="{F5DBE3F7-58C5-43FC-BD7A-3A1D276E167B}" type="pres">
      <dgm:prSet presAssocID="{4DD1786D-6B6E-4B25-8DBF-1842D8890490}" presName="tx1" presStyleLbl="revTx" presStyleIdx="3" presStyleCnt="6"/>
      <dgm:spPr/>
    </dgm:pt>
    <dgm:pt modelId="{62FCDEAD-4FB4-4A53-B93D-76FE38EB1377}" type="pres">
      <dgm:prSet presAssocID="{4DD1786D-6B6E-4B25-8DBF-1842D8890490}" presName="vert1" presStyleCnt="0"/>
      <dgm:spPr/>
    </dgm:pt>
    <dgm:pt modelId="{20B5466F-2756-4F1E-B537-C83986756B6E}" type="pres">
      <dgm:prSet presAssocID="{F3090EB6-1F54-4FBE-8577-3A25B3D4F32C}" presName="vertSpace2a" presStyleCnt="0"/>
      <dgm:spPr/>
    </dgm:pt>
    <dgm:pt modelId="{EA290C24-D1A4-416E-9D9B-86FBE5301A99}" type="pres">
      <dgm:prSet presAssocID="{F3090EB6-1F54-4FBE-8577-3A25B3D4F32C}" presName="horz2" presStyleCnt="0"/>
      <dgm:spPr/>
    </dgm:pt>
    <dgm:pt modelId="{EF02D8BB-AE49-4B54-8C47-E62683616E6A}" type="pres">
      <dgm:prSet presAssocID="{F3090EB6-1F54-4FBE-8577-3A25B3D4F32C}" presName="horzSpace2" presStyleCnt="0"/>
      <dgm:spPr/>
    </dgm:pt>
    <dgm:pt modelId="{0DAC18A3-BC01-45E7-9132-EB395E19FCAE}" type="pres">
      <dgm:prSet presAssocID="{F3090EB6-1F54-4FBE-8577-3A25B3D4F32C}" presName="tx2" presStyleLbl="revTx" presStyleIdx="4" presStyleCnt="6"/>
      <dgm:spPr/>
    </dgm:pt>
    <dgm:pt modelId="{E82943E9-F88F-4C0D-AD71-F8190D672D71}" type="pres">
      <dgm:prSet presAssocID="{F3090EB6-1F54-4FBE-8577-3A25B3D4F32C}" presName="vert2" presStyleCnt="0"/>
      <dgm:spPr/>
    </dgm:pt>
    <dgm:pt modelId="{FB961F0B-6918-4DE3-8227-5889FD9047C1}" type="pres">
      <dgm:prSet presAssocID="{F3090EB6-1F54-4FBE-8577-3A25B3D4F32C}" presName="thinLine2b" presStyleLbl="callout" presStyleIdx="2" presStyleCnt="4"/>
      <dgm:spPr/>
    </dgm:pt>
    <dgm:pt modelId="{81833A65-AFB1-4789-93CC-C4D2FE873CC5}" type="pres">
      <dgm:prSet presAssocID="{F3090EB6-1F54-4FBE-8577-3A25B3D4F32C}" presName="vertSpace2b" presStyleCnt="0"/>
      <dgm:spPr/>
    </dgm:pt>
    <dgm:pt modelId="{B2FD5513-E974-41D3-8798-E7404D6C5921}" type="pres">
      <dgm:prSet presAssocID="{2AF0D6FC-A22E-4C84-9A1C-6684CDE5D83E}" presName="horz2" presStyleCnt="0"/>
      <dgm:spPr/>
    </dgm:pt>
    <dgm:pt modelId="{AC369B42-2DF7-45D2-B321-113D7BFCB79C}" type="pres">
      <dgm:prSet presAssocID="{2AF0D6FC-A22E-4C84-9A1C-6684CDE5D83E}" presName="horzSpace2" presStyleCnt="0"/>
      <dgm:spPr/>
    </dgm:pt>
    <dgm:pt modelId="{EBB4EAC0-DA78-4BDA-BD26-ED0279E3DFB8}" type="pres">
      <dgm:prSet presAssocID="{2AF0D6FC-A22E-4C84-9A1C-6684CDE5D83E}" presName="tx2" presStyleLbl="revTx" presStyleIdx="5" presStyleCnt="6"/>
      <dgm:spPr/>
    </dgm:pt>
    <dgm:pt modelId="{A548B9C0-35D4-4D26-BCEE-D131A04E240E}" type="pres">
      <dgm:prSet presAssocID="{2AF0D6FC-A22E-4C84-9A1C-6684CDE5D83E}" presName="vert2" presStyleCnt="0"/>
      <dgm:spPr/>
    </dgm:pt>
    <dgm:pt modelId="{9E81490E-50CB-4ACD-B6DE-5487051725B1}" type="pres">
      <dgm:prSet presAssocID="{2AF0D6FC-A22E-4C84-9A1C-6684CDE5D83E}" presName="thinLine2b" presStyleLbl="callout" presStyleIdx="3" presStyleCnt="4"/>
      <dgm:spPr/>
    </dgm:pt>
    <dgm:pt modelId="{F88D1D1B-F4C0-4343-85D7-129EB439AB4B}" type="pres">
      <dgm:prSet presAssocID="{2AF0D6FC-A22E-4C84-9A1C-6684CDE5D83E}" presName="vertSpace2b" presStyleCnt="0"/>
      <dgm:spPr/>
    </dgm:pt>
  </dgm:ptLst>
  <dgm:cxnLst>
    <dgm:cxn modelId="{1A45D90C-B0D9-4284-B6AF-E561A391B48D}" srcId="{4DD1786D-6B6E-4B25-8DBF-1842D8890490}" destId="{F3090EB6-1F54-4FBE-8577-3A25B3D4F32C}" srcOrd="0" destOrd="0" parTransId="{D6CCB692-68C1-47DB-8198-BFF13558CE57}" sibTransId="{0C3468D0-EB13-4BB1-90F0-91EFD1E82DF6}"/>
    <dgm:cxn modelId="{D892222A-B5C3-4846-8731-008D74BBDA8D}" type="presOf" srcId="{2AF0D6FC-A22E-4C84-9A1C-6684CDE5D83E}" destId="{EBB4EAC0-DA78-4BDA-BD26-ED0279E3DFB8}" srcOrd="0" destOrd="0" presId="urn:microsoft.com/office/officeart/2008/layout/LinedList"/>
    <dgm:cxn modelId="{49DEA32D-6799-4698-A064-F10A6FBC6458}" type="presOf" srcId="{9DAFFD91-CAE6-430B-B932-AE20CD333E51}" destId="{74C787F4-A050-40F6-9026-59EEEFFB7FC5}" srcOrd="0" destOrd="0" presId="urn:microsoft.com/office/officeart/2008/layout/LinedList"/>
    <dgm:cxn modelId="{2A454F38-869E-4E13-8E31-7C8B6661B9D4}" srcId="{AAAA2089-6DB8-4397-9F7A-2169A8A19F75}" destId="{4DD1786D-6B6E-4B25-8DBF-1842D8890490}" srcOrd="1" destOrd="0" parTransId="{B8075C11-8206-47C8-9DCA-0E3F656D75D2}" sibTransId="{DFC012CA-F609-4AE2-86E0-C1EC34D91A7A}"/>
    <dgm:cxn modelId="{756F395C-C5B9-4CEC-BEE2-2A213711B923}" srcId="{65B508FF-AC66-44B4-8C9C-F167F80DFE83}" destId="{51BE7C1A-329C-40D8-A600-6DEDD189F5C8}" srcOrd="1" destOrd="0" parTransId="{18285165-FD85-408C-9C62-43DE21E7CC96}" sibTransId="{4A3E3C47-ACEF-40AB-8BCB-905CFA64707D}"/>
    <dgm:cxn modelId="{CE7B1F62-71F9-41AB-B31F-F762094385DB}" type="presOf" srcId="{4DD1786D-6B6E-4B25-8DBF-1842D8890490}" destId="{F5DBE3F7-58C5-43FC-BD7A-3A1D276E167B}" srcOrd="0" destOrd="0" presId="urn:microsoft.com/office/officeart/2008/layout/LinedList"/>
    <dgm:cxn modelId="{20A07A43-BC56-4BFD-9851-3ED2153D7878}" srcId="{AAAA2089-6DB8-4397-9F7A-2169A8A19F75}" destId="{65B508FF-AC66-44B4-8C9C-F167F80DFE83}" srcOrd="0" destOrd="0" parTransId="{1C641DFA-3B20-4933-B984-1A30A2AD421A}" sibTransId="{9FFF5C7B-40B9-4819-AD62-0E509D108FDA}"/>
    <dgm:cxn modelId="{4FF4606A-B12D-4EB6-90B4-56E4D813367C}" type="presOf" srcId="{51BE7C1A-329C-40D8-A600-6DEDD189F5C8}" destId="{F1FD2F51-F80B-4590-BE36-18EE0945EC5E}" srcOrd="0" destOrd="0" presId="urn:microsoft.com/office/officeart/2008/layout/LinedList"/>
    <dgm:cxn modelId="{73C69490-3626-4570-8CCD-4397FA3538E2}" srcId="{4DD1786D-6B6E-4B25-8DBF-1842D8890490}" destId="{2AF0D6FC-A22E-4C84-9A1C-6684CDE5D83E}" srcOrd="1" destOrd="0" parTransId="{6AFF0771-7CBB-4878-B26A-E66A5A6C979F}" sibTransId="{D98F4D1B-742F-444C-834A-5F3ABA4D4D1B}"/>
    <dgm:cxn modelId="{9DA0B29F-7D1D-499D-92CA-36ED7A74201E}" type="presOf" srcId="{AAAA2089-6DB8-4397-9F7A-2169A8A19F75}" destId="{2B405630-EE34-43C2-9A12-10C966D6FDD2}" srcOrd="0" destOrd="0" presId="urn:microsoft.com/office/officeart/2008/layout/LinedList"/>
    <dgm:cxn modelId="{2AD1BFA8-D13D-42A8-B359-E6972168D37F}" srcId="{65B508FF-AC66-44B4-8C9C-F167F80DFE83}" destId="{9DAFFD91-CAE6-430B-B932-AE20CD333E51}" srcOrd="0" destOrd="0" parTransId="{C70BAA49-2ECE-41CC-BB5B-73F9A8D39842}" sibTransId="{B810E3A3-D0C6-4EB6-BD62-0B418EAC3833}"/>
    <dgm:cxn modelId="{C6A796C0-0B26-4598-87C8-48D85BB31867}" type="presOf" srcId="{F3090EB6-1F54-4FBE-8577-3A25B3D4F32C}" destId="{0DAC18A3-BC01-45E7-9132-EB395E19FCAE}" srcOrd="0" destOrd="0" presId="urn:microsoft.com/office/officeart/2008/layout/LinedList"/>
    <dgm:cxn modelId="{8925EACE-B0A7-4E7C-9F47-6C739B7D341B}" type="presOf" srcId="{65B508FF-AC66-44B4-8C9C-F167F80DFE83}" destId="{E22E6564-7507-464C-B756-DB6DD96D73C4}" srcOrd="0" destOrd="0" presId="urn:microsoft.com/office/officeart/2008/layout/LinedList"/>
    <dgm:cxn modelId="{07DF3203-CADA-4170-8E2E-FDAFDE863CAD}" type="presParOf" srcId="{2B405630-EE34-43C2-9A12-10C966D6FDD2}" destId="{22FF7B67-F38E-468F-9B1D-6EE8414897A5}" srcOrd="0" destOrd="0" presId="urn:microsoft.com/office/officeart/2008/layout/LinedList"/>
    <dgm:cxn modelId="{B2453F3E-5716-4225-8A8A-3E568EB3B4E4}" type="presParOf" srcId="{2B405630-EE34-43C2-9A12-10C966D6FDD2}" destId="{C5BC2342-720A-4B18-B516-9D183E835D1F}" srcOrd="1" destOrd="0" presId="urn:microsoft.com/office/officeart/2008/layout/LinedList"/>
    <dgm:cxn modelId="{9E945873-D872-49FE-BEE2-EE4C5E994A9A}" type="presParOf" srcId="{C5BC2342-720A-4B18-B516-9D183E835D1F}" destId="{E22E6564-7507-464C-B756-DB6DD96D73C4}" srcOrd="0" destOrd="0" presId="urn:microsoft.com/office/officeart/2008/layout/LinedList"/>
    <dgm:cxn modelId="{AE7B74AF-8EF1-4212-8911-E49875B3AD29}" type="presParOf" srcId="{C5BC2342-720A-4B18-B516-9D183E835D1F}" destId="{7FC9F0B6-A549-4B51-BF7D-7931C0344060}" srcOrd="1" destOrd="0" presId="urn:microsoft.com/office/officeart/2008/layout/LinedList"/>
    <dgm:cxn modelId="{05643D67-96F3-4CFB-AFF7-B892AE6C7A55}" type="presParOf" srcId="{7FC9F0B6-A549-4B51-BF7D-7931C0344060}" destId="{0DABBE6B-3240-4F21-80BE-DE18212BDE5C}" srcOrd="0" destOrd="0" presId="urn:microsoft.com/office/officeart/2008/layout/LinedList"/>
    <dgm:cxn modelId="{7A9D47D5-01A0-4F41-A8B2-43F3A0352778}" type="presParOf" srcId="{7FC9F0B6-A549-4B51-BF7D-7931C0344060}" destId="{2C6F1F32-D8F2-450C-84FD-C70C024DFC26}" srcOrd="1" destOrd="0" presId="urn:microsoft.com/office/officeart/2008/layout/LinedList"/>
    <dgm:cxn modelId="{FFE805AC-0E3E-4A6B-B86E-CC47928703E2}" type="presParOf" srcId="{2C6F1F32-D8F2-450C-84FD-C70C024DFC26}" destId="{96E77366-7464-46DA-ABC6-3D2594F1B0A4}" srcOrd="0" destOrd="0" presId="urn:microsoft.com/office/officeart/2008/layout/LinedList"/>
    <dgm:cxn modelId="{1DEC63F9-C0FB-40E1-9D22-9140A920896E}" type="presParOf" srcId="{2C6F1F32-D8F2-450C-84FD-C70C024DFC26}" destId="{74C787F4-A050-40F6-9026-59EEEFFB7FC5}" srcOrd="1" destOrd="0" presId="urn:microsoft.com/office/officeart/2008/layout/LinedList"/>
    <dgm:cxn modelId="{DD78BBE3-E5DD-40D4-A601-3B2CC9CD19A1}" type="presParOf" srcId="{2C6F1F32-D8F2-450C-84FD-C70C024DFC26}" destId="{F6239A2D-471B-456D-92F6-BB29401306FD}" srcOrd="2" destOrd="0" presId="urn:microsoft.com/office/officeart/2008/layout/LinedList"/>
    <dgm:cxn modelId="{C3E7CC55-4D83-4B62-B3D8-77683579D6D2}" type="presParOf" srcId="{7FC9F0B6-A549-4B51-BF7D-7931C0344060}" destId="{83044389-F8AC-4524-86C4-A05FE06569D4}" srcOrd="2" destOrd="0" presId="urn:microsoft.com/office/officeart/2008/layout/LinedList"/>
    <dgm:cxn modelId="{DC424779-7829-4BF0-9035-14273D43AFB6}" type="presParOf" srcId="{7FC9F0B6-A549-4B51-BF7D-7931C0344060}" destId="{A979AC61-ECF1-4AEB-B7DC-D65F391C9289}" srcOrd="3" destOrd="0" presId="urn:microsoft.com/office/officeart/2008/layout/LinedList"/>
    <dgm:cxn modelId="{64D6390C-F20C-43C0-A9BB-FE33537B2D11}" type="presParOf" srcId="{7FC9F0B6-A549-4B51-BF7D-7931C0344060}" destId="{764888F9-DE13-4D38-92BC-9FC32433CC0F}" srcOrd="4" destOrd="0" presId="urn:microsoft.com/office/officeart/2008/layout/LinedList"/>
    <dgm:cxn modelId="{8863DE5A-F843-4911-B906-01F3996FEE79}" type="presParOf" srcId="{764888F9-DE13-4D38-92BC-9FC32433CC0F}" destId="{FE0C220B-81BE-44AF-BD2A-503C40CBD280}" srcOrd="0" destOrd="0" presId="urn:microsoft.com/office/officeart/2008/layout/LinedList"/>
    <dgm:cxn modelId="{012C0F69-6CB6-42E9-B85C-267A47DBB9DB}" type="presParOf" srcId="{764888F9-DE13-4D38-92BC-9FC32433CC0F}" destId="{F1FD2F51-F80B-4590-BE36-18EE0945EC5E}" srcOrd="1" destOrd="0" presId="urn:microsoft.com/office/officeart/2008/layout/LinedList"/>
    <dgm:cxn modelId="{2B0D372D-C83F-4364-B9C9-2AED448E7ABA}" type="presParOf" srcId="{764888F9-DE13-4D38-92BC-9FC32433CC0F}" destId="{0AC71B1A-D73B-4DD2-B522-CC6AEAE1EB4C}" srcOrd="2" destOrd="0" presId="urn:microsoft.com/office/officeart/2008/layout/LinedList"/>
    <dgm:cxn modelId="{E20DF9B8-41EF-4BD2-A86B-D6ABA5AE3EFC}" type="presParOf" srcId="{7FC9F0B6-A549-4B51-BF7D-7931C0344060}" destId="{6B88C3D9-28A4-4434-91B0-59D5BE4F7275}" srcOrd="5" destOrd="0" presId="urn:microsoft.com/office/officeart/2008/layout/LinedList"/>
    <dgm:cxn modelId="{E70532B1-BF85-41AA-86F9-7E67E561A3EC}" type="presParOf" srcId="{7FC9F0B6-A549-4B51-BF7D-7931C0344060}" destId="{2BB96DB9-C29D-45E6-95BA-9291A152665E}" srcOrd="6" destOrd="0" presId="urn:microsoft.com/office/officeart/2008/layout/LinedList"/>
    <dgm:cxn modelId="{6FCDC15D-D6CB-497E-91E2-9C0559DCB19C}" type="presParOf" srcId="{2B405630-EE34-43C2-9A12-10C966D6FDD2}" destId="{E52F1AD0-7664-4DB3-A078-BCF57D075FE1}" srcOrd="2" destOrd="0" presId="urn:microsoft.com/office/officeart/2008/layout/LinedList"/>
    <dgm:cxn modelId="{0495612C-E785-4BB2-A4B7-E808C3D8B232}" type="presParOf" srcId="{2B405630-EE34-43C2-9A12-10C966D6FDD2}" destId="{DA6AAA2B-4937-4A68-A8ED-199B64D6393B}" srcOrd="3" destOrd="0" presId="urn:microsoft.com/office/officeart/2008/layout/LinedList"/>
    <dgm:cxn modelId="{7C917D4F-7C87-42C3-820D-D9FCBA97E2C5}" type="presParOf" srcId="{DA6AAA2B-4937-4A68-A8ED-199B64D6393B}" destId="{F5DBE3F7-58C5-43FC-BD7A-3A1D276E167B}" srcOrd="0" destOrd="0" presId="urn:microsoft.com/office/officeart/2008/layout/LinedList"/>
    <dgm:cxn modelId="{798ACE82-72E6-4B52-A485-A7F279E8410F}" type="presParOf" srcId="{DA6AAA2B-4937-4A68-A8ED-199B64D6393B}" destId="{62FCDEAD-4FB4-4A53-B93D-76FE38EB1377}" srcOrd="1" destOrd="0" presId="urn:microsoft.com/office/officeart/2008/layout/LinedList"/>
    <dgm:cxn modelId="{8F7FF3C4-A709-4CDA-BBDB-01771F494A80}" type="presParOf" srcId="{62FCDEAD-4FB4-4A53-B93D-76FE38EB1377}" destId="{20B5466F-2756-4F1E-B537-C83986756B6E}" srcOrd="0" destOrd="0" presId="urn:microsoft.com/office/officeart/2008/layout/LinedList"/>
    <dgm:cxn modelId="{36840718-64E6-4F03-9830-4A704FF5BEBC}" type="presParOf" srcId="{62FCDEAD-4FB4-4A53-B93D-76FE38EB1377}" destId="{EA290C24-D1A4-416E-9D9B-86FBE5301A99}" srcOrd="1" destOrd="0" presId="urn:microsoft.com/office/officeart/2008/layout/LinedList"/>
    <dgm:cxn modelId="{8D68C7CC-5412-4C66-B58B-0E3EA2B80045}" type="presParOf" srcId="{EA290C24-D1A4-416E-9D9B-86FBE5301A99}" destId="{EF02D8BB-AE49-4B54-8C47-E62683616E6A}" srcOrd="0" destOrd="0" presId="urn:microsoft.com/office/officeart/2008/layout/LinedList"/>
    <dgm:cxn modelId="{ABE9B531-8A87-490F-B3A0-E7178CD5A2D9}" type="presParOf" srcId="{EA290C24-D1A4-416E-9D9B-86FBE5301A99}" destId="{0DAC18A3-BC01-45E7-9132-EB395E19FCAE}" srcOrd="1" destOrd="0" presId="urn:microsoft.com/office/officeart/2008/layout/LinedList"/>
    <dgm:cxn modelId="{77719CC7-316E-4E65-871B-75CC4BD7F4B4}" type="presParOf" srcId="{EA290C24-D1A4-416E-9D9B-86FBE5301A99}" destId="{E82943E9-F88F-4C0D-AD71-F8190D672D71}" srcOrd="2" destOrd="0" presId="urn:microsoft.com/office/officeart/2008/layout/LinedList"/>
    <dgm:cxn modelId="{7F452F76-B17E-44F8-873F-F179ED634F2B}" type="presParOf" srcId="{62FCDEAD-4FB4-4A53-B93D-76FE38EB1377}" destId="{FB961F0B-6918-4DE3-8227-5889FD9047C1}" srcOrd="2" destOrd="0" presId="urn:microsoft.com/office/officeart/2008/layout/LinedList"/>
    <dgm:cxn modelId="{E9EDB644-2DDB-424F-B069-165D7071F51D}" type="presParOf" srcId="{62FCDEAD-4FB4-4A53-B93D-76FE38EB1377}" destId="{81833A65-AFB1-4789-93CC-C4D2FE873CC5}" srcOrd="3" destOrd="0" presId="urn:microsoft.com/office/officeart/2008/layout/LinedList"/>
    <dgm:cxn modelId="{AAC8D992-7886-4AE0-9089-F533620689C8}" type="presParOf" srcId="{62FCDEAD-4FB4-4A53-B93D-76FE38EB1377}" destId="{B2FD5513-E974-41D3-8798-E7404D6C5921}" srcOrd="4" destOrd="0" presId="urn:microsoft.com/office/officeart/2008/layout/LinedList"/>
    <dgm:cxn modelId="{0310BE20-2EC8-44DE-BA59-1BE56E5C596D}" type="presParOf" srcId="{B2FD5513-E974-41D3-8798-E7404D6C5921}" destId="{AC369B42-2DF7-45D2-B321-113D7BFCB79C}" srcOrd="0" destOrd="0" presId="urn:microsoft.com/office/officeart/2008/layout/LinedList"/>
    <dgm:cxn modelId="{8BD76202-ABDC-4472-98AB-BCE5544E8C47}" type="presParOf" srcId="{B2FD5513-E974-41D3-8798-E7404D6C5921}" destId="{EBB4EAC0-DA78-4BDA-BD26-ED0279E3DFB8}" srcOrd="1" destOrd="0" presId="urn:microsoft.com/office/officeart/2008/layout/LinedList"/>
    <dgm:cxn modelId="{B052487E-1BDE-44A3-B620-AF7A034A40C7}" type="presParOf" srcId="{B2FD5513-E974-41D3-8798-E7404D6C5921}" destId="{A548B9C0-35D4-4D26-BCEE-D131A04E240E}" srcOrd="2" destOrd="0" presId="urn:microsoft.com/office/officeart/2008/layout/LinedList"/>
    <dgm:cxn modelId="{C33348D7-605B-4E24-8318-BFE827BABAF7}" type="presParOf" srcId="{62FCDEAD-4FB4-4A53-B93D-76FE38EB1377}" destId="{9E81490E-50CB-4ACD-B6DE-5487051725B1}" srcOrd="5" destOrd="0" presId="urn:microsoft.com/office/officeart/2008/layout/LinedList"/>
    <dgm:cxn modelId="{3EE73C05-C86F-4340-93E0-3ED824ABA420}" type="presParOf" srcId="{62FCDEAD-4FB4-4A53-B93D-76FE38EB1377}" destId="{F88D1D1B-F4C0-4343-85D7-129EB439AB4B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6DF70D-0711-4D72-B4B7-35E3C917E5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BF51F0-6DDF-40A3-A652-8BC7F7515A99}">
      <dgm:prSet/>
      <dgm:spPr/>
      <dgm:t>
        <a:bodyPr/>
        <a:lstStyle/>
        <a:p>
          <a:r>
            <a:rPr lang="en-PK"/>
            <a:t>Correct sizing of VMs is essential for optimal resource utilization.</a:t>
          </a:r>
          <a:endParaRPr lang="en-US"/>
        </a:p>
      </dgm:t>
    </dgm:pt>
    <dgm:pt modelId="{A2921499-D4E9-4EDC-AA7C-F1CC3E9A5FE0}" type="parTrans" cxnId="{A27DE2EF-B393-4F80-9ACB-CD6B0AFCA760}">
      <dgm:prSet/>
      <dgm:spPr/>
      <dgm:t>
        <a:bodyPr/>
        <a:lstStyle/>
        <a:p>
          <a:endParaRPr lang="en-US"/>
        </a:p>
      </dgm:t>
    </dgm:pt>
    <dgm:pt modelId="{BC00DF46-2660-4317-8F36-2B248D544624}" type="sibTrans" cxnId="{A27DE2EF-B393-4F80-9ACB-CD6B0AFCA760}">
      <dgm:prSet/>
      <dgm:spPr/>
      <dgm:t>
        <a:bodyPr/>
        <a:lstStyle/>
        <a:p>
          <a:endParaRPr lang="en-US"/>
        </a:p>
      </dgm:t>
    </dgm:pt>
    <dgm:pt modelId="{B0986319-C176-421C-808A-ADD55266DDCE}">
      <dgm:prSet/>
      <dgm:spPr/>
      <dgm:t>
        <a:bodyPr/>
        <a:lstStyle/>
        <a:p>
          <a:r>
            <a:rPr lang="en-PK"/>
            <a:t>Over-provisioning and under-provisioning can lead to inefficiencies.</a:t>
          </a:r>
          <a:endParaRPr lang="en-US"/>
        </a:p>
      </dgm:t>
    </dgm:pt>
    <dgm:pt modelId="{06E20DF9-AD82-4D52-ACFD-D78F1F60C033}" type="parTrans" cxnId="{9532E3D0-7CED-4D97-8887-46938EF46E36}">
      <dgm:prSet/>
      <dgm:spPr/>
      <dgm:t>
        <a:bodyPr/>
        <a:lstStyle/>
        <a:p>
          <a:endParaRPr lang="en-US"/>
        </a:p>
      </dgm:t>
    </dgm:pt>
    <dgm:pt modelId="{96F2C7B6-924C-4052-A1B4-396BCE423160}" type="sibTrans" cxnId="{9532E3D0-7CED-4D97-8887-46938EF46E36}">
      <dgm:prSet/>
      <dgm:spPr/>
      <dgm:t>
        <a:bodyPr/>
        <a:lstStyle/>
        <a:p>
          <a:endParaRPr lang="en-US"/>
        </a:p>
      </dgm:t>
    </dgm:pt>
    <dgm:pt modelId="{D2720AD0-017C-46F5-A99A-DA1AFFE2700B}">
      <dgm:prSet/>
      <dgm:spPr/>
      <dgm:t>
        <a:bodyPr/>
        <a:lstStyle/>
        <a:p>
          <a:r>
            <a:rPr lang="en-PK"/>
            <a:t>Dynamic VM provisioning ensures resources match real-time demand.</a:t>
          </a:r>
          <a:endParaRPr lang="en-US"/>
        </a:p>
      </dgm:t>
    </dgm:pt>
    <dgm:pt modelId="{3D2A9E4F-4BBD-45F7-8170-329F3EEF0852}" type="parTrans" cxnId="{C53013C8-8FAC-4746-BB6B-AC251F14E8CA}">
      <dgm:prSet/>
      <dgm:spPr/>
      <dgm:t>
        <a:bodyPr/>
        <a:lstStyle/>
        <a:p>
          <a:endParaRPr lang="en-US"/>
        </a:p>
      </dgm:t>
    </dgm:pt>
    <dgm:pt modelId="{78C37FDE-FD34-47B7-B087-AD99801AD096}" type="sibTrans" cxnId="{C53013C8-8FAC-4746-BB6B-AC251F14E8CA}">
      <dgm:prSet/>
      <dgm:spPr/>
      <dgm:t>
        <a:bodyPr/>
        <a:lstStyle/>
        <a:p>
          <a:endParaRPr lang="en-US"/>
        </a:p>
      </dgm:t>
    </dgm:pt>
    <dgm:pt modelId="{77290097-68AD-449D-AE67-DDAD0196430C}">
      <dgm:prSet/>
      <dgm:spPr/>
      <dgm:t>
        <a:bodyPr/>
        <a:lstStyle/>
        <a:p>
          <a:r>
            <a:rPr lang="en-PK"/>
            <a:t>Proper VM sizing helps balance cost and performance.</a:t>
          </a:r>
          <a:endParaRPr lang="en-US"/>
        </a:p>
      </dgm:t>
    </dgm:pt>
    <dgm:pt modelId="{C9867F5A-608F-435D-987D-6279718631FB}" type="parTrans" cxnId="{97D84E2D-57C8-43CC-B3F8-B7A0757CC92A}">
      <dgm:prSet/>
      <dgm:spPr/>
      <dgm:t>
        <a:bodyPr/>
        <a:lstStyle/>
        <a:p>
          <a:endParaRPr lang="en-US"/>
        </a:p>
      </dgm:t>
    </dgm:pt>
    <dgm:pt modelId="{F657406E-85CB-4359-AFEC-74BA9187F212}" type="sibTrans" cxnId="{97D84E2D-57C8-43CC-B3F8-B7A0757CC92A}">
      <dgm:prSet/>
      <dgm:spPr/>
      <dgm:t>
        <a:bodyPr/>
        <a:lstStyle/>
        <a:p>
          <a:endParaRPr lang="en-US"/>
        </a:p>
      </dgm:t>
    </dgm:pt>
    <dgm:pt modelId="{E9137A24-092F-4335-8583-281A46ED9568}" type="pres">
      <dgm:prSet presAssocID="{5D6DF70D-0711-4D72-B4B7-35E3C917E56B}" presName="linear" presStyleCnt="0">
        <dgm:presLayoutVars>
          <dgm:animLvl val="lvl"/>
          <dgm:resizeHandles val="exact"/>
        </dgm:presLayoutVars>
      </dgm:prSet>
      <dgm:spPr/>
    </dgm:pt>
    <dgm:pt modelId="{8888A1C0-67B4-4890-91BE-740C9BDDD3F1}" type="pres">
      <dgm:prSet presAssocID="{3FBF51F0-6DDF-40A3-A652-8BC7F7515A9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8E3323-ABCF-454A-8473-355BCF2E4A00}" type="pres">
      <dgm:prSet presAssocID="{BC00DF46-2660-4317-8F36-2B248D544624}" presName="spacer" presStyleCnt="0"/>
      <dgm:spPr/>
    </dgm:pt>
    <dgm:pt modelId="{18B94036-212D-49B1-B4B6-F2B257FDE661}" type="pres">
      <dgm:prSet presAssocID="{B0986319-C176-421C-808A-ADD55266DDC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857880-9645-4169-9766-9D2BBA2E0AB4}" type="pres">
      <dgm:prSet presAssocID="{96F2C7B6-924C-4052-A1B4-396BCE423160}" presName="spacer" presStyleCnt="0"/>
      <dgm:spPr/>
    </dgm:pt>
    <dgm:pt modelId="{E799381F-3178-456D-ABDD-A5F818A40B41}" type="pres">
      <dgm:prSet presAssocID="{D2720AD0-017C-46F5-A99A-DA1AFFE270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30111F5-2ED5-4A3A-93CF-6771C0EA6EBE}" type="pres">
      <dgm:prSet presAssocID="{78C37FDE-FD34-47B7-B087-AD99801AD096}" presName="spacer" presStyleCnt="0"/>
      <dgm:spPr/>
    </dgm:pt>
    <dgm:pt modelId="{7F5C03AA-28E5-423A-AA29-FFD4968DAE60}" type="pres">
      <dgm:prSet presAssocID="{77290097-68AD-449D-AE67-DDAD019643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D84E2D-57C8-43CC-B3F8-B7A0757CC92A}" srcId="{5D6DF70D-0711-4D72-B4B7-35E3C917E56B}" destId="{77290097-68AD-449D-AE67-DDAD0196430C}" srcOrd="3" destOrd="0" parTransId="{C9867F5A-608F-435D-987D-6279718631FB}" sibTransId="{F657406E-85CB-4359-AFEC-74BA9187F212}"/>
    <dgm:cxn modelId="{3BBEAFB2-E6A6-4F62-B3D4-462AE2535025}" type="presOf" srcId="{D2720AD0-017C-46F5-A99A-DA1AFFE2700B}" destId="{E799381F-3178-456D-ABDD-A5F818A40B41}" srcOrd="0" destOrd="0" presId="urn:microsoft.com/office/officeart/2005/8/layout/vList2"/>
    <dgm:cxn modelId="{C53013C8-8FAC-4746-BB6B-AC251F14E8CA}" srcId="{5D6DF70D-0711-4D72-B4B7-35E3C917E56B}" destId="{D2720AD0-017C-46F5-A99A-DA1AFFE2700B}" srcOrd="2" destOrd="0" parTransId="{3D2A9E4F-4BBD-45F7-8170-329F3EEF0852}" sibTransId="{78C37FDE-FD34-47B7-B087-AD99801AD096}"/>
    <dgm:cxn modelId="{44D9E2CC-1EF9-457F-BB93-3B9F124FC875}" type="presOf" srcId="{77290097-68AD-449D-AE67-DDAD0196430C}" destId="{7F5C03AA-28E5-423A-AA29-FFD4968DAE60}" srcOrd="0" destOrd="0" presId="urn:microsoft.com/office/officeart/2005/8/layout/vList2"/>
    <dgm:cxn modelId="{9532E3D0-7CED-4D97-8887-46938EF46E36}" srcId="{5D6DF70D-0711-4D72-B4B7-35E3C917E56B}" destId="{B0986319-C176-421C-808A-ADD55266DDCE}" srcOrd="1" destOrd="0" parTransId="{06E20DF9-AD82-4D52-ACFD-D78F1F60C033}" sibTransId="{96F2C7B6-924C-4052-A1B4-396BCE423160}"/>
    <dgm:cxn modelId="{E981D1D5-1D01-4779-82C2-46FF6E2F73B8}" type="presOf" srcId="{3FBF51F0-6DDF-40A3-A652-8BC7F7515A99}" destId="{8888A1C0-67B4-4890-91BE-740C9BDDD3F1}" srcOrd="0" destOrd="0" presId="urn:microsoft.com/office/officeart/2005/8/layout/vList2"/>
    <dgm:cxn modelId="{8AD0E5E6-61D6-4F45-A679-12884579CADD}" type="presOf" srcId="{B0986319-C176-421C-808A-ADD55266DDCE}" destId="{18B94036-212D-49B1-B4B6-F2B257FDE661}" srcOrd="0" destOrd="0" presId="urn:microsoft.com/office/officeart/2005/8/layout/vList2"/>
    <dgm:cxn modelId="{A27DE2EF-B393-4F80-9ACB-CD6B0AFCA760}" srcId="{5D6DF70D-0711-4D72-B4B7-35E3C917E56B}" destId="{3FBF51F0-6DDF-40A3-A652-8BC7F7515A99}" srcOrd="0" destOrd="0" parTransId="{A2921499-D4E9-4EDC-AA7C-F1CC3E9A5FE0}" sibTransId="{BC00DF46-2660-4317-8F36-2B248D544624}"/>
    <dgm:cxn modelId="{4A0486F0-A140-4E4F-83E3-EC8F00F10B53}" type="presOf" srcId="{5D6DF70D-0711-4D72-B4B7-35E3C917E56B}" destId="{E9137A24-092F-4335-8583-281A46ED9568}" srcOrd="0" destOrd="0" presId="urn:microsoft.com/office/officeart/2005/8/layout/vList2"/>
    <dgm:cxn modelId="{2BC1D062-AA68-4ADD-AD94-E906E2ECB410}" type="presParOf" srcId="{E9137A24-092F-4335-8583-281A46ED9568}" destId="{8888A1C0-67B4-4890-91BE-740C9BDDD3F1}" srcOrd="0" destOrd="0" presId="urn:microsoft.com/office/officeart/2005/8/layout/vList2"/>
    <dgm:cxn modelId="{11B4C073-8AEE-4001-AEE7-BE330FB36C45}" type="presParOf" srcId="{E9137A24-092F-4335-8583-281A46ED9568}" destId="{CF8E3323-ABCF-454A-8473-355BCF2E4A00}" srcOrd="1" destOrd="0" presId="urn:microsoft.com/office/officeart/2005/8/layout/vList2"/>
    <dgm:cxn modelId="{1037D5DB-715A-4588-B9AA-923083AFAC24}" type="presParOf" srcId="{E9137A24-092F-4335-8583-281A46ED9568}" destId="{18B94036-212D-49B1-B4B6-F2B257FDE661}" srcOrd="2" destOrd="0" presId="urn:microsoft.com/office/officeart/2005/8/layout/vList2"/>
    <dgm:cxn modelId="{6A2F3FD3-D013-40F5-9E87-B8ED3BA5A866}" type="presParOf" srcId="{E9137A24-092F-4335-8583-281A46ED9568}" destId="{B9857880-9645-4169-9766-9D2BBA2E0AB4}" srcOrd="3" destOrd="0" presId="urn:microsoft.com/office/officeart/2005/8/layout/vList2"/>
    <dgm:cxn modelId="{838E8F8F-C26F-4035-B03B-CB7B82E45030}" type="presParOf" srcId="{E9137A24-092F-4335-8583-281A46ED9568}" destId="{E799381F-3178-456D-ABDD-A5F818A40B41}" srcOrd="4" destOrd="0" presId="urn:microsoft.com/office/officeart/2005/8/layout/vList2"/>
    <dgm:cxn modelId="{167BB9D3-3D10-4F1C-B09D-581F311D8611}" type="presParOf" srcId="{E9137A24-092F-4335-8583-281A46ED9568}" destId="{530111F5-2ED5-4A3A-93CF-6771C0EA6EBE}" srcOrd="5" destOrd="0" presId="urn:microsoft.com/office/officeart/2005/8/layout/vList2"/>
    <dgm:cxn modelId="{15AD7EA0-8467-49A6-9D69-A7E1AB4A9D17}" type="presParOf" srcId="{E9137A24-092F-4335-8583-281A46ED9568}" destId="{7F5C03AA-28E5-423A-AA29-FFD4968DAE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F4FFE-E4CF-40C2-9B23-BAA4B425DD88}">
      <dsp:nvSpPr>
        <dsp:cNvPr id="0" name=""/>
        <dsp:cNvSpPr/>
      </dsp:nvSpPr>
      <dsp:spPr>
        <a:xfrm>
          <a:off x="3446" y="97049"/>
          <a:ext cx="3360687" cy="43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Resource Pooling</a:t>
          </a:r>
          <a:endParaRPr lang="en-US" sz="1500" kern="1200"/>
        </a:p>
      </dsp:txBody>
      <dsp:txXfrm>
        <a:off x="3446" y="97049"/>
        <a:ext cx="3360687" cy="432000"/>
      </dsp:txXfrm>
    </dsp:sp>
    <dsp:sp modelId="{8049EC7E-4676-4666-9E32-D38AF1F46666}">
      <dsp:nvSpPr>
        <dsp:cNvPr id="0" name=""/>
        <dsp:cNvSpPr/>
      </dsp:nvSpPr>
      <dsp:spPr>
        <a:xfrm>
          <a:off x="3446" y="529049"/>
          <a:ext cx="3360687" cy="48406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 pooling is a core feature of cloud computing that allows cloud providers to serve multiple clients using shared physical resources.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Key Concepts: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Resources like computing power, storage, and network bandwidth are virtualized and pooled.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Clients use these virtual resources without being aware of the underlying physical infrastructure.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Key Benefits: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Increased resource utilization.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Cost-efficiency by eliminating idle resources.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Flexibility to meet fluctuating demands.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Example: Multiple virtual machines (VMs) running on a single physical server.</a:t>
          </a:r>
          <a:endParaRPr lang="en-US" sz="1500" kern="1200"/>
        </a:p>
      </dsp:txBody>
      <dsp:txXfrm>
        <a:off x="3446" y="529049"/>
        <a:ext cx="3360687" cy="4840635"/>
      </dsp:txXfrm>
    </dsp:sp>
    <dsp:sp modelId="{AC9BB4F1-0CA5-43DB-8194-A61886D47E79}">
      <dsp:nvSpPr>
        <dsp:cNvPr id="0" name=""/>
        <dsp:cNvSpPr/>
      </dsp:nvSpPr>
      <dsp:spPr>
        <a:xfrm>
          <a:off x="3834631" y="97049"/>
          <a:ext cx="3360687" cy="432000"/>
        </a:xfrm>
        <a:prstGeom prst="rect">
          <a:avLst/>
        </a:prstGeom>
        <a:solidFill>
          <a:schemeClr val="accent2">
            <a:hueOff val="-745210"/>
            <a:satOff val="-4879"/>
            <a:lumOff val="-1078"/>
            <a:alphaOff val="0"/>
          </a:schemeClr>
        </a:solidFill>
        <a:ln w="22225" cap="rnd" cmpd="sng" algn="ctr">
          <a:solidFill>
            <a:schemeClr val="accent2">
              <a:hueOff val="-745210"/>
              <a:satOff val="-4879"/>
              <a:lumOff val="-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Resource Sharing</a:t>
          </a:r>
          <a:endParaRPr lang="en-US" sz="1500" kern="1200"/>
        </a:p>
      </dsp:txBody>
      <dsp:txXfrm>
        <a:off x="3834631" y="97049"/>
        <a:ext cx="3360687" cy="432000"/>
      </dsp:txXfrm>
    </dsp:sp>
    <dsp:sp modelId="{CCD63A86-8947-42B6-8F99-2CAC7AB25C80}">
      <dsp:nvSpPr>
        <dsp:cNvPr id="0" name=""/>
        <dsp:cNvSpPr/>
      </dsp:nvSpPr>
      <dsp:spPr>
        <a:xfrm>
          <a:off x="3834631" y="529049"/>
          <a:ext cx="3360687" cy="4840635"/>
        </a:xfrm>
        <a:prstGeom prst="rect">
          <a:avLst/>
        </a:prstGeom>
        <a:solidFill>
          <a:schemeClr val="accent2">
            <a:tint val="40000"/>
            <a:alpha val="90000"/>
            <a:hueOff val="-847441"/>
            <a:satOff val="-4093"/>
            <a:lumOff val="-338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847441"/>
              <a:satOff val="-4093"/>
              <a:lumOff val="-3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 sharing allows multiple clients or workloads to use the same set of physical resources.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Benefits: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Higher Utilization Rates: Shared resources ensure maximum usage of physical infrastructure, reducing idle time.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Cost Efficiency: Instead of each client needing separate resources, they share resources, driving down costs.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Elasticity: Resources are dynamically allocated based on demand.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Example: A cloud provider like AWS or Azure shares physical servers among numerous clients using virtualization technologies.</a:t>
          </a:r>
          <a:endParaRPr lang="en-US" sz="1500" kern="1200"/>
        </a:p>
      </dsp:txBody>
      <dsp:txXfrm>
        <a:off x="3834631" y="529049"/>
        <a:ext cx="3360687" cy="4840635"/>
      </dsp:txXfrm>
    </dsp:sp>
    <dsp:sp modelId="{2E2AD24D-64F5-40A5-82F8-EDC0665D696E}">
      <dsp:nvSpPr>
        <dsp:cNvPr id="0" name=""/>
        <dsp:cNvSpPr/>
      </dsp:nvSpPr>
      <dsp:spPr>
        <a:xfrm>
          <a:off x="7665815" y="97049"/>
          <a:ext cx="3360687" cy="432000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Dynamic Resource Provisioning</a:t>
          </a:r>
          <a:endParaRPr lang="en-US" sz="1500" kern="1200"/>
        </a:p>
      </dsp:txBody>
      <dsp:txXfrm>
        <a:off x="7665815" y="97049"/>
        <a:ext cx="3360687" cy="432000"/>
      </dsp:txXfrm>
    </dsp:sp>
    <dsp:sp modelId="{07EC9856-41B4-4260-959C-E614CB796E5E}">
      <dsp:nvSpPr>
        <dsp:cNvPr id="0" name=""/>
        <dsp:cNvSpPr/>
      </dsp:nvSpPr>
      <dsp:spPr>
        <a:xfrm>
          <a:off x="7665815" y="529049"/>
          <a:ext cx="3360687" cy="4840635"/>
        </a:xfrm>
        <a:prstGeom prst="rect">
          <a:avLst/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Dynamic Provisioning: The ability of the cloud provider to allocate or release resources on demand, ensuring the right amount of resources is available at any time.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How It Works: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 dirty="0"/>
            <a:t>Resources are provisioned when an application or client needs more capacity.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Resources are de-provisioned when demand decreases, ensuring efficiency.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Advantages: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No need for over-provisioning hardware.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Reduces costs and improves agility.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Perfect for workloads with varying resource demands.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Example: A retail website may require more server capacity during the holiday season and less afterward.</a:t>
          </a:r>
          <a:endParaRPr lang="en-US" sz="1500" kern="1200"/>
        </a:p>
      </dsp:txBody>
      <dsp:txXfrm>
        <a:off x="7665815" y="529049"/>
        <a:ext cx="3360687" cy="4840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325D9-80D8-422C-AD17-53376439DD37}">
      <dsp:nvSpPr>
        <dsp:cNvPr id="0" name=""/>
        <dsp:cNvSpPr/>
      </dsp:nvSpPr>
      <dsp:spPr>
        <a:xfrm>
          <a:off x="6363" y="49811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4DF27-2681-4D03-B4B3-C158EFE6292E}">
      <dsp:nvSpPr>
        <dsp:cNvPr id="0" name=""/>
        <dsp:cNvSpPr/>
      </dsp:nvSpPr>
      <dsp:spPr>
        <a:xfrm>
          <a:off x="312648" y="356096"/>
          <a:ext cx="845930" cy="8459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D5296-AD36-4958-8797-60C041CAC50E}">
      <dsp:nvSpPr>
        <dsp:cNvPr id="0" name=""/>
        <dsp:cNvSpPr/>
      </dsp:nvSpPr>
      <dsp:spPr>
        <a:xfrm>
          <a:off x="1777400" y="49811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/>
            <a:t>Automated process using artificial intelligence (AI).</a:t>
          </a:r>
          <a:endParaRPr lang="en-US" sz="2400" kern="1200"/>
        </a:p>
      </dsp:txBody>
      <dsp:txXfrm>
        <a:off x="1777400" y="49811"/>
        <a:ext cx="3437893" cy="1458500"/>
      </dsp:txXfrm>
    </dsp:sp>
    <dsp:sp modelId="{D9FB6927-8223-436F-A837-24E3BD2FBA26}">
      <dsp:nvSpPr>
        <dsp:cNvPr id="0" name=""/>
        <dsp:cNvSpPr/>
      </dsp:nvSpPr>
      <dsp:spPr>
        <a:xfrm>
          <a:off x="5814320" y="49811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6A273B-27C9-4565-9834-24B4EF92EFFF}">
      <dsp:nvSpPr>
        <dsp:cNvPr id="0" name=""/>
        <dsp:cNvSpPr/>
      </dsp:nvSpPr>
      <dsp:spPr>
        <a:xfrm>
          <a:off x="6120606" y="356096"/>
          <a:ext cx="845930" cy="8459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A058A-D743-4D27-910E-59B12E8B6AFE}">
      <dsp:nvSpPr>
        <dsp:cNvPr id="0" name=""/>
        <dsp:cNvSpPr/>
      </dsp:nvSpPr>
      <dsp:spPr>
        <a:xfrm>
          <a:off x="7585357" y="49811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/>
            <a:t>Cloud providers allocate resources based on demand.</a:t>
          </a:r>
          <a:endParaRPr lang="en-US" sz="2400" kern="1200"/>
        </a:p>
      </dsp:txBody>
      <dsp:txXfrm>
        <a:off x="7585357" y="49811"/>
        <a:ext cx="3437893" cy="1458500"/>
      </dsp:txXfrm>
    </dsp:sp>
    <dsp:sp modelId="{2AEA6736-EF7C-4767-8FDA-F88902F4A604}">
      <dsp:nvSpPr>
        <dsp:cNvPr id="0" name=""/>
        <dsp:cNvSpPr/>
      </dsp:nvSpPr>
      <dsp:spPr>
        <a:xfrm>
          <a:off x="6363" y="2126174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49D59-2D41-4D5D-A4EB-DF13452AC09B}">
      <dsp:nvSpPr>
        <dsp:cNvPr id="0" name=""/>
        <dsp:cNvSpPr/>
      </dsp:nvSpPr>
      <dsp:spPr>
        <a:xfrm>
          <a:off x="312648" y="2432459"/>
          <a:ext cx="845930" cy="8459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01EB9-F258-41AC-ACA6-8AB3C8BAC04E}">
      <dsp:nvSpPr>
        <dsp:cNvPr id="0" name=""/>
        <dsp:cNvSpPr/>
      </dsp:nvSpPr>
      <dsp:spPr>
        <a:xfrm>
          <a:off x="1777400" y="2126174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/>
            <a:t>Resources are pooled and shared, allowing dynamic allocation.</a:t>
          </a:r>
          <a:endParaRPr lang="en-US" sz="2400" kern="1200"/>
        </a:p>
      </dsp:txBody>
      <dsp:txXfrm>
        <a:off x="1777400" y="2126174"/>
        <a:ext cx="3437893" cy="1458500"/>
      </dsp:txXfrm>
    </dsp:sp>
    <dsp:sp modelId="{F3CF121F-9C75-49AB-85FD-6CEED69774CA}">
      <dsp:nvSpPr>
        <dsp:cNvPr id="0" name=""/>
        <dsp:cNvSpPr/>
      </dsp:nvSpPr>
      <dsp:spPr>
        <a:xfrm>
          <a:off x="5814320" y="2126174"/>
          <a:ext cx="1458500" cy="1458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D1120-EA80-425D-ADB6-DD28B91241A6}">
      <dsp:nvSpPr>
        <dsp:cNvPr id="0" name=""/>
        <dsp:cNvSpPr/>
      </dsp:nvSpPr>
      <dsp:spPr>
        <a:xfrm>
          <a:off x="6120606" y="2432459"/>
          <a:ext cx="845930" cy="8459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E6B18-BD7D-451D-A896-80A323AF7DAB}">
      <dsp:nvSpPr>
        <dsp:cNvPr id="0" name=""/>
        <dsp:cNvSpPr/>
      </dsp:nvSpPr>
      <dsp:spPr>
        <a:xfrm>
          <a:off x="7585357" y="2126174"/>
          <a:ext cx="3437893" cy="145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400" kern="1200"/>
            <a:t>Minimizes resource waste and optimizes application performance.</a:t>
          </a:r>
          <a:endParaRPr lang="en-US" sz="2400" kern="1200"/>
        </a:p>
      </dsp:txBody>
      <dsp:txXfrm>
        <a:off x="7585357" y="2126174"/>
        <a:ext cx="3437893" cy="1458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C327D-0244-48AB-8BBA-F167B21D8462}">
      <dsp:nvSpPr>
        <dsp:cNvPr id="0" name=""/>
        <dsp:cNvSpPr/>
      </dsp:nvSpPr>
      <dsp:spPr>
        <a:xfrm>
          <a:off x="790816" y="764543"/>
          <a:ext cx="1069582" cy="1069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46DFB-568E-4758-821A-94A891E8145A}">
      <dsp:nvSpPr>
        <dsp:cNvPr id="0" name=""/>
        <dsp:cNvSpPr/>
      </dsp:nvSpPr>
      <dsp:spPr>
        <a:xfrm>
          <a:off x="137182" y="2149942"/>
          <a:ext cx="23768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SLAs define the expected resource capacity for applications.</a:t>
          </a:r>
          <a:endParaRPr lang="en-US" sz="1500" kern="1200"/>
        </a:p>
      </dsp:txBody>
      <dsp:txXfrm>
        <a:off x="137182" y="2149942"/>
        <a:ext cx="2376850" cy="720000"/>
      </dsp:txXfrm>
    </dsp:sp>
    <dsp:sp modelId="{D834D45F-5889-4512-924B-16CCD55F2027}">
      <dsp:nvSpPr>
        <dsp:cNvPr id="0" name=""/>
        <dsp:cNvSpPr/>
      </dsp:nvSpPr>
      <dsp:spPr>
        <a:xfrm>
          <a:off x="3583616" y="764543"/>
          <a:ext cx="1069582" cy="1069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526DC-3949-48CB-8E6D-F4A5E2F9DC38}">
      <dsp:nvSpPr>
        <dsp:cNvPr id="0" name=""/>
        <dsp:cNvSpPr/>
      </dsp:nvSpPr>
      <dsp:spPr>
        <a:xfrm>
          <a:off x="2929982" y="2149942"/>
          <a:ext cx="23768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Cloud providers plan resources based on combined SLAs.</a:t>
          </a:r>
          <a:endParaRPr lang="en-US" sz="1500" kern="1200"/>
        </a:p>
      </dsp:txBody>
      <dsp:txXfrm>
        <a:off x="2929982" y="2149942"/>
        <a:ext cx="2376850" cy="720000"/>
      </dsp:txXfrm>
    </dsp:sp>
    <dsp:sp modelId="{0ACD7425-3B9A-4895-8D3A-C89E25B4507B}">
      <dsp:nvSpPr>
        <dsp:cNvPr id="0" name=""/>
        <dsp:cNvSpPr/>
      </dsp:nvSpPr>
      <dsp:spPr>
        <a:xfrm>
          <a:off x="6376415" y="764543"/>
          <a:ext cx="1069582" cy="10695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32471-5800-42A4-BF7C-13373342A280}">
      <dsp:nvSpPr>
        <dsp:cNvPr id="0" name=""/>
        <dsp:cNvSpPr/>
      </dsp:nvSpPr>
      <dsp:spPr>
        <a:xfrm>
          <a:off x="5722781" y="2149942"/>
          <a:ext cx="23768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Provisioning algorithms dynamically map VMs to physical resources.</a:t>
          </a:r>
          <a:endParaRPr lang="en-US" sz="1500" kern="1200"/>
        </a:p>
      </dsp:txBody>
      <dsp:txXfrm>
        <a:off x="5722781" y="2149942"/>
        <a:ext cx="2376850" cy="720000"/>
      </dsp:txXfrm>
    </dsp:sp>
    <dsp:sp modelId="{320818D1-459F-4189-9F81-759987141657}">
      <dsp:nvSpPr>
        <dsp:cNvPr id="0" name=""/>
        <dsp:cNvSpPr/>
      </dsp:nvSpPr>
      <dsp:spPr>
        <a:xfrm>
          <a:off x="9169215" y="764543"/>
          <a:ext cx="1069582" cy="10695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28ADA-DB8C-4F7D-A9BC-9CF586B70512}">
      <dsp:nvSpPr>
        <dsp:cNvPr id="0" name=""/>
        <dsp:cNvSpPr/>
      </dsp:nvSpPr>
      <dsp:spPr>
        <a:xfrm>
          <a:off x="8515581" y="2149942"/>
          <a:ext cx="23768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Efficient resource estimation ensures smooth performance.</a:t>
          </a:r>
          <a:endParaRPr lang="en-US" sz="1500" kern="1200"/>
        </a:p>
      </dsp:txBody>
      <dsp:txXfrm>
        <a:off x="8515581" y="2149942"/>
        <a:ext cx="23768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51A66-C4CB-40F8-9E9D-7B055F0C2E05}">
      <dsp:nvSpPr>
        <dsp:cNvPr id="0" name=""/>
        <dsp:cNvSpPr/>
      </dsp:nvSpPr>
      <dsp:spPr>
        <a:xfrm>
          <a:off x="0" y="250041"/>
          <a:ext cx="7012370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Suitable for predictable workloads.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 allocation happens once during application start.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No runtime decision overhead but cannot adapt to changing demands.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Can lead to over-provisioning or under-provisioning issues.</a:t>
          </a:r>
          <a:endParaRPr lang="en-US" sz="1500" kern="1200"/>
        </a:p>
      </dsp:txBody>
      <dsp:txXfrm>
        <a:off x="0" y="250041"/>
        <a:ext cx="7012370" cy="1370250"/>
      </dsp:txXfrm>
    </dsp:sp>
    <dsp:sp modelId="{CABA689F-2A58-48D4-939C-CB6DD29ED852}">
      <dsp:nvSpPr>
        <dsp:cNvPr id="0" name=""/>
        <dsp:cNvSpPr/>
      </dsp:nvSpPr>
      <dsp:spPr>
        <a:xfrm>
          <a:off x="350618" y="28641"/>
          <a:ext cx="4908659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Static Resource Provisioning</a:t>
          </a:r>
          <a:endParaRPr lang="en-US" sz="1500" kern="1200"/>
        </a:p>
      </dsp:txBody>
      <dsp:txXfrm>
        <a:off x="372234" y="50257"/>
        <a:ext cx="4865427" cy="399568"/>
      </dsp:txXfrm>
    </dsp:sp>
    <dsp:sp modelId="{D10C877E-3D05-473F-940D-9DFEE8058CFD}">
      <dsp:nvSpPr>
        <dsp:cNvPr id="0" name=""/>
        <dsp:cNvSpPr/>
      </dsp:nvSpPr>
      <dsp:spPr>
        <a:xfrm>
          <a:off x="0" y="1922691"/>
          <a:ext cx="7012370" cy="1606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Resources allocated and de-allocated based on current demand.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Provides elasticity, enabling applications to scale up or down.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Resources are pooled and shared, minimizing wastage.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 dirty="0"/>
            <a:t>Suitable for fluctuating workloads but introduces runtime decision overhead.</a:t>
          </a:r>
          <a:endParaRPr lang="en-US" sz="1500" kern="1200" dirty="0"/>
        </a:p>
      </dsp:txBody>
      <dsp:txXfrm>
        <a:off x="0" y="1922691"/>
        <a:ext cx="7012370" cy="1606500"/>
      </dsp:txXfrm>
    </dsp:sp>
    <dsp:sp modelId="{577D5FD6-920E-4165-8B7B-42FCCDAB9792}">
      <dsp:nvSpPr>
        <dsp:cNvPr id="0" name=""/>
        <dsp:cNvSpPr/>
      </dsp:nvSpPr>
      <dsp:spPr>
        <a:xfrm>
          <a:off x="350618" y="1701291"/>
          <a:ext cx="4908659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Dynamic Resource Provisioning</a:t>
          </a:r>
          <a:endParaRPr lang="en-US" sz="1500" kern="1200"/>
        </a:p>
      </dsp:txBody>
      <dsp:txXfrm>
        <a:off x="372234" y="1722907"/>
        <a:ext cx="4865427" cy="399568"/>
      </dsp:txXfrm>
    </dsp:sp>
    <dsp:sp modelId="{A57B1975-84A5-4E74-94AB-7AFDC0479393}">
      <dsp:nvSpPr>
        <dsp:cNvPr id="0" name=""/>
        <dsp:cNvSpPr/>
      </dsp:nvSpPr>
      <dsp:spPr>
        <a:xfrm>
          <a:off x="0" y="3831592"/>
          <a:ext cx="7012370" cy="1606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4238" tIns="312420" rIns="54423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Combines static and dynamic approaches.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Initial resource allocation is static; dynamic adjustments occur during runtime.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Addresses the challenges of real-time workload changes.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1500" kern="1200"/>
            <a:t>Balances resource utilization and system performance.</a:t>
          </a:r>
          <a:endParaRPr lang="en-US" sz="1500" kern="1200"/>
        </a:p>
      </dsp:txBody>
      <dsp:txXfrm>
        <a:off x="0" y="3831592"/>
        <a:ext cx="7012370" cy="1606500"/>
      </dsp:txXfrm>
    </dsp:sp>
    <dsp:sp modelId="{1A72A6D0-BCE7-456E-A15C-02B91A26FBB6}">
      <dsp:nvSpPr>
        <dsp:cNvPr id="0" name=""/>
        <dsp:cNvSpPr/>
      </dsp:nvSpPr>
      <dsp:spPr>
        <a:xfrm>
          <a:off x="350618" y="3610192"/>
          <a:ext cx="4908659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kern="1200"/>
            <a:t>Hybrid Resource Provisioning</a:t>
          </a:r>
          <a:endParaRPr lang="en-US" sz="1500" kern="1200"/>
        </a:p>
      </dsp:txBody>
      <dsp:txXfrm>
        <a:off x="372234" y="3631808"/>
        <a:ext cx="4865427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77C32-59EE-425A-8FA5-0201E91CEC57}">
      <dsp:nvSpPr>
        <dsp:cNvPr id="0" name=""/>
        <dsp:cNvSpPr/>
      </dsp:nvSpPr>
      <dsp:spPr>
        <a:xfrm>
          <a:off x="53" y="11872"/>
          <a:ext cx="5154131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Static Provisioning:</a:t>
          </a:r>
        </a:p>
      </dsp:txBody>
      <dsp:txXfrm>
        <a:off x="53" y="11872"/>
        <a:ext cx="5154131" cy="835200"/>
      </dsp:txXfrm>
    </dsp:sp>
    <dsp:sp modelId="{56EBE86A-9B90-433A-8EB2-51876B74A249}">
      <dsp:nvSpPr>
        <dsp:cNvPr id="0" name=""/>
        <dsp:cNvSpPr/>
      </dsp:nvSpPr>
      <dsp:spPr>
        <a:xfrm>
          <a:off x="53" y="847072"/>
          <a:ext cx="5154131" cy="29553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One-time resource allocation.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No elasticity or scaling.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No runtime overhead.</a:t>
          </a:r>
        </a:p>
      </dsp:txBody>
      <dsp:txXfrm>
        <a:off x="53" y="847072"/>
        <a:ext cx="5154131" cy="2955335"/>
      </dsp:txXfrm>
    </dsp:sp>
    <dsp:sp modelId="{CC7A6442-8559-40F7-968C-9D0A4FA90BC4}">
      <dsp:nvSpPr>
        <dsp:cNvPr id="0" name=""/>
        <dsp:cNvSpPr/>
      </dsp:nvSpPr>
      <dsp:spPr>
        <a:xfrm>
          <a:off x="5875764" y="11872"/>
          <a:ext cx="5154131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Dynamic Provisioning:</a:t>
          </a:r>
        </a:p>
      </dsp:txBody>
      <dsp:txXfrm>
        <a:off x="5875764" y="11872"/>
        <a:ext cx="5154131" cy="835200"/>
      </dsp:txXfrm>
    </dsp:sp>
    <dsp:sp modelId="{8BE47BE1-9ADC-4278-B5B2-6C53806769E3}">
      <dsp:nvSpPr>
        <dsp:cNvPr id="0" name=""/>
        <dsp:cNvSpPr/>
      </dsp:nvSpPr>
      <dsp:spPr>
        <a:xfrm>
          <a:off x="5875764" y="847072"/>
          <a:ext cx="5154131" cy="29553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Resources adjusted based on demand.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Elastic and scalable.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Runtime overhead due to resource allocation decisions.</a:t>
          </a:r>
        </a:p>
      </dsp:txBody>
      <dsp:txXfrm>
        <a:off x="5875764" y="847072"/>
        <a:ext cx="5154131" cy="29553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56C216-60C3-44BA-9D57-92E6E5A27BF9}">
      <dsp:nvSpPr>
        <dsp:cNvPr id="0" name=""/>
        <dsp:cNvSpPr/>
      </dsp:nvSpPr>
      <dsp:spPr>
        <a:xfrm>
          <a:off x="53" y="48325"/>
          <a:ext cx="5154131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kern="1200"/>
            <a:t>Resource Under-provisioning</a:t>
          </a:r>
          <a:endParaRPr lang="en-US" sz="2100" kern="1200"/>
        </a:p>
      </dsp:txBody>
      <dsp:txXfrm>
        <a:off x="53" y="48325"/>
        <a:ext cx="5154131" cy="604800"/>
      </dsp:txXfrm>
    </dsp:sp>
    <dsp:sp modelId="{47684834-BD2D-475E-A55A-DE0BCEC2FAAC}">
      <dsp:nvSpPr>
        <dsp:cNvPr id="0" name=""/>
        <dsp:cNvSpPr/>
      </dsp:nvSpPr>
      <dsp:spPr>
        <a:xfrm>
          <a:off x="53" y="653125"/>
          <a:ext cx="5154131" cy="31128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Occurs when resources are insufficient for application demand.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Leads to performance degradation and application slowdowns.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Requires careful planning to prevent resource shortages.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Often addressed with dynamic provisioning techniques.</a:t>
          </a:r>
          <a:endParaRPr lang="en-US" sz="2100" kern="1200"/>
        </a:p>
      </dsp:txBody>
      <dsp:txXfrm>
        <a:off x="53" y="653125"/>
        <a:ext cx="5154131" cy="3112829"/>
      </dsp:txXfrm>
    </dsp:sp>
    <dsp:sp modelId="{B55FF861-7878-43CE-B33D-351E1B3B94D3}">
      <dsp:nvSpPr>
        <dsp:cNvPr id="0" name=""/>
        <dsp:cNvSpPr/>
      </dsp:nvSpPr>
      <dsp:spPr>
        <a:xfrm>
          <a:off x="5875764" y="48325"/>
          <a:ext cx="5154131" cy="604800"/>
        </a:xfrm>
        <a:prstGeom prst="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accent2">
              <a:hueOff val="-1490421"/>
              <a:satOff val="-9757"/>
              <a:lumOff val="-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100" kern="1200"/>
            <a:t>Resource Over-provisioning</a:t>
          </a:r>
          <a:endParaRPr lang="en-US" sz="2100" kern="1200"/>
        </a:p>
      </dsp:txBody>
      <dsp:txXfrm>
        <a:off x="5875764" y="48325"/>
        <a:ext cx="5154131" cy="604800"/>
      </dsp:txXfrm>
    </dsp:sp>
    <dsp:sp modelId="{598B1777-455D-4A9B-A18B-6AEC18751CDA}">
      <dsp:nvSpPr>
        <dsp:cNvPr id="0" name=""/>
        <dsp:cNvSpPr/>
      </dsp:nvSpPr>
      <dsp:spPr>
        <a:xfrm>
          <a:off x="5875764" y="653125"/>
          <a:ext cx="5154131" cy="3112829"/>
        </a:xfrm>
        <a:prstGeom prst="rect">
          <a:avLst/>
        </a:prstGeom>
        <a:solidFill>
          <a:schemeClr val="accent2">
            <a:tint val="40000"/>
            <a:alpha val="90000"/>
            <a:hueOff val="-1694883"/>
            <a:satOff val="-8186"/>
            <a:lumOff val="-676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-1694883"/>
              <a:satOff val="-8186"/>
              <a:lumOff val="-6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Resources exceed actual demand, leading to wastage.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Increases costs without benefiting performance.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Common in static provisioning models to avoid under-provisioning.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2100" kern="1200"/>
            <a:t>Dynamic provisioning mitigates this issue by returning unused resources to the pool.</a:t>
          </a:r>
          <a:endParaRPr lang="en-US" sz="2100" kern="1200"/>
        </a:p>
      </dsp:txBody>
      <dsp:txXfrm>
        <a:off x="5875764" y="653125"/>
        <a:ext cx="5154131" cy="31128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FF7B67-F38E-468F-9B1D-6EE8414897A5}">
      <dsp:nvSpPr>
        <dsp:cNvPr id="0" name=""/>
        <dsp:cNvSpPr/>
      </dsp:nvSpPr>
      <dsp:spPr>
        <a:xfrm>
          <a:off x="0" y="0"/>
          <a:ext cx="701237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E6564-7507-464C-B756-DB6DD96D73C4}">
      <dsp:nvSpPr>
        <dsp:cNvPr id="0" name=""/>
        <dsp:cNvSpPr/>
      </dsp:nvSpPr>
      <dsp:spPr>
        <a:xfrm>
          <a:off x="0" y="0"/>
          <a:ext cx="1402474" cy="235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1900" kern="1200"/>
            <a:t>Short-Term On-Demand Plan:</a:t>
          </a:r>
          <a:endParaRPr lang="en-US" sz="1900" kern="1200"/>
        </a:p>
      </dsp:txBody>
      <dsp:txXfrm>
        <a:off x="0" y="0"/>
        <a:ext cx="1402474" cy="2354565"/>
      </dsp:txXfrm>
    </dsp:sp>
    <dsp:sp modelId="{74C787F4-A050-40F6-9026-59EEEFFB7FC5}">
      <dsp:nvSpPr>
        <dsp:cNvPr id="0" name=""/>
        <dsp:cNvSpPr/>
      </dsp:nvSpPr>
      <dsp:spPr>
        <a:xfrm>
          <a:off x="1507659" y="54725"/>
          <a:ext cx="5504710" cy="10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Resources are provisioned as needed, with pay-per-usage pricing.</a:t>
          </a:r>
          <a:endParaRPr lang="en-US" sz="2700" kern="1200"/>
        </a:p>
      </dsp:txBody>
      <dsp:txXfrm>
        <a:off x="1507659" y="54725"/>
        <a:ext cx="5504710" cy="1094505"/>
      </dsp:txXfrm>
    </dsp:sp>
    <dsp:sp modelId="{83044389-F8AC-4524-86C4-A05FE06569D4}">
      <dsp:nvSpPr>
        <dsp:cNvPr id="0" name=""/>
        <dsp:cNvSpPr/>
      </dsp:nvSpPr>
      <dsp:spPr>
        <a:xfrm>
          <a:off x="1402474" y="1149230"/>
          <a:ext cx="560989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D2F51-F80B-4590-BE36-18EE0945EC5E}">
      <dsp:nvSpPr>
        <dsp:cNvPr id="0" name=""/>
        <dsp:cNvSpPr/>
      </dsp:nvSpPr>
      <dsp:spPr>
        <a:xfrm>
          <a:off x="1507659" y="1203955"/>
          <a:ext cx="5504710" cy="10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Dynamic provisioning approach, ideal for fluctuating demand.</a:t>
          </a:r>
          <a:endParaRPr lang="en-US" sz="2700" kern="1200"/>
        </a:p>
      </dsp:txBody>
      <dsp:txXfrm>
        <a:off x="1507659" y="1203955"/>
        <a:ext cx="5504710" cy="1094505"/>
      </dsp:txXfrm>
    </dsp:sp>
    <dsp:sp modelId="{6B88C3D9-28A4-4434-91B0-59D5BE4F7275}">
      <dsp:nvSpPr>
        <dsp:cNvPr id="0" name=""/>
        <dsp:cNvSpPr/>
      </dsp:nvSpPr>
      <dsp:spPr>
        <a:xfrm>
          <a:off x="1402474" y="2298460"/>
          <a:ext cx="560989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F1AD0-7664-4DB3-A078-BCF57D075FE1}">
      <dsp:nvSpPr>
        <dsp:cNvPr id="0" name=""/>
        <dsp:cNvSpPr/>
      </dsp:nvSpPr>
      <dsp:spPr>
        <a:xfrm>
          <a:off x="0" y="2354565"/>
          <a:ext cx="701237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BE3F7-58C5-43FC-BD7A-3A1D276E167B}">
      <dsp:nvSpPr>
        <dsp:cNvPr id="0" name=""/>
        <dsp:cNvSpPr/>
      </dsp:nvSpPr>
      <dsp:spPr>
        <a:xfrm>
          <a:off x="0" y="2354565"/>
          <a:ext cx="1402474" cy="2354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PK" sz="1900" kern="1200"/>
            <a:t>Long-Term Reservation Plan:</a:t>
          </a:r>
          <a:endParaRPr lang="en-US" sz="1900" kern="1200"/>
        </a:p>
      </dsp:txBody>
      <dsp:txXfrm>
        <a:off x="0" y="2354565"/>
        <a:ext cx="1402474" cy="2354565"/>
      </dsp:txXfrm>
    </dsp:sp>
    <dsp:sp modelId="{0DAC18A3-BC01-45E7-9132-EB395E19FCAE}">
      <dsp:nvSpPr>
        <dsp:cNvPr id="0" name=""/>
        <dsp:cNvSpPr/>
      </dsp:nvSpPr>
      <dsp:spPr>
        <a:xfrm>
          <a:off x="1507659" y="2409290"/>
          <a:ext cx="5504710" cy="10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Resources are reserved in advance, reducing computational complexity.</a:t>
          </a:r>
          <a:endParaRPr lang="en-US" sz="2700" kern="1200"/>
        </a:p>
      </dsp:txBody>
      <dsp:txXfrm>
        <a:off x="1507659" y="2409290"/>
        <a:ext cx="5504710" cy="1094505"/>
      </dsp:txXfrm>
    </dsp:sp>
    <dsp:sp modelId="{FB961F0B-6918-4DE3-8227-5889FD9047C1}">
      <dsp:nvSpPr>
        <dsp:cNvPr id="0" name=""/>
        <dsp:cNvSpPr/>
      </dsp:nvSpPr>
      <dsp:spPr>
        <a:xfrm>
          <a:off x="1402474" y="3503795"/>
          <a:ext cx="560989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4EAC0-DA78-4BDA-BD26-ED0279E3DFB8}">
      <dsp:nvSpPr>
        <dsp:cNvPr id="0" name=""/>
        <dsp:cNvSpPr/>
      </dsp:nvSpPr>
      <dsp:spPr>
        <a:xfrm>
          <a:off x="1507659" y="3558521"/>
          <a:ext cx="5504710" cy="1094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700" kern="1200"/>
            <a:t>Fixed pricing for a set period, suitable for predictable workloads.</a:t>
          </a:r>
          <a:endParaRPr lang="en-US" sz="2700" kern="1200"/>
        </a:p>
      </dsp:txBody>
      <dsp:txXfrm>
        <a:off x="1507659" y="3558521"/>
        <a:ext cx="5504710" cy="1094505"/>
      </dsp:txXfrm>
    </dsp:sp>
    <dsp:sp modelId="{9E81490E-50CB-4ACD-B6DE-5487051725B1}">
      <dsp:nvSpPr>
        <dsp:cNvPr id="0" name=""/>
        <dsp:cNvSpPr/>
      </dsp:nvSpPr>
      <dsp:spPr>
        <a:xfrm>
          <a:off x="1402474" y="4653026"/>
          <a:ext cx="560989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8A1C0-67B4-4890-91BE-740C9BDDD3F1}">
      <dsp:nvSpPr>
        <dsp:cNvPr id="0" name=""/>
        <dsp:cNvSpPr/>
      </dsp:nvSpPr>
      <dsp:spPr>
        <a:xfrm>
          <a:off x="0" y="5925"/>
          <a:ext cx="7012370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800" kern="1200"/>
            <a:t>Correct sizing of VMs is essential for optimal resource utilization.</a:t>
          </a:r>
          <a:endParaRPr lang="en-US" sz="2800" kern="1200"/>
        </a:p>
      </dsp:txBody>
      <dsp:txXfrm>
        <a:off x="54373" y="60298"/>
        <a:ext cx="6903624" cy="1005094"/>
      </dsp:txXfrm>
    </dsp:sp>
    <dsp:sp modelId="{18B94036-212D-49B1-B4B6-F2B257FDE661}">
      <dsp:nvSpPr>
        <dsp:cNvPr id="0" name=""/>
        <dsp:cNvSpPr/>
      </dsp:nvSpPr>
      <dsp:spPr>
        <a:xfrm>
          <a:off x="0" y="1200405"/>
          <a:ext cx="7012370" cy="1113840"/>
        </a:xfrm>
        <a:prstGeom prst="roundRect">
          <a:avLst/>
        </a:prstGeom>
        <a:solidFill>
          <a:schemeClr val="accent2">
            <a:hueOff val="-496807"/>
            <a:satOff val="-3252"/>
            <a:lumOff val="-719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800" kern="1200"/>
            <a:t>Over-provisioning and under-provisioning can lead to inefficiencies.</a:t>
          </a:r>
          <a:endParaRPr lang="en-US" sz="2800" kern="1200"/>
        </a:p>
      </dsp:txBody>
      <dsp:txXfrm>
        <a:off x="54373" y="1254778"/>
        <a:ext cx="6903624" cy="1005094"/>
      </dsp:txXfrm>
    </dsp:sp>
    <dsp:sp modelId="{E799381F-3178-456D-ABDD-A5F818A40B41}">
      <dsp:nvSpPr>
        <dsp:cNvPr id="0" name=""/>
        <dsp:cNvSpPr/>
      </dsp:nvSpPr>
      <dsp:spPr>
        <a:xfrm>
          <a:off x="0" y="2394885"/>
          <a:ext cx="7012370" cy="1113840"/>
        </a:xfrm>
        <a:prstGeom prst="roundRect">
          <a:avLst/>
        </a:prstGeom>
        <a:solidFill>
          <a:schemeClr val="accent2">
            <a:hueOff val="-993614"/>
            <a:satOff val="-6505"/>
            <a:lumOff val="-143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800" kern="1200"/>
            <a:t>Dynamic VM provisioning ensures resources match real-time demand.</a:t>
          </a:r>
          <a:endParaRPr lang="en-US" sz="2800" kern="1200"/>
        </a:p>
      </dsp:txBody>
      <dsp:txXfrm>
        <a:off x="54373" y="2449258"/>
        <a:ext cx="6903624" cy="1005094"/>
      </dsp:txXfrm>
    </dsp:sp>
    <dsp:sp modelId="{7F5C03AA-28E5-423A-AA29-FFD4968DAE60}">
      <dsp:nvSpPr>
        <dsp:cNvPr id="0" name=""/>
        <dsp:cNvSpPr/>
      </dsp:nvSpPr>
      <dsp:spPr>
        <a:xfrm>
          <a:off x="0" y="3589365"/>
          <a:ext cx="7012370" cy="1113840"/>
        </a:xfrm>
        <a:prstGeom prst="roundRect">
          <a:avLst/>
        </a:prstGeom>
        <a:solidFill>
          <a:schemeClr val="accent2">
            <a:hueOff val="-1490421"/>
            <a:satOff val="-9757"/>
            <a:lumOff val="-215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800" kern="1200"/>
            <a:t>Proper VM sizing helps balance cost and performance.</a:t>
          </a:r>
          <a:endParaRPr lang="en-US" sz="2800" kern="1200"/>
        </a:p>
      </dsp:txBody>
      <dsp:txXfrm>
        <a:off x="54373" y="3643738"/>
        <a:ext cx="6903624" cy="1005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E06FCEF4-3A55-C0E4-2BE9-193E2A25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8AA8E5-D86F-57AD-77C7-B603600C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301603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</a:rPr>
              <a:t>CHAPTER 8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Resource Pooling, Sharing and Provisioning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23D3D-099D-40B4-2DFB-4B808DE5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9601" y="4942982"/>
            <a:ext cx="3622399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45E2-B198-1C04-3E74-A82C4935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1046119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7212"/>
          </a:xfrm>
        </p:spPr>
        <p:txBody>
          <a:bodyPr>
            <a:normAutofit/>
          </a:bodyPr>
          <a:lstStyle/>
          <a:p>
            <a:r>
              <a:rPr lang="en-US" dirty="0"/>
              <a:t>Pooling – Sharing – Provisioning </a:t>
            </a:r>
            <a:endParaRPr lang="en-PK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723A3525-4FC5-2A29-3F51-E333B58E7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3201995"/>
              </p:ext>
            </p:extLst>
          </p:nvPr>
        </p:nvGraphicFramePr>
        <p:xfrm>
          <a:off x="581025" y="1209369"/>
          <a:ext cx="11029950" cy="546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734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89EEFD-93BC-4ACF-962C-E6279E72B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Pooling Architecture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723899"/>
            <a:ext cx="7183597" cy="40041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Pools: Collections of virtualized resources that include processing power, memory, storage, and networking.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Components: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Pool: Virtual servers that run applications and workloads.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Storage Pool: Virtualized storage that is allocated to users.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Network Pool: Virtual networking resources like bandwidth and routers.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It Works: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Resources from physical machines are abstracted into a virtual pool.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pool can dynamically allocate resources to </a:t>
            </a:r>
            <a:r>
              <a:rPr lang="en-PK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or containers.</a:t>
            </a:r>
          </a:p>
          <a:p>
            <a:pPr marL="0" indent="0">
              <a:lnSpc>
                <a:spcPct val="110000"/>
              </a:lnSpc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9718A-6759-3C5A-3F54-F914BD5E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967" y="4263681"/>
            <a:ext cx="7183597" cy="213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55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Computer and Server Pools in Cloud Data Centers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A collection of physical servers that host virtualized computing environments.</a:t>
            </a:r>
          </a:p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Process: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Physical machines are grouped into a compute pool.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Virtual machines (</a:t>
            </a:r>
            <a:r>
              <a:rPr lang="en-PK" sz="16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or containers are created from these servers.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Resources like CPU and memory are allocated based on demand.</a:t>
            </a:r>
          </a:p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Efficient resource utilization.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Easy scalability by adding more servers to the pool.</a:t>
            </a:r>
          </a:p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 company using multiple </a:t>
            </a:r>
            <a:r>
              <a:rPr lang="en-PK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run different applications from a shared server pool.</a:t>
            </a:r>
          </a:p>
        </p:txBody>
      </p:sp>
    </p:spTree>
    <p:extLst>
      <p:ext uri="{BB962C8B-B14F-4D97-AF65-F5344CB8AC3E}">
        <p14:creationId xmlns:p14="http://schemas.microsoft.com/office/powerpoint/2010/main" val="329554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Storage Pools in Cloud Environments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Storage Pool: A virtualized collection of physical storage devices (e.g., SSDs, HDDs) that act as a single storage unit.</a:t>
            </a:r>
          </a:p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It Works:</a:t>
            </a:r>
          </a:p>
          <a:p>
            <a:pPr lvl="1"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providers pool storage from multiple devices to create virtual disks for users.</a:t>
            </a:r>
            <a:endParaRPr lang="en-PK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from various users are stored on the same physical storage but are isolated at the virtual layer.</a:t>
            </a:r>
            <a:endParaRPr lang="en-PK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Storage can be expanded or reduced without physical reconfiguration.</a:t>
            </a:r>
            <a:endParaRPr lang="en-PK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Higher availability and reliability through redundancy (e.g., RAID configurations).</a:t>
            </a:r>
            <a:endParaRPr lang="en-PK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Google Cloud Storage providing scalable object storage for applications.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01972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Network Pools in Cloud Data Centers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 fontScale="92500"/>
          </a:bodyPr>
          <a:lstStyle/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Network Pool: A collection of virtualized network components, including routers, switches, and firewalls.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It Works: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Virtual networks (VLANs) are created by pooling physical networking equipment.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Users can configure their own virtual networks within the cloud.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Simplifies networking in large, complex environments.</a:t>
            </a:r>
          </a:p>
          <a:p>
            <a:pPr lvl="1"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Increases security through network segmentation.</a:t>
            </a:r>
          </a:p>
          <a:p>
            <a:pPr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Amazon VPC (Virtual Private Cloud) allows users to define their own isolated networks in the cloud.</a:t>
            </a:r>
          </a:p>
        </p:txBody>
      </p:sp>
    </p:spTree>
    <p:extLst>
      <p:ext uri="{BB962C8B-B14F-4D97-AF65-F5344CB8AC3E}">
        <p14:creationId xmlns:p14="http://schemas.microsoft.com/office/powerpoint/2010/main" val="29697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Hierarchical Organization of Resource Pools</a:t>
            </a:r>
            <a:b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17210" cy="404568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Hierarchy of Pools: Resource pools are often organized into sub-pools for better management and scalability.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Structure: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Parent Pools: Larger pools containing resources for broader use.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Sub-pools: Smaller pools within the parent pools for specific purposes (e.g., different applications).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Enhanced scalability.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Fault tolerance by distributing workloads across multiple pools.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7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Efficient management of diverse workloads.</a:t>
            </a:r>
          </a:p>
          <a:p>
            <a:pPr>
              <a:lnSpc>
                <a:spcPct val="110000"/>
              </a:lnSpc>
            </a:pPr>
            <a:r>
              <a:rPr lang="en-PK" sz="17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An enterprise cloud may have a parent compute pool with sub-pools for different departments or applications.</a:t>
            </a:r>
            <a:endParaRPr lang="en-PK" sz="17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0CC69-C1BB-BB07-CF4D-6408C10A2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100" y="3083090"/>
            <a:ext cx="3433707" cy="224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78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sz="2500" kern="100">
                <a:solidFill>
                  <a:srgbClr val="FFFE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Commoditization of Data Centers</a:t>
            </a:r>
            <a:endParaRPr lang="en-PK" sz="2500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597643"/>
            <a:ext cx="6725899" cy="5792921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Commoditization: Cloud providers use inexpensive, standardized hardware (commodity servers) instead of specialized hardware.</a:t>
            </a:r>
          </a:p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Features</a:t>
            </a: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Lower cost of hardware.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Easy replacement and scalability.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platforms are built to handle hardware failures without affecting service.</a:t>
            </a:r>
          </a:p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Reduces capital expenditure for cloud providers.</a:t>
            </a:r>
          </a:p>
          <a:p>
            <a:pPr lvl="1"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Increases scalability as commodity hardware is easily replaceable.</a:t>
            </a:r>
          </a:p>
          <a:p>
            <a:pPr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Facebook and Google’s data </a:t>
            </a:r>
            <a:r>
              <a:rPr lang="en-PK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centers</a:t>
            </a: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largely rely on commodity hardware for their cloud services.</a:t>
            </a:r>
          </a:p>
        </p:txBody>
      </p:sp>
    </p:spTree>
    <p:extLst>
      <p:ext uri="{BB962C8B-B14F-4D97-AF65-F5344CB8AC3E}">
        <p14:creationId xmlns:p14="http://schemas.microsoft.com/office/powerpoint/2010/main" val="1714835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B53F82-F191-4EEB-AB7B-F69E634F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A6678-2BF5-E8CF-783A-36DA6373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77715"/>
          </a:xfrm>
        </p:spPr>
        <p:txBody>
          <a:bodyPr>
            <a:normAutofit/>
          </a:bodyPr>
          <a:lstStyle/>
          <a:p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Standardization, Automation, and Optimization</a:t>
            </a:r>
            <a:endParaRPr lang="en-PK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16AA08-3831-473D-B61B-89484A33C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31B918-3A1C-46BA-9430-CAD97D9D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00935A-2F82-4DC4-A4E1-E12EFB8C2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0D52-52FA-484D-4A40-BDD87358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329830"/>
            <a:ext cx="6917210" cy="489634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Standardization: Uniform resource types (CPU, memory, storage) across the cloud environment ensure compatibility and predictability.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Automation: Cloud systems automatically manage resource allocation, monitoring, scaling, and recovery.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Optimization: Continuous adjustments to resource allocation ensure efficient use of resources while maintaining performance.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Reduces manual intervention.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lang="en-PK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optimal performance with minimal cost.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Automatic horizontal scaling of </a:t>
            </a:r>
            <a:r>
              <a:rPr lang="en-PK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when traffic increases on a web app.</a:t>
            </a:r>
          </a:p>
          <a:p>
            <a:pPr>
              <a:lnSpc>
                <a:spcPct val="110000"/>
              </a:lnSpc>
            </a:pPr>
            <a:endParaRPr lang="en-PK" sz="1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D5D599-1CAE-4C92-B5AE-8E51AF6D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2180496"/>
            <a:ext cx="3703321" cy="4045683"/>
          </a:xfrm>
          <a:prstGeom prst="rect">
            <a:avLst/>
          </a:prstGeom>
          <a:solidFill>
            <a:schemeClr val="bg1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B7480-A572-1EE5-37EC-862A0F89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424" y="2499053"/>
            <a:ext cx="3022764" cy="340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4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rgbClr val="FFFFFF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Sharing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196B-0EBB-9DFA-173B-78268CC5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905" y="485678"/>
            <a:ext cx="6108179" cy="5888772"/>
          </a:xfrm>
        </p:spPr>
        <p:txBody>
          <a:bodyPr anchor="ctr">
            <a:norm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Multiple clients or applications share physical resources while maintaining isolation through virtualization.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contention can affect performance.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Ensuring fair distribution of resources to all clients.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Solutions: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Isolation: Techniques like capping resource usage for each client.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QoS Guarantees: Contracts that ensure clients get a minimum level of service.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PK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Virtual machines on AWS sharing CPU cores, but each VM gets a dedicated memory pool.</a:t>
            </a:r>
          </a:p>
          <a:p>
            <a:pPr>
              <a:spcBef>
                <a:spcPts val="0"/>
              </a:spcBef>
            </a:pP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781851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Multi-Tenancy in Cloud Computing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196B-0EBB-9DFA-173B-78268CC5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5"/>
            <a:ext cx="11029615" cy="448042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Definition: A single instance of a cloud platform serves multiple customers (tenants), with data and applications logically separated.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 Cloud Example: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Users share infrastructure, but their resources are isolated through virtualization.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Cost-effective for cloud providers.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Tenants can scale without affecting each other.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Ensuring security and performance isolation between tenants.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Salesforce.com, where each organization using the service has isolated data and applications on a shared infrastructure.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8051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Challenges of Resource Sharing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196B-0EBB-9DFA-173B-78268CC59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Performance Issues: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Contention for CPU, memory, or network resources can degrade application performance.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Ensuring Quality of Service (QoS) in shared environments.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Solutions: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Virtual Machine Monitor (VMM): Manages resource allocation among </a:t>
            </a:r>
            <a:r>
              <a:rPr lang="en-PK" sz="18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VMs</a:t>
            </a: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Load Balancing: Dynamically redistributes workloads to avoid bottlenecks.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Future Direction: Use of AI/ML algorithms to predict resource needs and optimize allocation in real-time.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Example: Google Cloud’s use of AI-based optimizations for real-time resource management.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879578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sz="4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Provisioning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5196B-0EBB-9DFA-173B-78268CC59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Traditional computing requires significant time and effort for provisioning servers.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Modern computing leverages cloud and virtualization for rapid provisioning.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enables flexible, dynamic, and self-service provisioning of resources.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Benefits of Cloud Resource Provisioning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PK" sz="2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Saves time and reduces administrative overhead.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Flexible and dynamic allocation of resources.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Virtual machine provisioning enables rapid deployment.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PK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Resources can be provisioned through a self-service interface.</a:t>
            </a:r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36652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K" sz="44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Autonomic Resource Provisioning</a:t>
            </a:r>
            <a:endParaRPr lang="en-PK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2E0BFD3-33AC-E9F1-4351-1CBA498592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784350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4320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K" sz="44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Role of SLAs in Resource Provisioning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798AB2-2885-CC1A-610D-E5F79CA7A7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1180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F912D-17D7-3A38-9137-A6D3ECA8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solidFill>
                  <a:schemeClr val="bg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Provisioning Approaches</a:t>
            </a:r>
            <a:endParaRPr lang="en-PK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1EC878B2-43E8-2FF9-3085-7422A814A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821757"/>
              </p:ext>
            </p:extLst>
          </p:nvPr>
        </p:nvGraphicFramePr>
        <p:xfrm>
          <a:off x="4598438" y="825911"/>
          <a:ext cx="7012370" cy="546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245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9754C-AC43-70FB-E07F-8822DD24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PK" kern="10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Comparison of Static and Dynamic Provisioning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0F72259-93EE-35C9-024F-D95E2E150A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17957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0940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D6F9-47DE-5BDC-B26D-E1682663C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/>
              <a:t>Over &amp; Under Resource Provisioning</a:t>
            </a:r>
            <a:endParaRPr lang="en-PK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A7F6D98-AD9B-4213-EF6A-19DABD6095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82500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439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C128C-0288-0EF2-C765-F33CBA50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Cloud Resource Provisioning Plans</a:t>
            </a:r>
            <a:endParaRPr lang="en-PK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872BE6B-4E48-8B63-5085-AAB695F44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0709821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0910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E906D-A636-8705-65F4-2A80DA75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PK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VM Sizing in Cloud Computing</a:t>
            </a:r>
            <a:endParaRPr lang="en-PK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3913F9-4786-AB90-B187-71D0F917F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8583424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8144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2237</TotalTime>
  <Words>1662</Words>
  <Application>Microsoft Office PowerPoint</Application>
  <PresentationFormat>Widescreen</PresentationFormat>
  <Paragraphs>191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 Nova Light</vt:lpstr>
      <vt:lpstr>Gill Sans MT</vt:lpstr>
      <vt:lpstr>Wingdings 2</vt:lpstr>
      <vt:lpstr>DividendVTI</vt:lpstr>
      <vt:lpstr> CHAPTER 8 Resource Pooling, Sharing and Provisioning</vt:lpstr>
      <vt:lpstr>Pooling – Sharing – Provisioning </vt:lpstr>
      <vt:lpstr>Resource Pooling Architecture</vt:lpstr>
      <vt:lpstr>Computer and Server Pools in Cloud Data Centers</vt:lpstr>
      <vt:lpstr>Storage Pools in Cloud Environments</vt:lpstr>
      <vt:lpstr>Network Pools in Cloud Data Centers</vt:lpstr>
      <vt:lpstr>Hierarchical Organization of Resource Pools </vt:lpstr>
      <vt:lpstr>Commoditization of Data Centers</vt:lpstr>
      <vt:lpstr>Standardization, Automation, and Optimization</vt:lpstr>
      <vt:lpstr>Resource Sharing</vt:lpstr>
      <vt:lpstr>Multi-Tenancy in Cloud Computing</vt:lpstr>
      <vt:lpstr>Challenges of Resource Sharing</vt:lpstr>
      <vt:lpstr>Resource Provisioning</vt:lpstr>
      <vt:lpstr>Autonomic Resource Provisioning</vt:lpstr>
      <vt:lpstr>Role of SLAs in Resource Provisioning</vt:lpstr>
      <vt:lpstr>Resource Provisioning Approaches</vt:lpstr>
      <vt:lpstr>Comparison of Static and Dynamic Provisioning</vt:lpstr>
      <vt:lpstr>Over &amp; Under Resource Provisioning</vt:lpstr>
      <vt:lpstr>Cloud Resource Provisioning Plans</vt:lpstr>
      <vt:lpstr>VM Sizing in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25</cp:revision>
  <dcterms:created xsi:type="dcterms:W3CDTF">2024-08-20T00:20:53Z</dcterms:created>
  <dcterms:modified xsi:type="dcterms:W3CDTF">2025-08-18T14:37:18Z</dcterms:modified>
</cp:coreProperties>
</file>