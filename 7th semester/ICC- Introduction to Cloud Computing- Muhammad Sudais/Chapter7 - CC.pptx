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0"/>
  </p:notesMasterIdLst>
  <p:sldIdLst>
    <p:sldId id="452" r:id="rId2"/>
    <p:sldId id="401" r:id="rId3"/>
    <p:sldId id="487" r:id="rId4"/>
    <p:sldId id="488" r:id="rId5"/>
    <p:sldId id="490" r:id="rId6"/>
    <p:sldId id="491" r:id="rId7"/>
    <p:sldId id="492" r:id="rId8"/>
    <p:sldId id="493" r:id="rId9"/>
    <p:sldId id="495" r:id="rId10"/>
    <p:sldId id="498" r:id="rId11"/>
    <p:sldId id="506" r:id="rId12"/>
    <p:sldId id="508" r:id="rId13"/>
    <p:sldId id="509" r:id="rId14"/>
    <p:sldId id="510" r:id="rId15"/>
    <p:sldId id="511" r:id="rId16"/>
    <p:sldId id="512" r:id="rId17"/>
    <p:sldId id="513" r:id="rId18"/>
    <p:sldId id="515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7 - Book 1" id="{6AD22094-E808-4B57-8356-FF58102D8959}">
          <p14:sldIdLst>
            <p14:sldId id="452"/>
            <p14:sldId id="401"/>
            <p14:sldId id="487"/>
            <p14:sldId id="488"/>
            <p14:sldId id="490"/>
            <p14:sldId id="491"/>
            <p14:sldId id="492"/>
            <p14:sldId id="493"/>
            <p14:sldId id="495"/>
            <p14:sldId id="498"/>
            <p14:sldId id="506"/>
            <p14:sldId id="508"/>
            <p14:sldId id="509"/>
            <p14:sldId id="510"/>
            <p14:sldId id="511"/>
            <p14:sldId id="512"/>
            <p14:sldId id="513"/>
            <p14:sldId id="5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E6C8FB-9174-4EA9-B410-28D66DCE905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0A868A-2E39-4349-8901-187CBDF586BD}">
      <dgm:prSet/>
      <dgm:spPr/>
      <dgm:t>
        <a:bodyPr/>
        <a:lstStyle/>
        <a:p>
          <a:pPr>
            <a:defRPr b="1"/>
          </a:pPr>
          <a:r>
            <a:rPr lang="en-PK" b="1" i="0" baseline="0"/>
            <a:t>Network Virtualization:</a:t>
          </a:r>
          <a:endParaRPr lang="en-US"/>
        </a:p>
      </dgm:t>
    </dgm:pt>
    <dgm:pt modelId="{B06810F4-DFCD-459C-992E-7911281422DB}" type="parTrans" cxnId="{C7D24BAE-F4E5-4A83-9CDD-D7932F488955}">
      <dgm:prSet/>
      <dgm:spPr/>
      <dgm:t>
        <a:bodyPr/>
        <a:lstStyle/>
        <a:p>
          <a:endParaRPr lang="en-US"/>
        </a:p>
      </dgm:t>
    </dgm:pt>
    <dgm:pt modelId="{4AC2CBC7-DFED-4D71-91C6-C08301526E5D}" type="sibTrans" cxnId="{C7D24BAE-F4E5-4A83-9CDD-D7932F488955}">
      <dgm:prSet/>
      <dgm:spPr/>
      <dgm:t>
        <a:bodyPr/>
        <a:lstStyle/>
        <a:p>
          <a:endParaRPr lang="en-US"/>
        </a:p>
      </dgm:t>
    </dgm:pt>
    <dgm:pt modelId="{E64D642C-10C2-48FE-8334-4911C99E31F6}">
      <dgm:prSet/>
      <dgm:spPr/>
      <dgm:t>
        <a:bodyPr/>
        <a:lstStyle/>
        <a:p>
          <a:r>
            <a:rPr lang="en-PK" b="0" i="0" baseline="0"/>
            <a:t>Combines network resources into a single virtual network.</a:t>
          </a:r>
          <a:endParaRPr lang="en-US"/>
        </a:p>
      </dgm:t>
    </dgm:pt>
    <dgm:pt modelId="{6062782C-9BAD-4E42-B31F-1565FD7D6FF9}" type="parTrans" cxnId="{4AF6B9DA-4FD1-492D-A94D-09D03FDF34A0}">
      <dgm:prSet/>
      <dgm:spPr/>
      <dgm:t>
        <a:bodyPr/>
        <a:lstStyle/>
        <a:p>
          <a:endParaRPr lang="en-US"/>
        </a:p>
      </dgm:t>
    </dgm:pt>
    <dgm:pt modelId="{4B32C180-259F-4C30-9DC3-722A8CFF1ABB}" type="sibTrans" cxnId="{4AF6B9DA-4FD1-492D-A94D-09D03FDF34A0}">
      <dgm:prSet/>
      <dgm:spPr/>
      <dgm:t>
        <a:bodyPr/>
        <a:lstStyle/>
        <a:p>
          <a:endParaRPr lang="en-US"/>
        </a:p>
      </dgm:t>
    </dgm:pt>
    <dgm:pt modelId="{C931F827-2467-4824-A4E9-65E1B0F7A659}">
      <dgm:prSet/>
      <dgm:spPr/>
      <dgm:t>
        <a:bodyPr/>
        <a:lstStyle/>
        <a:p>
          <a:r>
            <a:rPr lang="en-PK" b="0" i="0" baseline="0"/>
            <a:t>Examples: Virtual LAN (VLAN), Virtual Private Network (VPN).</a:t>
          </a:r>
          <a:endParaRPr lang="en-US"/>
        </a:p>
      </dgm:t>
    </dgm:pt>
    <dgm:pt modelId="{D60B1922-607D-40E0-AAC2-D6E4FEC7E709}" type="parTrans" cxnId="{B2675B29-7FC5-46E4-B010-329BA68C8B84}">
      <dgm:prSet/>
      <dgm:spPr/>
      <dgm:t>
        <a:bodyPr/>
        <a:lstStyle/>
        <a:p>
          <a:endParaRPr lang="en-US"/>
        </a:p>
      </dgm:t>
    </dgm:pt>
    <dgm:pt modelId="{B301D643-A387-4F4D-9AF9-8F616E15C24D}" type="sibTrans" cxnId="{B2675B29-7FC5-46E4-B010-329BA68C8B84}">
      <dgm:prSet/>
      <dgm:spPr/>
      <dgm:t>
        <a:bodyPr/>
        <a:lstStyle/>
        <a:p>
          <a:endParaRPr lang="en-US"/>
        </a:p>
      </dgm:t>
    </dgm:pt>
    <dgm:pt modelId="{35E3E293-CC94-4662-B248-340AC7A6BCFE}">
      <dgm:prSet/>
      <dgm:spPr/>
      <dgm:t>
        <a:bodyPr/>
        <a:lstStyle/>
        <a:p>
          <a:pPr>
            <a:defRPr b="1"/>
          </a:pPr>
          <a:r>
            <a:rPr lang="en-PK" b="1" i="0" baseline="0"/>
            <a:t>Storage Virtualization:</a:t>
          </a:r>
          <a:endParaRPr lang="en-US"/>
        </a:p>
      </dgm:t>
    </dgm:pt>
    <dgm:pt modelId="{22270A6D-18A6-4971-9C99-E078F9D91B12}" type="parTrans" cxnId="{202A5F86-5246-4CCD-BB7F-C0FFE1BA06EC}">
      <dgm:prSet/>
      <dgm:spPr/>
      <dgm:t>
        <a:bodyPr/>
        <a:lstStyle/>
        <a:p>
          <a:endParaRPr lang="en-US"/>
        </a:p>
      </dgm:t>
    </dgm:pt>
    <dgm:pt modelId="{F1848CC2-C10B-47AF-A8D4-2257314434F6}" type="sibTrans" cxnId="{202A5F86-5246-4CCD-BB7F-C0FFE1BA06EC}">
      <dgm:prSet/>
      <dgm:spPr/>
      <dgm:t>
        <a:bodyPr/>
        <a:lstStyle/>
        <a:p>
          <a:endParaRPr lang="en-US"/>
        </a:p>
      </dgm:t>
    </dgm:pt>
    <dgm:pt modelId="{BBA295A2-A6B4-4E0F-B481-E8D1D31489DB}">
      <dgm:prSet/>
      <dgm:spPr/>
      <dgm:t>
        <a:bodyPr/>
        <a:lstStyle/>
        <a:p>
          <a:r>
            <a:rPr lang="en-PK" b="0" i="0" baseline="0"/>
            <a:t>Pools physical storage into virtualized storage systems.</a:t>
          </a:r>
          <a:endParaRPr lang="en-US"/>
        </a:p>
      </dgm:t>
    </dgm:pt>
    <dgm:pt modelId="{54DE1A5A-B54A-48F8-9306-DB90C035C792}" type="parTrans" cxnId="{0CEF2261-BB09-44A2-B7C2-FECADBF84C24}">
      <dgm:prSet/>
      <dgm:spPr/>
      <dgm:t>
        <a:bodyPr/>
        <a:lstStyle/>
        <a:p>
          <a:endParaRPr lang="en-US"/>
        </a:p>
      </dgm:t>
    </dgm:pt>
    <dgm:pt modelId="{A0ABFDFD-AA61-42B8-AD71-1FE627F3284C}" type="sibTrans" cxnId="{0CEF2261-BB09-44A2-B7C2-FECADBF84C24}">
      <dgm:prSet/>
      <dgm:spPr/>
      <dgm:t>
        <a:bodyPr/>
        <a:lstStyle/>
        <a:p>
          <a:endParaRPr lang="en-US"/>
        </a:p>
      </dgm:t>
    </dgm:pt>
    <dgm:pt modelId="{7D8A1208-501C-4164-88D5-F9BA771F1226}">
      <dgm:prSet/>
      <dgm:spPr/>
      <dgm:t>
        <a:bodyPr/>
        <a:lstStyle/>
        <a:p>
          <a:r>
            <a:rPr lang="en-PK" b="0" i="0" baseline="0"/>
            <a:t>Examples: SAN, Google Cloud Storage, Azure Storage.</a:t>
          </a:r>
          <a:endParaRPr lang="en-US"/>
        </a:p>
      </dgm:t>
    </dgm:pt>
    <dgm:pt modelId="{6C3AB6A9-062E-4C67-9FBF-116443B8EC30}" type="parTrans" cxnId="{27000FCD-904C-4157-AD50-086164C46E33}">
      <dgm:prSet/>
      <dgm:spPr/>
      <dgm:t>
        <a:bodyPr/>
        <a:lstStyle/>
        <a:p>
          <a:endParaRPr lang="en-US"/>
        </a:p>
      </dgm:t>
    </dgm:pt>
    <dgm:pt modelId="{B935104F-A92B-4712-981C-A086AC83FC70}" type="sibTrans" cxnId="{27000FCD-904C-4157-AD50-086164C46E33}">
      <dgm:prSet/>
      <dgm:spPr/>
      <dgm:t>
        <a:bodyPr/>
        <a:lstStyle/>
        <a:p>
          <a:endParaRPr lang="en-US"/>
        </a:p>
      </dgm:t>
    </dgm:pt>
    <dgm:pt modelId="{285E7A41-FE2C-46BF-86D6-80E4215D4DC6}">
      <dgm:prSet/>
      <dgm:spPr/>
      <dgm:t>
        <a:bodyPr/>
        <a:lstStyle/>
        <a:p>
          <a:pPr>
            <a:defRPr b="1"/>
          </a:pPr>
          <a:r>
            <a:rPr lang="en-PK" b="1" i="0" baseline="0"/>
            <a:t>Desktop Virtualization:</a:t>
          </a:r>
          <a:endParaRPr lang="en-US"/>
        </a:p>
      </dgm:t>
    </dgm:pt>
    <dgm:pt modelId="{92F7D1EE-47B6-450D-9A7F-A6CC0A2CEB0B}" type="parTrans" cxnId="{71C20D87-827C-4378-8A1B-0E5AD4916AAD}">
      <dgm:prSet/>
      <dgm:spPr/>
      <dgm:t>
        <a:bodyPr/>
        <a:lstStyle/>
        <a:p>
          <a:endParaRPr lang="en-US"/>
        </a:p>
      </dgm:t>
    </dgm:pt>
    <dgm:pt modelId="{E0A588DE-453D-4186-A2AE-8FC9035CA43D}" type="sibTrans" cxnId="{71C20D87-827C-4378-8A1B-0E5AD4916AAD}">
      <dgm:prSet/>
      <dgm:spPr/>
      <dgm:t>
        <a:bodyPr/>
        <a:lstStyle/>
        <a:p>
          <a:endParaRPr lang="en-US"/>
        </a:p>
      </dgm:t>
    </dgm:pt>
    <dgm:pt modelId="{0203E11D-75EE-4722-B859-ADA75B1F8B81}">
      <dgm:prSet/>
      <dgm:spPr/>
      <dgm:t>
        <a:bodyPr/>
        <a:lstStyle/>
        <a:p>
          <a:r>
            <a:rPr lang="en-PK" b="0" i="0" baseline="0"/>
            <a:t>Separates applications from the desktop.</a:t>
          </a:r>
          <a:endParaRPr lang="en-US"/>
        </a:p>
      </dgm:t>
    </dgm:pt>
    <dgm:pt modelId="{31AECF19-307B-486E-AE60-1BD8A6371913}" type="parTrans" cxnId="{B4DA297E-D3EE-448F-8B62-44CE6282FF8C}">
      <dgm:prSet/>
      <dgm:spPr/>
      <dgm:t>
        <a:bodyPr/>
        <a:lstStyle/>
        <a:p>
          <a:endParaRPr lang="en-US"/>
        </a:p>
      </dgm:t>
    </dgm:pt>
    <dgm:pt modelId="{045C8D1E-7DC0-43F0-8596-53C0AA8CAFCC}" type="sibTrans" cxnId="{B4DA297E-D3EE-448F-8B62-44CE6282FF8C}">
      <dgm:prSet/>
      <dgm:spPr/>
      <dgm:t>
        <a:bodyPr/>
        <a:lstStyle/>
        <a:p>
          <a:endParaRPr lang="en-US"/>
        </a:p>
      </dgm:t>
    </dgm:pt>
    <dgm:pt modelId="{6B5CFB2D-E504-4CA6-BA41-684CAE407331}">
      <dgm:prSet/>
      <dgm:spPr/>
      <dgm:t>
        <a:bodyPr/>
        <a:lstStyle/>
        <a:p>
          <a:r>
            <a:rPr lang="en-PK" b="0" i="0" baseline="0"/>
            <a:t>Example: VMware Fusion for running Windows on a Mac.</a:t>
          </a:r>
          <a:endParaRPr lang="en-US"/>
        </a:p>
      </dgm:t>
    </dgm:pt>
    <dgm:pt modelId="{F96AD972-9729-4815-9A5E-622A1B63C185}" type="parTrans" cxnId="{2C6FCB35-DAC3-41DC-BB84-24356C7CF018}">
      <dgm:prSet/>
      <dgm:spPr/>
      <dgm:t>
        <a:bodyPr/>
        <a:lstStyle/>
        <a:p>
          <a:endParaRPr lang="en-US"/>
        </a:p>
      </dgm:t>
    </dgm:pt>
    <dgm:pt modelId="{80ABD49E-4E19-433C-9766-01182447855E}" type="sibTrans" cxnId="{2C6FCB35-DAC3-41DC-BB84-24356C7CF018}">
      <dgm:prSet/>
      <dgm:spPr/>
      <dgm:t>
        <a:bodyPr/>
        <a:lstStyle/>
        <a:p>
          <a:endParaRPr lang="en-US"/>
        </a:p>
      </dgm:t>
    </dgm:pt>
    <dgm:pt modelId="{376F2604-2FA8-4FE5-B793-2D87A232F809}" type="pres">
      <dgm:prSet presAssocID="{ECE6C8FB-9174-4EA9-B410-28D66DCE9051}" presName="root" presStyleCnt="0">
        <dgm:presLayoutVars>
          <dgm:dir/>
          <dgm:resizeHandles val="exact"/>
        </dgm:presLayoutVars>
      </dgm:prSet>
      <dgm:spPr/>
    </dgm:pt>
    <dgm:pt modelId="{A5E3A47D-4B82-4860-AFA2-5DE1C3633303}" type="pres">
      <dgm:prSet presAssocID="{F90A868A-2E39-4349-8901-187CBDF586BD}" presName="compNode" presStyleCnt="0"/>
      <dgm:spPr/>
    </dgm:pt>
    <dgm:pt modelId="{724BF9FB-D1D7-45B9-9A80-B9B76DD0773D}" type="pres">
      <dgm:prSet presAssocID="{F90A868A-2E39-4349-8901-187CBDF586B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BB165FF-5033-47A4-8F3E-9B3C3ADBB479}" type="pres">
      <dgm:prSet presAssocID="{F90A868A-2E39-4349-8901-187CBDF586BD}" presName="iconSpace" presStyleCnt="0"/>
      <dgm:spPr/>
    </dgm:pt>
    <dgm:pt modelId="{693E14D7-2BE8-4F95-8A78-2447F2D66D67}" type="pres">
      <dgm:prSet presAssocID="{F90A868A-2E39-4349-8901-187CBDF586BD}" presName="parTx" presStyleLbl="revTx" presStyleIdx="0" presStyleCnt="6">
        <dgm:presLayoutVars>
          <dgm:chMax val="0"/>
          <dgm:chPref val="0"/>
        </dgm:presLayoutVars>
      </dgm:prSet>
      <dgm:spPr/>
    </dgm:pt>
    <dgm:pt modelId="{46AF39FA-DCF8-4BD8-A50C-154CA9773A29}" type="pres">
      <dgm:prSet presAssocID="{F90A868A-2E39-4349-8901-187CBDF586BD}" presName="txSpace" presStyleCnt="0"/>
      <dgm:spPr/>
    </dgm:pt>
    <dgm:pt modelId="{BF678D8A-397D-46D6-A65B-A6BF80D25E8B}" type="pres">
      <dgm:prSet presAssocID="{F90A868A-2E39-4349-8901-187CBDF586BD}" presName="desTx" presStyleLbl="revTx" presStyleIdx="1" presStyleCnt="6">
        <dgm:presLayoutVars/>
      </dgm:prSet>
      <dgm:spPr/>
    </dgm:pt>
    <dgm:pt modelId="{2A65D125-7E2B-4611-8B5A-818E08E54162}" type="pres">
      <dgm:prSet presAssocID="{4AC2CBC7-DFED-4D71-91C6-C08301526E5D}" presName="sibTrans" presStyleCnt="0"/>
      <dgm:spPr/>
    </dgm:pt>
    <dgm:pt modelId="{E326B746-8BB3-4234-8E77-FA6C3022B802}" type="pres">
      <dgm:prSet presAssocID="{35E3E293-CC94-4662-B248-340AC7A6BCFE}" presName="compNode" presStyleCnt="0"/>
      <dgm:spPr/>
    </dgm:pt>
    <dgm:pt modelId="{B42D2A41-174A-4D9C-9684-031BEB72E655}" type="pres">
      <dgm:prSet presAssocID="{35E3E293-CC94-4662-B248-340AC7A6BCF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F3C36E1-B565-4106-8333-129B6BB3566A}" type="pres">
      <dgm:prSet presAssocID="{35E3E293-CC94-4662-B248-340AC7A6BCFE}" presName="iconSpace" presStyleCnt="0"/>
      <dgm:spPr/>
    </dgm:pt>
    <dgm:pt modelId="{9803EFE3-D0C4-4233-8106-307258687770}" type="pres">
      <dgm:prSet presAssocID="{35E3E293-CC94-4662-B248-340AC7A6BCFE}" presName="parTx" presStyleLbl="revTx" presStyleIdx="2" presStyleCnt="6">
        <dgm:presLayoutVars>
          <dgm:chMax val="0"/>
          <dgm:chPref val="0"/>
        </dgm:presLayoutVars>
      </dgm:prSet>
      <dgm:spPr/>
    </dgm:pt>
    <dgm:pt modelId="{4193D71D-B7CC-47B6-BF1B-4A3A075B8D91}" type="pres">
      <dgm:prSet presAssocID="{35E3E293-CC94-4662-B248-340AC7A6BCFE}" presName="txSpace" presStyleCnt="0"/>
      <dgm:spPr/>
    </dgm:pt>
    <dgm:pt modelId="{27B18D8E-7B44-42ED-B3BD-10CC3FB10D07}" type="pres">
      <dgm:prSet presAssocID="{35E3E293-CC94-4662-B248-340AC7A6BCFE}" presName="desTx" presStyleLbl="revTx" presStyleIdx="3" presStyleCnt="6">
        <dgm:presLayoutVars/>
      </dgm:prSet>
      <dgm:spPr/>
    </dgm:pt>
    <dgm:pt modelId="{BAF35CE1-8725-4D4E-8473-9FD1B9B1F8B9}" type="pres">
      <dgm:prSet presAssocID="{F1848CC2-C10B-47AF-A8D4-2257314434F6}" presName="sibTrans" presStyleCnt="0"/>
      <dgm:spPr/>
    </dgm:pt>
    <dgm:pt modelId="{79F71217-81DC-478C-AD48-99E4553D347B}" type="pres">
      <dgm:prSet presAssocID="{285E7A41-FE2C-46BF-86D6-80E4215D4DC6}" presName="compNode" presStyleCnt="0"/>
      <dgm:spPr/>
    </dgm:pt>
    <dgm:pt modelId="{53E5C883-3702-4DCD-BD9C-030B85BEBB52}" type="pres">
      <dgm:prSet presAssocID="{285E7A41-FE2C-46BF-86D6-80E4215D4D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327A7449-EB35-42E8-AC0E-71920F13F1F7}" type="pres">
      <dgm:prSet presAssocID="{285E7A41-FE2C-46BF-86D6-80E4215D4DC6}" presName="iconSpace" presStyleCnt="0"/>
      <dgm:spPr/>
    </dgm:pt>
    <dgm:pt modelId="{808AF8D4-FD5F-415D-8AD9-374568A1F904}" type="pres">
      <dgm:prSet presAssocID="{285E7A41-FE2C-46BF-86D6-80E4215D4DC6}" presName="parTx" presStyleLbl="revTx" presStyleIdx="4" presStyleCnt="6">
        <dgm:presLayoutVars>
          <dgm:chMax val="0"/>
          <dgm:chPref val="0"/>
        </dgm:presLayoutVars>
      </dgm:prSet>
      <dgm:spPr/>
    </dgm:pt>
    <dgm:pt modelId="{9447EA23-B56D-4EAC-B1D4-95E2266FEA38}" type="pres">
      <dgm:prSet presAssocID="{285E7A41-FE2C-46BF-86D6-80E4215D4DC6}" presName="txSpace" presStyleCnt="0"/>
      <dgm:spPr/>
    </dgm:pt>
    <dgm:pt modelId="{87CC80D9-5EB9-49EB-9462-90E699AF42C8}" type="pres">
      <dgm:prSet presAssocID="{285E7A41-FE2C-46BF-86D6-80E4215D4DC6}" presName="desTx" presStyleLbl="revTx" presStyleIdx="5" presStyleCnt="6">
        <dgm:presLayoutVars/>
      </dgm:prSet>
      <dgm:spPr/>
    </dgm:pt>
  </dgm:ptLst>
  <dgm:cxnLst>
    <dgm:cxn modelId="{7962C909-BB78-4145-B691-84984752433F}" type="presOf" srcId="{35E3E293-CC94-4662-B248-340AC7A6BCFE}" destId="{9803EFE3-D0C4-4233-8106-307258687770}" srcOrd="0" destOrd="0" presId="urn:microsoft.com/office/officeart/2018/2/layout/IconLabelDescriptionList"/>
    <dgm:cxn modelId="{BE8A2B13-037F-40E0-837F-9810AC2E1FDF}" type="presOf" srcId="{E64D642C-10C2-48FE-8334-4911C99E31F6}" destId="{BF678D8A-397D-46D6-A65B-A6BF80D25E8B}" srcOrd="0" destOrd="0" presId="urn:microsoft.com/office/officeart/2018/2/layout/IconLabelDescriptionList"/>
    <dgm:cxn modelId="{B2675B29-7FC5-46E4-B010-329BA68C8B84}" srcId="{F90A868A-2E39-4349-8901-187CBDF586BD}" destId="{C931F827-2467-4824-A4E9-65E1B0F7A659}" srcOrd="1" destOrd="0" parTransId="{D60B1922-607D-40E0-AAC2-D6E4FEC7E709}" sibTransId="{B301D643-A387-4F4D-9AF9-8F616E15C24D}"/>
    <dgm:cxn modelId="{2C6FCB35-DAC3-41DC-BB84-24356C7CF018}" srcId="{285E7A41-FE2C-46BF-86D6-80E4215D4DC6}" destId="{6B5CFB2D-E504-4CA6-BA41-684CAE407331}" srcOrd="1" destOrd="0" parTransId="{F96AD972-9729-4815-9A5E-622A1B63C185}" sibTransId="{80ABD49E-4E19-433C-9766-01182447855E}"/>
    <dgm:cxn modelId="{0CEF2261-BB09-44A2-B7C2-FECADBF84C24}" srcId="{35E3E293-CC94-4662-B248-340AC7A6BCFE}" destId="{BBA295A2-A6B4-4E0F-B481-E8D1D31489DB}" srcOrd="0" destOrd="0" parTransId="{54DE1A5A-B54A-48F8-9306-DB90C035C792}" sibTransId="{A0ABFDFD-AA61-42B8-AD71-1FE627F3284C}"/>
    <dgm:cxn modelId="{B4DA297E-D3EE-448F-8B62-44CE6282FF8C}" srcId="{285E7A41-FE2C-46BF-86D6-80E4215D4DC6}" destId="{0203E11D-75EE-4722-B859-ADA75B1F8B81}" srcOrd="0" destOrd="0" parTransId="{31AECF19-307B-486E-AE60-1BD8A6371913}" sibTransId="{045C8D1E-7DC0-43F0-8596-53C0AA8CAFCC}"/>
    <dgm:cxn modelId="{202A5F86-5246-4CCD-BB7F-C0FFE1BA06EC}" srcId="{ECE6C8FB-9174-4EA9-B410-28D66DCE9051}" destId="{35E3E293-CC94-4662-B248-340AC7A6BCFE}" srcOrd="1" destOrd="0" parTransId="{22270A6D-18A6-4971-9C99-E078F9D91B12}" sibTransId="{F1848CC2-C10B-47AF-A8D4-2257314434F6}"/>
    <dgm:cxn modelId="{71C20D87-827C-4378-8A1B-0E5AD4916AAD}" srcId="{ECE6C8FB-9174-4EA9-B410-28D66DCE9051}" destId="{285E7A41-FE2C-46BF-86D6-80E4215D4DC6}" srcOrd="2" destOrd="0" parTransId="{92F7D1EE-47B6-450D-9A7F-A6CC0A2CEB0B}" sibTransId="{E0A588DE-453D-4186-A2AE-8FC9035CA43D}"/>
    <dgm:cxn modelId="{691A5E92-FA6E-4CFA-A38C-51C6A327053C}" type="presOf" srcId="{BBA295A2-A6B4-4E0F-B481-E8D1D31489DB}" destId="{27B18D8E-7B44-42ED-B3BD-10CC3FB10D07}" srcOrd="0" destOrd="0" presId="urn:microsoft.com/office/officeart/2018/2/layout/IconLabelDescriptionList"/>
    <dgm:cxn modelId="{C7D24BAE-F4E5-4A83-9CDD-D7932F488955}" srcId="{ECE6C8FB-9174-4EA9-B410-28D66DCE9051}" destId="{F90A868A-2E39-4349-8901-187CBDF586BD}" srcOrd="0" destOrd="0" parTransId="{B06810F4-DFCD-459C-992E-7911281422DB}" sibTransId="{4AC2CBC7-DFED-4D71-91C6-C08301526E5D}"/>
    <dgm:cxn modelId="{7B4B4CC6-533C-4BFF-B197-09FF027697C4}" type="presOf" srcId="{0203E11D-75EE-4722-B859-ADA75B1F8B81}" destId="{87CC80D9-5EB9-49EB-9462-90E699AF42C8}" srcOrd="0" destOrd="0" presId="urn:microsoft.com/office/officeart/2018/2/layout/IconLabelDescriptionList"/>
    <dgm:cxn modelId="{D81A32C8-A614-4451-AC9C-E61F335C052D}" type="presOf" srcId="{C931F827-2467-4824-A4E9-65E1B0F7A659}" destId="{BF678D8A-397D-46D6-A65B-A6BF80D25E8B}" srcOrd="0" destOrd="1" presId="urn:microsoft.com/office/officeart/2018/2/layout/IconLabelDescriptionList"/>
    <dgm:cxn modelId="{199B24CC-DB3F-4A06-84AB-9D19E795381F}" type="presOf" srcId="{7D8A1208-501C-4164-88D5-F9BA771F1226}" destId="{27B18D8E-7B44-42ED-B3BD-10CC3FB10D07}" srcOrd="0" destOrd="1" presId="urn:microsoft.com/office/officeart/2018/2/layout/IconLabelDescriptionList"/>
    <dgm:cxn modelId="{27000FCD-904C-4157-AD50-086164C46E33}" srcId="{35E3E293-CC94-4662-B248-340AC7A6BCFE}" destId="{7D8A1208-501C-4164-88D5-F9BA771F1226}" srcOrd="1" destOrd="0" parTransId="{6C3AB6A9-062E-4C67-9FBF-116443B8EC30}" sibTransId="{B935104F-A92B-4712-981C-A086AC83FC70}"/>
    <dgm:cxn modelId="{A1C603D4-CBDB-452C-99C9-447B680B1DAA}" type="presOf" srcId="{285E7A41-FE2C-46BF-86D6-80E4215D4DC6}" destId="{808AF8D4-FD5F-415D-8AD9-374568A1F904}" srcOrd="0" destOrd="0" presId="urn:microsoft.com/office/officeart/2018/2/layout/IconLabelDescriptionList"/>
    <dgm:cxn modelId="{4AF6B9DA-4FD1-492D-A94D-09D03FDF34A0}" srcId="{F90A868A-2E39-4349-8901-187CBDF586BD}" destId="{E64D642C-10C2-48FE-8334-4911C99E31F6}" srcOrd="0" destOrd="0" parTransId="{6062782C-9BAD-4E42-B31F-1565FD7D6FF9}" sibTransId="{4B32C180-259F-4C30-9DC3-722A8CFF1ABB}"/>
    <dgm:cxn modelId="{90FDBFDA-88D4-4259-8C0C-5354D4D20CAA}" type="presOf" srcId="{ECE6C8FB-9174-4EA9-B410-28D66DCE9051}" destId="{376F2604-2FA8-4FE5-B793-2D87A232F809}" srcOrd="0" destOrd="0" presId="urn:microsoft.com/office/officeart/2018/2/layout/IconLabelDescriptionList"/>
    <dgm:cxn modelId="{1FEF5DF3-4E1E-47E3-8FED-6563C099AA09}" type="presOf" srcId="{6B5CFB2D-E504-4CA6-BA41-684CAE407331}" destId="{87CC80D9-5EB9-49EB-9462-90E699AF42C8}" srcOrd="0" destOrd="1" presId="urn:microsoft.com/office/officeart/2018/2/layout/IconLabelDescriptionList"/>
    <dgm:cxn modelId="{60771AFE-79DA-4973-8FAC-C3831C869784}" type="presOf" srcId="{F90A868A-2E39-4349-8901-187CBDF586BD}" destId="{693E14D7-2BE8-4F95-8A78-2447F2D66D67}" srcOrd="0" destOrd="0" presId="urn:microsoft.com/office/officeart/2018/2/layout/IconLabelDescriptionList"/>
    <dgm:cxn modelId="{9569E80E-3A58-4458-8AD1-FBD940D40344}" type="presParOf" srcId="{376F2604-2FA8-4FE5-B793-2D87A232F809}" destId="{A5E3A47D-4B82-4860-AFA2-5DE1C3633303}" srcOrd="0" destOrd="0" presId="urn:microsoft.com/office/officeart/2018/2/layout/IconLabelDescriptionList"/>
    <dgm:cxn modelId="{9396CEB6-C0B9-4DEC-8E3A-A68D2979B2DD}" type="presParOf" srcId="{A5E3A47D-4B82-4860-AFA2-5DE1C3633303}" destId="{724BF9FB-D1D7-45B9-9A80-B9B76DD0773D}" srcOrd="0" destOrd="0" presId="urn:microsoft.com/office/officeart/2018/2/layout/IconLabelDescriptionList"/>
    <dgm:cxn modelId="{6CDF4AB4-C962-49D7-848E-91CF164F4C91}" type="presParOf" srcId="{A5E3A47D-4B82-4860-AFA2-5DE1C3633303}" destId="{ABB165FF-5033-47A4-8F3E-9B3C3ADBB479}" srcOrd="1" destOrd="0" presId="urn:microsoft.com/office/officeart/2018/2/layout/IconLabelDescriptionList"/>
    <dgm:cxn modelId="{97E6DEAE-F4EB-4DBE-BB00-5B62576C7813}" type="presParOf" srcId="{A5E3A47D-4B82-4860-AFA2-5DE1C3633303}" destId="{693E14D7-2BE8-4F95-8A78-2447F2D66D67}" srcOrd="2" destOrd="0" presId="urn:microsoft.com/office/officeart/2018/2/layout/IconLabelDescriptionList"/>
    <dgm:cxn modelId="{BDEB3163-D452-4DAD-A660-A8A61EC3DAC6}" type="presParOf" srcId="{A5E3A47D-4B82-4860-AFA2-5DE1C3633303}" destId="{46AF39FA-DCF8-4BD8-A50C-154CA9773A29}" srcOrd="3" destOrd="0" presId="urn:microsoft.com/office/officeart/2018/2/layout/IconLabelDescriptionList"/>
    <dgm:cxn modelId="{E3B49888-7875-4AF5-9051-F51DE8826443}" type="presParOf" srcId="{A5E3A47D-4B82-4860-AFA2-5DE1C3633303}" destId="{BF678D8A-397D-46D6-A65B-A6BF80D25E8B}" srcOrd="4" destOrd="0" presId="urn:microsoft.com/office/officeart/2018/2/layout/IconLabelDescriptionList"/>
    <dgm:cxn modelId="{94D4392B-C7B9-4601-A981-CCE73BB8C5DF}" type="presParOf" srcId="{376F2604-2FA8-4FE5-B793-2D87A232F809}" destId="{2A65D125-7E2B-4611-8B5A-818E08E54162}" srcOrd="1" destOrd="0" presId="urn:microsoft.com/office/officeart/2018/2/layout/IconLabelDescriptionList"/>
    <dgm:cxn modelId="{24F0BDAA-65BF-49AE-8888-0595EFF4954D}" type="presParOf" srcId="{376F2604-2FA8-4FE5-B793-2D87A232F809}" destId="{E326B746-8BB3-4234-8E77-FA6C3022B802}" srcOrd="2" destOrd="0" presId="urn:microsoft.com/office/officeart/2018/2/layout/IconLabelDescriptionList"/>
    <dgm:cxn modelId="{30A343C9-1BE1-4774-937A-C07B5D354E89}" type="presParOf" srcId="{E326B746-8BB3-4234-8E77-FA6C3022B802}" destId="{B42D2A41-174A-4D9C-9684-031BEB72E655}" srcOrd="0" destOrd="0" presId="urn:microsoft.com/office/officeart/2018/2/layout/IconLabelDescriptionList"/>
    <dgm:cxn modelId="{F95A3B9A-B1A0-4208-9257-DA9382327C98}" type="presParOf" srcId="{E326B746-8BB3-4234-8E77-FA6C3022B802}" destId="{CF3C36E1-B565-4106-8333-129B6BB3566A}" srcOrd="1" destOrd="0" presId="urn:microsoft.com/office/officeart/2018/2/layout/IconLabelDescriptionList"/>
    <dgm:cxn modelId="{FF736312-74FA-4540-A80F-E7E94F9923AE}" type="presParOf" srcId="{E326B746-8BB3-4234-8E77-FA6C3022B802}" destId="{9803EFE3-D0C4-4233-8106-307258687770}" srcOrd="2" destOrd="0" presId="urn:microsoft.com/office/officeart/2018/2/layout/IconLabelDescriptionList"/>
    <dgm:cxn modelId="{FBDF2088-D3DB-4B72-8BB8-B65E60AFBDF4}" type="presParOf" srcId="{E326B746-8BB3-4234-8E77-FA6C3022B802}" destId="{4193D71D-B7CC-47B6-BF1B-4A3A075B8D91}" srcOrd="3" destOrd="0" presId="urn:microsoft.com/office/officeart/2018/2/layout/IconLabelDescriptionList"/>
    <dgm:cxn modelId="{994C028A-4046-4A54-BDA6-71FD128BF522}" type="presParOf" srcId="{E326B746-8BB3-4234-8E77-FA6C3022B802}" destId="{27B18D8E-7B44-42ED-B3BD-10CC3FB10D07}" srcOrd="4" destOrd="0" presId="urn:microsoft.com/office/officeart/2018/2/layout/IconLabelDescriptionList"/>
    <dgm:cxn modelId="{DF7EB351-25E1-4106-BB24-22904455EA0A}" type="presParOf" srcId="{376F2604-2FA8-4FE5-B793-2D87A232F809}" destId="{BAF35CE1-8725-4D4E-8473-9FD1B9B1F8B9}" srcOrd="3" destOrd="0" presId="urn:microsoft.com/office/officeart/2018/2/layout/IconLabelDescriptionList"/>
    <dgm:cxn modelId="{44B31CC4-5DED-4EBF-9E23-2E44BBC504BF}" type="presParOf" srcId="{376F2604-2FA8-4FE5-B793-2D87A232F809}" destId="{79F71217-81DC-478C-AD48-99E4553D347B}" srcOrd="4" destOrd="0" presId="urn:microsoft.com/office/officeart/2018/2/layout/IconLabelDescriptionList"/>
    <dgm:cxn modelId="{AFBB1B77-2859-4C86-8F61-B45D31EFC01F}" type="presParOf" srcId="{79F71217-81DC-478C-AD48-99E4553D347B}" destId="{53E5C883-3702-4DCD-BD9C-030B85BEBB52}" srcOrd="0" destOrd="0" presId="urn:microsoft.com/office/officeart/2018/2/layout/IconLabelDescriptionList"/>
    <dgm:cxn modelId="{84906697-5216-4D92-A963-32720683F3EE}" type="presParOf" srcId="{79F71217-81DC-478C-AD48-99E4553D347B}" destId="{327A7449-EB35-42E8-AC0E-71920F13F1F7}" srcOrd="1" destOrd="0" presId="urn:microsoft.com/office/officeart/2018/2/layout/IconLabelDescriptionList"/>
    <dgm:cxn modelId="{821BB550-1EA8-4D1D-B530-6749D525C07A}" type="presParOf" srcId="{79F71217-81DC-478C-AD48-99E4553D347B}" destId="{808AF8D4-FD5F-415D-8AD9-374568A1F904}" srcOrd="2" destOrd="0" presId="urn:microsoft.com/office/officeart/2018/2/layout/IconLabelDescriptionList"/>
    <dgm:cxn modelId="{9BF990D0-4DA0-4B85-A022-DDF8144659FD}" type="presParOf" srcId="{79F71217-81DC-478C-AD48-99E4553D347B}" destId="{9447EA23-B56D-4EAC-B1D4-95E2266FEA38}" srcOrd="3" destOrd="0" presId="urn:microsoft.com/office/officeart/2018/2/layout/IconLabelDescriptionList"/>
    <dgm:cxn modelId="{21899CB8-5E95-4B82-B0B6-498E1282ABF7}" type="presParOf" srcId="{79F71217-81DC-478C-AD48-99E4553D347B}" destId="{87CC80D9-5EB9-49EB-9462-90E699AF42C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BF32DA-7E5C-4AE7-914C-C434A35E2E1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A46C2A-F9FE-443A-9F60-005BA2ECD109}">
      <dgm:prSet/>
      <dgm:spPr/>
      <dgm:t>
        <a:bodyPr/>
        <a:lstStyle/>
        <a:p>
          <a:r>
            <a:rPr lang="en-US" b="1"/>
            <a:t>Better Resource Utilization:</a:t>
          </a:r>
          <a:r>
            <a:rPr lang="en-US"/>
            <a:t> Enables server consolidation and optimizes hardware usage.</a:t>
          </a:r>
        </a:p>
      </dgm:t>
    </dgm:pt>
    <dgm:pt modelId="{683874A6-6E14-48F9-BCC2-8399E75359F6}" type="parTrans" cxnId="{9B82AF46-1F07-4290-877D-9D3E2B60A543}">
      <dgm:prSet/>
      <dgm:spPr/>
      <dgm:t>
        <a:bodyPr/>
        <a:lstStyle/>
        <a:p>
          <a:endParaRPr lang="en-US"/>
        </a:p>
      </dgm:t>
    </dgm:pt>
    <dgm:pt modelId="{49DEC2FD-B290-474E-BC47-E362EB0A884B}" type="sibTrans" cxnId="{9B82AF46-1F07-4290-877D-9D3E2B60A543}">
      <dgm:prSet/>
      <dgm:spPr/>
      <dgm:t>
        <a:bodyPr/>
        <a:lstStyle/>
        <a:p>
          <a:endParaRPr lang="en-US"/>
        </a:p>
      </dgm:t>
    </dgm:pt>
    <dgm:pt modelId="{68552C5C-0C4C-49C2-9155-515436C455E3}">
      <dgm:prSet/>
      <dgm:spPr/>
      <dgm:t>
        <a:bodyPr/>
        <a:lstStyle/>
        <a:p>
          <a:r>
            <a:rPr lang="en-US" b="1"/>
            <a:t>Cost Reduction:</a:t>
          </a:r>
          <a:r>
            <a:rPr lang="en-US"/>
            <a:t> Lowers hardware and infrastructure costs.</a:t>
          </a:r>
        </a:p>
      </dgm:t>
    </dgm:pt>
    <dgm:pt modelId="{43F78A2A-D410-4D7F-80E5-5DA48E872D8F}" type="parTrans" cxnId="{37B5BA5D-E440-4FAE-B7D8-212B394DCCBD}">
      <dgm:prSet/>
      <dgm:spPr/>
      <dgm:t>
        <a:bodyPr/>
        <a:lstStyle/>
        <a:p>
          <a:endParaRPr lang="en-US"/>
        </a:p>
      </dgm:t>
    </dgm:pt>
    <dgm:pt modelId="{72B6C96D-FD43-4E69-A2D6-47CC76C319B7}" type="sibTrans" cxnId="{37B5BA5D-E440-4FAE-B7D8-212B394DCCBD}">
      <dgm:prSet/>
      <dgm:spPr/>
      <dgm:t>
        <a:bodyPr/>
        <a:lstStyle/>
        <a:p>
          <a:endParaRPr lang="en-US"/>
        </a:p>
      </dgm:t>
    </dgm:pt>
    <dgm:pt modelId="{A46B3C8C-7816-46A5-866F-9FBC0E98E0E6}">
      <dgm:prSet/>
      <dgm:spPr/>
      <dgm:t>
        <a:bodyPr/>
        <a:lstStyle/>
        <a:p>
          <a:r>
            <a:rPr lang="en-US" b="1"/>
            <a:t>Improved Fault Tolerance:</a:t>
          </a:r>
          <a:r>
            <a:rPr lang="en-US"/>
            <a:t> Virtual machines can be migrated in case of hardware failure.</a:t>
          </a:r>
        </a:p>
      </dgm:t>
    </dgm:pt>
    <dgm:pt modelId="{20B7C59B-710E-4F5E-B85C-ECAE08F1F0E3}" type="parTrans" cxnId="{52E099D8-B9F4-453A-AA4A-CF533211BE91}">
      <dgm:prSet/>
      <dgm:spPr/>
      <dgm:t>
        <a:bodyPr/>
        <a:lstStyle/>
        <a:p>
          <a:endParaRPr lang="en-US"/>
        </a:p>
      </dgm:t>
    </dgm:pt>
    <dgm:pt modelId="{6EB6741D-D395-4DF3-8204-89A98F233DBA}" type="sibTrans" cxnId="{52E099D8-B9F4-453A-AA4A-CF533211BE91}">
      <dgm:prSet/>
      <dgm:spPr/>
      <dgm:t>
        <a:bodyPr/>
        <a:lstStyle/>
        <a:p>
          <a:endParaRPr lang="en-US"/>
        </a:p>
      </dgm:t>
    </dgm:pt>
    <dgm:pt modelId="{209E8520-0C76-42BF-AD5B-70F6292A0DC6}">
      <dgm:prSet/>
      <dgm:spPr/>
      <dgm:t>
        <a:bodyPr/>
        <a:lstStyle/>
        <a:p>
          <a:r>
            <a:rPr lang="en-US" b="1"/>
            <a:t>Simplified System Administration:</a:t>
          </a:r>
          <a:r>
            <a:rPr lang="en-US"/>
            <a:t> Easier management of resources and systems.</a:t>
          </a:r>
        </a:p>
      </dgm:t>
    </dgm:pt>
    <dgm:pt modelId="{CF615C65-F520-468B-8972-AD21EB758BB0}" type="parTrans" cxnId="{AD813FC1-027B-4C48-B913-6C924D82FFD2}">
      <dgm:prSet/>
      <dgm:spPr/>
      <dgm:t>
        <a:bodyPr/>
        <a:lstStyle/>
        <a:p>
          <a:endParaRPr lang="en-US"/>
        </a:p>
      </dgm:t>
    </dgm:pt>
    <dgm:pt modelId="{3C7F845F-E3F1-4921-A72F-42C7117616F2}" type="sibTrans" cxnId="{AD813FC1-027B-4C48-B913-6C924D82FFD2}">
      <dgm:prSet/>
      <dgm:spPr/>
      <dgm:t>
        <a:bodyPr/>
        <a:lstStyle/>
        <a:p>
          <a:endParaRPr lang="en-US"/>
        </a:p>
      </dgm:t>
    </dgm:pt>
    <dgm:pt modelId="{FF43CCF9-A708-4D78-9ECA-80B87946A62C}">
      <dgm:prSet/>
      <dgm:spPr/>
      <dgm:t>
        <a:bodyPr/>
        <a:lstStyle/>
        <a:p>
          <a:r>
            <a:rPr lang="en-US" b="1"/>
            <a:t>Legacy Support:</a:t>
          </a:r>
          <a:r>
            <a:rPr lang="en-US"/>
            <a:t> Enables running outdated applications on modern platforms.</a:t>
          </a:r>
        </a:p>
      </dgm:t>
    </dgm:pt>
    <dgm:pt modelId="{47B01680-56EC-434A-9BC4-9825AA15EB81}" type="parTrans" cxnId="{1611D2BF-7C18-49EF-80BE-507E04E7C7F7}">
      <dgm:prSet/>
      <dgm:spPr/>
      <dgm:t>
        <a:bodyPr/>
        <a:lstStyle/>
        <a:p>
          <a:endParaRPr lang="en-US"/>
        </a:p>
      </dgm:t>
    </dgm:pt>
    <dgm:pt modelId="{99D25DA5-51A0-4273-8B99-FCF7F054F8F9}" type="sibTrans" cxnId="{1611D2BF-7C18-49EF-80BE-507E04E7C7F7}">
      <dgm:prSet/>
      <dgm:spPr/>
      <dgm:t>
        <a:bodyPr/>
        <a:lstStyle/>
        <a:p>
          <a:endParaRPr lang="en-US"/>
        </a:p>
      </dgm:t>
    </dgm:pt>
    <dgm:pt modelId="{2458F006-19BA-4CA5-AA19-EA585CBD30A4}" type="pres">
      <dgm:prSet presAssocID="{BBBF32DA-7E5C-4AE7-914C-C434A35E2E14}" presName="linear" presStyleCnt="0">
        <dgm:presLayoutVars>
          <dgm:animLvl val="lvl"/>
          <dgm:resizeHandles val="exact"/>
        </dgm:presLayoutVars>
      </dgm:prSet>
      <dgm:spPr/>
    </dgm:pt>
    <dgm:pt modelId="{53074347-7FA9-463A-9BD9-187D28C765C5}" type="pres">
      <dgm:prSet presAssocID="{12A46C2A-F9FE-443A-9F60-005BA2ECD10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DD5CAB9-F4DA-4267-BE4C-87A3524A8A2D}" type="pres">
      <dgm:prSet presAssocID="{49DEC2FD-B290-474E-BC47-E362EB0A884B}" presName="spacer" presStyleCnt="0"/>
      <dgm:spPr/>
    </dgm:pt>
    <dgm:pt modelId="{9B1AEF3E-1E5F-465E-89E9-EDF0CC2DAEC7}" type="pres">
      <dgm:prSet presAssocID="{68552C5C-0C4C-49C2-9155-515436C455E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C4D1669-998B-472C-BAAF-F2499E22676A}" type="pres">
      <dgm:prSet presAssocID="{72B6C96D-FD43-4E69-A2D6-47CC76C319B7}" presName="spacer" presStyleCnt="0"/>
      <dgm:spPr/>
    </dgm:pt>
    <dgm:pt modelId="{C75B441F-9119-4107-921D-91D759ECFDB6}" type="pres">
      <dgm:prSet presAssocID="{A46B3C8C-7816-46A5-866F-9FBC0E98E0E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D4AA79F-61D9-475E-94FC-86DD37C9B116}" type="pres">
      <dgm:prSet presAssocID="{6EB6741D-D395-4DF3-8204-89A98F233DBA}" presName="spacer" presStyleCnt="0"/>
      <dgm:spPr/>
    </dgm:pt>
    <dgm:pt modelId="{C2241B50-0B91-46E9-AFB7-A7C515F0098D}" type="pres">
      <dgm:prSet presAssocID="{209E8520-0C76-42BF-AD5B-70F6292A0DC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730A033-CA30-4B04-A6B3-4CCA2AE918FD}" type="pres">
      <dgm:prSet presAssocID="{3C7F845F-E3F1-4921-A72F-42C7117616F2}" presName="spacer" presStyleCnt="0"/>
      <dgm:spPr/>
    </dgm:pt>
    <dgm:pt modelId="{9FA7E85C-5A81-4215-868C-3749F8BF6BB8}" type="pres">
      <dgm:prSet presAssocID="{FF43CCF9-A708-4D78-9ECA-80B87946A62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B0AE314-8A6F-4FEE-A16E-A275E5D1FF31}" type="presOf" srcId="{209E8520-0C76-42BF-AD5B-70F6292A0DC6}" destId="{C2241B50-0B91-46E9-AFB7-A7C515F0098D}" srcOrd="0" destOrd="0" presId="urn:microsoft.com/office/officeart/2005/8/layout/vList2"/>
    <dgm:cxn modelId="{37B5BA5D-E440-4FAE-B7D8-212B394DCCBD}" srcId="{BBBF32DA-7E5C-4AE7-914C-C434A35E2E14}" destId="{68552C5C-0C4C-49C2-9155-515436C455E3}" srcOrd="1" destOrd="0" parTransId="{43F78A2A-D410-4D7F-80E5-5DA48E872D8F}" sibTransId="{72B6C96D-FD43-4E69-A2D6-47CC76C319B7}"/>
    <dgm:cxn modelId="{9B82AF46-1F07-4290-877D-9D3E2B60A543}" srcId="{BBBF32DA-7E5C-4AE7-914C-C434A35E2E14}" destId="{12A46C2A-F9FE-443A-9F60-005BA2ECD109}" srcOrd="0" destOrd="0" parTransId="{683874A6-6E14-48F9-BCC2-8399E75359F6}" sibTransId="{49DEC2FD-B290-474E-BC47-E362EB0A884B}"/>
    <dgm:cxn modelId="{E5248179-8271-4128-9002-2B8CD81F5E4C}" type="presOf" srcId="{BBBF32DA-7E5C-4AE7-914C-C434A35E2E14}" destId="{2458F006-19BA-4CA5-AA19-EA585CBD30A4}" srcOrd="0" destOrd="0" presId="urn:microsoft.com/office/officeart/2005/8/layout/vList2"/>
    <dgm:cxn modelId="{9308AC88-02FC-42DE-9A3B-E9A5A3C5BF75}" type="presOf" srcId="{FF43CCF9-A708-4D78-9ECA-80B87946A62C}" destId="{9FA7E85C-5A81-4215-868C-3749F8BF6BB8}" srcOrd="0" destOrd="0" presId="urn:microsoft.com/office/officeart/2005/8/layout/vList2"/>
    <dgm:cxn modelId="{0C2F5CAE-82CD-4502-B991-E7AE38379537}" type="presOf" srcId="{A46B3C8C-7816-46A5-866F-9FBC0E98E0E6}" destId="{C75B441F-9119-4107-921D-91D759ECFDB6}" srcOrd="0" destOrd="0" presId="urn:microsoft.com/office/officeart/2005/8/layout/vList2"/>
    <dgm:cxn modelId="{BF230FBF-0216-43C2-BD3F-40B40F29C90D}" type="presOf" srcId="{68552C5C-0C4C-49C2-9155-515436C455E3}" destId="{9B1AEF3E-1E5F-465E-89E9-EDF0CC2DAEC7}" srcOrd="0" destOrd="0" presId="urn:microsoft.com/office/officeart/2005/8/layout/vList2"/>
    <dgm:cxn modelId="{1611D2BF-7C18-49EF-80BE-507E04E7C7F7}" srcId="{BBBF32DA-7E5C-4AE7-914C-C434A35E2E14}" destId="{FF43CCF9-A708-4D78-9ECA-80B87946A62C}" srcOrd="4" destOrd="0" parTransId="{47B01680-56EC-434A-9BC4-9825AA15EB81}" sibTransId="{99D25DA5-51A0-4273-8B99-FCF7F054F8F9}"/>
    <dgm:cxn modelId="{AD813FC1-027B-4C48-B913-6C924D82FFD2}" srcId="{BBBF32DA-7E5C-4AE7-914C-C434A35E2E14}" destId="{209E8520-0C76-42BF-AD5B-70F6292A0DC6}" srcOrd="3" destOrd="0" parTransId="{CF615C65-F520-468B-8972-AD21EB758BB0}" sibTransId="{3C7F845F-E3F1-4921-A72F-42C7117616F2}"/>
    <dgm:cxn modelId="{52E099D8-B9F4-453A-AA4A-CF533211BE91}" srcId="{BBBF32DA-7E5C-4AE7-914C-C434A35E2E14}" destId="{A46B3C8C-7816-46A5-866F-9FBC0E98E0E6}" srcOrd="2" destOrd="0" parTransId="{20B7C59B-710E-4F5E-B85C-ECAE08F1F0E3}" sibTransId="{6EB6741D-D395-4DF3-8204-89A98F233DBA}"/>
    <dgm:cxn modelId="{BD7CE8E7-5374-407C-9F37-8675FC83CC24}" type="presOf" srcId="{12A46C2A-F9FE-443A-9F60-005BA2ECD109}" destId="{53074347-7FA9-463A-9BD9-187D28C765C5}" srcOrd="0" destOrd="0" presId="urn:microsoft.com/office/officeart/2005/8/layout/vList2"/>
    <dgm:cxn modelId="{AFE615A8-DB88-496D-9592-AB86BB1FE67C}" type="presParOf" srcId="{2458F006-19BA-4CA5-AA19-EA585CBD30A4}" destId="{53074347-7FA9-463A-9BD9-187D28C765C5}" srcOrd="0" destOrd="0" presId="urn:microsoft.com/office/officeart/2005/8/layout/vList2"/>
    <dgm:cxn modelId="{63778F10-F628-4795-BCFD-04D1B11BD3B9}" type="presParOf" srcId="{2458F006-19BA-4CA5-AA19-EA585CBD30A4}" destId="{FDD5CAB9-F4DA-4267-BE4C-87A3524A8A2D}" srcOrd="1" destOrd="0" presId="urn:microsoft.com/office/officeart/2005/8/layout/vList2"/>
    <dgm:cxn modelId="{2C482AC9-6CCB-4C8A-9A92-90FCB60F329C}" type="presParOf" srcId="{2458F006-19BA-4CA5-AA19-EA585CBD30A4}" destId="{9B1AEF3E-1E5F-465E-89E9-EDF0CC2DAEC7}" srcOrd="2" destOrd="0" presId="urn:microsoft.com/office/officeart/2005/8/layout/vList2"/>
    <dgm:cxn modelId="{332889AD-1EB7-4E9B-B76A-45092298634D}" type="presParOf" srcId="{2458F006-19BA-4CA5-AA19-EA585CBD30A4}" destId="{6C4D1669-998B-472C-BAAF-F2499E22676A}" srcOrd="3" destOrd="0" presId="urn:microsoft.com/office/officeart/2005/8/layout/vList2"/>
    <dgm:cxn modelId="{E7A03CC2-5D15-42F2-BA1D-8704DE7F7CCE}" type="presParOf" srcId="{2458F006-19BA-4CA5-AA19-EA585CBD30A4}" destId="{C75B441F-9119-4107-921D-91D759ECFDB6}" srcOrd="4" destOrd="0" presId="urn:microsoft.com/office/officeart/2005/8/layout/vList2"/>
    <dgm:cxn modelId="{F36DFD16-7C13-4ED0-B677-481A990B1B89}" type="presParOf" srcId="{2458F006-19BA-4CA5-AA19-EA585CBD30A4}" destId="{BD4AA79F-61D9-475E-94FC-86DD37C9B116}" srcOrd="5" destOrd="0" presId="urn:microsoft.com/office/officeart/2005/8/layout/vList2"/>
    <dgm:cxn modelId="{1C37437E-F1B2-42D6-82B1-977555816AE0}" type="presParOf" srcId="{2458F006-19BA-4CA5-AA19-EA585CBD30A4}" destId="{C2241B50-0B91-46E9-AFB7-A7C515F0098D}" srcOrd="6" destOrd="0" presId="urn:microsoft.com/office/officeart/2005/8/layout/vList2"/>
    <dgm:cxn modelId="{19111DEE-D73F-42D6-9E82-BADB7A84429A}" type="presParOf" srcId="{2458F006-19BA-4CA5-AA19-EA585CBD30A4}" destId="{F730A033-CA30-4B04-A6B3-4CCA2AE918FD}" srcOrd="7" destOrd="0" presId="urn:microsoft.com/office/officeart/2005/8/layout/vList2"/>
    <dgm:cxn modelId="{7888CC79-E998-4B6B-AC3F-133D0399C132}" type="presParOf" srcId="{2458F006-19BA-4CA5-AA19-EA585CBD30A4}" destId="{9FA7E85C-5A81-4215-868C-3749F8BF6BB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A153DE-0792-46BB-BEC7-1CCB9A91C5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DD75E3B-F513-4E8B-80B2-F80C25C88065}">
      <dgm:prSet/>
      <dgm:spPr/>
      <dgm:t>
        <a:bodyPr/>
        <a:lstStyle/>
        <a:p>
          <a:r>
            <a:rPr lang="en-PK" b="1" i="0" baseline="0"/>
            <a:t>Single Point of Failure:</a:t>
          </a:r>
          <a:r>
            <a:rPr lang="en-PK" b="0" i="0" baseline="0"/>
            <a:t> If the host system fails, multiple virtual machines may be affected.</a:t>
          </a:r>
          <a:endParaRPr lang="en-US"/>
        </a:p>
      </dgm:t>
    </dgm:pt>
    <dgm:pt modelId="{13DE952C-5849-4422-8D74-FB062F7142AA}" type="parTrans" cxnId="{3581BBF5-8338-4CBF-B0F1-84BE013CCBFE}">
      <dgm:prSet/>
      <dgm:spPr/>
      <dgm:t>
        <a:bodyPr/>
        <a:lstStyle/>
        <a:p>
          <a:endParaRPr lang="en-US"/>
        </a:p>
      </dgm:t>
    </dgm:pt>
    <dgm:pt modelId="{55CF2871-F68B-424C-93C9-CEB1BBE214D0}" type="sibTrans" cxnId="{3581BBF5-8338-4CBF-B0F1-84BE013CCBFE}">
      <dgm:prSet/>
      <dgm:spPr/>
      <dgm:t>
        <a:bodyPr/>
        <a:lstStyle/>
        <a:p>
          <a:endParaRPr lang="en-US"/>
        </a:p>
      </dgm:t>
    </dgm:pt>
    <dgm:pt modelId="{6EBBCF41-AA78-4DE9-8A16-CDED371DEA4D}">
      <dgm:prSet/>
      <dgm:spPr/>
      <dgm:t>
        <a:bodyPr/>
        <a:lstStyle/>
        <a:p>
          <a:r>
            <a:rPr lang="en-PK" b="1" i="0" baseline="0"/>
            <a:t>Performance Overhead:</a:t>
          </a:r>
          <a:r>
            <a:rPr lang="en-PK" b="0" i="0" baseline="0"/>
            <a:t> Virtual machines may achieve 85-90% of the native performance.</a:t>
          </a:r>
          <a:endParaRPr lang="en-US"/>
        </a:p>
      </dgm:t>
    </dgm:pt>
    <dgm:pt modelId="{36269BDF-957B-48E7-BC04-9745774834A0}" type="parTrans" cxnId="{A4586B17-A8B5-4F6D-AF71-2E569A786152}">
      <dgm:prSet/>
      <dgm:spPr/>
      <dgm:t>
        <a:bodyPr/>
        <a:lstStyle/>
        <a:p>
          <a:endParaRPr lang="en-US"/>
        </a:p>
      </dgm:t>
    </dgm:pt>
    <dgm:pt modelId="{2D876C93-DC7E-49DF-9EA8-57074EAEB105}" type="sibTrans" cxnId="{A4586B17-A8B5-4F6D-AF71-2E569A786152}">
      <dgm:prSet/>
      <dgm:spPr/>
      <dgm:t>
        <a:bodyPr/>
        <a:lstStyle/>
        <a:p>
          <a:endParaRPr lang="en-US"/>
        </a:p>
      </dgm:t>
    </dgm:pt>
    <dgm:pt modelId="{28F3FE29-F765-4D1C-BC1E-B99327C43BA4}">
      <dgm:prSet/>
      <dgm:spPr/>
      <dgm:t>
        <a:bodyPr/>
        <a:lstStyle/>
        <a:p>
          <a:r>
            <a:rPr lang="en-PK" b="1" i="0" baseline="0"/>
            <a:t>Complexity:</a:t>
          </a:r>
          <a:r>
            <a:rPr lang="en-PK" b="0" i="0" baseline="0"/>
            <a:t> Troubleshooting and root cause analysis can be more difficult with an additional virtualization layer. </a:t>
          </a:r>
          <a:endParaRPr lang="en-US"/>
        </a:p>
      </dgm:t>
    </dgm:pt>
    <dgm:pt modelId="{DCE562DE-562C-4192-91BD-E1D14E779F86}" type="parTrans" cxnId="{55E70766-A977-4B1C-B68F-18A5DE52994A}">
      <dgm:prSet/>
      <dgm:spPr/>
      <dgm:t>
        <a:bodyPr/>
        <a:lstStyle/>
        <a:p>
          <a:endParaRPr lang="en-US"/>
        </a:p>
      </dgm:t>
    </dgm:pt>
    <dgm:pt modelId="{E3230E23-71EB-453D-B3FB-F976EE080DC2}" type="sibTrans" cxnId="{55E70766-A977-4B1C-B68F-18A5DE52994A}">
      <dgm:prSet/>
      <dgm:spPr/>
      <dgm:t>
        <a:bodyPr/>
        <a:lstStyle/>
        <a:p>
          <a:endParaRPr lang="en-US"/>
        </a:p>
      </dgm:t>
    </dgm:pt>
    <dgm:pt modelId="{EC9F2CE8-D930-437E-BAEA-621BBF0C1AD5}" type="pres">
      <dgm:prSet presAssocID="{A7A153DE-0792-46BB-BEC7-1CCB9A91C588}" presName="root" presStyleCnt="0">
        <dgm:presLayoutVars>
          <dgm:dir/>
          <dgm:resizeHandles val="exact"/>
        </dgm:presLayoutVars>
      </dgm:prSet>
      <dgm:spPr/>
    </dgm:pt>
    <dgm:pt modelId="{5C181610-8EF9-4946-9ACE-7D36FFDD9BCB}" type="pres">
      <dgm:prSet presAssocID="{EDD75E3B-F513-4E8B-80B2-F80C25C88065}" presName="compNode" presStyleCnt="0"/>
      <dgm:spPr/>
    </dgm:pt>
    <dgm:pt modelId="{D96ECC24-31C1-4FCF-87D9-4407C3F3AB6A}" type="pres">
      <dgm:prSet presAssocID="{EDD75E3B-F513-4E8B-80B2-F80C25C88065}" presName="bgRect" presStyleLbl="bgShp" presStyleIdx="0" presStyleCnt="3"/>
      <dgm:spPr/>
    </dgm:pt>
    <dgm:pt modelId="{A0CD33A8-1ABA-4D28-B5E3-F88CBC54B1FD}" type="pres">
      <dgm:prSet presAssocID="{EDD75E3B-F513-4E8B-80B2-F80C25C880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21C6009-4F4D-4C41-B33D-F964C6E61BF9}" type="pres">
      <dgm:prSet presAssocID="{EDD75E3B-F513-4E8B-80B2-F80C25C88065}" presName="spaceRect" presStyleCnt="0"/>
      <dgm:spPr/>
    </dgm:pt>
    <dgm:pt modelId="{55F86BC0-2E8F-494D-B430-EE8AB5921831}" type="pres">
      <dgm:prSet presAssocID="{EDD75E3B-F513-4E8B-80B2-F80C25C88065}" presName="parTx" presStyleLbl="revTx" presStyleIdx="0" presStyleCnt="3">
        <dgm:presLayoutVars>
          <dgm:chMax val="0"/>
          <dgm:chPref val="0"/>
        </dgm:presLayoutVars>
      </dgm:prSet>
      <dgm:spPr/>
    </dgm:pt>
    <dgm:pt modelId="{9BF482C6-5709-4191-9FA7-51D5512F0E0A}" type="pres">
      <dgm:prSet presAssocID="{55CF2871-F68B-424C-93C9-CEB1BBE214D0}" presName="sibTrans" presStyleCnt="0"/>
      <dgm:spPr/>
    </dgm:pt>
    <dgm:pt modelId="{1A367471-A5AB-429A-9E9A-5339CCD42008}" type="pres">
      <dgm:prSet presAssocID="{6EBBCF41-AA78-4DE9-8A16-CDED371DEA4D}" presName="compNode" presStyleCnt="0"/>
      <dgm:spPr/>
    </dgm:pt>
    <dgm:pt modelId="{581EDE1B-F336-434A-93BB-5B4DDCF8E746}" type="pres">
      <dgm:prSet presAssocID="{6EBBCF41-AA78-4DE9-8A16-CDED371DEA4D}" presName="bgRect" presStyleLbl="bgShp" presStyleIdx="1" presStyleCnt="3"/>
      <dgm:spPr/>
    </dgm:pt>
    <dgm:pt modelId="{76E07905-2A2D-423B-96F4-6D34E1961C86}" type="pres">
      <dgm:prSet presAssocID="{6EBBCF41-AA78-4DE9-8A16-CDED371DEA4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09D5133-168D-4FB0-8BF6-F005528B4F12}" type="pres">
      <dgm:prSet presAssocID="{6EBBCF41-AA78-4DE9-8A16-CDED371DEA4D}" presName="spaceRect" presStyleCnt="0"/>
      <dgm:spPr/>
    </dgm:pt>
    <dgm:pt modelId="{D3E1B61F-41D6-4362-ADC7-7C97674DE25D}" type="pres">
      <dgm:prSet presAssocID="{6EBBCF41-AA78-4DE9-8A16-CDED371DEA4D}" presName="parTx" presStyleLbl="revTx" presStyleIdx="1" presStyleCnt="3">
        <dgm:presLayoutVars>
          <dgm:chMax val="0"/>
          <dgm:chPref val="0"/>
        </dgm:presLayoutVars>
      </dgm:prSet>
      <dgm:spPr/>
    </dgm:pt>
    <dgm:pt modelId="{250C3234-0AC9-4D68-B02C-01269188DC2C}" type="pres">
      <dgm:prSet presAssocID="{2D876C93-DC7E-49DF-9EA8-57074EAEB105}" presName="sibTrans" presStyleCnt="0"/>
      <dgm:spPr/>
    </dgm:pt>
    <dgm:pt modelId="{463611A1-9CF8-4865-9E79-E05B8C7C0D04}" type="pres">
      <dgm:prSet presAssocID="{28F3FE29-F765-4D1C-BC1E-B99327C43BA4}" presName="compNode" presStyleCnt="0"/>
      <dgm:spPr/>
    </dgm:pt>
    <dgm:pt modelId="{44B4B445-9977-4B50-B7D4-4B5384E58F16}" type="pres">
      <dgm:prSet presAssocID="{28F3FE29-F765-4D1C-BC1E-B99327C43BA4}" presName="bgRect" presStyleLbl="bgShp" presStyleIdx="2" presStyleCnt="3"/>
      <dgm:spPr/>
    </dgm:pt>
    <dgm:pt modelId="{9720C713-2A3F-4455-8D06-25F827628FA0}" type="pres">
      <dgm:prSet presAssocID="{28F3FE29-F765-4D1C-BC1E-B99327C43BA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7E01119-3623-4C0B-A53D-DFF70EAACD15}" type="pres">
      <dgm:prSet presAssocID="{28F3FE29-F765-4D1C-BC1E-B99327C43BA4}" presName="spaceRect" presStyleCnt="0"/>
      <dgm:spPr/>
    </dgm:pt>
    <dgm:pt modelId="{3C33DB4E-8A57-4900-9C16-D735F99392A0}" type="pres">
      <dgm:prSet presAssocID="{28F3FE29-F765-4D1C-BC1E-B99327C43BA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4586B17-A8B5-4F6D-AF71-2E569A786152}" srcId="{A7A153DE-0792-46BB-BEC7-1CCB9A91C588}" destId="{6EBBCF41-AA78-4DE9-8A16-CDED371DEA4D}" srcOrd="1" destOrd="0" parTransId="{36269BDF-957B-48E7-BC04-9745774834A0}" sibTransId="{2D876C93-DC7E-49DF-9EA8-57074EAEB105}"/>
    <dgm:cxn modelId="{55E70766-A977-4B1C-B68F-18A5DE52994A}" srcId="{A7A153DE-0792-46BB-BEC7-1CCB9A91C588}" destId="{28F3FE29-F765-4D1C-BC1E-B99327C43BA4}" srcOrd="2" destOrd="0" parTransId="{DCE562DE-562C-4192-91BD-E1D14E779F86}" sibTransId="{E3230E23-71EB-453D-B3FB-F976EE080DC2}"/>
    <dgm:cxn modelId="{1213256C-C5D3-405C-8032-97E0EE7230B0}" type="presOf" srcId="{6EBBCF41-AA78-4DE9-8A16-CDED371DEA4D}" destId="{D3E1B61F-41D6-4362-ADC7-7C97674DE25D}" srcOrd="0" destOrd="0" presId="urn:microsoft.com/office/officeart/2018/2/layout/IconVerticalSolidList"/>
    <dgm:cxn modelId="{33BB0B8D-7E50-4B48-9EE6-DF01BA882C39}" type="presOf" srcId="{A7A153DE-0792-46BB-BEC7-1CCB9A91C588}" destId="{EC9F2CE8-D930-437E-BAEA-621BBF0C1AD5}" srcOrd="0" destOrd="0" presId="urn:microsoft.com/office/officeart/2018/2/layout/IconVerticalSolidList"/>
    <dgm:cxn modelId="{2110B19C-5F15-4115-A597-BCD47B88EA82}" type="presOf" srcId="{28F3FE29-F765-4D1C-BC1E-B99327C43BA4}" destId="{3C33DB4E-8A57-4900-9C16-D735F99392A0}" srcOrd="0" destOrd="0" presId="urn:microsoft.com/office/officeart/2018/2/layout/IconVerticalSolidList"/>
    <dgm:cxn modelId="{B5191AC0-C5A2-4DC7-8031-787771395A87}" type="presOf" srcId="{EDD75E3B-F513-4E8B-80B2-F80C25C88065}" destId="{55F86BC0-2E8F-494D-B430-EE8AB5921831}" srcOrd="0" destOrd="0" presId="urn:microsoft.com/office/officeart/2018/2/layout/IconVerticalSolidList"/>
    <dgm:cxn modelId="{3581BBF5-8338-4CBF-B0F1-84BE013CCBFE}" srcId="{A7A153DE-0792-46BB-BEC7-1CCB9A91C588}" destId="{EDD75E3B-F513-4E8B-80B2-F80C25C88065}" srcOrd="0" destOrd="0" parTransId="{13DE952C-5849-4422-8D74-FB062F7142AA}" sibTransId="{55CF2871-F68B-424C-93C9-CEB1BBE214D0}"/>
    <dgm:cxn modelId="{1D35329F-7C98-4775-8BA4-CFE5FEB4EC5C}" type="presParOf" srcId="{EC9F2CE8-D930-437E-BAEA-621BBF0C1AD5}" destId="{5C181610-8EF9-4946-9ACE-7D36FFDD9BCB}" srcOrd="0" destOrd="0" presId="urn:microsoft.com/office/officeart/2018/2/layout/IconVerticalSolidList"/>
    <dgm:cxn modelId="{2C4C73EE-B69E-4BE1-9388-DDD6AF4EEBA8}" type="presParOf" srcId="{5C181610-8EF9-4946-9ACE-7D36FFDD9BCB}" destId="{D96ECC24-31C1-4FCF-87D9-4407C3F3AB6A}" srcOrd="0" destOrd="0" presId="urn:microsoft.com/office/officeart/2018/2/layout/IconVerticalSolidList"/>
    <dgm:cxn modelId="{3607F3B9-A145-4B34-8C95-466ACF71044E}" type="presParOf" srcId="{5C181610-8EF9-4946-9ACE-7D36FFDD9BCB}" destId="{A0CD33A8-1ABA-4D28-B5E3-F88CBC54B1FD}" srcOrd="1" destOrd="0" presId="urn:microsoft.com/office/officeart/2018/2/layout/IconVerticalSolidList"/>
    <dgm:cxn modelId="{F1656D4A-A555-4A9B-B72E-EBAE10CBF2DC}" type="presParOf" srcId="{5C181610-8EF9-4946-9ACE-7D36FFDD9BCB}" destId="{221C6009-4F4D-4C41-B33D-F964C6E61BF9}" srcOrd="2" destOrd="0" presId="urn:microsoft.com/office/officeart/2018/2/layout/IconVerticalSolidList"/>
    <dgm:cxn modelId="{F770144B-204E-4D38-B545-6E64221C7DE3}" type="presParOf" srcId="{5C181610-8EF9-4946-9ACE-7D36FFDD9BCB}" destId="{55F86BC0-2E8F-494D-B430-EE8AB5921831}" srcOrd="3" destOrd="0" presId="urn:microsoft.com/office/officeart/2018/2/layout/IconVerticalSolidList"/>
    <dgm:cxn modelId="{8E0E3921-93D5-4B56-8DE4-89E2CB71779E}" type="presParOf" srcId="{EC9F2CE8-D930-437E-BAEA-621BBF0C1AD5}" destId="{9BF482C6-5709-4191-9FA7-51D5512F0E0A}" srcOrd="1" destOrd="0" presId="urn:microsoft.com/office/officeart/2018/2/layout/IconVerticalSolidList"/>
    <dgm:cxn modelId="{7C5FB335-3FD1-49EB-90DF-EB0C0D6EE703}" type="presParOf" srcId="{EC9F2CE8-D930-437E-BAEA-621BBF0C1AD5}" destId="{1A367471-A5AB-429A-9E9A-5339CCD42008}" srcOrd="2" destOrd="0" presId="urn:microsoft.com/office/officeart/2018/2/layout/IconVerticalSolidList"/>
    <dgm:cxn modelId="{5D9C6D21-2349-48B7-96C7-D9E2B2D85374}" type="presParOf" srcId="{1A367471-A5AB-429A-9E9A-5339CCD42008}" destId="{581EDE1B-F336-434A-93BB-5B4DDCF8E746}" srcOrd="0" destOrd="0" presId="urn:microsoft.com/office/officeart/2018/2/layout/IconVerticalSolidList"/>
    <dgm:cxn modelId="{174F0627-6F30-40E4-A8A5-805838B90EF8}" type="presParOf" srcId="{1A367471-A5AB-429A-9E9A-5339CCD42008}" destId="{76E07905-2A2D-423B-96F4-6D34E1961C86}" srcOrd="1" destOrd="0" presId="urn:microsoft.com/office/officeart/2018/2/layout/IconVerticalSolidList"/>
    <dgm:cxn modelId="{9BD77685-2571-4E12-8896-57D14C6FDCE9}" type="presParOf" srcId="{1A367471-A5AB-429A-9E9A-5339CCD42008}" destId="{009D5133-168D-4FB0-8BF6-F005528B4F12}" srcOrd="2" destOrd="0" presId="urn:microsoft.com/office/officeart/2018/2/layout/IconVerticalSolidList"/>
    <dgm:cxn modelId="{7F228332-C6AE-40CF-A122-C5DC920A4CFF}" type="presParOf" srcId="{1A367471-A5AB-429A-9E9A-5339CCD42008}" destId="{D3E1B61F-41D6-4362-ADC7-7C97674DE25D}" srcOrd="3" destOrd="0" presId="urn:microsoft.com/office/officeart/2018/2/layout/IconVerticalSolidList"/>
    <dgm:cxn modelId="{41FC81DE-D0FF-44CF-80ED-4F82B53D5E52}" type="presParOf" srcId="{EC9F2CE8-D930-437E-BAEA-621BBF0C1AD5}" destId="{250C3234-0AC9-4D68-B02C-01269188DC2C}" srcOrd="3" destOrd="0" presId="urn:microsoft.com/office/officeart/2018/2/layout/IconVerticalSolidList"/>
    <dgm:cxn modelId="{26B46C97-4AFF-42D2-A2F1-C6843219BCD2}" type="presParOf" srcId="{EC9F2CE8-D930-437E-BAEA-621BBF0C1AD5}" destId="{463611A1-9CF8-4865-9E79-E05B8C7C0D04}" srcOrd="4" destOrd="0" presId="urn:microsoft.com/office/officeart/2018/2/layout/IconVerticalSolidList"/>
    <dgm:cxn modelId="{BDCC203D-4742-4487-A6B3-1FBBC7719284}" type="presParOf" srcId="{463611A1-9CF8-4865-9E79-E05B8C7C0D04}" destId="{44B4B445-9977-4B50-B7D4-4B5384E58F16}" srcOrd="0" destOrd="0" presId="urn:microsoft.com/office/officeart/2018/2/layout/IconVerticalSolidList"/>
    <dgm:cxn modelId="{5411FC73-D8A7-4696-9D86-C0E8FA4056CF}" type="presParOf" srcId="{463611A1-9CF8-4865-9E79-E05B8C7C0D04}" destId="{9720C713-2A3F-4455-8D06-25F827628FA0}" srcOrd="1" destOrd="0" presId="urn:microsoft.com/office/officeart/2018/2/layout/IconVerticalSolidList"/>
    <dgm:cxn modelId="{C706E783-5014-4395-9DBC-638E07CA40FF}" type="presParOf" srcId="{463611A1-9CF8-4865-9E79-E05B8C7C0D04}" destId="{B7E01119-3623-4C0B-A53D-DFF70EAACD15}" srcOrd="2" destOrd="0" presId="urn:microsoft.com/office/officeart/2018/2/layout/IconVerticalSolidList"/>
    <dgm:cxn modelId="{ECD4CB24-75F2-4016-B23F-225A2370B910}" type="presParOf" srcId="{463611A1-9CF8-4865-9E79-E05B8C7C0D04}" destId="{3C33DB4E-8A57-4900-9C16-D735F99392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5A0F38-3CD6-4AC1-ABA2-BF7128E223F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0386EED-296C-41B1-B078-7D42D2B4F7A5}">
      <dgm:prSet/>
      <dgm:spPr/>
      <dgm:t>
        <a:bodyPr/>
        <a:lstStyle/>
        <a:p>
          <a:r>
            <a:rPr lang="en-PK" b="1" i="0" baseline="0"/>
            <a:t>Host Vulnerability:</a:t>
          </a:r>
          <a:r>
            <a:rPr lang="en-PK" b="0" i="0" baseline="0"/>
            <a:t> A breach at the physical host level affects all VMs.</a:t>
          </a:r>
          <a:endParaRPr lang="en-US"/>
        </a:p>
      </dgm:t>
    </dgm:pt>
    <dgm:pt modelId="{88AB81F7-C607-4750-AC2F-40C6E73085A3}" type="parTrans" cxnId="{072841B6-3194-40B8-9574-057D5371269A}">
      <dgm:prSet/>
      <dgm:spPr/>
      <dgm:t>
        <a:bodyPr/>
        <a:lstStyle/>
        <a:p>
          <a:endParaRPr lang="en-US"/>
        </a:p>
      </dgm:t>
    </dgm:pt>
    <dgm:pt modelId="{305DD4CC-C78F-4583-AE65-37EEC3CDB138}" type="sibTrans" cxnId="{072841B6-3194-40B8-9574-057D5371269A}">
      <dgm:prSet/>
      <dgm:spPr/>
      <dgm:t>
        <a:bodyPr/>
        <a:lstStyle/>
        <a:p>
          <a:endParaRPr lang="en-US"/>
        </a:p>
      </dgm:t>
    </dgm:pt>
    <dgm:pt modelId="{AA83E9AD-D250-4E10-9A54-AA6FE75DAE14}">
      <dgm:prSet/>
      <dgm:spPr/>
      <dgm:t>
        <a:bodyPr/>
        <a:lstStyle/>
        <a:p>
          <a:r>
            <a:rPr lang="en-PK" b="1" i="0" baseline="0"/>
            <a:t>Hypervisor Attacks:</a:t>
          </a:r>
          <a:r>
            <a:rPr lang="en-PK" b="0" i="0" baseline="0"/>
            <a:t> Compromising the hypervisor can jeopardize the entire environment.</a:t>
          </a:r>
          <a:endParaRPr lang="en-US"/>
        </a:p>
      </dgm:t>
    </dgm:pt>
    <dgm:pt modelId="{A84C1BB8-E7B3-48F0-B581-42F877DEB473}" type="parTrans" cxnId="{D454412A-20B6-4D19-8EDE-4F6E5DA1EC23}">
      <dgm:prSet/>
      <dgm:spPr/>
      <dgm:t>
        <a:bodyPr/>
        <a:lstStyle/>
        <a:p>
          <a:endParaRPr lang="en-US"/>
        </a:p>
      </dgm:t>
    </dgm:pt>
    <dgm:pt modelId="{B5AE3D48-B5CC-49A8-AB99-A00AA5F080CF}" type="sibTrans" cxnId="{D454412A-20B6-4D19-8EDE-4F6E5DA1EC23}">
      <dgm:prSet/>
      <dgm:spPr/>
      <dgm:t>
        <a:bodyPr/>
        <a:lstStyle/>
        <a:p>
          <a:endParaRPr lang="en-US"/>
        </a:p>
      </dgm:t>
    </dgm:pt>
    <dgm:pt modelId="{D503C1CC-2EA7-4F02-AB6E-5DF52B081946}">
      <dgm:prSet/>
      <dgm:spPr/>
      <dgm:t>
        <a:bodyPr/>
        <a:lstStyle/>
        <a:p>
          <a:r>
            <a:rPr lang="en-PK" b="1" i="0" baseline="0"/>
            <a:t>Inactive VMs:</a:t>
          </a:r>
          <a:r>
            <a:rPr lang="en-PK" b="0" i="0" baseline="0"/>
            <a:t> Dormant VMs can pose a risk if they contain sensitive data but are not monitored.</a:t>
          </a:r>
          <a:endParaRPr lang="en-US"/>
        </a:p>
      </dgm:t>
    </dgm:pt>
    <dgm:pt modelId="{537DD6F6-B874-491B-81FA-C818E7F81F24}" type="parTrans" cxnId="{114CC9CE-DB6F-424E-8AA0-23000C649B46}">
      <dgm:prSet/>
      <dgm:spPr/>
      <dgm:t>
        <a:bodyPr/>
        <a:lstStyle/>
        <a:p>
          <a:endParaRPr lang="en-US"/>
        </a:p>
      </dgm:t>
    </dgm:pt>
    <dgm:pt modelId="{054C047F-B35F-4E72-8563-A7215B6F9919}" type="sibTrans" cxnId="{114CC9CE-DB6F-424E-8AA0-23000C649B46}">
      <dgm:prSet/>
      <dgm:spPr/>
      <dgm:t>
        <a:bodyPr/>
        <a:lstStyle/>
        <a:p>
          <a:endParaRPr lang="en-US"/>
        </a:p>
      </dgm:t>
    </dgm:pt>
    <dgm:pt modelId="{84E856C4-BD41-4632-ACEC-F65EDC367A67}">
      <dgm:prSet/>
      <dgm:spPr/>
      <dgm:t>
        <a:bodyPr/>
        <a:lstStyle/>
        <a:p>
          <a:r>
            <a:rPr lang="en-PK" b="1" i="0" baseline="0"/>
            <a:t>Privilege Escalation:</a:t>
          </a:r>
          <a:r>
            <a:rPr lang="en-PK" b="0" i="0" baseline="0"/>
            <a:t> Attackers may gain higher access than allowed through the hypervisor. </a:t>
          </a:r>
          <a:endParaRPr lang="en-US"/>
        </a:p>
      </dgm:t>
    </dgm:pt>
    <dgm:pt modelId="{5D459E43-DC46-4237-8947-3F35728B2F2A}" type="parTrans" cxnId="{FFE1BE44-01B1-4388-9F57-6337000EE82E}">
      <dgm:prSet/>
      <dgm:spPr/>
      <dgm:t>
        <a:bodyPr/>
        <a:lstStyle/>
        <a:p>
          <a:endParaRPr lang="en-US"/>
        </a:p>
      </dgm:t>
    </dgm:pt>
    <dgm:pt modelId="{3F29F615-0318-4D4E-A5F8-A7CE09139E1D}" type="sibTrans" cxnId="{FFE1BE44-01B1-4388-9F57-6337000EE82E}">
      <dgm:prSet/>
      <dgm:spPr/>
      <dgm:t>
        <a:bodyPr/>
        <a:lstStyle/>
        <a:p>
          <a:endParaRPr lang="en-US"/>
        </a:p>
      </dgm:t>
    </dgm:pt>
    <dgm:pt modelId="{9943E670-CDBF-47DE-88B1-56C3DEB16EEA}" type="pres">
      <dgm:prSet presAssocID="{6A5A0F38-3CD6-4AC1-ABA2-BF7128E223F5}" presName="root" presStyleCnt="0">
        <dgm:presLayoutVars>
          <dgm:dir/>
          <dgm:resizeHandles val="exact"/>
        </dgm:presLayoutVars>
      </dgm:prSet>
      <dgm:spPr/>
    </dgm:pt>
    <dgm:pt modelId="{C3F2C679-F205-4722-8653-4BFB0501E284}" type="pres">
      <dgm:prSet presAssocID="{6A5A0F38-3CD6-4AC1-ABA2-BF7128E223F5}" presName="container" presStyleCnt="0">
        <dgm:presLayoutVars>
          <dgm:dir/>
          <dgm:resizeHandles val="exact"/>
        </dgm:presLayoutVars>
      </dgm:prSet>
      <dgm:spPr/>
    </dgm:pt>
    <dgm:pt modelId="{667795CB-F389-40E2-8ADD-A83B7FBFC654}" type="pres">
      <dgm:prSet presAssocID="{30386EED-296C-41B1-B078-7D42D2B4F7A5}" presName="compNode" presStyleCnt="0"/>
      <dgm:spPr/>
    </dgm:pt>
    <dgm:pt modelId="{9B32ACD7-C748-44CF-B82D-43B6445B44DA}" type="pres">
      <dgm:prSet presAssocID="{30386EED-296C-41B1-B078-7D42D2B4F7A5}" presName="iconBgRect" presStyleLbl="bgShp" presStyleIdx="0" presStyleCnt="4"/>
      <dgm:spPr/>
    </dgm:pt>
    <dgm:pt modelId="{FE8A9ABA-CA5E-4AE7-A145-423C42D86B91}" type="pres">
      <dgm:prSet presAssocID="{30386EED-296C-41B1-B078-7D42D2B4F7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7DAD39E-A93A-4162-B9CA-78AA3D8671B4}" type="pres">
      <dgm:prSet presAssocID="{30386EED-296C-41B1-B078-7D42D2B4F7A5}" presName="spaceRect" presStyleCnt="0"/>
      <dgm:spPr/>
    </dgm:pt>
    <dgm:pt modelId="{11B3C015-2421-42FC-8CA7-FD6C4DCB4F8D}" type="pres">
      <dgm:prSet presAssocID="{30386EED-296C-41B1-B078-7D42D2B4F7A5}" presName="textRect" presStyleLbl="revTx" presStyleIdx="0" presStyleCnt="4">
        <dgm:presLayoutVars>
          <dgm:chMax val="1"/>
          <dgm:chPref val="1"/>
        </dgm:presLayoutVars>
      </dgm:prSet>
      <dgm:spPr/>
    </dgm:pt>
    <dgm:pt modelId="{5CBB7D07-AAFB-46C3-AD35-C8E5E3DEF8D5}" type="pres">
      <dgm:prSet presAssocID="{305DD4CC-C78F-4583-AE65-37EEC3CDB138}" presName="sibTrans" presStyleLbl="sibTrans2D1" presStyleIdx="0" presStyleCnt="0"/>
      <dgm:spPr/>
    </dgm:pt>
    <dgm:pt modelId="{A6826ED2-8925-4EA4-B2AC-B45E08DA9DB0}" type="pres">
      <dgm:prSet presAssocID="{AA83E9AD-D250-4E10-9A54-AA6FE75DAE14}" presName="compNode" presStyleCnt="0"/>
      <dgm:spPr/>
    </dgm:pt>
    <dgm:pt modelId="{8FC71B5C-3F8F-47DA-A45D-8062EE37E9B6}" type="pres">
      <dgm:prSet presAssocID="{AA83E9AD-D250-4E10-9A54-AA6FE75DAE14}" presName="iconBgRect" presStyleLbl="bgShp" presStyleIdx="1" presStyleCnt="4"/>
      <dgm:spPr/>
    </dgm:pt>
    <dgm:pt modelId="{8DDDCD0D-3D05-403D-9FFA-355B1F03340D}" type="pres">
      <dgm:prSet presAssocID="{AA83E9AD-D250-4E10-9A54-AA6FE75DAE1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EF27E0C-1A2E-4009-9E4C-F17A869CAB98}" type="pres">
      <dgm:prSet presAssocID="{AA83E9AD-D250-4E10-9A54-AA6FE75DAE14}" presName="spaceRect" presStyleCnt="0"/>
      <dgm:spPr/>
    </dgm:pt>
    <dgm:pt modelId="{B2DDF8D4-FFA4-4278-89CB-CEEDE2A44479}" type="pres">
      <dgm:prSet presAssocID="{AA83E9AD-D250-4E10-9A54-AA6FE75DAE14}" presName="textRect" presStyleLbl="revTx" presStyleIdx="1" presStyleCnt="4">
        <dgm:presLayoutVars>
          <dgm:chMax val="1"/>
          <dgm:chPref val="1"/>
        </dgm:presLayoutVars>
      </dgm:prSet>
      <dgm:spPr/>
    </dgm:pt>
    <dgm:pt modelId="{5C682B45-2D98-4B3A-B776-59DDD55E6DAC}" type="pres">
      <dgm:prSet presAssocID="{B5AE3D48-B5CC-49A8-AB99-A00AA5F080CF}" presName="sibTrans" presStyleLbl="sibTrans2D1" presStyleIdx="0" presStyleCnt="0"/>
      <dgm:spPr/>
    </dgm:pt>
    <dgm:pt modelId="{881BAD57-1297-4906-A8D7-585A2F8D0E9E}" type="pres">
      <dgm:prSet presAssocID="{D503C1CC-2EA7-4F02-AB6E-5DF52B081946}" presName="compNode" presStyleCnt="0"/>
      <dgm:spPr/>
    </dgm:pt>
    <dgm:pt modelId="{D707699E-C812-4F68-BB3B-C8AE51DF685B}" type="pres">
      <dgm:prSet presAssocID="{D503C1CC-2EA7-4F02-AB6E-5DF52B081946}" presName="iconBgRect" presStyleLbl="bgShp" presStyleIdx="2" presStyleCnt="4"/>
      <dgm:spPr/>
    </dgm:pt>
    <dgm:pt modelId="{FDA233BE-3E10-4F88-9352-8E34BA802C2C}" type="pres">
      <dgm:prSet presAssocID="{D503C1CC-2EA7-4F02-AB6E-5DF52B08194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401FCCD1-454A-4C52-B6A6-A8F31967F31B}" type="pres">
      <dgm:prSet presAssocID="{D503C1CC-2EA7-4F02-AB6E-5DF52B081946}" presName="spaceRect" presStyleCnt="0"/>
      <dgm:spPr/>
    </dgm:pt>
    <dgm:pt modelId="{1B31CCA2-C67C-49CD-B5C4-0B8F3EF3F767}" type="pres">
      <dgm:prSet presAssocID="{D503C1CC-2EA7-4F02-AB6E-5DF52B081946}" presName="textRect" presStyleLbl="revTx" presStyleIdx="2" presStyleCnt="4">
        <dgm:presLayoutVars>
          <dgm:chMax val="1"/>
          <dgm:chPref val="1"/>
        </dgm:presLayoutVars>
      </dgm:prSet>
      <dgm:spPr/>
    </dgm:pt>
    <dgm:pt modelId="{0B096BB0-10C7-4DDB-8798-F14FA8425A1F}" type="pres">
      <dgm:prSet presAssocID="{054C047F-B35F-4E72-8563-A7215B6F9919}" presName="sibTrans" presStyleLbl="sibTrans2D1" presStyleIdx="0" presStyleCnt="0"/>
      <dgm:spPr/>
    </dgm:pt>
    <dgm:pt modelId="{B1A9952E-E263-41F1-921A-5E9353B08FE8}" type="pres">
      <dgm:prSet presAssocID="{84E856C4-BD41-4632-ACEC-F65EDC367A67}" presName="compNode" presStyleCnt="0"/>
      <dgm:spPr/>
    </dgm:pt>
    <dgm:pt modelId="{8105CACF-F051-4E41-8B45-E13C2D276B13}" type="pres">
      <dgm:prSet presAssocID="{84E856C4-BD41-4632-ACEC-F65EDC367A67}" presName="iconBgRect" presStyleLbl="bgShp" presStyleIdx="3" presStyleCnt="4"/>
      <dgm:spPr/>
    </dgm:pt>
    <dgm:pt modelId="{4C0F0837-148A-4F19-8956-B5F614B3A497}" type="pres">
      <dgm:prSet presAssocID="{84E856C4-BD41-4632-ACEC-F65EDC367A6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E07DD683-C90E-47AB-9DE3-EE34CAB261A1}" type="pres">
      <dgm:prSet presAssocID="{84E856C4-BD41-4632-ACEC-F65EDC367A67}" presName="spaceRect" presStyleCnt="0"/>
      <dgm:spPr/>
    </dgm:pt>
    <dgm:pt modelId="{6F623E53-6D81-4725-9DFE-425AF5B24D0E}" type="pres">
      <dgm:prSet presAssocID="{84E856C4-BD41-4632-ACEC-F65EDC367A6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454412A-20B6-4D19-8EDE-4F6E5DA1EC23}" srcId="{6A5A0F38-3CD6-4AC1-ABA2-BF7128E223F5}" destId="{AA83E9AD-D250-4E10-9A54-AA6FE75DAE14}" srcOrd="1" destOrd="0" parTransId="{A84C1BB8-E7B3-48F0-B581-42F877DEB473}" sibTransId="{B5AE3D48-B5CC-49A8-AB99-A00AA5F080CF}"/>
    <dgm:cxn modelId="{24981436-BA0A-4915-A93F-42F240109A98}" type="presOf" srcId="{B5AE3D48-B5CC-49A8-AB99-A00AA5F080CF}" destId="{5C682B45-2D98-4B3A-B776-59DDD55E6DAC}" srcOrd="0" destOrd="0" presId="urn:microsoft.com/office/officeart/2018/2/layout/IconCircleList"/>
    <dgm:cxn modelId="{F29FE062-EFA8-4A5C-B43A-57E7D2F3865F}" type="presOf" srcId="{305DD4CC-C78F-4583-AE65-37EEC3CDB138}" destId="{5CBB7D07-AAFB-46C3-AD35-C8E5E3DEF8D5}" srcOrd="0" destOrd="0" presId="urn:microsoft.com/office/officeart/2018/2/layout/IconCircleList"/>
    <dgm:cxn modelId="{FFE1BE44-01B1-4388-9F57-6337000EE82E}" srcId="{6A5A0F38-3CD6-4AC1-ABA2-BF7128E223F5}" destId="{84E856C4-BD41-4632-ACEC-F65EDC367A67}" srcOrd="3" destOrd="0" parTransId="{5D459E43-DC46-4237-8947-3F35728B2F2A}" sibTransId="{3F29F615-0318-4D4E-A5F8-A7CE09139E1D}"/>
    <dgm:cxn modelId="{3729A449-F695-4E10-8F3A-894FA8FBEA2F}" type="presOf" srcId="{AA83E9AD-D250-4E10-9A54-AA6FE75DAE14}" destId="{B2DDF8D4-FFA4-4278-89CB-CEEDE2A44479}" srcOrd="0" destOrd="0" presId="urn:microsoft.com/office/officeart/2018/2/layout/IconCircleList"/>
    <dgm:cxn modelId="{5F8B5C51-BB7F-49C9-A182-3D4AC0568F74}" type="presOf" srcId="{6A5A0F38-3CD6-4AC1-ABA2-BF7128E223F5}" destId="{9943E670-CDBF-47DE-88B1-56C3DEB16EEA}" srcOrd="0" destOrd="0" presId="urn:microsoft.com/office/officeart/2018/2/layout/IconCircleList"/>
    <dgm:cxn modelId="{434983AF-B8CE-4137-B30B-A4581AF6AA17}" type="presOf" srcId="{054C047F-B35F-4E72-8563-A7215B6F9919}" destId="{0B096BB0-10C7-4DDB-8798-F14FA8425A1F}" srcOrd="0" destOrd="0" presId="urn:microsoft.com/office/officeart/2018/2/layout/IconCircleList"/>
    <dgm:cxn modelId="{B20D9CB2-3E5D-46CC-ABA8-BF800EF95475}" type="presOf" srcId="{30386EED-296C-41B1-B078-7D42D2B4F7A5}" destId="{11B3C015-2421-42FC-8CA7-FD6C4DCB4F8D}" srcOrd="0" destOrd="0" presId="urn:microsoft.com/office/officeart/2018/2/layout/IconCircleList"/>
    <dgm:cxn modelId="{072841B6-3194-40B8-9574-057D5371269A}" srcId="{6A5A0F38-3CD6-4AC1-ABA2-BF7128E223F5}" destId="{30386EED-296C-41B1-B078-7D42D2B4F7A5}" srcOrd="0" destOrd="0" parTransId="{88AB81F7-C607-4750-AC2F-40C6E73085A3}" sibTransId="{305DD4CC-C78F-4583-AE65-37EEC3CDB138}"/>
    <dgm:cxn modelId="{114CC9CE-DB6F-424E-8AA0-23000C649B46}" srcId="{6A5A0F38-3CD6-4AC1-ABA2-BF7128E223F5}" destId="{D503C1CC-2EA7-4F02-AB6E-5DF52B081946}" srcOrd="2" destOrd="0" parTransId="{537DD6F6-B874-491B-81FA-C818E7F81F24}" sibTransId="{054C047F-B35F-4E72-8563-A7215B6F9919}"/>
    <dgm:cxn modelId="{29D2FFD6-AF16-4727-A250-52B2CDECF53A}" type="presOf" srcId="{84E856C4-BD41-4632-ACEC-F65EDC367A67}" destId="{6F623E53-6D81-4725-9DFE-425AF5B24D0E}" srcOrd="0" destOrd="0" presId="urn:microsoft.com/office/officeart/2018/2/layout/IconCircleList"/>
    <dgm:cxn modelId="{312027F3-4FC9-4B7B-B617-FCC5DAD588E3}" type="presOf" srcId="{D503C1CC-2EA7-4F02-AB6E-5DF52B081946}" destId="{1B31CCA2-C67C-49CD-B5C4-0B8F3EF3F767}" srcOrd="0" destOrd="0" presId="urn:microsoft.com/office/officeart/2018/2/layout/IconCircleList"/>
    <dgm:cxn modelId="{C29FB0E2-13CE-4526-8E63-1459E29F8D05}" type="presParOf" srcId="{9943E670-CDBF-47DE-88B1-56C3DEB16EEA}" destId="{C3F2C679-F205-4722-8653-4BFB0501E284}" srcOrd="0" destOrd="0" presId="urn:microsoft.com/office/officeart/2018/2/layout/IconCircleList"/>
    <dgm:cxn modelId="{54A28AAF-867E-426B-8FA8-87AF3C4328CE}" type="presParOf" srcId="{C3F2C679-F205-4722-8653-4BFB0501E284}" destId="{667795CB-F389-40E2-8ADD-A83B7FBFC654}" srcOrd="0" destOrd="0" presId="urn:microsoft.com/office/officeart/2018/2/layout/IconCircleList"/>
    <dgm:cxn modelId="{078696BB-6CC1-40F4-A702-B5B13FADA116}" type="presParOf" srcId="{667795CB-F389-40E2-8ADD-A83B7FBFC654}" destId="{9B32ACD7-C748-44CF-B82D-43B6445B44DA}" srcOrd="0" destOrd="0" presId="urn:microsoft.com/office/officeart/2018/2/layout/IconCircleList"/>
    <dgm:cxn modelId="{ECC33649-7A39-4575-B300-A65141F4DA0B}" type="presParOf" srcId="{667795CB-F389-40E2-8ADD-A83B7FBFC654}" destId="{FE8A9ABA-CA5E-4AE7-A145-423C42D86B91}" srcOrd="1" destOrd="0" presId="urn:microsoft.com/office/officeart/2018/2/layout/IconCircleList"/>
    <dgm:cxn modelId="{00466149-C1FC-4898-8E82-FA9DAF34C2A5}" type="presParOf" srcId="{667795CB-F389-40E2-8ADD-A83B7FBFC654}" destId="{67DAD39E-A93A-4162-B9CA-78AA3D8671B4}" srcOrd="2" destOrd="0" presId="urn:microsoft.com/office/officeart/2018/2/layout/IconCircleList"/>
    <dgm:cxn modelId="{0D122DAD-07B7-4B75-9492-2AA79BFCCDD3}" type="presParOf" srcId="{667795CB-F389-40E2-8ADD-A83B7FBFC654}" destId="{11B3C015-2421-42FC-8CA7-FD6C4DCB4F8D}" srcOrd="3" destOrd="0" presId="urn:microsoft.com/office/officeart/2018/2/layout/IconCircleList"/>
    <dgm:cxn modelId="{3EDD9D19-BC74-483C-A465-1E16CB0ABCF9}" type="presParOf" srcId="{C3F2C679-F205-4722-8653-4BFB0501E284}" destId="{5CBB7D07-AAFB-46C3-AD35-C8E5E3DEF8D5}" srcOrd="1" destOrd="0" presId="urn:microsoft.com/office/officeart/2018/2/layout/IconCircleList"/>
    <dgm:cxn modelId="{DB03A684-87F9-4D09-AD04-7AD8AEF28626}" type="presParOf" srcId="{C3F2C679-F205-4722-8653-4BFB0501E284}" destId="{A6826ED2-8925-4EA4-B2AC-B45E08DA9DB0}" srcOrd="2" destOrd="0" presId="urn:microsoft.com/office/officeart/2018/2/layout/IconCircleList"/>
    <dgm:cxn modelId="{C8A5D421-F53C-448E-878A-9275B23AF489}" type="presParOf" srcId="{A6826ED2-8925-4EA4-B2AC-B45E08DA9DB0}" destId="{8FC71B5C-3F8F-47DA-A45D-8062EE37E9B6}" srcOrd="0" destOrd="0" presId="urn:microsoft.com/office/officeart/2018/2/layout/IconCircleList"/>
    <dgm:cxn modelId="{C68B5985-D13C-4FDB-A358-55F0F5BA8C57}" type="presParOf" srcId="{A6826ED2-8925-4EA4-B2AC-B45E08DA9DB0}" destId="{8DDDCD0D-3D05-403D-9FFA-355B1F03340D}" srcOrd="1" destOrd="0" presId="urn:microsoft.com/office/officeart/2018/2/layout/IconCircleList"/>
    <dgm:cxn modelId="{C33C74E1-C6F5-40C2-BE7E-360D7B2321EB}" type="presParOf" srcId="{A6826ED2-8925-4EA4-B2AC-B45E08DA9DB0}" destId="{7EF27E0C-1A2E-4009-9E4C-F17A869CAB98}" srcOrd="2" destOrd="0" presId="urn:microsoft.com/office/officeart/2018/2/layout/IconCircleList"/>
    <dgm:cxn modelId="{89AE89B3-B126-4EA3-9D5D-30925E6CB92F}" type="presParOf" srcId="{A6826ED2-8925-4EA4-B2AC-B45E08DA9DB0}" destId="{B2DDF8D4-FFA4-4278-89CB-CEEDE2A44479}" srcOrd="3" destOrd="0" presId="urn:microsoft.com/office/officeart/2018/2/layout/IconCircleList"/>
    <dgm:cxn modelId="{C1B83AD2-0740-4809-8844-E61936169EC3}" type="presParOf" srcId="{C3F2C679-F205-4722-8653-4BFB0501E284}" destId="{5C682B45-2D98-4B3A-B776-59DDD55E6DAC}" srcOrd="3" destOrd="0" presId="urn:microsoft.com/office/officeart/2018/2/layout/IconCircleList"/>
    <dgm:cxn modelId="{7A4AB605-E748-4503-A7FF-2EC872B0D3C1}" type="presParOf" srcId="{C3F2C679-F205-4722-8653-4BFB0501E284}" destId="{881BAD57-1297-4906-A8D7-585A2F8D0E9E}" srcOrd="4" destOrd="0" presId="urn:microsoft.com/office/officeart/2018/2/layout/IconCircleList"/>
    <dgm:cxn modelId="{55F88405-2C57-4738-90E0-934529C869B7}" type="presParOf" srcId="{881BAD57-1297-4906-A8D7-585A2F8D0E9E}" destId="{D707699E-C812-4F68-BB3B-C8AE51DF685B}" srcOrd="0" destOrd="0" presId="urn:microsoft.com/office/officeart/2018/2/layout/IconCircleList"/>
    <dgm:cxn modelId="{CD8D2482-28A0-43D0-9618-80D2A841E41C}" type="presParOf" srcId="{881BAD57-1297-4906-A8D7-585A2F8D0E9E}" destId="{FDA233BE-3E10-4F88-9352-8E34BA802C2C}" srcOrd="1" destOrd="0" presId="urn:microsoft.com/office/officeart/2018/2/layout/IconCircleList"/>
    <dgm:cxn modelId="{7D58E023-C9D3-4F3B-8E34-8520CE3C256D}" type="presParOf" srcId="{881BAD57-1297-4906-A8D7-585A2F8D0E9E}" destId="{401FCCD1-454A-4C52-B6A6-A8F31967F31B}" srcOrd="2" destOrd="0" presId="urn:microsoft.com/office/officeart/2018/2/layout/IconCircleList"/>
    <dgm:cxn modelId="{12F2655F-736F-44C3-B58B-0F7B088907AB}" type="presParOf" srcId="{881BAD57-1297-4906-A8D7-585A2F8D0E9E}" destId="{1B31CCA2-C67C-49CD-B5C4-0B8F3EF3F767}" srcOrd="3" destOrd="0" presId="urn:microsoft.com/office/officeart/2018/2/layout/IconCircleList"/>
    <dgm:cxn modelId="{9214EAD9-8345-4EA2-9C6A-832D732EEEC9}" type="presParOf" srcId="{C3F2C679-F205-4722-8653-4BFB0501E284}" destId="{0B096BB0-10C7-4DDB-8798-F14FA8425A1F}" srcOrd="5" destOrd="0" presId="urn:microsoft.com/office/officeart/2018/2/layout/IconCircleList"/>
    <dgm:cxn modelId="{45376E44-9246-4CD5-81B3-89514869DDC9}" type="presParOf" srcId="{C3F2C679-F205-4722-8653-4BFB0501E284}" destId="{B1A9952E-E263-41F1-921A-5E9353B08FE8}" srcOrd="6" destOrd="0" presId="urn:microsoft.com/office/officeart/2018/2/layout/IconCircleList"/>
    <dgm:cxn modelId="{CBBC3767-301E-4E8D-8E65-F062D93109E0}" type="presParOf" srcId="{B1A9952E-E263-41F1-921A-5E9353B08FE8}" destId="{8105CACF-F051-4E41-8B45-E13C2D276B13}" srcOrd="0" destOrd="0" presId="urn:microsoft.com/office/officeart/2018/2/layout/IconCircleList"/>
    <dgm:cxn modelId="{F86EA333-57FC-4970-B0B0-8346EB72DA9B}" type="presParOf" srcId="{B1A9952E-E263-41F1-921A-5E9353B08FE8}" destId="{4C0F0837-148A-4F19-8956-B5F614B3A497}" srcOrd="1" destOrd="0" presId="urn:microsoft.com/office/officeart/2018/2/layout/IconCircleList"/>
    <dgm:cxn modelId="{053EDE71-527C-4DA5-81C6-D5A391FABA2E}" type="presParOf" srcId="{B1A9952E-E263-41F1-921A-5E9353B08FE8}" destId="{E07DD683-C90E-47AB-9DE3-EE34CAB261A1}" srcOrd="2" destOrd="0" presId="urn:microsoft.com/office/officeart/2018/2/layout/IconCircleList"/>
    <dgm:cxn modelId="{923C4EEB-DC86-4469-A441-94595AF8D228}" type="presParOf" srcId="{B1A9952E-E263-41F1-921A-5E9353B08FE8}" destId="{6F623E53-6D81-4725-9DFE-425AF5B24D0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7B76D3A-AD36-4331-B0CD-6959944652E8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A0AA331-949A-4027-AAA9-BE775525C5DC}">
      <dgm:prSet/>
      <dgm:spPr/>
      <dgm:t>
        <a:bodyPr/>
        <a:lstStyle/>
        <a:p>
          <a:r>
            <a:rPr lang="en-PK" b="1" i="0" baseline="0"/>
            <a:t>Virtualization as a Foundation for Cloud Computing:</a:t>
          </a:r>
          <a:endParaRPr lang="en-US"/>
        </a:p>
      </dgm:t>
    </dgm:pt>
    <dgm:pt modelId="{428BD58B-F5AC-4BFF-BFDC-668FBA51731C}" type="parTrans" cxnId="{AF5A80F7-2F5D-42A8-BA83-D53635E7E506}">
      <dgm:prSet/>
      <dgm:spPr/>
      <dgm:t>
        <a:bodyPr/>
        <a:lstStyle/>
        <a:p>
          <a:endParaRPr lang="en-US"/>
        </a:p>
      </dgm:t>
    </dgm:pt>
    <dgm:pt modelId="{98EDF671-E331-4C06-848F-2D1F1D9E33B2}" type="sibTrans" cxnId="{AF5A80F7-2F5D-42A8-BA83-D53635E7E506}">
      <dgm:prSet/>
      <dgm:spPr/>
      <dgm:t>
        <a:bodyPr/>
        <a:lstStyle/>
        <a:p>
          <a:endParaRPr lang="en-US"/>
        </a:p>
      </dgm:t>
    </dgm:pt>
    <dgm:pt modelId="{9789A2D8-A76B-4445-90F0-FD80C31CD5A7}">
      <dgm:prSet/>
      <dgm:spPr/>
      <dgm:t>
        <a:bodyPr/>
        <a:lstStyle/>
        <a:p>
          <a:r>
            <a:rPr lang="en-PK" b="0" i="0" baseline="0"/>
            <a:t>Virtualization technologies are integral to cloud computing, enabling cloud providers to optimize resource use.</a:t>
          </a:r>
          <a:endParaRPr lang="en-US"/>
        </a:p>
      </dgm:t>
    </dgm:pt>
    <dgm:pt modelId="{C260C20D-7443-4220-919D-EE88DE48AAAC}" type="parTrans" cxnId="{EE6A1B3C-E7B4-4379-986D-9AC077BC4276}">
      <dgm:prSet/>
      <dgm:spPr/>
      <dgm:t>
        <a:bodyPr/>
        <a:lstStyle/>
        <a:p>
          <a:endParaRPr lang="en-US"/>
        </a:p>
      </dgm:t>
    </dgm:pt>
    <dgm:pt modelId="{2B6F6D90-0A8A-4B52-85E2-85E4336E06A7}" type="sibTrans" cxnId="{EE6A1B3C-E7B4-4379-986D-9AC077BC4276}">
      <dgm:prSet/>
      <dgm:spPr/>
      <dgm:t>
        <a:bodyPr/>
        <a:lstStyle/>
        <a:p>
          <a:endParaRPr lang="en-US"/>
        </a:p>
      </dgm:t>
    </dgm:pt>
    <dgm:pt modelId="{22A38008-9162-4C7E-842A-7D98F7F42630}">
      <dgm:prSet/>
      <dgm:spPr/>
      <dgm:t>
        <a:bodyPr/>
        <a:lstStyle/>
        <a:p>
          <a:r>
            <a:rPr lang="en-PK" b="0" i="0" baseline="0"/>
            <a:t>It abstracts the physical infrastructure, allowing the cloud to offer flexible, scalable services.</a:t>
          </a:r>
          <a:endParaRPr lang="en-US"/>
        </a:p>
      </dgm:t>
    </dgm:pt>
    <dgm:pt modelId="{DFCBA65F-76AF-4CEE-81F0-A80431DFB74A}" type="parTrans" cxnId="{90B7E591-DFA2-4663-A6C2-9257E93D380F}">
      <dgm:prSet/>
      <dgm:spPr/>
      <dgm:t>
        <a:bodyPr/>
        <a:lstStyle/>
        <a:p>
          <a:endParaRPr lang="en-US"/>
        </a:p>
      </dgm:t>
    </dgm:pt>
    <dgm:pt modelId="{A8D381D6-A53F-4C6F-B8ED-BE623DEE2ED0}" type="sibTrans" cxnId="{90B7E591-DFA2-4663-A6C2-9257E93D380F}">
      <dgm:prSet/>
      <dgm:spPr/>
      <dgm:t>
        <a:bodyPr/>
        <a:lstStyle/>
        <a:p>
          <a:endParaRPr lang="en-US"/>
        </a:p>
      </dgm:t>
    </dgm:pt>
    <dgm:pt modelId="{1C1E6ADC-ACB3-4C67-9E59-7E8FFA35EBB4}">
      <dgm:prSet/>
      <dgm:spPr/>
      <dgm:t>
        <a:bodyPr/>
        <a:lstStyle/>
        <a:p>
          <a:r>
            <a:rPr lang="en-PK" b="1" i="0" baseline="0"/>
            <a:t>Key Benefits in Cloud Computing:</a:t>
          </a:r>
          <a:endParaRPr lang="en-US"/>
        </a:p>
      </dgm:t>
    </dgm:pt>
    <dgm:pt modelId="{612B6BD3-95F6-4734-A52E-95A8CDB43FFB}" type="parTrans" cxnId="{4E22C9D7-C270-46FF-91A2-0EC20A8C5612}">
      <dgm:prSet/>
      <dgm:spPr/>
      <dgm:t>
        <a:bodyPr/>
        <a:lstStyle/>
        <a:p>
          <a:endParaRPr lang="en-US"/>
        </a:p>
      </dgm:t>
    </dgm:pt>
    <dgm:pt modelId="{C838FA8D-249B-4F38-8CA1-18AA3FA77819}" type="sibTrans" cxnId="{4E22C9D7-C270-46FF-91A2-0EC20A8C5612}">
      <dgm:prSet/>
      <dgm:spPr/>
      <dgm:t>
        <a:bodyPr/>
        <a:lstStyle/>
        <a:p>
          <a:endParaRPr lang="en-US"/>
        </a:p>
      </dgm:t>
    </dgm:pt>
    <dgm:pt modelId="{A10656EE-CD5F-429A-9F16-F4251FFB474F}">
      <dgm:prSet/>
      <dgm:spPr/>
      <dgm:t>
        <a:bodyPr/>
        <a:lstStyle/>
        <a:p>
          <a:r>
            <a:rPr lang="en-PK" b="1" i="0" baseline="0"/>
            <a:t>Resource Efficiency:</a:t>
          </a:r>
          <a:r>
            <a:rPr lang="en-PK" b="0" i="0" baseline="0"/>
            <a:t> Maximizes hardware use through virtual machines.</a:t>
          </a:r>
          <a:endParaRPr lang="en-US"/>
        </a:p>
      </dgm:t>
    </dgm:pt>
    <dgm:pt modelId="{5A3A64B0-811A-4DFE-90AC-D78E6B14B1BF}" type="parTrans" cxnId="{E9D4056E-93B1-44DA-B58A-E3D5E58D2E8E}">
      <dgm:prSet/>
      <dgm:spPr/>
      <dgm:t>
        <a:bodyPr/>
        <a:lstStyle/>
        <a:p>
          <a:endParaRPr lang="en-US"/>
        </a:p>
      </dgm:t>
    </dgm:pt>
    <dgm:pt modelId="{BB9FE2EC-EB1B-4455-98A9-EF5EEC0F6019}" type="sibTrans" cxnId="{E9D4056E-93B1-44DA-B58A-E3D5E58D2E8E}">
      <dgm:prSet/>
      <dgm:spPr/>
      <dgm:t>
        <a:bodyPr/>
        <a:lstStyle/>
        <a:p>
          <a:endParaRPr lang="en-US"/>
        </a:p>
      </dgm:t>
    </dgm:pt>
    <dgm:pt modelId="{E8FEBE41-F874-4659-BFE9-3A6CA40FF7B9}">
      <dgm:prSet/>
      <dgm:spPr/>
      <dgm:t>
        <a:bodyPr/>
        <a:lstStyle/>
        <a:p>
          <a:r>
            <a:rPr lang="en-PK" b="1" i="0" baseline="0"/>
            <a:t>Scalability:</a:t>
          </a:r>
          <a:r>
            <a:rPr lang="en-PK" b="0" i="0" baseline="0"/>
            <a:t> Easily scale up or down by adding or removing virtual machines.</a:t>
          </a:r>
          <a:endParaRPr lang="en-US"/>
        </a:p>
      </dgm:t>
    </dgm:pt>
    <dgm:pt modelId="{108FF737-5213-49BE-922D-52B380E5C3B0}" type="parTrans" cxnId="{025123F5-9C7F-4518-90A5-B0E585A87263}">
      <dgm:prSet/>
      <dgm:spPr/>
      <dgm:t>
        <a:bodyPr/>
        <a:lstStyle/>
        <a:p>
          <a:endParaRPr lang="en-US"/>
        </a:p>
      </dgm:t>
    </dgm:pt>
    <dgm:pt modelId="{D33391B1-EDE0-429D-A43D-0AC09C20B8F3}" type="sibTrans" cxnId="{025123F5-9C7F-4518-90A5-B0E585A87263}">
      <dgm:prSet/>
      <dgm:spPr/>
      <dgm:t>
        <a:bodyPr/>
        <a:lstStyle/>
        <a:p>
          <a:endParaRPr lang="en-US"/>
        </a:p>
      </dgm:t>
    </dgm:pt>
    <dgm:pt modelId="{4523996A-28A7-40AE-AC06-D1FCAE43E329}">
      <dgm:prSet/>
      <dgm:spPr/>
      <dgm:t>
        <a:bodyPr/>
        <a:lstStyle/>
        <a:p>
          <a:r>
            <a:rPr lang="en-PK" b="1" i="0" baseline="0"/>
            <a:t>Cost Savings:</a:t>
          </a:r>
          <a:r>
            <a:rPr lang="en-PK" b="0" i="0" baseline="0"/>
            <a:t> Cloud providers offer pay-as-you-go models, powered by virtualization.</a:t>
          </a:r>
          <a:endParaRPr lang="en-US"/>
        </a:p>
      </dgm:t>
    </dgm:pt>
    <dgm:pt modelId="{DCB268D5-AE0F-4683-A955-110FB848D130}" type="parTrans" cxnId="{26C3D0D9-AB80-40DB-B3F4-352C1035EAC7}">
      <dgm:prSet/>
      <dgm:spPr/>
      <dgm:t>
        <a:bodyPr/>
        <a:lstStyle/>
        <a:p>
          <a:endParaRPr lang="en-US"/>
        </a:p>
      </dgm:t>
    </dgm:pt>
    <dgm:pt modelId="{DC1FE369-CBDC-4AF7-B15D-B91315E84EA1}" type="sibTrans" cxnId="{26C3D0D9-AB80-40DB-B3F4-352C1035EAC7}">
      <dgm:prSet/>
      <dgm:spPr/>
      <dgm:t>
        <a:bodyPr/>
        <a:lstStyle/>
        <a:p>
          <a:endParaRPr lang="en-US"/>
        </a:p>
      </dgm:t>
    </dgm:pt>
    <dgm:pt modelId="{9B53C418-C41F-471C-80FB-316D07A547AD}">
      <dgm:prSet/>
      <dgm:spPr/>
      <dgm:t>
        <a:bodyPr/>
        <a:lstStyle/>
        <a:p>
          <a:r>
            <a:rPr lang="en-PK" b="1" i="0" baseline="0"/>
            <a:t>Isolation &amp; Security:</a:t>
          </a:r>
          <a:r>
            <a:rPr lang="en-PK" b="0" i="0" baseline="0"/>
            <a:t> Virtualization ensures isolated environments for different users.</a:t>
          </a:r>
          <a:endParaRPr lang="en-US"/>
        </a:p>
      </dgm:t>
    </dgm:pt>
    <dgm:pt modelId="{BCEC503A-E64B-40B0-B7BF-FE6BF3B94ED4}" type="parTrans" cxnId="{C96D8047-CD8C-48EA-9FBB-915A70F458C3}">
      <dgm:prSet/>
      <dgm:spPr/>
      <dgm:t>
        <a:bodyPr/>
        <a:lstStyle/>
        <a:p>
          <a:endParaRPr lang="en-US"/>
        </a:p>
      </dgm:t>
    </dgm:pt>
    <dgm:pt modelId="{F1F3C50E-2FC8-4368-9ECA-5198DEEF1951}" type="sibTrans" cxnId="{C96D8047-CD8C-48EA-9FBB-915A70F458C3}">
      <dgm:prSet/>
      <dgm:spPr/>
      <dgm:t>
        <a:bodyPr/>
        <a:lstStyle/>
        <a:p>
          <a:endParaRPr lang="en-US"/>
        </a:p>
      </dgm:t>
    </dgm:pt>
    <dgm:pt modelId="{3F14DFDF-0A11-4DA0-8764-995573674680}" type="pres">
      <dgm:prSet presAssocID="{27B76D3A-AD36-4331-B0CD-6959944652E8}" presName="linear" presStyleCnt="0">
        <dgm:presLayoutVars>
          <dgm:dir/>
          <dgm:animLvl val="lvl"/>
          <dgm:resizeHandles val="exact"/>
        </dgm:presLayoutVars>
      </dgm:prSet>
      <dgm:spPr/>
    </dgm:pt>
    <dgm:pt modelId="{84C0A0BC-EEF1-45D3-921E-7063DAC83F27}" type="pres">
      <dgm:prSet presAssocID="{AA0AA331-949A-4027-AAA9-BE775525C5DC}" presName="parentLin" presStyleCnt="0"/>
      <dgm:spPr/>
    </dgm:pt>
    <dgm:pt modelId="{8368B6ED-AFD6-47F7-84D5-7A31F28FCC9D}" type="pres">
      <dgm:prSet presAssocID="{AA0AA331-949A-4027-AAA9-BE775525C5DC}" presName="parentLeftMargin" presStyleLbl="node1" presStyleIdx="0" presStyleCnt="2"/>
      <dgm:spPr/>
    </dgm:pt>
    <dgm:pt modelId="{44B73739-BBFF-4B06-BE68-EB53728FAC7A}" type="pres">
      <dgm:prSet presAssocID="{AA0AA331-949A-4027-AAA9-BE775525C5D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52B2403-31F8-4177-B9D3-16F1FC83688A}" type="pres">
      <dgm:prSet presAssocID="{AA0AA331-949A-4027-AAA9-BE775525C5DC}" presName="negativeSpace" presStyleCnt="0"/>
      <dgm:spPr/>
    </dgm:pt>
    <dgm:pt modelId="{5D026960-7E47-4794-A227-DF22939DE3DB}" type="pres">
      <dgm:prSet presAssocID="{AA0AA331-949A-4027-AAA9-BE775525C5DC}" presName="childText" presStyleLbl="conFgAcc1" presStyleIdx="0" presStyleCnt="2">
        <dgm:presLayoutVars>
          <dgm:bulletEnabled val="1"/>
        </dgm:presLayoutVars>
      </dgm:prSet>
      <dgm:spPr/>
    </dgm:pt>
    <dgm:pt modelId="{0381094F-6B9F-44D8-B671-F63DDD3AF79C}" type="pres">
      <dgm:prSet presAssocID="{98EDF671-E331-4C06-848F-2D1F1D9E33B2}" presName="spaceBetweenRectangles" presStyleCnt="0"/>
      <dgm:spPr/>
    </dgm:pt>
    <dgm:pt modelId="{D7901EFA-B11C-4DD8-B4BF-82E1FAE00F93}" type="pres">
      <dgm:prSet presAssocID="{1C1E6ADC-ACB3-4C67-9E59-7E8FFA35EBB4}" presName="parentLin" presStyleCnt="0"/>
      <dgm:spPr/>
    </dgm:pt>
    <dgm:pt modelId="{89B62EC2-0C7B-4854-B7F3-BA14DDE58EC7}" type="pres">
      <dgm:prSet presAssocID="{1C1E6ADC-ACB3-4C67-9E59-7E8FFA35EBB4}" presName="parentLeftMargin" presStyleLbl="node1" presStyleIdx="0" presStyleCnt="2"/>
      <dgm:spPr/>
    </dgm:pt>
    <dgm:pt modelId="{65853898-CD7F-4069-B4B5-4836CCAED153}" type="pres">
      <dgm:prSet presAssocID="{1C1E6ADC-ACB3-4C67-9E59-7E8FFA35EBB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1DFF446-2730-4810-BB2F-777DA7450513}" type="pres">
      <dgm:prSet presAssocID="{1C1E6ADC-ACB3-4C67-9E59-7E8FFA35EBB4}" presName="negativeSpace" presStyleCnt="0"/>
      <dgm:spPr/>
    </dgm:pt>
    <dgm:pt modelId="{8C089D5E-7C6D-4BF1-9960-8C9C54CFE03C}" type="pres">
      <dgm:prSet presAssocID="{1C1E6ADC-ACB3-4C67-9E59-7E8FFA35EBB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4545A02-0914-4758-A329-C07E6B79DDEB}" type="presOf" srcId="{1C1E6ADC-ACB3-4C67-9E59-7E8FFA35EBB4}" destId="{89B62EC2-0C7B-4854-B7F3-BA14DDE58EC7}" srcOrd="0" destOrd="0" presId="urn:microsoft.com/office/officeart/2005/8/layout/list1"/>
    <dgm:cxn modelId="{4F94E432-4344-4788-B5ED-47B47DCFCA26}" type="presOf" srcId="{1C1E6ADC-ACB3-4C67-9E59-7E8FFA35EBB4}" destId="{65853898-CD7F-4069-B4B5-4836CCAED153}" srcOrd="1" destOrd="0" presId="urn:microsoft.com/office/officeart/2005/8/layout/list1"/>
    <dgm:cxn modelId="{EE6A1B3C-E7B4-4379-986D-9AC077BC4276}" srcId="{AA0AA331-949A-4027-AAA9-BE775525C5DC}" destId="{9789A2D8-A76B-4445-90F0-FD80C31CD5A7}" srcOrd="0" destOrd="0" parTransId="{C260C20D-7443-4220-919D-EE88DE48AAAC}" sibTransId="{2B6F6D90-0A8A-4B52-85E2-85E4336E06A7}"/>
    <dgm:cxn modelId="{9BD20F5B-0D85-4088-862C-BA7742E9F295}" type="presOf" srcId="{AA0AA331-949A-4027-AAA9-BE775525C5DC}" destId="{8368B6ED-AFD6-47F7-84D5-7A31F28FCC9D}" srcOrd="0" destOrd="0" presId="urn:microsoft.com/office/officeart/2005/8/layout/list1"/>
    <dgm:cxn modelId="{0C7ED264-06EC-4008-ABC1-EC0D3920B2E2}" type="presOf" srcId="{9789A2D8-A76B-4445-90F0-FD80C31CD5A7}" destId="{5D026960-7E47-4794-A227-DF22939DE3DB}" srcOrd="0" destOrd="0" presId="urn:microsoft.com/office/officeart/2005/8/layout/list1"/>
    <dgm:cxn modelId="{C96D8047-CD8C-48EA-9FBB-915A70F458C3}" srcId="{1C1E6ADC-ACB3-4C67-9E59-7E8FFA35EBB4}" destId="{9B53C418-C41F-471C-80FB-316D07A547AD}" srcOrd="3" destOrd="0" parTransId="{BCEC503A-E64B-40B0-B7BF-FE6BF3B94ED4}" sibTransId="{F1F3C50E-2FC8-4368-9ECA-5198DEEF1951}"/>
    <dgm:cxn modelId="{E9D4056E-93B1-44DA-B58A-E3D5E58D2E8E}" srcId="{1C1E6ADC-ACB3-4C67-9E59-7E8FFA35EBB4}" destId="{A10656EE-CD5F-429A-9F16-F4251FFB474F}" srcOrd="0" destOrd="0" parTransId="{5A3A64B0-811A-4DFE-90AC-D78E6B14B1BF}" sibTransId="{BB9FE2EC-EB1B-4455-98A9-EF5EEC0F6019}"/>
    <dgm:cxn modelId="{90B7E591-DFA2-4663-A6C2-9257E93D380F}" srcId="{AA0AA331-949A-4027-AAA9-BE775525C5DC}" destId="{22A38008-9162-4C7E-842A-7D98F7F42630}" srcOrd="1" destOrd="0" parTransId="{DFCBA65F-76AF-4CEE-81F0-A80431DFB74A}" sibTransId="{A8D381D6-A53F-4C6F-B8ED-BE623DEE2ED0}"/>
    <dgm:cxn modelId="{E2CE59A2-A0DF-48AA-B2EC-4FA1BCD7A67D}" type="presOf" srcId="{9B53C418-C41F-471C-80FB-316D07A547AD}" destId="{8C089D5E-7C6D-4BF1-9960-8C9C54CFE03C}" srcOrd="0" destOrd="3" presId="urn:microsoft.com/office/officeart/2005/8/layout/list1"/>
    <dgm:cxn modelId="{722109AA-8484-4183-BAC2-DD088984EF65}" type="presOf" srcId="{AA0AA331-949A-4027-AAA9-BE775525C5DC}" destId="{44B73739-BBFF-4B06-BE68-EB53728FAC7A}" srcOrd="1" destOrd="0" presId="urn:microsoft.com/office/officeart/2005/8/layout/list1"/>
    <dgm:cxn modelId="{AE0927AB-A79C-4444-9D18-4678E0AA0959}" type="presOf" srcId="{27B76D3A-AD36-4331-B0CD-6959944652E8}" destId="{3F14DFDF-0A11-4DA0-8764-995573674680}" srcOrd="0" destOrd="0" presId="urn:microsoft.com/office/officeart/2005/8/layout/list1"/>
    <dgm:cxn modelId="{93CFA8D1-959A-48F8-AA49-1E6E91416A88}" type="presOf" srcId="{A10656EE-CD5F-429A-9F16-F4251FFB474F}" destId="{8C089D5E-7C6D-4BF1-9960-8C9C54CFE03C}" srcOrd="0" destOrd="0" presId="urn:microsoft.com/office/officeart/2005/8/layout/list1"/>
    <dgm:cxn modelId="{4E22C9D7-C270-46FF-91A2-0EC20A8C5612}" srcId="{27B76D3A-AD36-4331-B0CD-6959944652E8}" destId="{1C1E6ADC-ACB3-4C67-9E59-7E8FFA35EBB4}" srcOrd="1" destOrd="0" parTransId="{612B6BD3-95F6-4734-A52E-95A8CDB43FFB}" sibTransId="{C838FA8D-249B-4F38-8CA1-18AA3FA77819}"/>
    <dgm:cxn modelId="{26C3D0D9-AB80-40DB-B3F4-352C1035EAC7}" srcId="{1C1E6ADC-ACB3-4C67-9E59-7E8FFA35EBB4}" destId="{4523996A-28A7-40AE-AC06-D1FCAE43E329}" srcOrd="2" destOrd="0" parTransId="{DCB268D5-AE0F-4683-A955-110FB848D130}" sibTransId="{DC1FE369-CBDC-4AF7-B15D-B91315E84EA1}"/>
    <dgm:cxn modelId="{0F0F35DC-0DAD-478D-8C3D-A14907D15909}" type="presOf" srcId="{4523996A-28A7-40AE-AC06-D1FCAE43E329}" destId="{8C089D5E-7C6D-4BF1-9960-8C9C54CFE03C}" srcOrd="0" destOrd="2" presId="urn:microsoft.com/office/officeart/2005/8/layout/list1"/>
    <dgm:cxn modelId="{0C0BFEE8-CE37-4490-AF9C-940741F00290}" type="presOf" srcId="{22A38008-9162-4C7E-842A-7D98F7F42630}" destId="{5D026960-7E47-4794-A227-DF22939DE3DB}" srcOrd="0" destOrd="1" presId="urn:microsoft.com/office/officeart/2005/8/layout/list1"/>
    <dgm:cxn modelId="{025123F5-9C7F-4518-90A5-B0E585A87263}" srcId="{1C1E6ADC-ACB3-4C67-9E59-7E8FFA35EBB4}" destId="{E8FEBE41-F874-4659-BFE9-3A6CA40FF7B9}" srcOrd="1" destOrd="0" parTransId="{108FF737-5213-49BE-922D-52B380E5C3B0}" sibTransId="{D33391B1-EDE0-429D-A43D-0AC09C20B8F3}"/>
    <dgm:cxn modelId="{AF5A80F7-2F5D-42A8-BA83-D53635E7E506}" srcId="{27B76D3A-AD36-4331-B0CD-6959944652E8}" destId="{AA0AA331-949A-4027-AAA9-BE775525C5DC}" srcOrd="0" destOrd="0" parTransId="{428BD58B-F5AC-4BFF-BFDC-668FBA51731C}" sibTransId="{98EDF671-E331-4C06-848F-2D1F1D9E33B2}"/>
    <dgm:cxn modelId="{B1B3C1FE-4A27-4133-9746-C52003E99FEE}" type="presOf" srcId="{E8FEBE41-F874-4659-BFE9-3A6CA40FF7B9}" destId="{8C089D5E-7C6D-4BF1-9960-8C9C54CFE03C}" srcOrd="0" destOrd="1" presId="urn:microsoft.com/office/officeart/2005/8/layout/list1"/>
    <dgm:cxn modelId="{DED108DA-0D3F-448B-8529-23F79EDAD79B}" type="presParOf" srcId="{3F14DFDF-0A11-4DA0-8764-995573674680}" destId="{84C0A0BC-EEF1-45D3-921E-7063DAC83F27}" srcOrd="0" destOrd="0" presId="urn:microsoft.com/office/officeart/2005/8/layout/list1"/>
    <dgm:cxn modelId="{E9D319FA-5D0D-4253-8BC3-CA8EE4B56E7F}" type="presParOf" srcId="{84C0A0BC-EEF1-45D3-921E-7063DAC83F27}" destId="{8368B6ED-AFD6-47F7-84D5-7A31F28FCC9D}" srcOrd="0" destOrd="0" presId="urn:microsoft.com/office/officeart/2005/8/layout/list1"/>
    <dgm:cxn modelId="{BC5EAD74-E366-4EBB-AB36-BFA0ADA35698}" type="presParOf" srcId="{84C0A0BC-EEF1-45D3-921E-7063DAC83F27}" destId="{44B73739-BBFF-4B06-BE68-EB53728FAC7A}" srcOrd="1" destOrd="0" presId="urn:microsoft.com/office/officeart/2005/8/layout/list1"/>
    <dgm:cxn modelId="{2283A5E1-AD43-4B47-A1C7-9F76FF6AC0C2}" type="presParOf" srcId="{3F14DFDF-0A11-4DA0-8764-995573674680}" destId="{E52B2403-31F8-4177-B9D3-16F1FC83688A}" srcOrd="1" destOrd="0" presId="urn:microsoft.com/office/officeart/2005/8/layout/list1"/>
    <dgm:cxn modelId="{02046949-3E4B-441F-86E5-E6B37E456082}" type="presParOf" srcId="{3F14DFDF-0A11-4DA0-8764-995573674680}" destId="{5D026960-7E47-4794-A227-DF22939DE3DB}" srcOrd="2" destOrd="0" presId="urn:microsoft.com/office/officeart/2005/8/layout/list1"/>
    <dgm:cxn modelId="{8280198B-D430-489F-BCE0-F0B02ABB42F5}" type="presParOf" srcId="{3F14DFDF-0A11-4DA0-8764-995573674680}" destId="{0381094F-6B9F-44D8-B671-F63DDD3AF79C}" srcOrd="3" destOrd="0" presId="urn:microsoft.com/office/officeart/2005/8/layout/list1"/>
    <dgm:cxn modelId="{78AEE39D-8EEB-49B5-9CCF-284C76AD4DEC}" type="presParOf" srcId="{3F14DFDF-0A11-4DA0-8764-995573674680}" destId="{D7901EFA-B11C-4DD8-B4BF-82E1FAE00F93}" srcOrd="4" destOrd="0" presId="urn:microsoft.com/office/officeart/2005/8/layout/list1"/>
    <dgm:cxn modelId="{79F7A419-9274-4014-95D1-2C78506E3413}" type="presParOf" srcId="{D7901EFA-B11C-4DD8-B4BF-82E1FAE00F93}" destId="{89B62EC2-0C7B-4854-B7F3-BA14DDE58EC7}" srcOrd="0" destOrd="0" presId="urn:microsoft.com/office/officeart/2005/8/layout/list1"/>
    <dgm:cxn modelId="{3A2C058E-D504-4B6D-B51D-4645F331FE5A}" type="presParOf" srcId="{D7901EFA-B11C-4DD8-B4BF-82E1FAE00F93}" destId="{65853898-CD7F-4069-B4B5-4836CCAED153}" srcOrd="1" destOrd="0" presId="urn:microsoft.com/office/officeart/2005/8/layout/list1"/>
    <dgm:cxn modelId="{7EE1274D-A088-4A8B-96F2-20ED3111D2DF}" type="presParOf" srcId="{3F14DFDF-0A11-4DA0-8764-995573674680}" destId="{41DFF446-2730-4810-BB2F-777DA7450513}" srcOrd="5" destOrd="0" presId="urn:microsoft.com/office/officeart/2005/8/layout/list1"/>
    <dgm:cxn modelId="{5CB0FD3C-C93F-42E1-9085-C6BD21D8086B}" type="presParOf" srcId="{3F14DFDF-0A11-4DA0-8764-995573674680}" destId="{8C089D5E-7C6D-4BF1-9960-8C9C54CFE03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BF9FB-D1D7-45B9-9A80-B9B76DD0773D}">
      <dsp:nvSpPr>
        <dsp:cNvPr id="0" name=""/>
        <dsp:cNvSpPr/>
      </dsp:nvSpPr>
      <dsp:spPr>
        <a:xfrm>
          <a:off x="3178" y="475667"/>
          <a:ext cx="1151718" cy="11517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E14D7-2BE8-4F95-8A78-2447F2D66D67}">
      <dsp:nvSpPr>
        <dsp:cNvPr id="0" name=""/>
        <dsp:cNvSpPr/>
      </dsp:nvSpPr>
      <dsp:spPr>
        <a:xfrm>
          <a:off x="3178" y="175049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2700" b="1" i="0" kern="1200" baseline="0"/>
            <a:t>Network Virtualization:</a:t>
          </a:r>
          <a:endParaRPr lang="en-US" sz="2700" kern="1200"/>
        </a:p>
      </dsp:txBody>
      <dsp:txXfrm>
        <a:off x="3178" y="1750493"/>
        <a:ext cx="3290624" cy="493593"/>
      </dsp:txXfrm>
    </dsp:sp>
    <dsp:sp modelId="{BF678D8A-397D-46D6-A65B-A6BF80D25E8B}">
      <dsp:nvSpPr>
        <dsp:cNvPr id="0" name=""/>
        <dsp:cNvSpPr/>
      </dsp:nvSpPr>
      <dsp:spPr>
        <a:xfrm>
          <a:off x="3178" y="2301345"/>
          <a:ext cx="3290624" cy="10372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0" i="0" kern="1200" baseline="0"/>
            <a:t>Combines network resources into a single virtual network.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0" i="0" kern="1200" baseline="0"/>
            <a:t>Examples: Virtual LAN (VLAN), Virtual Private Network (VPN).</a:t>
          </a:r>
          <a:endParaRPr lang="en-US" sz="1700" kern="1200"/>
        </a:p>
      </dsp:txBody>
      <dsp:txXfrm>
        <a:off x="3178" y="2301345"/>
        <a:ext cx="3290624" cy="1037267"/>
      </dsp:txXfrm>
    </dsp:sp>
    <dsp:sp modelId="{B42D2A41-174A-4D9C-9684-031BEB72E655}">
      <dsp:nvSpPr>
        <dsp:cNvPr id="0" name=""/>
        <dsp:cNvSpPr/>
      </dsp:nvSpPr>
      <dsp:spPr>
        <a:xfrm>
          <a:off x="3869662" y="475667"/>
          <a:ext cx="1151718" cy="11517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03EFE3-D0C4-4233-8106-307258687770}">
      <dsp:nvSpPr>
        <dsp:cNvPr id="0" name=""/>
        <dsp:cNvSpPr/>
      </dsp:nvSpPr>
      <dsp:spPr>
        <a:xfrm>
          <a:off x="3869662" y="175049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2700" b="1" i="0" kern="1200" baseline="0"/>
            <a:t>Storage Virtualization:</a:t>
          </a:r>
          <a:endParaRPr lang="en-US" sz="2700" kern="1200"/>
        </a:p>
      </dsp:txBody>
      <dsp:txXfrm>
        <a:off x="3869662" y="1750493"/>
        <a:ext cx="3290624" cy="493593"/>
      </dsp:txXfrm>
    </dsp:sp>
    <dsp:sp modelId="{27B18D8E-7B44-42ED-B3BD-10CC3FB10D07}">
      <dsp:nvSpPr>
        <dsp:cNvPr id="0" name=""/>
        <dsp:cNvSpPr/>
      </dsp:nvSpPr>
      <dsp:spPr>
        <a:xfrm>
          <a:off x="3869662" y="2301345"/>
          <a:ext cx="3290624" cy="10372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0" i="0" kern="1200" baseline="0"/>
            <a:t>Pools physical storage into virtualized storage systems.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0" i="0" kern="1200" baseline="0"/>
            <a:t>Examples: SAN, Google Cloud Storage, Azure Storage.</a:t>
          </a:r>
          <a:endParaRPr lang="en-US" sz="1700" kern="1200"/>
        </a:p>
      </dsp:txBody>
      <dsp:txXfrm>
        <a:off x="3869662" y="2301345"/>
        <a:ext cx="3290624" cy="1037267"/>
      </dsp:txXfrm>
    </dsp:sp>
    <dsp:sp modelId="{53E5C883-3702-4DCD-BD9C-030B85BEBB52}">
      <dsp:nvSpPr>
        <dsp:cNvPr id="0" name=""/>
        <dsp:cNvSpPr/>
      </dsp:nvSpPr>
      <dsp:spPr>
        <a:xfrm>
          <a:off x="7736146" y="475667"/>
          <a:ext cx="1151718" cy="11517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8AF8D4-FD5F-415D-8AD9-374568A1F904}">
      <dsp:nvSpPr>
        <dsp:cNvPr id="0" name=""/>
        <dsp:cNvSpPr/>
      </dsp:nvSpPr>
      <dsp:spPr>
        <a:xfrm>
          <a:off x="7736146" y="175049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2700" b="1" i="0" kern="1200" baseline="0"/>
            <a:t>Desktop Virtualization:</a:t>
          </a:r>
          <a:endParaRPr lang="en-US" sz="2700" kern="1200"/>
        </a:p>
      </dsp:txBody>
      <dsp:txXfrm>
        <a:off x="7736146" y="1750493"/>
        <a:ext cx="3290624" cy="493593"/>
      </dsp:txXfrm>
    </dsp:sp>
    <dsp:sp modelId="{87CC80D9-5EB9-49EB-9462-90E699AF42C8}">
      <dsp:nvSpPr>
        <dsp:cNvPr id="0" name=""/>
        <dsp:cNvSpPr/>
      </dsp:nvSpPr>
      <dsp:spPr>
        <a:xfrm>
          <a:off x="7736146" y="2301345"/>
          <a:ext cx="3290624" cy="10372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0" i="0" kern="1200" baseline="0"/>
            <a:t>Separates applications from the desktop.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0" i="0" kern="1200" baseline="0"/>
            <a:t>Example: VMware Fusion for running Windows on a Mac.</a:t>
          </a:r>
          <a:endParaRPr lang="en-US" sz="1700" kern="1200"/>
        </a:p>
      </dsp:txBody>
      <dsp:txXfrm>
        <a:off x="7736146" y="2301345"/>
        <a:ext cx="3290624" cy="10372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74347-7FA9-463A-9BD9-187D28C765C5}">
      <dsp:nvSpPr>
        <dsp:cNvPr id="0" name=""/>
        <dsp:cNvSpPr/>
      </dsp:nvSpPr>
      <dsp:spPr>
        <a:xfrm>
          <a:off x="0" y="461245"/>
          <a:ext cx="11029950" cy="527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Better Resource Utilization:</a:t>
          </a:r>
          <a:r>
            <a:rPr lang="en-US" sz="2200" kern="1200"/>
            <a:t> Enables server consolidation and optimizes hardware usage.</a:t>
          </a:r>
        </a:p>
      </dsp:txBody>
      <dsp:txXfrm>
        <a:off x="25759" y="487004"/>
        <a:ext cx="10978432" cy="476152"/>
      </dsp:txXfrm>
    </dsp:sp>
    <dsp:sp modelId="{9B1AEF3E-1E5F-465E-89E9-EDF0CC2DAEC7}">
      <dsp:nvSpPr>
        <dsp:cNvPr id="0" name=""/>
        <dsp:cNvSpPr/>
      </dsp:nvSpPr>
      <dsp:spPr>
        <a:xfrm>
          <a:off x="0" y="1052275"/>
          <a:ext cx="11029950" cy="527670"/>
        </a:xfrm>
        <a:prstGeom prst="roundRect">
          <a:avLst/>
        </a:prstGeom>
        <a:solidFill>
          <a:schemeClr val="accent2">
            <a:hueOff val="-372605"/>
            <a:satOff val="-2439"/>
            <a:lumOff val="-539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Cost Reduction:</a:t>
          </a:r>
          <a:r>
            <a:rPr lang="en-US" sz="2200" kern="1200"/>
            <a:t> Lowers hardware and infrastructure costs.</a:t>
          </a:r>
        </a:p>
      </dsp:txBody>
      <dsp:txXfrm>
        <a:off x="25759" y="1078034"/>
        <a:ext cx="10978432" cy="476152"/>
      </dsp:txXfrm>
    </dsp:sp>
    <dsp:sp modelId="{C75B441F-9119-4107-921D-91D759ECFDB6}">
      <dsp:nvSpPr>
        <dsp:cNvPr id="0" name=""/>
        <dsp:cNvSpPr/>
      </dsp:nvSpPr>
      <dsp:spPr>
        <a:xfrm>
          <a:off x="0" y="1643305"/>
          <a:ext cx="11029950" cy="527670"/>
        </a:xfrm>
        <a:prstGeom prst="roundRect">
          <a:avLst/>
        </a:prstGeom>
        <a:solidFill>
          <a:schemeClr val="accent2">
            <a:hueOff val="-745210"/>
            <a:satOff val="-4879"/>
            <a:lumOff val="-107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Improved Fault Tolerance:</a:t>
          </a:r>
          <a:r>
            <a:rPr lang="en-US" sz="2200" kern="1200"/>
            <a:t> Virtual machines can be migrated in case of hardware failure.</a:t>
          </a:r>
        </a:p>
      </dsp:txBody>
      <dsp:txXfrm>
        <a:off x="25759" y="1669064"/>
        <a:ext cx="10978432" cy="476152"/>
      </dsp:txXfrm>
    </dsp:sp>
    <dsp:sp modelId="{C2241B50-0B91-46E9-AFB7-A7C515F0098D}">
      <dsp:nvSpPr>
        <dsp:cNvPr id="0" name=""/>
        <dsp:cNvSpPr/>
      </dsp:nvSpPr>
      <dsp:spPr>
        <a:xfrm>
          <a:off x="0" y="2234335"/>
          <a:ext cx="11029950" cy="527670"/>
        </a:xfrm>
        <a:prstGeom prst="roundRect">
          <a:avLst/>
        </a:prstGeom>
        <a:solidFill>
          <a:schemeClr val="accent2">
            <a:hueOff val="-1117816"/>
            <a:satOff val="-7318"/>
            <a:lumOff val="-161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Simplified System Administration:</a:t>
          </a:r>
          <a:r>
            <a:rPr lang="en-US" sz="2200" kern="1200"/>
            <a:t> Easier management of resources and systems.</a:t>
          </a:r>
        </a:p>
      </dsp:txBody>
      <dsp:txXfrm>
        <a:off x="25759" y="2260094"/>
        <a:ext cx="10978432" cy="476152"/>
      </dsp:txXfrm>
    </dsp:sp>
    <dsp:sp modelId="{9FA7E85C-5A81-4215-868C-3749F8BF6BB8}">
      <dsp:nvSpPr>
        <dsp:cNvPr id="0" name=""/>
        <dsp:cNvSpPr/>
      </dsp:nvSpPr>
      <dsp:spPr>
        <a:xfrm>
          <a:off x="0" y="2825365"/>
          <a:ext cx="11029950" cy="527670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Legacy Support:</a:t>
          </a:r>
          <a:r>
            <a:rPr lang="en-US" sz="2200" kern="1200"/>
            <a:t> Enables running outdated applications on modern platforms.</a:t>
          </a:r>
        </a:p>
      </dsp:txBody>
      <dsp:txXfrm>
        <a:off x="25759" y="2851124"/>
        <a:ext cx="10978432" cy="4761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6ECC24-31C1-4FCF-87D9-4407C3F3AB6A}">
      <dsp:nvSpPr>
        <dsp:cNvPr id="0" name=""/>
        <dsp:cNvSpPr/>
      </dsp:nvSpPr>
      <dsp:spPr>
        <a:xfrm>
          <a:off x="0" y="465"/>
          <a:ext cx="11029950" cy="10895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D33A8-1ABA-4D28-B5E3-F88CBC54B1FD}">
      <dsp:nvSpPr>
        <dsp:cNvPr id="0" name=""/>
        <dsp:cNvSpPr/>
      </dsp:nvSpPr>
      <dsp:spPr>
        <a:xfrm>
          <a:off x="329582" y="245609"/>
          <a:ext cx="599240" cy="5992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86BC0-2E8F-494D-B430-EE8AB5921831}">
      <dsp:nvSpPr>
        <dsp:cNvPr id="0" name=""/>
        <dsp:cNvSpPr/>
      </dsp:nvSpPr>
      <dsp:spPr>
        <a:xfrm>
          <a:off x="1258405" y="465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b="1" i="0" kern="1200" baseline="0"/>
            <a:t>Single Point of Failure:</a:t>
          </a:r>
          <a:r>
            <a:rPr lang="en-PK" sz="2500" b="0" i="0" kern="1200" baseline="0"/>
            <a:t> If the host system fails, multiple virtual machines may be affected.</a:t>
          </a:r>
          <a:endParaRPr lang="en-US" sz="2500" kern="1200"/>
        </a:p>
      </dsp:txBody>
      <dsp:txXfrm>
        <a:off x="1258405" y="465"/>
        <a:ext cx="9771544" cy="1089528"/>
      </dsp:txXfrm>
    </dsp:sp>
    <dsp:sp modelId="{581EDE1B-F336-434A-93BB-5B4DDCF8E746}">
      <dsp:nvSpPr>
        <dsp:cNvPr id="0" name=""/>
        <dsp:cNvSpPr/>
      </dsp:nvSpPr>
      <dsp:spPr>
        <a:xfrm>
          <a:off x="0" y="1362376"/>
          <a:ext cx="11029950" cy="10895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E07905-2A2D-423B-96F4-6D34E1961C86}">
      <dsp:nvSpPr>
        <dsp:cNvPr id="0" name=""/>
        <dsp:cNvSpPr/>
      </dsp:nvSpPr>
      <dsp:spPr>
        <a:xfrm>
          <a:off x="329582" y="1607520"/>
          <a:ext cx="599240" cy="5992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1B61F-41D6-4362-ADC7-7C97674DE25D}">
      <dsp:nvSpPr>
        <dsp:cNvPr id="0" name=""/>
        <dsp:cNvSpPr/>
      </dsp:nvSpPr>
      <dsp:spPr>
        <a:xfrm>
          <a:off x="1258405" y="1362376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b="1" i="0" kern="1200" baseline="0"/>
            <a:t>Performance Overhead:</a:t>
          </a:r>
          <a:r>
            <a:rPr lang="en-PK" sz="2500" b="0" i="0" kern="1200" baseline="0"/>
            <a:t> Virtual machines may achieve 85-90% of the native performance.</a:t>
          </a:r>
          <a:endParaRPr lang="en-US" sz="2500" kern="1200"/>
        </a:p>
      </dsp:txBody>
      <dsp:txXfrm>
        <a:off x="1258405" y="1362376"/>
        <a:ext cx="9771544" cy="1089528"/>
      </dsp:txXfrm>
    </dsp:sp>
    <dsp:sp modelId="{44B4B445-9977-4B50-B7D4-4B5384E58F16}">
      <dsp:nvSpPr>
        <dsp:cNvPr id="0" name=""/>
        <dsp:cNvSpPr/>
      </dsp:nvSpPr>
      <dsp:spPr>
        <a:xfrm>
          <a:off x="0" y="2724286"/>
          <a:ext cx="11029950" cy="10895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0C713-2A3F-4455-8D06-25F827628FA0}">
      <dsp:nvSpPr>
        <dsp:cNvPr id="0" name=""/>
        <dsp:cNvSpPr/>
      </dsp:nvSpPr>
      <dsp:spPr>
        <a:xfrm>
          <a:off x="329582" y="2969430"/>
          <a:ext cx="599240" cy="5992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3DB4E-8A57-4900-9C16-D735F99392A0}">
      <dsp:nvSpPr>
        <dsp:cNvPr id="0" name=""/>
        <dsp:cNvSpPr/>
      </dsp:nvSpPr>
      <dsp:spPr>
        <a:xfrm>
          <a:off x="1258405" y="2724286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b="1" i="0" kern="1200" baseline="0"/>
            <a:t>Complexity:</a:t>
          </a:r>
          <a:r>
            <a:rPr lang="en-PK" sz="2500" b="0" i="0" kern="1200" baseline="0"/>
            <a:t> Troubleshooting and root cause analysis can be more difficult with an additional virtualization layer. </a:t>
          </a:r>
          <a:endParaRPr lang="en-US" sz="2500" kern="1200"/>
        </a:p>
      </dsp:txBody>
      <dsp:txXfrm>
        <a:off x="1258405" y="2724286"/>
        <a:ext cx="9771544" cy="10895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32ACD7-C748-44CF-B82D-43B6445B44DA}">
      <dsp:nvSpPr>
        <dsp:cNvPr id="0" name=""/>
        <dsp:cNvSpPr/>
      </dsp:nvSpPr>
      <dsp:spPr>
        <a:xfrm>
          <a:off x="6409" y="124393"/>
          <a:ext cx="1458532" cy="145853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8A9ABA-CA5E-4AE7-A145-423C42D86B91}">
      <dsp:nvSpPr>
        <dsp:cNvPr id="0" name=""/>
        <dsp:cNvSpPr/>
      </dsp:nvSpPr>
      <dsp:spPr>
        <a:xfrm>
          <a:off x="312701" y="430685"/>
          <a:ext cx="845948" cy="8459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3C015-2421-42FC-8CA7-FD6C4DCB4F8D}">
      <dsp:nvSpPr>
        <dsp:cNvPr id="0" name=""/>
        <dsp:cNvSpPr/>
      </dsp:nvSpPr>
      <dsp:spPr>
        <a:xfrm>
          <a:off x="1777484" y="124393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1" i="0" kern="1200" baseline="0"/>
            <a:t>Host Vulnerability:</a:t>
          </a:r>
          <a:r>
            <a:rPr lang="en-PK" sz="2300" b="0" i="0" kern="1200" baseline="0"/>
            <a:t> A breach at the physical host level affects all VMs.</a:t>
          </a:r>
          <a:endParaRPr lang="en-US" sz="2300" kern="1200"/>
        </a:p>
      </dsp:txBody>
      <dsp:txXfrm>
        <a:off x="1777484" y="124393"/>
        <a:ext cx="3437969" cy="1458532"/>
      </dsp:txXfrm>
    </dsp:sp>
    <dsp:sp modelId="{8FC71B5C-3F8F-47DA-A45D-8062EE37E9B6}">
      <dsp:nvSpPr>
        <dsp:cNvPr id="0" name=""/>
        <dsp:cNvSpPr/>
      </dsp:nvSpPr>
      <dsp:spPr>
        <a:xfrm>
          <a:off x="5814495" y="124393"/>
          <a:ext cx="1458532" cy="145853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DCD0D-3D05-403D-9FFA-355B1F03340D}">
      <dsp:nvSpPr>
        <dsp:cNvPr id="0" name=""/>
        <dsp:cNvSpPr/>
      </dsp:nvSpPr>
      <dsp:spPr>
        <a:xfrm>
          <a:off x="6120786" y="430685"/>
          <a:ext cx="845948" cy="8459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DF8D4-FFA4-4278-89CB-CEEDE2A44479}">
      <dsp:nvSpPr>
        <dsp:cNvPr id="0" name=""/>
        <dsp:cNvSpPr/>
      </dsp:nvSpPr>
      <dsp:spPr>
        <a:xfrm>
          <a:off x="7585570" y="124393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1" i="0" kern="1200" baseline="0"/>
            <a:t>Hypervisor Attacks:</a:t>
          </a:r>
          <a:r>
            <a:rPr lang="en-PK" sz="2300" b="0" i="0" kern="1200" baseline="0"/>
            <a:t> Compromising the hypervisor can jeopardize the entire environment.</a:t>
          </a:r>
          <a:endParaRPr lang="en-US" sz="2300" kern="1200"/>
        </a:p>
      </dsp:txBody>
      <dsp:txXfrm>
        <a:off x="7585570" y="124393"/>
        <a:ext cx="3437969" cy="1458532"/>
      </dsp:txXfrm>
    </dsp:sp>
    <dsp:sp modelId="{D707699E-C812-4F68-BB3B-C8AE51DF685B}">
      <dsp:nvSpPr>
        <dsp:cNvPr id="0" name=""/>
        <dsp:cNvSpPr/>
      </dsp:nvSpPr>
      <dsp:spPr>
        <a:xfrm>
          <a:off x="6409" y="2231354"/>
          <a:ext cx="1458532" cy="145853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A233BE-3E10-4F88-9352-8E34BA802C2C}">
      <dsp:nvSpPr>
        <dsp:cNvPr id="0" name=""/>
        <dsp:cNvSpPr/>
      </dsp:nvSpPr>
      <dsp:spPr>
        <a:xfrm>
          <a:off x="312701" y="2537646"/>
          <a:ext cx="845948" cy="8459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1CCA2-C67C-49CD-B5C4-0B8F3EF3F767}">
      <dsp:nvSpPr>
        <dsp:cNvPr id="0" name=""/>
        <dsp:cNvSpPr/>
      </dsp:nvSpPr>
      <dsp:spPr>
        <a:xfrm>
          <a:off x="1777484" y="2231354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1" i="0" kern="1200" baseline="0"/>
            <a:t>Inactive VMs:</a:t>
          </a:r>
          <a:r>
            <a:rPr lang="en-PK" sz="2300" b="0" i="0" kern="1200" baseline="0"/>
            <a:t> Dormant VMs can pose a risk if they contain sensitive data but are not monitored.</a:t>
          </a:r>
          <a:endParaRPr lang="en-US" sz="2300" kern="1200"/>
        </a:p>
      </dsp:txBody>
      <dsp:txXfrm>
        <a:off x="1777484" y="2231354"/>
        <a:ext cx="3437969" cy="1458532"/>
      </dsp:txXfrm>
    </dsp:sp>
    <dsp:sp modelId="{8105CACF-F051-4E41-8B45-E13C2D276B13}">
      <dsp:nvSpPr>
        <dsp:cNvPr id="0" name=""/>
        <dsp:cNvSpPr/>
      </dsp:nvSpPr>
      <dsp:spPr>
        <a:xfrm>
          <a:off x="5814495" y="2231354"/>
          <a:ext cx="1458532" cy="145853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0F0837-148A-4F19-8956-B5F614B3A497}">
      <dsp:nvSpPr>
        <dsp:cNvPr id="0" name=""/>
        <dsp:cNvSpPr/>
      </dsp:nvSpPr>
      <dsp:spPr>
        <a:xfrm>
          <a:off x="6120786" y="2537646"/>
          <a:ext cx="845948" cy="8459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23E53-6D81-4725-9DFE-425AF5B24D0E}">
      <dsp:nvSpPr>
        <dsp:cNvPr id="0" name=""/>
        <dsp:cNvSpPr/>
      </dsp:nvSpPr>
      <dsp:spPr>
        <a:xfrm>
          <a:off x="7585570" y="2231354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1" i="0" kern="1200" baseline="0"/>
            <a:t>Privilege Escalation:</a:t>
          </a:r>
          <a:r>
            <a:rPr lang="en-PK" sz="2300" b="0" i="0" kern="1200" baseline="0"/>
            <a:t> Attackers may gain higher access than allowed through the hypervisor. </a:t>
          </a:r>
          <a:endParaRPr lang="en-US" sz="2300" kern="1200"/>
        </a:p>
      </dsp:txBody>
      <dsp:txXfrm>
        <a:off x="7585570" y="2231354"/>
        <a:ext cx="3437969" cy="14585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026960-7E47-4794-A227-DF22939DE3DB}">
      <dsp:nvSpPr>
        <dsp:cNvPr id="0" name=""/>
        <dsp:cNvSpPr/>
      </dsp:nvSpPr>
      <dsp:spPr>
        <a:xfrm>
          <a:off x="0" y="384340"/>
          <a:ext cx="11029950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6047" tIns="374904" rIns="85604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800" b="0" i="0" kern="1200" baseline="0"/>
            <a:t>Virtualization technologies are integral to cloud computing, enabling cloud providers to optimize resource use.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800" b="0" i="0" kern="1200" baseline="0"/>
            <a:t>It abstracts the physical infrastructure, allowing the cloud to offer flexible, scalable services.</a:t>
          </a:r>
          <a:endParaRPr lang="en-US" sz="1800" kern="1200"/>
        </a:p>
      </dsp:txBody>
      <dsp:txXfrm>
        <a:off x="0" y="384340"/>
        <a:ext cx="11029950" cy="1304100"/>
      </dsp:txXfrm>
    </dsp:sp>
    <dsp:sp modelId="{44B73739-BBFF-4B06-BE68-EB53728FAC7A}">
      <dsp:nvSpPr>
        <dsp:cNvPr id="0" name=""/>
        <dsp:cNvSpPr/>
      </dsp:nvSpPr>
      <dsp:spPr>
        <a:xfrm>
          <a:off x="551497" y="118660"/>
          <a:ext cx="7720965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/>
            <a:t>Virtualization as a Foundation for Cloud Computing:</a:t>
          </a:r>
          <a:endParaRPr lang="en-US" sz="1800" kern="1200"/>
        </a:p>
      </dsp:txBody>
      <dsp:txXfrm>
        <a:off x="577436" y="144599"/>
        <a:ext cx="7669087" cy="479482"/>
      </dsp:txXfrm>
    </dsp:sp>
    <dsp:sp modelId="{8C089D5E-7C6D-4BF1-9960-8C9C54CFE03C}">
      <dsp:nvSpPr>
        <dsp:cNvPr id="0" name=""/>
        <dsp:cNvSpPr/>
      </dsp:nvSpPr>
      <dsp:spPr>
        <a:xfrm>
          <a:off x="0" y="2051320"/>
          <a:ext cx="11029950" cy="164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-1490421"/>
              <a:satOff val="-9757"/>
              <a:lumOff val="-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6047" tIns="374904" rIns="85604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800" b="1" i="0" kern="1200" baseline="0"/>
            <a:t>Resource Efficiency:</a:t>
          </a:r>
          <a:r>
            <a:rPr lang="en-PK" sz="1800" b="0" i="0" kern="1200" baseline="0"/>
            <a:t> Maximizes hardware use through virtual machines.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800" b="1" i="0" kern="1200" baseline="0"/>
            <a:t>Scalability:</a:t>
          </a:r>
          <a:r>
            <a:rPr lang="en-PK" sz="1800" b="0" i="0" kern="1200" baseline="0"/>
            <a:t> Easily scale up or down by adding or removing virtual machines.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800" b="1" i="0" kern="1200" baseline="0"/>
            <a:t>Cost Savings:</a:t>
          </a:r>
          <a:r>
            <a:rPr lang="en-PK" sz="1800" b="0" i="0" kern="1200" baseline="0"/>
            <a:t> Cloud providers offer pay-as-you-go models, powered by virtualization.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800" b="1" i="0" kern="1200" baseline="0"/>
            <a:t>Isolation &amp; Security:</a:t>
          </a:r>
          <a:r>
            <a:rPr lang="en-PK" sz="1800" b="0" i="0" kern="1200" baseline="0"/>
            <a:t> Virtualization ensures isolated environments for different users.</a:t>
          </a:r>
          <a:endParaRPr lang="en-US" sz="1800" kern="1200"/>
        </a:p>
      </dsp:txBody>
      <dsp:txXfrm>
        <a:off x="0" y="2051320"/>
        <a:ext cx="11029950" cy="1644300"/>
      </dsp:txXfrm>
    </dsp:sp>
    <dsp:sp modelId="{65853898-CD7F-4069-B4B5-4836CCAED153}">
      <dsp:nvSpPr>
        <dsp:cNvPr id="0" name=""/>
        <dsp:cNvSpPr/>
      </dsp:nvSpPr>
      <dsp:spPr>
        <a:xfrm>
          <a:off x="551497" y="1785640"/>
          <a:ext cx="7720965" cy="531360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/>
            <a:t>Key Benefits in Cloud Computing:</a:t>
          </a:r>
          <a:endParaRPr lang="en-US" sz="1800" kern="1200"/>
        </a:p>
      </dsp:txBody>
      <dsp:txXfrm>
        <a:off x="577436" y="1811579"/>
        <a:ext cx="7669087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02/10/2025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301603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7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Resource Virtualization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9601" y="4942982"/>
            <a:ext cx="362239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068018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94644-4E39-9CDF-90CA-9FD0E7F8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Introduction to Virtualization</a:t>
            </a:r>
            <a:endParaRPr lang="en-PK">
              <a:solidFill>
                <a:schemeClr val="tx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5E30BCC-A94F-896B-E115-D4550E26ED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4" y="1896533"/>
            <a:ext cx="6309003" cy="39622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Key Concept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Virtualization is the process of simulating physical computing resources, allowing multiple virtual computers to run on a single set of physical resources.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Benefits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Optimizes resource utilization, enhances security, and provides abstraction.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Main Enabler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The hypervisor plays a critical role in creating and managing virtualized resources. </a:t>
            </a:r>
            <a:endParaRPr kumimoji="0" lang="en-US" altLang="en-PK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PK" altLang="en-PK" b="1" dirty="0">
                <a:solidFill>
                  <a:schemeClr val="tx1"/>
                </a:solidFill>
                <a:latin typeface="Arial" panose="020B0604020202020204" pitchFamily="34" charset="0"/>
              </a:rPr>
              <a:t>Example</a:t>
            </a:r>
            <a:r>
              <a:rPr lang="en-PK" altLang="en-PK" dirty="0">
                <a:solidFill>
                  <a:schemeClr val="tx1"/>
                </a:solidFill>
                <a:latin typeface="Arial" panose="020B0604020202020204" pitchFamily="34" charset="0"/>
              </a:rPr>
              <a:t>: A single physical processor can be virtualized to appear as multiple processors to the user.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0A1A3-4514-1304-F722-AFDE5F58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pic>
        <p:nvPicPr>
          <p:cNvPr id="18" name="Picture 17" descr="A 3D pattern of ring shapes connected by lines">
            <a:extLst>
              <a:ext uri="{FF2B5EF4-FFF2-40B4-BE49-F238E27FC236}">
                <a16:creationId xmlns:a16="http://schemas.microsoft.com/office/drawing/2014/main" id="{C06C6BBC-2B55-CD6C-F863-7167D64A60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84" r="47207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014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06E3B-D6CC-3665-272D-F919F04A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Virtualizing Physical Computing Resources</a:t>
            </a:r>
            <a:endParaRPr lang="en-PK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3166-D5B1-AD62-C8A2-D41212FE0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896533"/>
            <a:ext cx="6309003" cy="39622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Resource Virtualization</a:t>
            </a:r>
            <a:r>
              <a:rPr lang="en-US" dirty="0">
                <a:solidFill>
                  <a:schemeClr val="tx2"/>
                </a:solidFill>
              </a:rPr>
              <a:t>: Physical resources like CPU, memory, storage, and network devices can be virtualized.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Example</a:t>
            </a:r>
            <a:r>
              <a:rPr lang="en-US" dirty="0">
                <a:solidFill>
                  <a:schemeClr val="tx2"/>
                </a:solidFill>
              </a:rPr>
              <a:t>: Virtual processors, memory, and storage are presented to users, abstracted from the underlying physical hardware.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Software Component</a:t>
            </a:r>
            <a:r>
              <a:rPr lang="en-US" dirty="0">
                <a:solidFill>
                  <a:schemeClr val="tx2"/>
                </a:solidFill>
              </a:rPr>
              <a:t>: The control programs (software) create virtual machines (VMs), enabling the installation of guest operating systems.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C385A-7294-C2B2-B720-AFF579E0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pic>
        <p:nvPicPr>
          <p:cNvPr id="6" name="Picture 5" descr="Blue blocks and networks technology background">
            <a:extLst>
              <a:ext uri="{FF2B5EF4-FFF2-40B4-BE49-F238E27FC236}">
                <a16:creationId xmlns:a16="http://schemas.microsoft.com/office/drawing/2014/main" id="{D46137BF-D2BA-1B4D-7D07-F02EB09106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91" r="45700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21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06E3B-D6CC-3665-272D-F919F04A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433" y="702156"/>
            <a:ext cx="3568661" cy="1188720"/>
          </a:xfrm>
        </p:spPr>
        <p:txBody>
          <a:bodyPr>
            <a:normAutofit/>
          </a:bodyPr>
          <a:lstStyle/>
          <a:p>
            <a:r>
              <a:rPr lang="en-US"/>
              <a:t>Understanding Abstraction</a:t>
            </a:r>
            <a:endParaRPr lang="en-P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3DA437-4158-3DCD-0C2F-3ACDEAD4B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6" r="35809"/>
          <a:stretch/>
        </p:blipFill>
        <p:spPr>
          <a:xfrm>
            <a:off x="20" y="10"/>
            <a:ext cx="7537685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6FCF3CE-0737-2226-8FAD-C88702C674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13433" y="2340864"/>
            <a:ext cx="3568661" cy="36344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Abstraction in Virtualization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The process of hiding the complexity of physical computing resources, presenting a simplified virtual resource to users.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Importance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This layer of abstraction makes cloud services more flexible and reliable.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Operating Systems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Guest operating systems are installed on virtual machines, functioning as though on physical hardware.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C385A-7294-C2B2-B720-AFF579E0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5086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782762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06E3B-D6CC-3665-272D-F919F04A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Machine or Server Level Virtualization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3166-D5B1-AD62-C8A2-D41212FE0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Definition</a:t>
            </a:r>
            <a:r>
              <a:rPr lang="en-US" sz="2000"/>
              <a:t>: Server virtualization allows multiple operating systems (guest systems) to run on a single physical machine (host system).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Host vs. Guest</a:t>
            </a:r>
            <a:r>
              <a:rPr lang="en-US" sz="2000"/>
              <a:t>: The host system runs the hypervisor, while guest systems are independent virtual machines running on the hypervisor.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Example</a:t>
            </a:r>
            <a:r>
              <a:rPr lang="en-US" sz="2000"/>
              <a:t>: Different operating systems can run on the same physical server.</a:t>
            </a:r>
          </a:p>
          <a:p>
            <a:endParaRPr lang="en-PK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C385A-7294-C2B2-B720-AFF579E0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460542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Rectangle 1058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1026" name="Picture 2" descr="A visual representation of a bare-metal hypervisor, illustrating its direct access to server hardware.">
            <a:extLst>
              <a:ext uri="{FF2B5EF4-FFF2-40B4-BE49-F238E27FC236}">
                <a16:creationId xmlns:a16="http://schemas.microsoft.com/office/drawing/2014/main" id="{ECDD1F5F-A27F-0983-AED8-D10964FAB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0636" y="1475592"/>
            <a:ext cx="5476375" cy="410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1" name="Rectangle 1060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06E3B-D6CC-3665-272D-F919F04A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606" y="938022"/>
            <a:ext cx="4597758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Hypervisor and Virtual Machine Monitor (VMM)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3166-D5B1-AD62-C8A2-D41212FE0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606" y="2340864"/>
            <a:ext cx="4597758" cy="379323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FFFF"/>
                </a:solidFill>
              </a:rPr>
              <a:t>Hypervisor Role</a:t>
            </a:r>
            <a:r>
              <a:rPr lang="en-US">
                <a:solidFill>
                  <a:srgbClr val="FFFFFF"/>
                </a:solidFill>
              </a:rPr>
              <a:t>: Creates and manages the virtual environment, allowing multiple VMs to share physical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FFFF"/>
                </a:solidFill>
              </a:rPr>
              <a:t>Two Types of Hypervisors</a:t>
            </a:r>
            <a:r>
              <a:rPr lang="en-US">
                <a:solidFill>
                  <a:srgbClr val="FFFFFF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FFFF"/>
                </a:solidFill>
              </a:rPr>
              <a:t>Type 1 (Bare Metal)</a:t>
            </a:r>
            <a:r>
              <a:rPr lang="en-US">
                <a:solidFill>
                  <a:srgbClr val="FFFFFF"/>
                </a:solidFill>
              </a:rPr>
              <a:t>: Runs directly on the hardware.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FFFF"/>
                </a:solidFill>
              </a:rPr>
              <a:t>Type 2 (Hosted)</a:t>
            </a:r>
            <a:r>
              <a:rPr lang="en-US">
                <a:solidFill>
                  <a:srgbClr val="FFFFFF"/>
                </a:solidFill>
              </a:rPr>
              <a:t>: Runs on a host operating system.</a:t>
            </a:r>
          </a:p>
          <a:p>
            <a:endParaRPr lang="en-PK">
              <a:solidFill>
                <a:srgbClr val="FFFF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C385A-7294-C2B2-B720-AFF579E0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632861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Rectangle 2064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2050" name="Picture 2" descr="What is bare metal hypervisor? | Types &amp; Examples - ManageEngine OpManager">
            <a:extLst>
              <a:ext uri="{FF2B5EF4-FFF2-40B4-BE49-F238E27FC236}">
                <a16:creationId xmlns:a16="http://schemas.microsoft.com/office/drawing/2014/main" id="{67D4AE76-6CA0-E1B2-1753-3FAD43AA8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0636" y="1051173"/>
            <a:ext cx="5476375" cy="4956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Rectangle 2066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06E3B-D6CC-3665-272D-F919F04A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606" y="938022"/>
            <a:ext cx="4597758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Bare Metal Approach (Type 1 Hypervisor)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80F53BC-7F37-60CE-02E7-AAC7585897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73606" y="2340864"/>
            <a:ext cx="4597758" cy="37932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Bare Metal Hypervisor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Directly installed on physical hardware, offering better performance and control.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Benefits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More suitable for enterprise-level applications and advanced resource management.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VMware ESXi, Microsoft Hyper-V, Xen.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C385A-7294-C2B2-B720-AFF579E0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062862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3080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3076" name="Picture 4" descr="Virtualization · DockerSecurityPlayground/DSP Wiki · GitHub">
            <a:extLst>
              <a:ext uri="{FF2B5EF4-FFF2-40B4-BE49-F238E27FC236}">
                <a16:creationId xmlns:a16="http://schemas.microsoft.com/office/drawing/2014/main" id="{6655589B-717C-124E-F765-F0059E0F54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94"/>
          <a:stretch/>
        </p:blipFill>
        <p:spPr bwMode="auto">
          <a:xfrm>
            <a:off x="827453" y="634550"/>
            <a:ext cx="5262740" cy="578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5" name="Rectangle 3084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06E3B-D6CC-3665-272D-F919F04A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606" y="938022"/>
            <a:ext cx="4597758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Hosted Approach (Type 2 Hypervisor)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D9833C2-F3E0-D57D-6A19-A3C5C3551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73606" y="2340864"/>
            <a:ext cx="4597758" cy="37932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Hosted Hypervisor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Installed on top of a host OS, making it easy to install and configure for various hardware platforms.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Drawbacks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Lack of direct access to hardware degrades VM performance. Not ideal for real-time OS support.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VMware Workstation, Microsoft Virtual PC.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C385A-7294-C2B2-B720-AFF579E0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367717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E0738-9CDE-6F44-B557-73F78A02F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36" y="2379194"/>
            <a:ext cx="5476375" cy="230007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06E3B-D6CC-3665-272D-F919F04A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606" y="938022"/>
            <a:ext cx="4597758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Operating System Level Virtualization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3166-D5B1-AD62-C8A2-D41212FE0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606" y="2340864"/>
            <a:ext cx="4597758" cy="3793237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</a:rPr>
              <a:t>Definition</a:t>
            </a:r>
            <a:r>
              <a:rPr lang="en-US" dirty="0">
                <a:solidFill>
                  <a:srgbClr val="FFFFFF"/>
                </a:solidFill>
              </a:rPr>
              <a:t>: OS-level virtualization enables multiple user-space instances using a single OS kernel.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</a:rPr>
              <a:t>Key Point</a:t>
            </a:r>
            <a:r>
              <a:rPr lang="en-US" dirty="0">
                <a:solidFill>
                  <a:srgbClr val="FFFFFF"/>
                </a:solidFill>
              </a:rPr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No hypervisor needed, shares the same kernel across virtual servers.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All virtual servers share the same kernel, so they consume fewer resources.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All virtual servers must use the same OS kernel.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</a:rPr>
              <a:t>Examples</a:t>
            </a:r>
            <a:r>
              <a:rPr lang="en-US" dirty="0">
                <a:solidFill>
                  <a:srgbClr val="FFFFFF"/>
                </a:solidFill>
              </a:rPr>
              <a:t>: FreeBSD’s Jail, Linux </a:t>
            </a:r>
            <a:r>
              <a:rPr lang="en-US" dirty="0" err="1">
                <a:solidFill>
                  <a:srgbClr val="FFFFFF"/>
                </a:solidFill>
              </a:rPr>
              <a:t>VServer</a:t>
            </a:r>
            <a:r>
              <a:rPr lang="en-US" dirty="0">
                <a:solidFill>
                  <a:srgbClr val="FFFFFF"/>
                </a:solidFill>
              </a:rPr>
              <a:t>, </a:t>
            </a:r>
            <a:r>
              <a:rPr lang="en-US" dirty="0" err="1">
                <a:solidFill>
                  <a:srgbClr val="FFFFFF"/>
                </a:solidFill>
              </a:rPr>
              <a:t>OpenVZ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C385A-7294-C2B2-B720-AFF579E0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946116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06E3B-D6CC-3665-272D-F919F04A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OS-Level Virtualization vs. Machine Virtualization</a:t>
            </a:r>
            <a:endParaRPr lang="en-PK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3166-D5B1-AD62-C8A2-D41212FE0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896533"/>
            <a:ext cx="6309003" cy="201670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OS-Level</a:t>
            </a:r>
            <a:r>
              <a:rPr lang="en-US" dirty="0">
                <a:solidFill>
                  <a:schemeClr val="tx2"/>
                </a:solidFill>
              </a:rPr>
              <a:t>: Same OS for all virtual servers, shared kernel.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Machine Virtualization</a:t>
            </a:r>
            <a:r>
              <a:rPr lang="en-US" dirty="0">
                <a:solidFill>
                  <a:schemeClr val="tx2"/>
                </a:solidFill>
              </a:rPr>
              <a:t>: Allows different OS instances, uses hypervisor (e.g., VMware, Hyper-V).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C385A-7294-C2B2-B720-AFF579E0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512B73-7BF2-EA3D-32A1-63EC406FCD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23" r="47567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0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7D2AF00E-D433-4047-863F-BCB69CEC3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601200"/>
            <a:ext cx="7498616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3EF98-0263-1224-F048-547B349B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822" y="938022"/>
            <a:ext cx="6658013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High-Level Language Virtual Machine (HLL VM)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0997DBEA-6DFC-457A-9850-E5350535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79446CF5-953A-4916-BFF4-F5558E5C2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231" name="Rectangle 9230">
            <a:extLst>
              <a:ext uri="{FF2B5EF4-FFF2-40B4-BE49-F238E27FC236}">
                <a16:creationId xmlns:a16="http://schemas.microsoft.com/office/drawing/2014/main" id="{477B945C-B433-4DFF-9A67-A5C9257E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9218" name="Picture 2" descr="What are Virtual Machines?. FYI: This article is about Virtual… | by Scott  Hunt | Medium">
            <a:extLst>
              <a:ext uri="{FF2B5EF4-FFF2-40B4-BE49-F238E27FC236}">
                <a16:creationId xmlns:a16="http://schemas.microsoft.com/office/drawing/2014/main" id="{EAA39E37-1312-2AC1-7A32-62C45C40F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4700" y="1641677"/>
            <a:ext cx="3053422" cy="3868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6AC1402-9D46-639F-6652-C4B5766045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02822" y="2340864"/>
            <a:ext cx="6658013" cy="37932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 virtual machine that abstracts the instruction set architecture (ISA) and operating system, easing porting of compilers and applications across platforms.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Key Benefits:</a:t>
            </a:r>
            <a:endParaRPr kumimoji="0" lang="en-PK" altLang="en-PK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Intermediate representation allows portability.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Abstract machine translates intermediate code to physical instructions.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Examples:</a:t>
            </a:r>
            <a:endParaRPr kumimoji="0" lang="en-PK" altLang="en-PK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Java Virtual Machine (JVM)</a:t>
            </a:r>
          </a:p>
          <a:p>
            <a:pPr marL="3240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Common Language Runtime (CLR) by Microsoft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Use Case: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Allows Java and .NET applications to run on various platforms, decoupled from specific hardware.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218C2-CCA7-7E75-25ED-086A7CC7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762291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3EF98-0263-1224-F048-547B349B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Emulation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E006EC-8D31-A545-0278-5E5C6683D7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4935" y="1037968"/>
            <a:ext cx="6725899" cy="4820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Definition: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Emulation allows one system to mimic another, enabling software designed for one architecture to run on another.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Techniques:</a:t>
            </a:r>
            <a:endParaRPr kumimoji="0" lang="en-PK" altLang="en-PK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Binary Translation: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Converts binary code for one architecture to another.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Interpretation: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Slower but easier, translating instructions as they are encountered.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Examples:</a:t>
            </a:r>
            <a:endParaRPr kumimoji="0" lang="en-PK" altLang="en-PK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Microsoft </a:t>
            </a:r>
            <a:r>
              <a:rPr kumimoji="0" lang="en-PK" altLang="en-PK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VirtualPC</a:t>
            </a:r>
            <a:endParaRPr kumimoji="0" lang="en-PK" altLang="en-PK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QEMU (Quick </a:t>
            </a:r>
            <a:r>
              <a:rPr kumimoji="0" lang="en-PK" altLang="en-PK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EMUlator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PK" altLang="en-PK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218C2-CCA7-7E75-25ED-086A7CC7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673207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EF98-0263-1224-F048-547B349B6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Emulation vs. Simple Virtualization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899F9-04D9-42F2-EE46-ECA0604AE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Emulation: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Focus: Simulates hardware/software of a different architecture.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Requires instruction set translation.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Slower due to the need for binary translation.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Simple Virtualization: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Focus: Virtualizes the native environment with no instruction set translation.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Faster, near-native performance.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Native virtual machines running Linux or Windows without translation.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218C2-CCA7-7E75-25ED-086A7CC7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92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3EF98-0263-1224-F048-547B349B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Other Types of Virtualization</a:t>
            </a: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218C2-CCA7-7E75-25ED-086A7CC7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91D1D403-107B-8ADA-B4A1-851DB59921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9593579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1346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3EF98-0263-1224-F048-547B349B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Advantages of Virtualization</a:t>
            </a: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218C2-CCA7-7E75-25ED-086A7CC7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40DE7B6-3970-5784-810A-680FDB196C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848675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8875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3EF98-0263-1224-F048-547B349B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Downsides of Virtualization</a:t>
            </a: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218C2-CCA7-7E75-25ED-086A7CC7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3F525A78-6B59-54E6-D042-7FAFC4C68F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5623664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6957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3EF98-0263-1224-F048-547B349B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Virtualization Security Threats</a:t>
            </a: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218C2-CCA7-7E75-25ED-086A7CC7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36C48925-4BD8-28FD-DBF1-D7BFA128CC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1938764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9809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EF98-0263-1224-F048-547B349B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Virtualization and Cloud Computing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218C2-CCA7-7E75-25ED-086A7CC7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8" name="Rectangle 2">
            <a:extLst>
              <a:ext uri="{FF2B5EF4-FFF2-40B4-BE49-F238E27FC236}">
                <a16:creationId xmlns:a16="http://schemas.microsoft.com/office/drawing/2014/main" id="{82E69A82-B0F8-F0F6-A9D9-B1FA88DEB8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3751887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5566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2244</TotalTime>
  <Words>1166</Words>
  <Application>Microsoft Office PowerPoint</Application>
  <PresentationFormat>Widescreen</PresentationFormat>
  <Paragraphs>120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Arial Nova Light</vt:lpstr>
      <vt:lpstr>Gill Sans MT</vt:lpstr>
      <vt:lpstr>Wingdings 2</vt:lpstr>
      <vt:lpstr>DividendVTI</vt:lpstr>
      <vt:lpstr> CHAPTER 7 Resource Virtualization</vt:lpstr>
      <vt:lpstr>Introduction to Virtualization</vt:lpstr>
      <vt:lpstr>Virtualizing Physical Computing Resources</vt:lpstr>
      <vt:lpstr>Understanding Abstraction</vt:lpstr>
      <vt:lpstr>Machine or Server Level Virtualization</vt:lpstr>
      <vt:lpstr>Hypervisor and Virtual Machine Monitor (VMM)</vt:lpstr>
      <vt:lpstr>Bare Metal Approach (Type 1 Hypervisor)</vt:lpstr>
      <vt:lpstr>Hosted Approach (Type 2 Hypervisor)</vt:lpstr>
      <vt:lpstr>Operating System Level Virtualization</vt:lpstr>
      <vt:lpstr>OS-Level Virtualization vs. Machine Virtualization</vt:lpstr>
      <vt:lpstr>High-Level Language Virtual Machine (HLL VM)</vt:lpstr>
      <vt:lpstr>Emulation</vt:lpstr>
      <vt:lpstr>Emulation vs. Simple Virtualization</vt:lpstr>
      <vt:lpstr>Other Types of Virtualization</vt:lpstr>
      <vt:lpstr>Advantages of Virtualization</vt:lpstr>
      <vt:lpstr>Downsides of Virtualization</vt:lpstr>
      <vt:lpstr>Virtualization Security Threats</vt:lpstr>
      <vt:lpstr>Virtualization and Cloud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26</cp:revision>
  <dcterms:created xsi:type="dcterms:W3CDTF">2024-08-20T00:20:53Z</dcterms:created>
  <dcterms:modified xsi:type="dcterms:W3CDTF">2025-10-02T09:25:11Z</dcterms:modified>
</cp:coreProperties>
</file>