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4"/>
  </p:notesMasterIdLst>
  <p:sldIdLst>
    <p:sldId id="256" r:id="rId2"/>
    <p:sldId id="258" r:id="rId3"/>
    <p:sldId id="259" r:id="rId4"/>
    <p:sldId id="322" r:id="rId5"/>
    <p:sldId id="323" r:id="rId6"/>
    <p:sldId id="257" r:id="rId7"/>
    <p:sldId id="374" r:id="rId8"/>
    <p:sldId id="375" r:id="rId9"/>
    <p:sldId id="260" r:id="rId10"/>
    <p:sldId id="261" r:id="rId11"/>
    <p:sldId id="262" r:id="rId12"/>
    <p:sldId id="372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663FE5-9399-48D0-A00F-A3F15E9AB2FD}">
          <p14:sldIdLst>
            <p14:sldId id="256"/>
          </p14:sldIdLst>
        </p14:section>
        <p14:section name="Course Introduction" id="{D29C99AA-695C-4ECA-B1CA-B2C2538602C0}">
          <p14:sldIdLst>
            <p14:sldId id="258"/>
            <p14:sldId id="259"/>
            <p14:sldId id="322"/>
            <p14:sldId id="323"/>
            <p14:sldId id="257"/>
            <p14:sldId id="374"/>
            <p14:sldId id="375"/>
            <p14:sldId id="260"/>
            <p14:sldId id="261"/>
            <p14:sldId id="262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41"/>
    <a:srgbClr val="3E62DB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A14B2-C49D-4980-A651-47D07B576FD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58A2E9-A7EB-4D0D-AF6E-1D9378C35047}">
      <dgm:prSet/>
      <dgm:spPr/>
      <dgm:t>
        <a:bodyPr/>
        <a:lstStyle/>
        <a:p>
          <a:pPr>
            <a:defRPr b="1"/>
          </a:pPr>
          <a:r>
            <a:rPr lang="en-US" dirty="0"/>
            <a:t>Textbooks:</a:t>
          </a:r>
        </a:p>
      </dgm:t>
    </dgm:pt>
    <dgm:pt modelId="{C133CB37-5508-431A-B51A-6BEB47DEB050}" type="parTrans" cxnId="{8DC0F42A-3FBA-4F1A-8DE0-D32A261C2F40}">
      <dgm:prSet/>
      <dgm:spPr/>
      <dgm:t>
        <a:bodyPr/>
        <a:lstStyle/>
        <a:p>
          <a:endParaRPr lang="en-US"/>
        </a:p>
      </dgm:t>
    </dgm:pt>
    <dgm:pt modelId="{EA770BB1-63A5-4FDF-95AC-E62CCDB8C790}" type="sibTrans" cxnId="{8DC0F42A-3FBA-4F1A-8DE0-D32A261C2F40}">
      <dgm:prSet/>
      <dgm:spPr/>
      <dgm:t>
        <a:bodyPr/>
        <a:lstStyle/>
        <a:p>
          <a:endParaRPr lang="en-US"/>
        </a:p>
      </dgm:t>
    </dgm:pt>
    <dgm:pt modelId="{AEFC2896-3C12-45F9-A5D7-8BC1C16C1326}">
      <dgm:prSet/>
      <dgm:spPr/>
      <dgm:t>
        <a:bodyPr/>
        <a:lstStyle/>
        <a:p>
          <a:r>
            <a:rPr lang="en-US" dirty="0"/>
            <a:t>Sandeep Bhowmik. 2017. </a:t>
          </a:r>
          <a:r>
            <a:rPr lang="en-US" b="1" dirty="0"/>
            <a:t>Cloud Computing </a:t>
          </a:r>
          <a:r>
            <a:rPr lang="en-US" dirty="0"/>
            <a:t>(1st. ed.). Cambridge University Press.</a:t>
          </a:r>
        </a:p>
      </dgm:t>
    </dgm:pt>
    <dgm:pt modelId="{265E994B-EDED-47C5-84E3-03942627A4B3}" type="parTrans" cxnId="{0784FABB-8EED-47AC-866C-AC6D3488CAD4}">
      <dgm:prSet/>
      <dgm:spPr/>
      <dgm:t>
        <a:bodyPr/>
        <a:lstStyle/>
        <a:p>
          <a:endParaRPr lang="en-US"/>
        </a:p>
      </dgm:t>
    </dgm:pt>
    <dgm:pt modelId="{24DDF204-2EA0-4CAA-BCF7-F23C4635149A}" type="sibTrans" cxnId="{0784FABB-8EED-47AC-866C-AC6D3488CAD4}">
      <dgm:prSet/>
      <dgm:spPr/>
      <dgm:t>
        <a:bodyPr/>
        <a:lstStyle/>
        <a:p>
          <a:endParaRPr lang="en-US"/>
        </a:p>
      </dgm:t>
    </dgm:pt>
    <dgm:pt modelId="{849F879F-4E20-491C-B0D4-CD8D07E9C193}">
      <dgm:prSet/>
      <dgm:spPr/>
      <dgm:t>
        <a:bodyPr/>
        <a:lstStyle/>
        <a:p>
          <a:r>
            <a:rPr lang="en-US"/>
            <a:t>Jonah Carrio Andersson. 2023. </a:t>
          </a:r>
          <a:r>
            <a:rPr lang="en-US" b="1"/>
            <a:t>Learning Microsoft Azure</a:t>
          </a:r>
          <a:r>
            <a:rPr lang="en-US"/>
            <a:t>. O'Reilly Media, Inc. ISBN 9781098113322.</a:t>
          </a:r>
        </a:p>
      </dgm:t>
    </dgm:pt>
    <dgm:pt modelId="{52F494C7-5E28-44A3-9785-D7138E4FB0CE}" type="parTrans" cxnId="{EB0E5D80-B756-4A97-94D2-AD4ACA5ACCBB}">
      <dgm:prSet/>
      <dgm:spPr/>
      <dgm:t>
        <a:bodyPr/>
        <a:lstStyle/>
        <a:p>
          <a:endParaRPr lang="en-US"/>
        </a:p>
      </dgm:t>
    </dgm:pt>
    <dgm:pt modelId="{6EC9A2B0-1B2C-4538-8E8E-B98A59D150D3}" type="sibTrans" cxnId="{EB0E5D80-B756-4A97-94D2-AD4ACA5ACCBB}">
      <dgm:prSet/>
      <dgm:spPr/>
      <dgm:t>
        <a:bodyPr/>
        <a:lstStyle/>
        <a:p>
          <a:endParaRPr lang="en-US"/>
        </a:p>
      </dgm:t>
    </dgm:pt>
    <dgm:pt modelId="{4D8D7D27-3F34-4844-A66C-0677B9F57BF0}">
      <dgm:prSet/>
      <dgm:spPr/>
      <dgm:t>
        <a:bodyPr/>
        <a:lstStyle/>
        <a:p>
          <a:pPr>
            <a:defRPr b="1"/>
          </a:pPr>
          <a:r>
            <a:rPr lang="en-US" dirty="0"/>
            <a:t>Reference Books: </a:t>
          </a:r>
        </a:p>
      </dgm:t>
    </dgm:pt>
    <dgm:pt modelId="{C1637C29-5DFC-4D89-A68C-2D2E91D8AB0F}" type="parTrans" cxnId="{48A91603-A69D-415A-901F-30C60D38CCF6}">
      <dgm:prSet/>
      <dgm:spPr/>
      <dgm:t>
        <a:bodyPr/>
        <a:lstStyle/>
        <a:p>
          <a:endParaRPr lang="en-US"/>
        </a:p>
      </dgm:t>
    </dgm:pt>
    <dgm:pt modelId="{CD07D76F-CEA4-40A8-A3B2-0967F874BD38}" type="sibTrans" cxnId="{48A91603-A69D-415A-901F-30C60D38CCF6}">
      <dgm:prSet/>
      <dgm:spPr/>
      <dgm:t>
        <a:bodyPr/>
        <a:lstStyle/>
        <a:p>
          <a:endParaRPr lang="en-US"/>
        </a:p>
      </dgm:t>
    </dgm:pt>
    <dgm:pt modelId="{7F3256FC-A315-4A48-8615-96866860B58A}">
      <dgm:prSet/>
      <dgm:spPr/>
      <dgm:t>
        <a:bodyPr/>
        <a:lstStyle/>
        <a:p>
          <a:r>
            <a:rPr lang="en-US" dirty="0"/>
            <a:t>Rajkumar </a:t>
          </a:r>
          <a:r>
            <a:rPr lang="en-US" dirty="0" err="1"/>
            <a:t>Buyya</a:t>
          </a:r>
          <a:r>
            <a:rPr lang="en-US" dirty="0"/>
            <a:t> et al. 2013. </a:t>
          </a:r>
          <a:r>
            <a:rPr lang="en-US" b="1" dirty="0"/>
            <a:t>Mastering Cloud Computing - Foundations and Applications Programming</a:t>
          </a:r>
          <a:r>
            <a:rPr lang="en-US" dirty="0"/>
            <a:t>. Morgan Kaufmann Publishers Inc.</a:t>
          </a:r>
        </a:p>
      </dgm:t>
    </dgm:pt>
    <dgm:pt modelId="{CA8B3833-039D-4AA4-A270-E30D852052BB}" type="parTrans" cxnId="{F9B1DAF0-96A5-42E9-A815-41758DAEC366}">
      <dgm:prSet/>
      <dgm:spPr/>
      <dgm:t>
        <a:bodyPr/>
        <a:lstStyle/>
        <a:p>
          <a:endParaRPr lang="en-US"/>
        </a:p>
      </dgm:t>
    </dgm:pt>
    <dgm:pt modelId="{3359FFA9-AED3-42F8-A992-BE85EDEC8997}" type="sibTrans" cxnId="{F9B1DAF0-96A5-42E9-A815-41758DAEC366}">
      <dgm:prSet/>
      <dgm:spPr/>
      <dgm:t>
        <a:bodyPr/>
        <a:lstStyle/>
        <a:p>
          <a:endParaRPr lang="en-US"/>
        </a:p>
      </dgm:t>
    </dgm:pt>
    <dgm:pt modelId="{29777314-ABE0-47A9-BFEC-218034567635}">
      <dgm:prSet/>
      <dgm:spPr/>
      <dgm:t>
        <a:bodyPr/>
        <a:lstStyle/>
        <a:p>
          <a:r>
            <a:rPr lang="en-US"/>
            <a:t>K. Chandrasekaran. 2015. </a:t>
          </a:r>
          <a:r>
            <a:rPr lang="en-US" b="1"/>
            <a:t>Essentials of Cloud Computing</a:t>
          </a:r>
          <a:r>
            <a:rPr lang="en-US"/>
            <a:t>. CRC Press.</a:t>
          </a:r>
        </a:p>
      </dgm:t>
    </dgm:pt>
    <dgm:pt modelId="{3BE4B0BB-8AAC-4EE7-A075-AFE126D28E15}" type="parTrans" cxnId="{30F99537-1FC3-4219-94EA-9EA10FB4E1E9}">
      <dgm:prSet/>
      <dgm:spPr/>
      <dgm:t>
        <a:bodyPr/>
        <a:lstStyle/>
        <a:p>
          <a:endParaRPr lang="en-PK"/>
        </a:p>
      </dgm:t>
    </dgm:pt>
    <dgm:pt modelId="{27BAAB9F-1FFF-4DB6-8559-5444750D2496}" type="sibTrans" cxnId="{30F99537-1FC3-4219-94EA-9EA10FB4E1E9}">
      <dgm:prSet/>
      <dgm:spPr/>
      <dgm:t>
        <a:bodyPr/>
        <a:lstStyle/>
        <a:p>
          <a:endParaRPr lang="en-PK"/>
        </a:p>
      </dgm:t>
    </dgm:pt>
    <dgm:pt modelId="{CAAEF881-A9A1-43A1-A64C-8D3ACA287D7D}" type="pres">
      <dgm:prSet presAssocID="{964A14B2-C49D-4980-A651-47D07B576FDC}" presName="linear" presStyleCnt="0">
        <dgm:presLayoutVars>
          <dgm:dir/>
          <dgm:animLvl val="lvl"/>
          <dgm:resizeHandles val="exact"/>
        </dgm:presLayoutVars>
      </dgm:prSet>
      <dgm:spPr/>
    </dgm:pt>
    <dgm:pt modelId="{58F2370A-190C-49E2-843C-927BA26C4159}" type="pres">
      <dgm:prSet presAssocID="{1258A2E9-A7EB-4D0D-AF6E-1D9378C35047}" presName="parentLin" presStyleCnt="0"/>
      <dgm:spPr/>
    </dgm:pt>
    <dgm:pt modelId="{A2414EE2-2631-4C64-9353-69E2E236C611}" type="pres">
      <dgm:prSet presAssocID="{1258A2E9-A7EB-4D0D-AF6E-1D9378C35047}" presName="parentLeftMargin" presStyleLbl="node1" presStyleIdx="0" presStyleCnt="2"/>
      <dgm:spPr/>
    </dgm:pt>
    <dgm:pt modelId="{673FB403-7748-4B5D-B92E-6F2075C1E5AA}" type="pres">
      <dgm:prSet presAssocID="{1258A2E9-A7EB-4D0D-AF6E-1D9378C350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842E454-BBE9-4962-B52E-C9A9F39C951C}" type="pres">
      <dgm:prSet presAssocID="{1258A2E9-A7EB-4D0D-AF6E-1D9378C35047}" presName="negativeSpace" presStyleCnt="0"/>
      <dgm:spPr/>
    </dgm:pt>
    <dgm:pt modelId="{E8459858-C258-428D-80ED-5928BC4A36F9}" type="pres">
      <dgm:prSet presAssocID="{1258A2E9-A7EB-4D0D-AF6E-1D9378C35047}" presName="childText" presStyleLbl="conFgAcc1" presStyleIdx="0" presStyleCnt="2">
        <dgm:presLayoutVars>
          <dgm:bulletEnabled val="1"/>
        </dgm:presLayoutVars>
      </dgm:prSet>
      <dgm:spPr/>
    </dgm:pt>
    <dgm:pt modelId="{11C4A734-4F75-4554-89DA-508979537A96}" type="pres">
      <dgm:prSet presAssocID="{EA770BB1-63A5-4FDF-95AC-E62CCDB8C790}" presName="spaceBetweenRectangles" presStyleCnt="0"/>
      <dgm:spPr/>
    </dgm:pt>
    <dgm:pt modelId="{659793EC-69E2-4DCF-8200-1D8849C06DEC}" type="pres">
      <dgm:prSet presAssocID="{4D8D7D27-3F34-4844-A66C-0677B9F57BF0}" presName="parentLin" presStyleCnt="0"/>
      <dgm:spPr/>
    </dgm:pt>
    <dgm:pt modelId="{103A51D0-643B-4FF2-A0EC-968A320D3689}" type="pres">
      <dgm:prSet presAssocID="{4D8D7D27-3F34-4844-A66C-0677B9F57BF0}" presName="parentLeftMargin" presStyleLbl="node1" presStyleIdx="0" presStyleCnt="2"/>
      <dgm:spPr/>
    </dgm:pt>
    <dgm:pt modelId="{BFB7F3E3-BB0C-4A3C-B3E2-9433D733E765}" type="pres">
      <dgm:prSet presAssocID="{4D8D7D27-3F34-4844-A66C-0677B9F57BF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1C4BE16-3983-42B0-8465-2B62D3D7E6B3}" type="pres">
      <dgm:prSet presAssocID="{4D8D7D27-3F34-4844-A66C-0677B9F57BF0}" presName="negativeSpace" presStyleCnt="0"/>
      <dgm:spPr/>
    </dgm:pt>
    <dgm:pt modelId="{0809F425-BA2B-4476-AE23-56CF6B43B176}" type="pres">
      <dgm:prSet presAssocID="{4D8D7D27-3F34-4844-A66C-0677B9F57BF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8A91603-A69D-415A-901F-30C60D38CCF6}" srcId="{964A14B2-C49D-4980-A651-47D07B576FDC}" destId="{4D8D7D27-3F34-4844-A66C-0677B9F57BF0}" srcOrd="1" destOrd="0" parTransId="{C1637C29-5DFC-4D89-A68C-2D2E91D8AB0F}" sibTransId="{CD07D76F-CEA4-40A8-A3B2-0967F874BD38}"/>
    <dgm:cxn modelId="{7C861E15-79AE-4EAD-8FAE-3AE6F5B06B42}" type="presOf" srcId="{AEFC2896-3C12-45F9-A5D7-8BC1C16C1326}" destId="{E8459858-C258-428D-80ED-5928BC4A36F9}" srcOrd="0" destOrd="0" presId="urn:microsoft.com/office/officeart/2005/8/layout/list1"/>
    <dgm:cxn modelId="{8436A820-52C5-4051-91E8-6F3CDD02E609}" type="presOf" srcId="{4D8D7D27-3F34-4844-A66C-0677B9F57BF0}" destId="{BFB7F3E3-BB0C-4A3C-B3E2-9433D733E765}" srcOrd="1" destOrd="0" presId="urn:microsoft.com/office/officeart/2005/8/layout/list1"/>
    <dgm:cxn modelId="{CEDA2027-16B8-42F5-BE30-9FBA7777E69F}" type="presOf" srcId="{29777314-ABE0-47A9-BFEC-218034567635}" destId="{0809F425-BA2B-4476-AE23-56CF6B43B176}" srcOrd="0" destOrd="1" presId="urn:microsoft.com/office/officeart/2005/8/layout/list1"/>
    <dgm:cxn modelId="{8DC0F42A-3FBA-4F1A-8DE0-D32A261C2F40}" srcId="{964A14B2-C49D-4980-A651-47D07B576FDC}" destId="{1258A2E9-A7EB-4D0D-AF6E-1D9378C35047}" srcOrd="0" destOrd="0" parTransId="{C133CB37-5508-431A-B51A-6BEB47DEB050}" sibTransId="{EA770BB1-63A5-4FDF-95AC-E62CCDB8C790}"/>
    <dgm:cxn modelId="{30F99537-1FC3-4219-94EA-9EA10FB4E1E9}" srcId="{4D8D7D27-3F34-4844-A66C-0677B9F57BF0}" destId="{29777314-ABE0-47A9-BFEC-218034567635}" srcOrd="1" destOrd="0" parTransId="{3BE4B0BB-8AAC-4EE7-A075-AFE126D28E15}" sibTransId="{27BAAB9F-1FFF-4DB6-8559-5444750D2496}"/>
    <dgm:cxn modelId="{C4B4BE37-F892-4B1E-8D94-92513329525D}" type="presOf" srcId="{4D8D7D27-3F34-4844-A66C-0677B9F57BF0}" destId="{103A51D0-643B-4FF2-A0EC-968A320D3689}" srcOrd="0" destOrd="0" presId="urn:microsoft.com/office/officeart/2005/8/layout/list1"/>
    <dgm:cxn modelId="{9A2EEF46-646A-4EAF-A6D6-E446A4E70541}" type="presOf" srcId="{7F3256FC-A315-4A48-8615-96866860B58A}" destId="{0809F425-BA2B-4476-AE23-56CF6B43B176}" srcOrd="0" destOrd="0" presId="urn:microsoft.com/office/officeart/2005/8/layout/list1"/>
    <dgm:cxn modelId="{42F79054-BDA8-456F-A782-FDC6AA738474}" type="presOf" srcId="{964A14B2-C49D-4980-A651-47D07B576FDC}" destId="{CAAEF881-A9A1-43A1-A64C-8D3ACA287D7D}" srcOrd="0" destOrd="0" presId="urn:microsoft.com/office/officeart/2005/8/layout/list1"/>
    <dgm:cxn modelId="{FB35107D-8097-448F-B7B2-9273698C07C9}" type="presOf" srcId="{1258A2E9-A7EB-4D0D-AF6E-1D9378C35047}" destId="{A2414EE2-2631-4C64-9353-69E2E236C611}" srcOrd="0" destOrd="0" presId="urn:microsoft.com/office/officeart/2005/8/layout/list1"/>
    <dgm:cxn modelId="{EB0E5D80-B756-4A97-94D2-AD4ACA5ACCBB}" srcId="{1258A2E9-A7EB-4D0D-AF6E-1D9378C35047}" destId="{849F879F-4E20-491C-B0D4-CD8D07E9C193}" srcOrd="1" destOrd="0" parTransId="{52F494C7-5E28-44A3-9785-D7138E4FB0CE}" sibTransId="{6EC9A2B0-1B2C-4538-8E8E-B98A59D150D3}"/>
    <dgm:cxn modelId="{0784FABB-8EED-47AC-866C-AC6D3488CAD4}" srcId="{1258A2E9-A7EB-4D0D-AF6E-1D9378C35047}" destId="{AEFC2896-3C12-45F9-A5D7-8BC1C16C1326}" srcOrd="0" destOrd="0" parTransId="{265E994B-EDED-47C5-84E3-03942627A4B3}" sibTransId="{24DDF204-2EA0-4CAA-BCF7-F23C4635149A}"/>
    <dgm:cxn modelId="{DC741BBF-6C4C-4B84-A697-A7192A013F22}" type="presOf" srcId="{1258A2E9-A7EB-4D0D-AF6E-1D9378C35047}" destId="{673FB403-7748-4B5D-B92E-6F2075C1E5AA}" srcOrd="1" destOrd="0" presId="urn:microsoft.com/office/officeart/2005/8/layout/list1"/>
    <dgm:cxn modelId="{F9B1DAF0-96A5-42E9-A815-41758DAEC366}" srcId="{4D8D7D27-3F34-4844-A66C-0677B9F57BF0}" destId="{7F3256FC-A315-4A48-8615-96866860B58A}" srcOrd="0" destOrd="0" parTransId="{CA8B3833-039D-4AA4-A270-E30D852052BB}" sibTransId="{3359FFA9-AED3-42F8-A992-BE85EDEC8997}"/>
    <dgm:cxn modelId="{2D9764F9-A516-4A33-9AE0-2DE9668F81FE}" type="presOf" srcId="{849F879F-4E20-491C-B0D4-CD8D07E9C193}" destId="{E8459858-C258-428D-80ED-5928BC4A36F9}" srcOrd="0" destOrd="1" presId="urn:microsoft.com/office/officeart/2005/8/layout/list1"/>
    <dgm:cxn modelId="{934066AB-E66B-4A4C-B0FE-994C37C23626}" type="presParOf" srcId="{CAAEF881-A9A1-43A1-A64C-8D3ACA287D7D}" destId="{58F2370A-190C-49E2-843C-927BA26C4159}" srcOrd="0" destOrd="0" presId="urn:microsoft.com/office/officeart/2005/8/layout/list1"/>
    <dgm:cxn modelId="{35F0B06A-8946-49C3-A6D9-DB75BC758DC5}" type="presParOf" srcId="{58F2370A-190C-49E2-843C-927BA26C4159}" destId="{A2414EE2-2631-4C64-9353-69E2E236C611}" srcOrd="0" destOrd="0" presId="urn:microsoft.com/office/officeart/2005/8/layout/list1"/>
    <dgm:cxn modelId="{16F593D2-AF17-47B3-9BB7-F5B21D5484DC}" type="presParOf" srcId="{58F2370A-190C-49E2-843C-927BA26C4159}" destId="{673FB403-7748-4B5D-B92E-6F2075C1E5AA}" srcOrd="1" destOrd="0" presId="urn:microsoft.com/office/officeart/2005/8/layout/list1"/>
    <dgm:cxn modelId="{56C3B3C2-E77E-4DBE-8255-293FD6CECDDC}" type="presParOf" srcId="{CAAEF881-A9A1-43A1-A64C-8D3ACA287D7D}" destId="{6842E454-BBE9-4962-B52E-C9A9F39C951C}" srcOrd="1" destOrd="0" presId="urn:microsoft.com/office/officeart/2005/8/layout/list1"/>
    <dgm:cxn modelId="{A8D7B179-99FB-4A57-8A41-20B1C20E6BB6}" type="presParOf" srcId="{CAAEF881-A9A1-43A1-A64C-8D3ACA287D7D}" destId="{E8459858-C258-428D-80ED-5928BC4A36F9}" srcOrd="2" destOrd="0" presId="urn:microsoft.com/office/officeart/2005/8/layout/list1"/>
    <dgm:cxn modelId="{1587F165-5510-41EB-8C3E-1F3221E2C1D3}" type="presParOf" srcId="{CAAEF881-A9A1-43A1-A64C-8D3ACA287D7D}" destId="{11C4A734-4F75-4554-89DA-508979537A96}" srcOrd="3" destOrd="0" presId="urn:microsoft.com/office/officeart/2005/8/layout/list1"/>
    <dgm:cxn modelId="{3A7866DD-E020-449B-B461-E6139A455F77}" type="presParOf" srcId="{CAAEF881-A9A1-43A1-A64C-8D3ACA287D7D}" destId="{659793EC-69E2-4DCF-8200-1D8849C06DEC}" srcOrd="4" destOrd="0" presId="urn:microsoft.com/office/officeart/2005/8/layout/list1"/>
    <dgm:cxn modelId="{BE172F50-78E3-487B-9F5A-87BBA88AC8E0}" type="presParOf" srcId="{659793EC-69E2-4DCF-8200-1D8849C06DEC}" destId="{103A51D0-643B-4FF2-A0EC-968A320D3689}" srcOrd="0" destOrd="0" presId="urn:microsoft.com/office/officeart/2005/8/layout/list1"/>
    <dgm:cxn modelId="{E8A5FF18-9323-4444-AFD5-222B37EE2940}" type="presParOf" srcId="{659793EC-69E2-4DCF-8200-1D8849C06DEC}" destId="{BFB7F3E3-BB0C-4A3C-B3E2-9433D733E765}" srcOrd="1" destOrd="0" presId="urn:microsoft.com/office/officeart/2005/8/layout/list1"/>
    <dgm:cxn modelId="{2B39C962-835B-4BDD-844F-FE17EE0901EA}" type="presParOf" srcId="{CAAEF881-A9A1-43A1-A64C-8D3ACA287D7D}" destId="{61C4BE16-3983-42B0-8465-2B62D3D7E6B3}" srcOrd="5" destOrd="0" presId="urn:microsoft.com/office/officeart/2005/8/layout/list1"/>
    <dgm:cxn modelId="{FB65649C-A5C9-400F-BE31-456E5E617009}" type="presParOf" srcId="{CAAEF881-A9A1-43A1-A64C-8D3ACA287D7D}" destId="{0809F425-BA2B-4476-AE23-56CF6B43B17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61E8E7-A2E7-45E1-BEE7-BD5547F611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6A1C2A-B2F2-406B-833F-F717CFEE62E2}">
      <dgm:prSet custT="1"/>
      <dgm:spPr/>
      <dgm:t>
        <a:bodyPr/>
        <a:lstStyle/>
        <a:p>
          <a:r>
            <a:rPr lang="en-US" sz="1800" dirty="0"/>
            <a:t>Sessional Exams</a:t>
          </a:r>
        </a:p>
        <a:p>
          <a:r>
            <a:rPr lang="en-US" sz="1800" dirty="0"/>
            <a:t>20%</a:t>
          </a:r>
        </a:p>
      </dgm:t>
    </dgm:pt>
    <dgm:pt modelId="{0F7D21DA-7090-4438-BF87-B75799C245C5}" type="parTrans" cxnId="{9EF3A45B-CB67-4708-9380-6F32E04B7EDE}">
      <dgm:prSet/>
      <dgm:spPr/>
      <dgm:t>
        <a:bodyPr/>
        <a:lstStyle/>
        <a:p>
          <a:endParaRPr lang="en-US" sz="2000"/>
        </a:p>
      </dgm:t>
    </dgm:pt>
    <dgm:pt modelId="{B607AC58-4CC4-4A87-9E5B-AD39F268CB84}" type="sibTrans" cxnId="{9EF3A45B-CB67-4708-9380-6F32E04B7EDE}">
      <dgm:prSet/>
      <dgm:spPr/>
      <dgm:t>
        <a:bodyPr/>
        <a:lstStyle/>
        <a:p>
          <a:endParaRPr lang="en-US" sz="2000"/>
        </a:p>
      </dgm:t>
    </dgm:pt>
    <dgm:pt modelId="{EB22BB74-C88E-4031-BA81-370E8D740FA1}">
      <dgm:prSet custT="1"/>
      <dgm:spPr/>
      <dgm:t>
        <a:bodyPr/>
        <a:lstStyle/>
        <a:p>
          <a:r>
            <a:rPr lang="en-US" sz="1800" dirty="0"/>
            <a:t>Assignments</a:t>
          </a:r>
        </a:p>
        <a:p>
          <a:r>
            <a:rPr lang="en-US" sz="1800" dirty="0"/>
            <a:t>10%</a:t>
          </a:r>
        </a:p>
      </dgm:t>
    </dgm:pt>
    <dgm:pt modelId="{782FBBB6-D8CC-4C4A-AD86-E3B10030F449}" type="parTrans" cxnId="{BBEA2675-D184-4627-A4BB-569E5C5A403C}">
      <dgm:prSet/>
      <dgm:spPr/>
      <dgm:t>
        <a:bodyPr/>
        <a:lstStyle/>
        <a:p>
          <a:endParaRPr lang="en-US" sz="2000"/>
        </a:p>
      </dgm:t>
    </dgm:pt>
    <dgm:pt modelId="{47F03451-CFE0-4B56-AED9-C3F7898BED5B}" type="sibTrans" cxnId="{BBEA2675-D184-4627-A4BB-569E5C5A403C}">
      <dgm:prSet/>
      <dgm:spPr/>
      <dgm:t>
        <a:bodyPr/>
        <a:lstStyle/>
        <a:p>
          <a:endParaRPr lang="en-US" sz="2000"/>
        </a:p>
      </dgm:t>
    </dgm:pt>
    <dgm:pt modelId="{D23BAF6D-4689-469E-9DDF-F6F495AAE961}">
      <dgm:prSet custT="1"/>
      <dgm:spPr/>
      <dgm:t>
        <a:bodyPr/>
        <a:lstStyle/>
        <a:p>
          <a:r>
            <a:rPr lang="en-US" sz="1800" dirty="0"/>
            <a:t>Quizzes	</a:t>
          </a:r>
        </a:p>
        <a:p>
          <a:r>
            <a:rPr lang="en-US" sz="1800" dirty="0"/>
            <a:t>10%</a:t>
          </a:r>
        </a:p>
      </dgm:t>
    </dgm:pt>
    <dgm:pt modelId="{C9FDAE08-413E-45D6-BD89-E5D670A98423}" type="parTrans" cxnId="{AE78785A-D40F-435C-B34B-E3E11D6BF0EA}">
      <dgm:prSet/>
      <dgm:spPr/>
      <dgm:t>
        <a:bodyPr/>
        <a:lstStyle/>
        <a:p>
          <a:endParaRPr lang="en-US" sz="2000"/>
        </a:p>
      </dgm:t>
    </dgm:pt>
    <dgm:pt modelId="{B650CFFD-9A5B-41A9-A2D4-6A42A6E8162C}" type="sibTrans" cxnId="{AE78785A-D40F-435C-B34B-E3E11D6BF0EA}">
      <dgm:prSet/>
      <dgm:spPr/>
      <dgm:t>
        <a:bodyPr/>
        <a:lstStyle/>
        <a:p>
          <a:endParaRPr lang="en-US" sz="2000"/>
        </a:p>
      </dgm:t>
    </dgm:pt>
    <dgm:pt modelId="{47CB674B-42FA-4D7E-BD7B-929CBEFF763F}">
      <dgm:prSet custT="1"/>
      <dgm:spPr/>
      <dgm:t>
        <a:bodyPr/>
        <a:lstStyle/>
        <a:p>
          <a:r>
            <a:rPr lang="en-US" sz="1800" dirty="0"/>
            <a:t>Project</a:t>
          </a:r>
        </a:p>
        <a:p>
          <a:r>
            <a:rPr lang="en-US" sz="1800" dirty="0"/>
            <a:t>15%</a:t>
          </a:r>
        </a:p>
      </dgm:t>
    </dgm:pt>
    <dgm:pt modelId="{C67E0E14-931B-4BDF-B6A3-5D0FC682E5B9}" type="parTrans" cxnId="{A2C62899-6429-4A31-AA50-488D762EE874}">
      <dgm:prSet/>
      <dgm:spPr/>
      <dgm:t>
        <a:bodyPr/>
        <a:lstStyle/>
        <a:p>
          <a:endParaRPr lang="en-US" sz="2000"/>
        </a:p>
      </dgm:t>
    </dgm:pt>
    <dgm:pt modelId="{1044A023-DDDE-4871-A2B9-ADAE07933E7B}" type="sibTrans" cxnId="{A2C62899-6429-4A31-AA50-488D762EE874}">
      <dgm:prSet/>
      <dgm:spPr/>
      <dgm:t>
        <a:bodyPr/>
        <a:lstStyle/>
        <a:p>
          <a:endParaRPr lang="en-US" sz="2000"/>
        </a:p>
      </dgm:t>
    </dgm:pt>
    <dgm:pt modelId="{67730A3E-D0CA-4F9F-90EC-9368AECF0BD1}">
      <dgm:prSet custT="1"/>
      <dgm:spPr/>
      <dgm:t>
        <a:bodyPr/>
        <a:lstStyle/>
        <a:p>
          <a:r>
            <a:rPr lang="en-US" sz="1800" dirty="0"/>
            <a:t>Class Participation</a:t>
          </a:r>
        </a:p>
        <a:p>
          <a:r>
            <a:rPr lang="en-US" sz="1800" dirty="0"/>
            <a:t>5%</a:t>
          </a:r>
        </a:p>
      </dgm:t>
    </dgm:pt>
    <dgm:pt modelId="{9EA0A3B7-15A3-4C08-BA62-A03B5A3D4B61}" type="parTrans" cxnId="{25403F32-9B08-450D-83F2-540DB216582A}">
      <dgm:prSet/>
      <dgm:spPr/>
      <dgm:t>
        <a:bodyPr/>
        <a:lstStyle/>
        <a:p>
          <a:endParaRPr lang="en-US" sz="2000"/>
        </a:p>
      </dgm:t>
    </dgm:pt>
    <dgm:pt modelId="{9C33D2BF-31AE-4F0F-8A65-C6ED6B1B489C}" type="sibTrans" cxnId="{25403F32-9B08-450D-83F2-540DB216582A}">
      <dgm:prSet/>
      <dgm:spPr/>
      <dgm:t>
        <a:bodyPr/>
        <a:lstStyle/>
        <a:p>
          <a:endParaRPr lang="en-US" sz="2000"/>
        </a:p>
      </dgm:t>
    </dgm:pt>
    <dgm:pt modelId="{868EE268-D62A-4629-8B97-E802E68A57A4}">
      <dgm:prSet custT="1"/>
      <dgm:spPr/>
      <dgm:t>
        <a:bodyPr/>
        <a:lstStyle/>
        <a:p>
          <a:r>
            <a:rPr lang="en-US" sz="1800" dirty="0"/>
            <a:t>Final Exam</a:t>
          </a:r>
        </a:p>
        <a:p>
          <a:r>
            <a:rPr lang="en-US" sz="1800" dirty="0"/>
            <a:t>40%</a:t>
          </a:r>
        </a:p>
      </dgm:t>
    </dgm:pt>
    <dgm:pt modelId="{43A5717F-EC4B-4603-BEAB-B48539A358D5}" type="parTrans" cxnId="{1D61512F-0BFE-4811-9A41-4317E12D1296}">
      <dgm:prSet/>
      <dgm:spPr/>
      <dgm:t>
        <a:bodyPr/>
        <a:lstStyle/>
        <a:p>
          <a:endParaRPr lang="en-US" sz="2000"/>
        </a:p>
      </dgm:t>
    </dgm:pt>
    <dgm:pt modelId="{A5D825A1-5AB8-4947-8764-0A12F7CAAC0D}" type="sibTrans" cxnId="{1D61512F-0BFE-4811-9A41-4317E12D1296}">
      <dgm:prSet/>
      <dgm:spPr/>
      <dgm:t>
        <a:bodyPr/>
        <a:lstStyle/>
        <a:p>
          <a:endParaRPr lang="en-US" sz="2000"/>
        </a:p>
      </dgm:t>
    </dgm:pt>
    <dgm:pt modelId="{A870822F-C348-4C9F-A185-F3230C94A537}" type="pres">
      <dgm:prSet presAssocID="{7561E8E7-A2E7-45E1-BEE7-BD5547F611D0}" presName="linear" presStyleCnt="0">
        <dgm:presLayoutVars>
          <dgm:animLvl val="lvl"/>
          <dgm:resizeHandles val="exact"/>
        </dgm:presLayoutVars>
      </dgm:prSet>
      <dgm:spPr/>
    </dgm:pt>
    <dgm:pt modelId="{1FA26118-6107-443C-A64E-56E91CFD09F3}" type="pres">
      <dgm:prSet presAssocID="{F76A1C2A-B2F2-406B-833F-F717CFEE62E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7205387-DE77-4078-8679-C669A16DCD2D}" type="pres">
      <dgm:prSet presAssocID="{B607AC58-4CC4-4A87-9E5B-AD39F268CB84}" presName="spacer" presStyleCnt="0"/>
      <dgm:spPr/>
    </dgm:pt>
    <dgm:pt modelId="{DDF23043-0956-4A78-B577-9C096A7B898E}" type="pres">
      <dgm:prSet presAssocID="{EB22BB74-C88E-4031-BA81-370E8D740FA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A7042CE-F0DF-421E-9D55-077A414E73E3}" type="pres">
      <dgm:prSet presAssocID="{47F03451-CFE0-4B56-AED9-C3F7898BED5B}" presName="spacer" presStyleCnt="0"/>
      <dgm:spPr/>
    </dgm:pt>
    <dgm:pt modelId="{DE8CC8B3-8DAB-4DD7-8D12-5AFA1632CA2F}" type="pres">
      <dgm:prSet presAssocID="{D23BAF6D-4689-469E-9DDF-F6F495AAE96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EC0BC26-7636-45A0-8124-DF2282F43EDC}" type="pres">
      <dgm:prSet presAssocID="{B650CFFD-9A5B-41A9-A2D4-6A42A6E8162C}" presName="spacer" presStyleCnt="0"/>
      <dgm:spPr/>
    </dgm:pt>
    <dgm:pt modelId="{E78D5433-4D4B-44ED-8789-4B28A05921CF}" type="pres">
      <dgm:prSet presAssocID="{47CB674B-42FA-4D7E-BD7B-929CBEFF763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298BA88-2184-4829-A9A6-4B2D1D1D50E6}" type="pres">
      <dgm:prSet presAssocID="{1044A023-DDDE-4871-A2B9-ADAE07933E7B}" presName="spacer" presStyleCnt="0"/>
      <dgm:spPr/>
    </dgm:pt>
    <dgm:pt modelId="{D3BB0A66-5658-496C-87D0-C1F46C1CD7CE}" type="pres">
      <dgm:prSet presAssocID="{67730A3E-D0CA-4F9F-90EC-9368AECF0BD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F5735DF-2A1A-493B-90A3-670EFD0A4E74}" type="pres">
      <dgm:prSet presAssocID="{9C33D2BF-31AE-4F0F-8A65-C6ED6B1B489C}" presName="spacer" presStyleCnt="0"/>
      <dgm:spPr/>
    </dgm:pt>
    <dgm:pt modelId="{72E1F4D9-0663-4707-AD36-6F14C5E55EE1}" type="pres">
      <dgm:prSet presAssocID="{868EE268-D62A-4629-8B97-E802E68A57A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D61512F-0BFE-4811-9A41-4317E12D1296}" srcId="{7561E8E7-A2E7-45E1-BEE7-BD5547F611D0}" destId="{868EE268-D62A-4629-8B97-E802E68A57A4}" srcOrd="5" destOrd="0" parTransId="{43A5717F-EC4B-4603-BEAB-B48539A358D5}" sibTransId="{A5D825A1-5AB8-4947-8764-0A12F7CAAC0D}"/>
    <dgm:cxn modelId="{25403F32-9B08-450D-83F2-540DB216582A}" srcId="{7561E8E7-A2E7-45E1-BEE7-BD5547F611D0}" destId="{67730A3E-D0CA-4F9F-90EC-9368AECF0BD1}" srcOrd="4" destOrd="0" parTransId="{9EA0A3B7-15A3-4C08-BA62-A03B5A3D4B61}" sibTransId="{9C33D2BF-31AE-4F0F-8A65-C6ED6B1B489C}"/>
    <dgm:cxn modelId="{06BFB940-734F-48AD-8695-5B1B3C827B1A}" type="presOf" srcId="{7561E8E7-A2E7-45E1-BEE7-BD5547F611D0}" destId="{A870822F-C348-4C9F-A185-F3230C94A537}" srcOrd="0" destOrd="0" presId="urn:microsoft.com/office/officeart/2005/8/layout/vList2"/>
    <dgm:cxn modelId="{9EF3A45B-CB67-4708-9380-6F32E04B7EDE}" srcId="{7561E8E7-A2E7-45E1-BEE7-BD5547F611D0}" destId="{F76A1C2A-B2F2-406B-833F-F717CFEE62E2}" srcOrd="0" destOrd="0" parTransId="{0F7D21DA-7090-4438-BF87-B75799C245C5}" sibTransId="{B607AC58-4CC4-4A87-9E5B-AD39F268CB84}"/>
    <dgm:cxn modelId="{0D185A63-9A7F-45E5-9BB6-C3E3C31BA0BD}" type="presOf" srcId="{67730A3E-D0CA-4F9F-90EC-9368AECF0BD1}" destId="{D3BB0A66-5658-496C-87D0-C1F46C1CD7CE}" srcOrd="0" destOrd="0" presId="urn:microsoft.com/office/officeart/2005/8/layout/vList2"/>
    <dgm:cxn modelId="{F8FBFD6A-3394-4093-B970-2B46607C34E1}" type="presOf" srcId="{D23BAF6D-4689-469E-9DDF-F6F495AAE961}" destId="{DE8CC8B3-8DAB-4DD7-8D12-5AFA1632CA2F}" srcOrd="0" destOrd="0" presId="urn:microsoft.com/office/officeart/2005/8/layout/vList2"/>
    <dgm:cxn modelId="{BBEA2675-D184-4627-A4BB-569E5C5A403C}" srcId="{7561E8E7-A2E7-45E1-BEE7-BD5547F611D0}" destId="{EB22BB74-C88E-4031-BA81-370E8D740FA1}" srcOrd="1" destOrd="0" parTransId="{782FBBB6-D8CC-4C4A-AD86-E3B10030F449}" sibTransId="{47F03451-CFE0-4B56-AED9-C3F7898BED5B}"/>
    <dgm:cxn modelId="{AE78785A-D40F-435C-B34B-E3E11D6BF0EA}" srcId="{7561E8E7-A2E7-45E1-BEE7-BD5547F611D0}" destId="{D23BAF6D-4689-469E-9DDF-F6F495AAE961}" srcOrd="2" destOrd="0" parTransId="{C9FDAE08-413E-45D6-BD89-E5D670A98423}" sibTransId="{B650CFFD-9A5B-41A9-A2D4-6A42A6E8162C}"/>
    <dgm:cxn modelId="{E0530B8D-DE48-4BCE-9492-3AE5062D39F3}" type="presOf" srcId="{EB22BB74-C88E-4031-BA81-370E8D740FA1}" destId="{DDF23043-0956-4A78-B577-9C096A7B898E}" srcOrd="0" destOrd="0" presId="urn:microsoft.com/office/officeart/2005/8/layout/vList2"/>
    <dgm:cxn modelId="{A2C62899-6429-4A31-AA50-488D762EE874}" srcId="{7561E8E7-A2E7-45E1-BEE7-BD5547F611D0}" destId="{47CB674B-42FA-4D7E-BD7B-929CBEFF763F}" srcOrd="3" destOrd="0" parTransId="{C67E0E14-931B-4BDF-B6A3-5D0FC682E5B9}" sibTransId="{1044A023-DDDE-4871-A2B9-ADAE07933E7B}"/>
    <dgm:cxn modelId="{CA95939F-653D-4A55-A2F5-496DF0B6E346}" type="presOf" srcId="{F76A1C2A-B2F2-406B-833F-F717CFEE62E2}" destId="{1FA26118-6107-443C-A64E-56E91CFD09F3}" srcOrd="0" destOrd="0" presId="urn:microsoft.com/office/officeart/2005/8/layout/vList2"/>
    <dgm:cxn modelId="{C9A8E4A8-D56D-4817-8E66-28B69FCF8A22}" type="presOf" srcId="{47CB674B-42FA-4D7E-BD7B-929CBEFF763F}" destId="{E78D5433-4D4B-44ED-8789-4B28A05921CF}" srcOrd="0" destOrd="0" presId="urn:microsoft.com/office/officeart/2005/8/layout/vList2"/>
    <dgm:cxn modelId="{0A082AD7-3F56-417A-B6EE-1C637B6C14B5}" type="presOf" srcId="{868EE268-D62A-4629-8B97-E802E68A57A4}" destId="{72E1F4D9-0663-4707-AD36-6F14C5E55EE1}" srcOrd="0" destOrd="0" presId="urn:microsoft.com/office/officeart/2005/8/layout/vList2"/>
    <dgm:cxn modelId="{B7B4D04E-7051-4B98-ABFD-A43566E61B50}" type="presParOf" srcId="{A870822F-C348-4C9F-A185-F3230C94A537}" destId="{1FA26118-6107-443C-A64E-56E91CFD09F3}" srcOrd="0" destOrd="0" presId="urn:microsoft.com/office/officeart/2005/8/layout/vList2"/>
    <dgm:cxn modelId="{17904E1E-AD54-45DE-8243-5E831754CC29}" type="presParOf" srcId="{A870822F-C348-4C9F-A185-F3230C94A537}" destId="{07205387-DE77-4078-8679-C669A16DCD2D}" srcOrd="1" destOrd="0" presId="urn:microsoft.com/office/officeart/2005/8/layout/vList2"/>
    <dgm:cxn modelId="{D13C57BE-D2A7-4B93-B55D-E4C34D6E6197}" type="presParOf" srcId="{A870822F-C348-4C9F-A185-F3230C94A537}" destId="{DDF23043-0956-4A78-B577-9C096A7B898E}" srcOrd="2" destOrd="0" presId="urn:microsoft.com/office/officeart/2005/8/layout/vList2"/>
    <dgm:cxn modelId="{E4B2611A-BAE4-4540-978F-5E0344CD2F5B}" type="presParOf" srcId="{A870822F-C348-4C9F-A185-F3230C94A537}" destId="{AA7042CE-F0DF-421E-9D55-077A414E73E3}" srcOrd="3" destOrd="0" presId="urn:microsoft.com/office/officeart/2005/8/layout/vList2"/>
    <dgm:cxn modelId="{8E94FC88-6505-4335-97C8-CE600CF71766}" type="presParOf" srcId="{A870822F-C348-4C9F-A185-F3230C94A537}" destId="{DE8CC8B3-8DAB-4DD7-8D12-5AFA1632CA2F}" srcOrd="4" destOrd="0" presId="urn:microsoft.com/office/officeart/2005/8/layout/vList2"/>
    <dgm:cxn modelId="{4FAC1252-C5A1-4FB0-AC6B-AFB162DDD89F}" type="presParOf" srcId="{A870822F-C348-4C9F-A185-F3230C94A537}" destId="{DEC0BC26-7636-45A0-8124-DF2282F43EDC}" srcOrd="5" destOrd="0" presId="urn:microsoft.com/office/officeart/2005/8/layout/vList2"/>
    <dgm:cxn modelId="{523643CF-6593-4687-A960-1AA88CDB2077}" type="presParOf" srcId="{A870822F-C348-4C9F-A185-F3230C94A537}" destId="{E78D5433-4D4B-44ED-8789-4B28A05921CF}" srcOrd="6" destOrd="0" presId="urn:microsoft.com/office/officeart/2005/8/layout/vList2"/>
    <dgm:cxn modelId="{1E67D41A-2422-4E7F-80B9-A7EE98FC6B04}" type="presParOf" srcId="{A870822F-C348-4C9F-A185-F3230C94A537}" destId="{E298BA88-2184-4829-A9A6-4B2D1D1D50E6}" srcOrd="7" destOrd="0" presId="urn:microsoft.com/office/officeart/2005/8/layout/vList2"/>
    <dgm:cxn modelId="{75BC9BAF-23C5-4A42-9402-31E303261B7B}" type="presParOf" srcId="{A870822F-C348-4C9F-A185-F3230C94A537}" destId="{D3BB0A66-5658-496C-87D0-C1F46C1CD7CE}" srcOrd="8" destOrd="0" presId="urn:microsoft.com/office/officeart/2005/8/layout/vList2"/>
    <dgm:cxn modelId="{9B30233A-42B8-4FF4-9E69-C323F1207C96}" type="presParOf" srcId="{A870822F-C348-4C9F-A185-F3230C94A537}" destId="{5F5735DF-2A1A-493B-90A3-670EFD0A4E74}" srcOrd="9" destOrd="0" presId="urn:microsoft.com/office/officeart/2005/8/layout/vList2"/>
    <dgm:cxn modelId="{9C9E2081-90D5-4F1C-9822-F83EEB967EB8}" type="presParOf" srcId="{A870822F-C348-4C9F-A185-F3230C94A537}" destId="{72E1F4D9-0663-4707-AD36-6F14C5E55EE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987F1B-7FA9-45DD-9F35-AECD13F185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7EF072-7F28-4F6F-9A7A-1CF13581D0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Students will choose their project topic or select from the list of sample ideas</a:t>
          </a:r>
        </a:p>
      </dgm:t>
    </dgm:pt>
    <dgm:pt modelId="{CF5F2552-803D-4596-A363-FCF532A29C6D}" type="parTrans" cxnId="{E2D3200D-61A1-4125-852D-D3ADF4FAF7D4}">
      <dgm:prSet/>
      <dgm:spPr/>
      <dgm:t>
        <a:bodyPr/>
        <a:lstStyle/>
        <a:p>
          <a:endParaRPr lang="en-US"/>
        </a:p>
      </dgm:t>
    </dgm:pt>
    <dgm:pt modelId="{2894463F-7A78-4DBC-9A6C-6D49E4EA32F9}" type="sibTrans" cxnId="{E2D3200D-61A1-4125-852D-D3ADF4FAF7D4}">
      <dgm:prSet/>
      <dgm:spPr/>
      <dgm:t>
        <a:bodyPr/>
        <a:lstStyle/>
        <a:p>
          <a:endParaRPr lang="en-US"/>
        </a:p>
      </dgm:t>
    </dgm:pt>
    <dgm:pt modelId="{88381D36-AAA8-484E-AA95-F51315900E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Work in teams of 6-7 </a:t>
          </a:r>
        </a:p>
      </dgm:t>
    </dgm:pt>
    <dgm:pt modelId="{EEC07888-156D-4807-9BDE-4E6AEA9D76CC}" type="parTrans" cxnId="{1570E0F1-0326-4044-B760-28510ABB630E}">
      <dgm:prSet/>
      <dgm:spPr/>
      <dgm:t>
        <a:bodyPr/>
        <a:lstStyle/>
        <a:p>
          <a:endParaRPr lang="en-US"/>
        </a:p>
      </dgm:t>
    </dgm:pt>
    <dgm:pt modelId="{AF67EED3-598A-4CB1-B829-CFB9706127F3}" type="sibTrans" cxnId="{1570E0F1-0326-4044-B760-28510ABB630E}">
      <dgm:prSet/>
      <dgm:spPr/>
      <dgm:t>
        <a:bodyPr/>
        <a:lstStyle/>
        <a:p>
          <a:endParaRPr lang="en-US"/>
        </a:p>
      </dgm:t>
    </dgm:pt>
    <dgm:pt modelId="{107A14BC-4863-4F6C-8255-D6A018297D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Design, implement, and evaluate cloud applications. </a:t>
          </a:r>
        </a:p>
      </dgm:t>
    </dgm:pt>
    <dgm:pt modelId="{1A42CB93-7BBC-4E24-87C7-C8125675D68A}" type="parTrans" cxnId="{3D7562D3-EDB1-4418-85FF-D05EAD0E7CCB}">
      <dgm:prSet/>
      <dgm:spPr/>
      <dgm:t>
        <a:bodyPr/>
        <a:lstStyle/>
        <a:p>
          <a:endParaRPr lang="en-US"/>
        </a:p>
      </dgm:t>
    </dgm:pt>
    <dgm:pt modelId="{472D8C45-181D-440D-AAF6-7E5D7474B265}" type="sibTrans" cxnId="{3D7562D3-EDB1-4418-85FF-D05EAD0E7CCB}">
      <dgm:prSet/>
      <dgm:spPr/>
      <dgm:t>
        <a:bodyPr/>
        <a:lstStyle/>
        <a:p>
          <a:endParaRPr lang="en-US"/>
        </a:p>
      </dgm:t>
    </dgm:pt>
    <dgm:pt modelId="{E16D48CA-3170-430F-ADAF-724B83D2E43D}" type="pres">
      <dgm:prSet presAssocID="{3B987F1B-7FA9-45DD-9F35-AECD13F185DB}" presName="root" presStyleCnt="0">
        <dgm:presLayoutVars>
          <dgm:dir/>
          <dgm:resizeHandles val="exact"/>
        </dgm:presLayoutVars>
      </dgm:prSet>
      <dgm:spPr/>
    </dgm:pt>
    <dgm:pt modelId="{9ED67A12-10CE-468A-8ED6-3EB35BDE5E6C}" type="pres">
      <dgm:prSet presAssocID="{537EF072-7F28-4F6F-9A7A-1CF13581D080}" presName="compNode" presStyleCnt="0"/>
      <dgm:spPr/>
    </dgm:pt>
    <dgm:pt modelId="{5F869E3D-DD5C-4EC2-B0D2-DF9BF09711C5}" type="pres">
      <dgm:prSet presAssocID="{537EF072-7F28-4F6F-9A7A-1CF13581D080}" presName="bgRect" presStyleLbl="bgShp" presStyleIdx="0" presStyleCnt="3"/>
      <dgm:spPr/>
    </dgm:pt>
    <dgm:pt modelId="{41A4B12A-614B-4188-B1EF-2DE2CDBA2084}" type="pres">
      <dgm:prSet presAssocID="{537EF072-7F28-4F6F-9A7A-1CF13581D0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E42B11B3-7981-46B7-BA56-C524BE2BEAA1}" type="pres">
      <dgm:prSet presAssocID="{537EF072-7F28-4F6F-9A7A-1CF13581D080}" presName="spaceRect" presStyleCnt="0"/>
      <dgm:spPr/>
    </dgm:pt>
    <dgm:pt modelId="{C8F0C8AF-594B-4472-9C62-90228713655A}" type="pres">
      <dgm:prSet presAssocID="{537EF072-7F28-4F6F-9A7A-1CF13581D080}" presName="parTx" presStyleLbl="revTx" presStyleIdx="0" presStyleCnt="3">
        <dgm:presLayoutVars>
          <dgm:chMax val="0"/>
          <dgm:chPref val="0"/>
        </dgm:presLayoutVars>
      </dgm:prSet>
      <dgm:spPr/>
    </dgm:pt>
    <dgm:pt modelId="{B7D540C5-A1ED-4C4E-96DA-6EAF649C30BF}" type="pres">
      <dgm:prSet presAssocID="{2894463F-7A78-4DBC-9A6C-6D49E4EA32F9}" presName="sibTrans" presStyleCnt="0"/>
      <dgm:spPr/>
    </dgm:pt>
    <dgm:pt modelId="{08B7B329-A09C-4465-88DB-BB7C7A4A5205}" type="pres">
      <dgm:prSet presAssocID="{88381D36-AAA8-484E-AA95-F51315900EDC}" presName="compNode" presStyleCnt="0"/>
      <dgm:spPr/>
    </dgm:pt>
    <dgm:pt modelId="{99A2462A-C57B-433B-ABC9-4BE86EE94B9C}" type="pres">
      <dgm:prSet presAssocID="{88381D36-AAA8-484E-AA95-F51315900EDC}" presName="bgRect" presStyleLbl="bgShp" presStyleIdx="1" presStyleCnt="3"/>
      <dgm:spPr/>
    </dgm:pt>
    <dgm:pt modelId="{CAD599B0-F33C-4578-951E-E92CBF67149C}" type="pres">
      <dgm:prSet presAssocID="{88381D36-AAA8-484E-AA95-F51315900E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C91395E-68FE-4DEB-A153-3A0B16E2AE11}" type="pres">
      <dgm:prSet presAssocID="{88381D36-AAA8-484E-AA95-F51315900EDC}" presName="spaceRect" presStyleCnt="0"/>
      <dgm:spPr/>
    </dgm:pt>
    <dgm:pt modelId="{6534C5DA-65BE-48F3-9EF7-46B88CDCFFA8}" type="pres">
      <dgm:prSet presAssocID="{88381D36-AAA8-484E-AA95-F51315900EDC}" presName="parTx" presStyleLbl="revTx" presStyleIdx="1" presStyleCnt="3">
        <dgm:presLayoutVars>
          <dgm:chMax val="0"/>
          <dgm:chPref val="0"/>
        </dgm:presLayoutVars>
      </dgm:prSet>
      <dgm:spPr/>
    </dgm:pt>
    <dgm:pt modelId="{86267514-74CE-46F8-BCBD-0E811A562151}" type="pres">
      <dgm:prSet presAssocID="{AF67EED3-598A-4CB1-B829-CFB9706127F3}" presName="sibTrans" presStyleCnt="0"/>
      <dgm:spPr/>
    </dgm:pt>
    <dgm:pt modelId="{CA066C0B-2F48-4C82-9630-874BDB8F0D38}" type="pres">
      <dgm:prSet presAssocID="{107A14BC-4863-4F6C-8255-D6A018297D31}" presName="compNode" presStyleCnt="0"/>
      <dgm:spPr/>
    </dgm:pt>
    <dgm:pt modelId="{CF4EE779-D53A-42FC-9BB3-B0BAC3C890A1}" type="pres">
      <dgm:prSet presAssocID="{107A14BC-4863-4F6C-8255-D6A018297D31}" presName="bgRect" presStyleLbl="bgShp" presStyleIdx="2" presStyleCnt="3"/>
      <dgm:spPr/>
    </dgm:pt>
    <dgm:pt modelId="{E2F13869-2B60-4E6F-B9B3-B089025CA727}" type="pres">
      <dgm:prSet presAssocID="{107A14BC-4863-4F6C-8255-D6A018297D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74065220-50CD-4AF0-94AB-EF7902EC4B7C}" type="pres">
      <dgm:prSet presAssocID="{107A14BC-4863-4F6C-8255-D6A018297D31}" presName="spaceRect" presStyleCnt="0"/>
      <dgm:spPr/>
    </dgm:pt>
    <dgm:pt modelId="{8E657D7D-689F-47DE-8344-9E8BBB75D54F}" type="pres">
      <dgm:prSet presAssocID="{107A14BC-4863-4F6C-8255-D6A018297D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2D3200D-61A1-4125-852D-D3ADF4FAF7D4}" srcId="{3B987F1B-7FA9-45DD-9F35-AECD13F185DB}" destId="{537EF072-7F28-4F6F-9A7A-1CF13581D080}" srcOrd="0" destOrd="0" parTransId="{CF5F2552-803D-4596-A363-FCF532A29C6D}" sibTransId="{2894463F-7A78-4DBC-9A6C-6D49E4EA32F9}"/>
    <dgm:cxn modelId="{BE733119-C6FE-4BC5-9F5E-358486F88FF0}" type="presOf" srcId="{3B987F1B-7FA9-45DD-9F35-AECD13F185DB}" destId="{E16D48CA-3170-430F-ADAF-724B83D2E43D}" srcOrd="0" destOrd="0" presId="urn:microsoft.com/office/officeart/2018/2/layout/IconVerticalSolidList"/>
    <dgm:cxn modelId="{C1494D8B-8C62-434A-8984-C8DEC03ED8EE}" type="presOf" srcId="{88381D36-AAA8-484E-AA95-F51315900EDC}" destId="{6534C5DA-65BE-48F3-9EF7-46B88CDCFFA8}" srcOrd="0" destOrd="0" presId="urn:microsoft.com/office/officeart/2018/2/layout/IconVerticalSolidList"/>
    <dgm:cxn modelId="{2DC29396-88E9-4A8F-94DD-22E9EED4E540}" type="presOf" srcId="{107A14BC-4863-4F6C-8255-D6A018297D31}" destId="{8E657D7D-689F-47DE-8344-9E8BBB75D54F}" srcOrd="0" destOrd="0" presId="urn:microsoft.com/office/officeart/2018/2/layout/IconVerticalSolidList"/>
    <dgm:cxn modelId="{28D05498-97C4-4795-9A5F-BA51D23233A7}" type="presOf" srcId="{537EF072-7F28-4F6F-9A7A-1CF13581D080}" destId="{C8F0C8AF-594B-4472-9C62-90228713655A}" srcOrd="0" destOrd="0" presId="urn:microsoft.com/office/officeart/2018/2/layout/IconVerticalSolidList"/>
    <dgm:cxn modelId="{3D7562D3-EDB1-4418-85FF-D05EAD0E7CCB}" srcId="{3B987F1B-7FA9-45DD-9F35-AECD13F185DB}" destId="{107A14BC-4863-4F6C-8255-D6A018297D31}" srcOrd="2" destOrd="0" parTransId="{1A42CB93-7BBC-4E24-87C7-C8125675D68A}" sibTransId="{472D8C45-181D-440D-AAF6-7E5D7474B265}"/>
    <dgm:cxn modelId="{1570E0F1-0326-4044-B760-28510ABB630E}" srcId="{3B987F1B-7FA9-45DD-9F35-AECD13F185DB}" destId="{88381D36-AAA8-484E-AA95-F51315900EDC}" srcOrd="1" destOrd="0" parTransId="{EEC07888-156D-4807-9BDE-4E6AEA9D76CC}" sibTransId="{AF67EED3-598A-4CB1-B829-CFB9706127F3}"/>
    <dgm:cxn modelId="{7EFF6816-527F-4DA6-A9B7-3CC92F5D89B6}" type="presParOf" srcId="{E16D48CA-3170-430F-ADAF-724B83D2E43D}" destId="{9ED67A12-10CE-468A-8ED6-3EB35BDE5E6C}" srcOrd="0" destOrd="0" presId="urn:microsoft.com/office/officeart/2018/2/layout/IconVerticalSolidList"/>
    <dgm:cxn modelId="{8CD017AD-5C97-455D-BB88-3D9F281D66BE}" type="presParOf" srcId="{9ED67A12-10CE-468A-8ED6-3EB35BDE5E6C}" destId="{5F869E3D-DD5C-4EC2-B0D2-DF9BF09711C5}" srcOrd="0" destOrd="0" presId="urn:microsoft.com/office/officeart/2018/2/layout/IconVerticalSolidList"/>
    <dgm:cxn modelId="{955195B8-7E82-4956-B5F6-51429737C6AA}" type="presParOf" srcId="{9ED67A12-10CE-468A-8ED6-3EB35BDE5E6C}" destId="{41A4B12A-614B-4188-B1EF-2DE2CDBA2084}" srcOrd="1" destOrd="0" presId="urn:microsoft.com/office/officeart/2018/2/layout/IconVerticalSolidList"/>
    <dgm:cxn modelId="{B95B3685-7348-4367-AB81-9FE1F670D5AE}" type="presParOf" srcId="{9ED67A12-10CE-468A-8ED6-3EB35BDE5E6C}" destId="{E42B11B3-7981-46B7-BA56-C524BE2BEAA1}" srcOrd="2" destOrd="0" presId="urn:microsoft.com/office/officeart/2018/2/layout/IconVerticalSolidList"/>
    <dgm:cxn modelId="{30EDE248-2AE7-4BFD-BAB5-4A12274DA108}" type="presParOf" srcId="{9ED67A12-10CE-468A-8ED6-3EB35BDE5E6C}" destId="{C8F0C8AF-594B-4472-9C62-90228713655A}" srcOrd="3" destOrd="0" presId="urn:microsoft.com/office/officeart/2018/2/layout/IconVerticalSolidList"/>
    <dgm:cxn modelId="{7D0080C5-C293-4140-AA61-681976A47177}" type="presParOf" srcId="{E16D48CA-3170-430F-ADAF-724B83D2E43D}" destId="{B7D540C5-A1ED-4C4E-96DA-6EAF649C30BF}" srcOrd="1" destOrd="0" presId="urn:microsoft.com/office/officeart/2018/2/layout/IconVerticalSolidList"/>
    <dgm:cxn modelId="{8D8DE419-E8CE-49BD-B8BC-E3654C835DE8}" type="presParOf" srcId="{E16D48CA-3170-430F-ADAF-724B83D2E43D}" destId="{08B7B329-A09C-4465-88DB-BB7C7A4A5205}" srcOrd="2" destOrd="0" presId="urn:microsoft.com/office/officeart/2018/2/layout/IconVerticalSolidList"/>
    <dgm:cxn modelId="{849F7C64-6FCC-4760-BE56-DD6AEA4877C2}" type="presParOf" srcId="{08B7B329-A09C-4465-88DB-BB7C7A4A5205}" destId="{99A2462A-C57B-433B-ABC9-4BE86EE94B9C}" srcOrd="0" destOrd="0" presId="urn:microsoft.com/office/officeart/2018/2/layout/IconVerticalSolidList"/>
    <dgm:cxn modelId="{8279806B-7651-43C6-A98C-CDD1E53908C9}" type="presParOf" srcId="{08B7B329-A09C-4465-88DB-BB7C7A4A5205}" destId="{CAD599B0-F33C-4578-951E-E92CBF67149C}" srcOrd="1" destOrd="0" presId="urn:microsoft.com/office/officeart/2018/2/layout/IconVerticalSolidList"/>
    <dgm:cxn modelId="{66DB0BA8-6096-473F-80B1-A3F016955A1F}" type="presParOf" srcId="{08B7B329-A09C-4465-88DB-BB7C7A4A5205}" destId="{FC91395E-68FE-4DEB-A153-3A0B16E2AE11}" srcOrd="2" destOrd="0" presId="urn:microsoft.com/office/officeart/2018/2/layout/IconVerticalSolidList"/>
    <dgm:cxn modelId="{62FB1C5A-4E03-4BF7-ABCF-2D86FEE67560}" type="presParOf" srcId="{08B7B329-A09C-4465-88DB-BB7C7A4A5205}" destId="{6534C5DA-65BE-48F3-9EF7-46B88CDCFFA8}" srcOrd="3" destOrd="0" presId="urn:microsoft.com/office/officeart/2018/2/layout/IconVerticalSolidList"/>
    <dgm:cxn modelId="{A9D10D75-EA39-4DFA-B658-8A549164F2E6}" type="presParOf" srcId="{E16D48CA-3170-430F-ADAF-724B83D2E43D}" destId="{86267514-74CE-46F8-BCBD-0E811A562151}" srcOrd="3" destOrd="0" presId="urn:microsoft.com/office/officeart/2018/2/layout/IconVerticalSolidList"/>
    <dgm:cxn modelId="{6CFF2C5F-5E2B-445D-A79D-D8E33E4168AC}" type="presParOf" srcId="{E16D48CA-3170-430F-ADAF-724B83D2E43D}" destId="{CA066C0B-2F48-4C82-9630-874BDB8F0D38}" srcOrd="4" destOrd="0" presId="urn:microsoft.com/office/officeart/2018/2/layout/IconVerticalSolidList"/>
    <dgm:cxn modelId="{EF9EB6A7-E0BE-4157-A9AB-568A68D2D471}" type="presParOf" srcId="{CA066C0B-2F48-4C82-9630-874BDB8F0D38}" destId="{CF4EE779-D53A-42FC-9BB3-B0BAC3C890A1}" srcOrd="0" destOrd="0" presId="urn:microsoft.com/office/officeart/2018/2/layout/IconVerticalSolidList"/>
    <dgm:cxn modelId="{5B83A7C2-9B9A-4FE7-895F-9AF2D8700829}" type="presParOf" srcId="{CA066C0B-2F48-4C82-9630-874BDB8F0D38}" destId="{E2F13869-2B60-4E6F-B9B3-B089025CA727}" srcOrd="1" destOrd="0" presId="urn:microsoft.com/office/officeart/2018/2/layout/IconVerticalSolidList"/>
    <dgm:cxn modelId="{ED6359D8-9057-4D21-A8C0-563601AFFDDA}" type="presParOf" srcId="{CA066C0B-2F48-4C82-9630-874BDB8F0D38}" destId="{74065220-50CD-4AF0-94AB-EF7902EC4B7C}" srcOrd="2" destOrd="0" presId="urn:microsoft.com/office/officeart/2018/2/layout/IconVerticalSolidList"/>
    <dgm:cxn modelId="{6C8CB1DC-1418-40B1-B29E-A4D562504388}" type="presParOf" srcId="{CA066C0B-2F48-4C82-9630-874BDB8F0D38}" destId="{8E657D7D-689F-47DE-8344-9E8BBB75D5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BAC7A9-D126-4EF6-A631-CE8CD42E39A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11EDCE-B522-449B-B77A-11B27906C7A4}">
      <dgm:prSet/>
      <dgm:spPr/>
      <dgm:t>
        <a:bodyPr/>
        <a:lstStyle/>
        <a:p>
          <a:r>
            <a:rPr lang="en-US"/>
            <a:t>Application: </a:t>
          </a:r>
        </a:p>
      </dgm:t>
    </dgm:pt>
    <dgm:pt modelId="{0AE29544-6E39-42CE-98A5-F8BEBC7527C6}" type="parTrans" cxnId="{A23DC42D-A4B6-4051-BEE6-3400CAFD47C2}">
      <dgm:prSet/>
      <dgm:spPr/>
      <dgm:t>
        <a:bodyPr/>
        <a:lstStyle/>
        <a:p>
          <a:endParaRPr lang="en-US"/>
        </a:p>
      </dgm:t>
    </dgm:pt>
    <dgm:pt modelId="{836BAEBA-540F-4F07-9609-8623834DAAB4}" type="sibTrans" cxnId="{A23DC42D-A4B6-4051-BEE6-3400CAFD47C2}">
      <dgm:prSet/>
      <dgm:spPr/>
      <dgm:t>
        <a:bodyPr/>
        <a:lstStyle/>
        <a:p>
          <a:endParaRPr lang="en-US"/>
        </a:p>
      </dgm:t>
    </dgm:pt>
    <dgm:pt modelId="{9EE29526-4622-44C0-887A-76653E66697C}">
      <dgm:prSet/>
      <dgm:spPr/>
      <dgm:t>
        <a:bodyPr/>
        <a:lstStyle/>
        <a:p>
          <a:r>
            <a:rPr lang="en-US"/>
            <a:t>Develop a basic application using ASP.NET, Python, etc. with user authentication.</a:t>
          </a:r>
        </a:p>
      </dgm:t>
    </dgm:pt>
    <dgm:pt modelId="{A59A62CC-D5F4-4627-8605-90280A826F26}" type="parTrans" cxnId="{61BF0EEC-4DCB-41A6-AF1E-E080021EE799}">
      <dgm:prSet/>
      <dgm:spPr/>
      <dgm:t>
        <a:bodyPr/>
        <a:lstStyle/>
        <a:p>
          <a:endParaRPr lang="en-US"/>
        </a:p>
      </dgm:t>
    </dgm:pt>
    <dgm:pt modelId="{02C16EDE-CC1E-4CE2-A07A-5DE6BF3ED56C}" type="sibTrans" cxnId="{61BF0EEC-4DCB-41A6-AF1E-E080021EE799}">
      <dgm:prSet/>
      <dgm:spPr/>
      <dgm:t>
        <a:bodyPr/>
        <a:lstStyle/>
        <a:p>
          <a:endParaRPr lang="en-US"/>
        </a:p>
      </dgm:t>
    </dgm:pt>
    <dgm:pt modelId="{B6106D7D-8F08-40E3-8A24-8D9A17CBC18A}">
      <dgm:prSet/>
      <dgm:spPr/>
      <dgm:t>
        <a:bodyPr/>
        <a:lstStyle/>
        <a:p>
          <a:r>
            <a:rPr lang="en-US"/>
            <a:t>User Features: </a:t>
          </a:r>
        </a:p>
      </dgm:t>
    </dgm:pt>
    <dgm:pt modelId="{4FDE8BFF-5374-4D9B-B995-E107A5D83C1C}" type="parTrans" cxnId="{8EC0A990-9444-4D26-A36B-92E97A404AC3}">
      <dgm:prSet/>
      <dgm:spPr/>
      <dgm:t>
        <a:bodyPr/>
        <a:lstStyle/>
        <a:p>
          <a:endParaRPr lang="en-US"/>
        </a:p>
      </dgm:t>
    </dgm:pt>
    <dgm:pt modelId="{2424360D-B034-45EB-A678-355E76652128}" type="sibTrans" cxnId="{8EC0A990-9444-4D26-A36B-92E97A404AC3}">
      <dgm:prSet/>
      <dgm:spPr/>
      <dgm:t>
        <a:bodyPr/>
        <a:lstStyle/>
        <a:p>
          <a:endParaRPr lang="en-US"/>
        </a:p>
      </dgm:t>
    </dgm:pt>
    <dgm:pt modelId="{BC1D7A83-FAA0-4EB5-AC2A-5144BAFAE54D}">
      <dgm:prSet/>
      <dgm:spPr/>
      <dgm:t>
        <a:bodyPr/>
        <a:lstStyle/>
        <a:p>
          <a:r>
            <a:rPr lang="en-US"/>
            <a:t>CRUD functionality, register/login.</a:t>
          </a:r>
        </a:p>
      </dgm:t>
    </dgm:pt>
    <dgm:pt modelId="{856562C4-0756-4EB9-B749-F51C83483C8D}" type="parTrans" cxnId="{00E10135-C3AE-4703-BB97-99542F98CC3F}">
      <dgm:prSet/>
      <dgm:spPr/>
      <dgm:t>
        <a:bodyPr/>
        <a:lstStyle/>
        <a:p>
          <a:endParaRPr lang="en-US"/>
        </a:p>
      </dgm:t>
    </dgm:pt>
    <dgm:pt modelId="{403DD815-A1BE-4EC1-B664-855B8BBD6E78}" type="sibTrans" cxnId="{00E10135-C3AE-4703-BB97-99542F98CC3F}">
      <dgm:prSet/>
      <dgm:spPr/>
      <dgm:t>
        <a:bodyPr/>
        <a:lstStyle/>
        <a:p>
          <a:endParaRPr lang="en-US"/>
        </a:p>
      </dgm:t>
    </dgm:pt>
    <dgm:pt modelId="{6F4A40D6-E483-4981-917B-D17D28FF4137}">
      <dgm:prSet/>
      <dgm:spPr/>
      <dgm:t>
        <a:bodyPr/>
        <a:lstStyle/>
        <a:p>
          <a:r>
            <a:rPr lang="en-US"/>
            <a:t>API Integration: </a:t>
          </a:r>
        </a:p>
      </dgm:t>
    </dgm:pt>
    <dgm:pt modelId="{A50C75C4-B89D-44A2-B0E3-63E595B57455}" type="parTrans" cxnId="{7FDFE6FC-130D-431E-86B5-91B242649C4C}">
      <dgm:prSet/>
      <dgm:spPr/>
      <dgm:t>
        <a:bodyPr/>
        <a:lstStyle/>
        <a:p>
          <a:endParaRPr lang="en-US"/>
        </a:p>
      </dgm:t>
    </dgm:pt>
    <dgm:pt modelId="{E65C169F-005D-487C-A8F4-3BB814A8CE11}" type="sibTrans" cxnId="{7FDFE6FC-130D-431E-86B5-91B242649C4C}">
      <dgm:prSet/>
      <dgm:spPr/>
      <dgm:t>
        <a:bodyPr/>
        <a:lstStyle/>
        <a:p>
          <a:endParaRPr lang="en-US"/>
        </a:p>
      </dgm:t>
    </dgm:pt>
    <dgm:pt modelId="{68158AB7-C983-4192-B436-6C100201CE78}">
      <dgm:prSet/>
      <dgm:spPr/>
      <dgm:t>
        <a:bodyPr/>
        <a:lstStyle/>
        <a:p>
          <a:r>
            <a:rPr lang="en-US"/>
            <a:t>Expose APIs securely using Azure API Management.</a:t>
          </a:r>
        </a:p>
      </dgm:t>
    </dgm:pt>
    <dgm:pt modelId="{F9F5BA2C-7DCE-4089-9C13-597FADB79A55}" type="parTrans" cxnId="{C3A8C15A-739F-4F27-9E7A-83B54A5F0450}">
      <dgm:prSet/>
      <dgm:spPr/>
      <dgm:t>
        <a:bodyPr/>
        <a:lstStyle/>
        <a:p>
          <a:endParaRPr lang="en-US"/>
        </a:p>
      </dgm:t>
    </dgm:pt>
    <dgm:pt modelId="{64C3978A-36F4-47EC-B0ED-5D3027FCDC09}" type="sibTrans" cxnId="{C3A8C15A-739F-4F27-9E7A-83B54A5F0450}">
      <dgm:prSet/>
      <dgm:spPr/>
      <dgm:t>
        <a:bodyPr/>
        <a:lstStyle/>
        <a:p>
          <a:endParaRPr lang="en-US"/>
        </a:p>
      </dgm:t>
    </dgm:pt>
    <dgm:pt modelId="{D265A3B9-EF75-4E05-A2BC-885BA5018B6A}">
      <dgm:prSet/>
      <dgm:spPr/>
      <dgm:t>
        <a:bodyPr/>
        <a:lstStyle/>
        <a:p>
          <a:r>
            <a:rPr lang="en-US"/>
            <a:t>Azure Function: </a:t>
          </a:r>
        </a:p>
      </dgm:t>
    </dgm:pt>
    <dgm:pt modelId="{25F6925A-DFC6-4F45-BF64-4DAF4CA04B67}" type="parTrans" cxnId="{4EF7D4D9-809B-4642-BD05-A9F4DEC67D20}">
      <dgm:prSet/>
      <dgm:spPr/>
      <dgm:t>
        <a:bodyPr/>
        <a:lstStyle/>
        <a:p>
          <a:endParaRPr lang="en-US"/>
        </a:p>
      </dgm:t>
    </dgm:pt>
    <dgm:pt modelId="{4D4A0153-5C86-446C-96A2-84238925886F}" type="sibTrans" cxnId="{4EF7D4D9-809B-4642-BD05-A9F4DEC67D20}">
      <dgm:prSet/>
      <dgm:spPr/>
      <dgm:t>
        <a:bodyPr/>
        <a:lstStyle/>
        <a:p>
          <a:endParaRPr lang="en-US"/>
        </a:p>
      </dgm:t>
    </dgm:pt>
    <dgm:pt modelId="{C2D087BA-508F-4F7D-BAB0-DE46501B26DA}">
      <dgm:prSet/>
      <dgm:spPr/>
      <dgm:t>
        <a:bodyPr/>
        <a:lstStyle/>
        <a:p>
          <a:r>
            <a:rPr lang="en-US"/>
            <a:t>Add event-driven features.</a:t>
          </a:r>
        </a:p>
      </dgm:t>
    </dgm:pt>
    <dgm:pt modelId="{0FAE15C5-ADA1-4487-8359-46D68FEFABFF}" type="parTrans" cxnId="{026122D0-A557-47A6-85D6-2B15F34CFD8A}">
      <dgm:prSet/>
      <dgm:spPr/>
      <dgm:t>
        <a:bodyPr/>
        <a:lstStyle/>
        <a:p>
          <a:endParaRPr lang="en-US"/>
        </a:p>
      </dgm:t>
    </dgm:pt>
    <dgm:pt modelId="{EA5F3B6C-C94E-4D49-9F52-C05D0B6756CF}" type="sibTrans" cxnId="{026122D0-A557-47A6-85D6-2B15F34CFD8A}">
      <dgm:prSet/>
      <dgm:spPr/>
      <dgm:t>
        <a:bodyPr/>
        <a:lstStyle/>
        <a:p>
          <a:endParaRPr lang="en-US"/>
        </a:p>
      </dgm:t>
    </dgm:pt>
    <dgm:pt modelId="{617427CD-68A0-4421-94FA-2CA18EB48E7A}">
      <dgm:prSet/>
      <dgm:spPr/>
      <dgm:t>
        <a:bodyPr/>
        <a:lstStyle/>
        <a:p>
          <a:r>
            <a:rPr lang="en-US"/>
            <a:t>Cloud Hosting: </a:t>
          </a:r>
        </a:p>
      </dgm:t>
    </dgm:pt>
    <dgm:pt modelId="{83D7CBFB-16B4-4030-82CA-1C8C1EEB6B57}" type="parTrans" cxnId="{DFF9D48D-6649-4FBC-85A1-00FA5EA259C6}">
      <dgm:prSet/>
      <dgm:spPr/>
      <dgm:t>
        <a:bodyPr/>
        <a:lstStyle/>
        <a:p>
          <a:endParaRPr lang="en-US"/>
        </a:p>
      </dgm:t>
    </dgm:pt>
    <dgm:pt modelId="{9D7FEC7E-ED86-4B21-B0CC-482F3827050F}" type="sibTrans" cxnId="{DFF9D48D-6649-4FBC-85A1-00FA5EA259C6}">
      <dgm:prSet/>
      <dgm:spPr/>
      <dgm:t>
        <a:bodyPr/>
        <a:lstStyle/>
        <a:p>
          <a:endParaRPr lang="en-US"/>
        </a:p>
      </dgm:t>
    </dgm:pt>
    <dgm:pt modelId="{49505DC8-0AF2-4563-B8C7-AA04079D7214}">
      <dgm:prSet/>
      <dgm:spPr/>
      <dgm:t>
        <a:bodyPr/>
        <a:lstStyle/>
        <a:p>
          <a:r>
            <a:rPr lang="en-US"/>
            <a:t>Host the application on Azure App Service.</a:t>
          </a:r>
        </a:p>
      </dgm:t>
    </dgm:pt>
    <dgm:pt modelId="{C9AF5DFE-733F-4AEF-A6B1-D1288646DDB9}" type="parTrans" cxnId="{0A6BD6E3-D6BF-4CB8-B53F-181890DDAB42}">
      <dgm:prSet/>
      <dgm:spPr/>
      <dgm:t>
        <a:bodyPr/>
        <a:lstStyle/>
        <a:p>
          <a:endParaRPr lang="en-US"/>
        </a:p>
      </dgm:t>
    </dgm:pt>
    <dgm:pt modelId="{D32F8D62-12C2-4AE2-864F-F54360648380}" type="sibTrans" cxnId="{0A6BD6E3-D6BF-4CB8-B53F-181890DDAB42}">
      <dgm:prSet/>
      <dgm:spPr/>
      <dgm:t>
        <a:bodyPr/>
        <a:lstStyle/>
        <a:p>
          <a:endParaRPr lang="en-US"/>
        </a:p>
      </dgm:t>
    </dgm:pt>
    <dgm:pt modelId="{E1516B23-C8D2-4CC7-9911-A35A334E7328}">
      <dgm:prSet/>
      <dgm:spPr/>
      <dgm:t>
        <a:bodyPr/>
        <a:lstStyle/>
        <a:p>
          <a:r>
            <a:rPr lang="en-US"/>
            <a:t>Database: </a:t>
          </a:r>
        </a:p>
      </dgm:t>
    </dgm:pt>
    <dgm:pt modelId="{F82AAD66-1BD7-4E41-88F4-F9F30AF706A0}" type="parTrans" cxnId="{5B2F8473-B002-4340-8619-B8EA705E1CBA}">
      <dgm:prSet/>
      <dgm:spPr/>
      <dgm:t>
        <a:bodyPr/>
        <a:lstStyle/>
        <a:p>
          <a:endParaRPr lang="en-US"/>
        </a:p>
      </dgm:t>
    </dgm:pt>
    <dgm:pt modelId="{134F9879-2BD7-48D6-B237-E9234122FE47}" type="sibTrans" cxnId="{5B2F8473-B002-4340-8619-B8EA705E1CBA}">
      <dgm:prSet/>
      <dgm:spPr/>
      <dgm:t>
        <a:bodyPr/>
        <a:lstStyle/>
        <a:p>
          <a:endParaRPr lang="en-US"/>
        </a:p>
      </dgm:t>
    </dgm:pt>
    <dgm:pt modelId="{FB5205AC-F0CF-426A-B1DE-F065585FA6F3}">
      <dgm:prSet/>
      <dgm:spPr/>
      <dgm:t>
        <a:bodyPr/>
        <a:lstStyle/>
        <a:p>
          <a:r>
            <a:rPr lang="en-US"/>
            <a:t>Use Azure SQL or Cosmos DB.</a:t>
          </a:r>
        </a:p>
      </dgm:t>
    </dgm:pt>
    <dgm:pt modelId="{AF6E3458-659C-445A-AD98-3635ACA97AF5}" type="parTrans" cxnId="{AB01ED7C-175C-4A7F-9C5B-A20D2E12AF1E}">
      <dgm:prSet/>
      <dgm:spPr/>
      <dgm:t>
        <a:bodyPr/>
        <a:lstStyle/>
        <a:p>
          <a:endParaRPr lang="en-US"/>
        </a:p>
      </dgm:t>
    </dgm:pt>
    <dgm:pt modelId="{879B1F72-8DC3-4571-A752-663EE5456905}" type="sibTrans" cxnId="{AB01ED7C-175C-4A7F-9C5B-A20D2E12AF1E}">
      <dgm:prSet/>
      <dgm:spPr/>
      <dgm:t>
        <a:bodyPr/>
        <a:lstStyle/>
        <a:p>
          <a:endParaRPr lang="en-US"/>
        </a:p>
      </dgm:t>
    </dgm:pt>
    <dgm:pt modelId="{0655CEEF-5EF7-4349-AAE3-25F75DEF359D}">
      <dgm:prSet/>
      <dgm:spPr/>
      <dgm:t>
        <a:bodyPr/>
        <a:lstStyle/>
        <a:p>
          <a:r>
            <a:rPr lang="en-US"/>
            <a:t>Storage: </a:t>
          </a:r>
        </a:p>
      </dgm:t>
    </dgm:pt>
    <dgm:pt modelId="{14EA8261-961F-43D5-80D4-F2B013E68FEF}" type="parTrans" cxnId="{6D47E1FE-0AD6-423C-807C-E5BD34CF3641}">
      <dgm:prSet/>
      <dgm:spPr/>
      <dgm:t>
        <a:bodyPr/>
        <a:lstStyle/>
        <a:p>
          <a:endParaRPr lang="en-US"/>
        </a:p>
      </dgm:t>
    </dgm:pt>
    <dgm:pt modelId="{7F56A988-DBFC-4759-AA36-3085A72847D5}" type="sibTrans" cxnId="{6D47E1FE-0AD6-423C-807C-E5BD34CF3641}">
      <dgm:prSet/>
      <dgm:spPr/>
      <dgm:t>
        <a:bodyPr/>
        <a:lstStyle/>
        <a:p>
          <a:endParaRPr lang="en-US"/>
        </a:p>
      </dgm:t>
    </dgm:pt>
    <dgm:pt modelId="{DB259D7A-FBFB-48FE-869A-BC47427F9FDF}">
      <dgm:prSet/>
      <dgm:spPr/>
      <dgm:t>
        <a:bodyPr/>
        <a:lstStyle/>
        <a:p>
          <a:r>
            <a:rPr lang="en-US"/>
            <a:t>Integrate Azure Blob Storage for file management.</a:t>
          </a:r>
        </a:p>
      </dgm:t>
    </dgm:pt>
    <dgm:pt modelId="{B68A1B85-849C-45C9-8F2C-6607F348186E}" type="parTrans" cxnId="{E1777F10-A9D1-491F-A338-F7346DB14FB1}">
      <dgm:prSet/>
      <dgm:spPr/>
      <dgm:t>
        <a:bodyPr/>
        <a:lstStyle/>
        <a:p>
          <a:endParaRPr lang="en-US"/>
        </a:p>
      </dgm:t>
    </dgm:pt>
    <dgm:pt modelId="{AEA837C6-6F1E-4BA9-BE86-B6F7DE74A507}" type="sibTrans" cxnId="{E1777F10-A9D1-491F-A338-F7346DB14FB1}">
      <dgm:prSet/>
      <dgm:spPr/>
      <dgm:t>
        <a:bodyPr/>
        <a:lstStyle/>
        <a:p>
          <a:endParaRPr lang="en-US"/>
        </a:p>
      </dgm:t>
    </dgm:pt>
    <dgm:pt modelId="{00B94AE1-727E-4E22-9550-63E3C4C4DEB9}" type="pres">
      <dgm:prSet presAssocID="{89BAC7A9-D126-4EF6-A631-CE8CD42E39AF}" presName="Name0" presStyleCnt="0">
        <dgm:presLayoutVars>
          <dgm:dir/>
          <dgm:animLvl val="lvl"/>
          <dgm:resizeHandles val="exact"/>
        </dgm:presLayoutVars>
      </dgm:prSet>
      <dgm:spPr/>
    </dgm:pt>
    <dgm:pt modelId="{B3ECFF9E-29F6-4562-9EB8-FE4206FE1FBC}" type="pres">
      <dgm:prSet presAssocID="{E311EDCE-B522-449B-B77A-11B27906C7A4}" presName="linNode" presStyleCnt="0"/>
      <dgm:spPr/>
    </dgm:pt>
    <dgm:pt modelId="{F30F0ACB-9BBE-45EF-9036-4038BDFC1BD9}" type="pres">
      <dgm:prSet presAssocID="{E311EDCE-B522-449B-B77A-11B27906C7A4}" presName="parentText" presStyleLbl="alignNode1" presStyleIdx="0" presStyleCnt="7">
        <dgm:presLayoutVars>
          <dgm:chMax val="1"/>
          <dgm:bulletEnabled/>
        </dgm:presLayoutVars>
      </dgm:prSet>
      <dgm:spPr/>
    </dgm:pt>
    <dgm:pt modelId="{ADFC063B-D368-4884-BBB1-B197CE27B38A}" type="pres">
      <dgm:prSet presAssocID="{E311EDCE-B522-449B-B77A-11B27906C7A4}" presName="descendantText" presStyleLbl="alignAccFollowNode1" presStyleIdx="0" presStyleCnt="7">
        <dgm:presLayoutVars>
          <dgm:bulletEnabled/>
        </dgm:presLayoutVars>
      </dgm:prSet>
      <dgm:spPr/>
    </dgm:pt>
    <dgm:pt modelId="{C5610907-2605-456B-9830-B7238913D511}" type="pres">
      <dgm:prSet presAssocID="{836BAEBA-540F-4F07-9609-8623834DAAB4}" presName="sp" presStyleCnt="0"/>
      <dgm:spPr/>
    </dgm:pt>
    <dgm:pt modelId="{7B94A394-5DB9-44F6-83F2-27D32FE97C3E}" type="pres">
      <dgm:prSet presAssocID="{B6106D7D-8F08-40E3-8A24-8D9A17CBC18A}" presName="linNode" presStyleCnt="0"/>
      <dgm:spPr/>
    </dgm:pt>
    <dgm:pt modelId="{61B09D2E-B2A8-4606-91B0-CEAB01DDEE3C}" type="pres">
      <dgm:prSet presAssocID="{B6106D7D-8F08-40E3-8A24-8D9A17CBC18A}" presName="parentText" presStyleLbl="alignNode1" presStyleIdx="1" presStyleCnt="7">
        <dgm:presLayoutVars>
          <dgm:chMax val="1"/>
          <dgm:bulletEnabled/>
        </dgm:presLayoutVars>
      </dgm:prSet>
      <dgm:spPr/>
    </dgm:pt>
    <dgm:pt modelId="{DA1F3CC6-C3DA-4A3A-B496-B9D07A43B309}" type="pres">
      <dgm:prSet presAssocID="{B6106D7D-8F08-40E3-8A24-8D9A17CBC18A}" presName="descendantText" presStyleLbl="alignAccFollowNode1" presStyleIdx="1" presStyleCnt="7">
        <dgm:presLayoutVars>
          <dgm:bulletEnabled/>
        </dgm:presLayoutVars>
      </dgm:prSet>
      <dgm:spPr/>
    </dgm:pt>
    <dgm:pt modelId="{91B01624-75AF-4F12-8837-53EBECB4B6C2}" type="pres">
      <dgm:prSet presAssocID="{2424360D-B034-45EB-A678-355E76652128}" presName="sp" presStyleCnt="0"/>
      <dgm:spPr/>
    </dgm:pt>
    <dgm:pt modelId="{E1A1984D-B055-448A-A56C-97D3AB62234A}" type="pres">
      <dgm:prSet presAssocID="{6F4A40D6-E483-4981-917B-D17D28FF4137}" presName="linNode" presStyleCnt="0"/>
      <dgm:spPr/>
    </dgm:pt>
    <dgm:pt modelId="{D32FF0E4-4ACA-4471-9C62-F1D260AFBBDF}" type="pres">
      <dgm:prSet presAssocID="{6F4A40D6-E483-4981-917B-D17D28FF4137}" presName="parentText" presStyleLbl="alignNode1" presStyleIdx="2" presStyleCnt="7">
        <dgm:presLayoutVars>
          <dgm:chMax val="1"/>
          <dgm:bulletEnabled/>
        </dgm:presLayoutVars>
      </dgm:prSet>
      <dgm:spPr/>
    </dgm:pt>
    <dgm:pt modelId="{1BFF1AA4-6047-412E-9B89-F074CFCB2927}" type="pres">
      <dgm:prSet presAssocID="{6F4A40D6-E483-4981-917B-D17D28FF4137}" presName="descendantText" presStyleLbl="alignAccFollowNode1" presStyleIdx="2" presStyleCnt="7">
        <dgm:presLayoutVars>
          <dgm:bulletEnabled/>
        </dgm:presLayoutVars>
      </dgm:prSet>
      <dgm:spPr/>
    </dgm:pt>
    <dgm:pt modelId="{7DC2909B-54D6-4BD4-86CC-301B03F38AC5}" type="pres">
      <dgm:prSet presAssocID="{E65C169F-005D-487C-A8F4-3BB814A8CE11}" presName="sp" presStyleCnt="0"/>
      <dgm:spPr/>
    </dgm:pt>
    <dgm:pt modelId="{3B728D58-D2EB-4515-A137-59AA70B27E9E}" type="pres">
      <dgm:prSet presAssocID="{D265A3B9-EF75-4E05-A2BC-885BA5018B6A}" presName="linNode" presStyleCnt="0"/>
      <dgm:spPr/>
    </dgm:pt>
    <dgm:pt modelId="{1968329A-6ACA-4FF4-89BF-09E444A73758}" type="pres">
      <dgm:prSet presAssocID="{D265A3B9-EF75-4E05-A2BC-885BA5018B6A}" presName="parentText" presStyleLbl="alignNode1" presStyleIdx="3" presStyleCnt="7">
        <dgm:presLayoutVars>
          <dgm:chMax val="1"/>
          <dgm:bulletEnabled/>
        </dgm:presLayoutVars>
      </dgm:prSet>
      <dgm:spPr/>
    </dgm:pt>
    <dgm:pt modelId="{950FB2CE-A5BA-4EEF-AF5D-390B1FE95A10}" type="pres">
      <dgm:prSet presAssocID="{D265A3B9-EF75-4E05-A2BC-885BA5018B6A}" presName="descendantText" presStyleLbl="alignAccFollowNode1" presStyleIdx="3" presStyleCnt="7">
        <dgm:presLayoutVars>
          <dgm:bulletEnabled/>
        </dgm:presLayoutVars>
      </dgm:prSet>
      <dgm:spPr/>
    </dgm:pt>
    <dgm:pt modelId="{1C0377E1-61EA-46B7-A6EA-C41D8CA910B8}" type="pres">
      <dgm:prSet presAssocID="{4D4A0153-5C86-446C-96A2-84238925886F}" presName="sp" presStyleCnt="0"/>
      <dgm:spPr/>
    </dgm:pt>
    <dgm:pt modelId="{2FD90917-0957-42E8-B43E-CFD0138B54F3}" type="pres">
      <dgm:prSet presAssocID="{617427CD-68A0-4421-94FA-2CA18EB48E7A}" presName="linNode" presStyleCnt="0"/>
      <dgm:spPr/>
    </dgm:pt>
    <dgm:pt modelId="{0BB5AAF9-EB04-48BD-8113-A98DA32E140F}" type="pres">
      <dgm:prSet presAssocID="{617427CD-68A0-4421-94FA-2CA18EB48E7A}" presName="parentText" presStyleLbl="alignNode1" presStyleIdx="4" presStyleCnt="7">
        <dgm:presLayoutVars>
          <dgm:chMax val="1"/>
          <dgm:bulletEnabled/>
        </dgm:presLayoutVars>
      </dgm:prSet>
      <dgm:spPr/>
    </dgm:pt>
    <dgm:pt modelId="{6FF7EF6F-D8B2-4DF3-A283-313E1BD86C95}" type="pres">
      <dgm:prSet presAssocID="{617427CD-68A0-4421-94FA-2CA18EB48E7A}" presName="descendantText" presStyleLbl="alignAccFollowNode1" presStyleIdx="4" presStyleCnt="7">
        <dgm:presLayoutVars>
          <dgm:bulletEnabled/>
        </dgm:presLayoutVars>
      </dgm:prSet>
      <dgm:spPr/>
    </dgm:pt>
    <dgm:pt modelId="{9B445045-A5EC-42E2-80FB-47CC10270673}" type="pres">
      <dgm:prSet presAssocID="{9D7FEC7E-ED86-4B21-B0CC-482F3827050F}" presName="sp" presStyleCnt="0"/>
      <dgm:spPr/>
    </dgm:pt>
    <dgm:pt modelId="{E144E01B-0225-4CB0-8B82-69FBA1ED689F}" type="pres">
      <dgm:prSet presAssocID="{E1516B23-C8D2-4CC7-9911-A35A334E7328}" presName="linNode" presStyleCnt="0"/>
      <dgm:spPr/>
    </dgm:pt>
    <dgm:pt modelId="{64C4DBEE-C069-4F1C-A772-0A82EA00BBB5}" type="pres">
      <dgm:prSet presAssocID="{E1516B23-C8D2-4CC7-9911-A35A334E7328}" presName="parentText" presStyleLbl="alignNode1" presStyleIdx="5" presStyleCnt="7">
        <dgm:presLayoutVars>
          <dgm:chMax val="1"/>
          <dgm:bulletEnabled/>
        </dgm:presLayoutVars>
      </dgm:prSet>
      <dgm:spPr/>
    </dgm:pt>
    <dgm:pt modelId="{57D40BAB-B66E-499B-9FC1-51EF24C082AE}" type="pres">
      <dgm:prSet presAssocID="{E1516B23-C8D2-4CC7-9911-A35A334E7328}" presName="descendantText" presStyleLbl="alignAccFollowNode1" presStyleIdx="5" presStyleCnt="7">
        <dgm:presLayoutVars>
          <dgm:bulletEnabled/>
        </dgm:presLayoutVars>
      </dgm:prSet>
      <dgm:spPr/>
    </dgm:pt>
    <dgm:pt modelId="{FDD2E143-8B1C-409A-8B60-4A43A2BEB91F}" type="pres">
      <dgm:prSet presAssocID="{134F9879-2BD7-48D6-B237-E9234122FE47}" presName="sp" presStyleCnt="0"/>
      <dgm:spPr/>
    </dgm:pt>
    <dgm:pt modelId="{D7A1D0A9-C114-41AA-B27D-198D1EAE897C}" type="pres">
      <dgm:prSet presAssocID="{0655CEEF-5EF7-4349-AAE3-25F75DEF359D}" presName="linNode" presStyleCnt="0"/>
      <dgm:spPr/>
    </dgm:pt>
    <dgm:pt modelId="{31F889DE-8347-4151-8FC7-C40DD1FD3934}" type="pres">
      <dgm:prSet presAssocID="{0655CEEF-5EF7-4349-AAE3-25F75DEF359D}" presName="parentText" presStyleLbl="alignNode1" presStyleIdx="6" presStyleCnt="7">
        <dgm:presLayoutVars>
          <dgm:chMax val="1"/>
          <dgm:bulletEnabled/>
        </dgm:presLayoutVars>
      </dgm:prSet>
      <dgm:spPr/>
    </dgm:pt>
    <dgm:pt modelId="{F253CF95-AEB0-4EE3-AE0E-B5DBE2D3169B}" type="pres">
      <dgm:prSet presAssocID="{0655CEEF-5EF7-4349-AAE3-25F75DEF359D}" presName="descendantText" presStyleLbl="alignAccFollowNode1" presStyleIdx="6" presStyleCnt="7">
        <dgm:presLayoutVars>
          <dgm:bulletEnabled/>
        </dgm:presLayoutVars>
      </dgm:prSet>
      <dgm:spPr/>
    </dgm:pt>
  </dgm:ptLst>
  <dgm:cxnLst>
    <dgm:cxn modelId="{E1777F10-A9D1-491F-A338-F7346DB14FB1}" srcId="{0655CEEF-5EF7-4349-AAE3-25F75DEF359D}" destId="{DB259D7A-FBFB-48FE-869A-BC47427F9FDF}" srcOrd="0" destOrd="0" parTransId="{B68A1B85-849C-45C9-8F2C-6607F348186E}" sibTransId="{AEA837C6-6F1E-4BA9-BE86-B6F7DE74A507}"/>
    <dgm:cxn modelId="{7BC41F14-BD8D-46B1-8363-4D9C65014BB0}" type="presOf" srcId="{B6106D7D-8F08-40E3-8A24-8D9A17CBC18A}" destId="{61B09D2E-B2A8-4606-91B0-CEAB01DDEE3C}" srcOrd="0" destOrd="0" presId="urn:microsoft.com/office/officeart/2016/7/layout/VerticalSolidActionList"/>
    <dgm:cxn modelId="{602C7B2D-121B-4D49-8390-BB63C4DBC79C}" type="presOf" srcId="{617427CD-68A0-4421-94FA-2CA18EB48E7A}" destId="{0BB5AAF9-EB04-48BD-8113-A98DA32E140F}" srcOrd="0" destOrd="0" presId="urn:microsoft.com/office/officeart/2016/7/layout/VerticalSolidActionList"/>
    <dgm:cxn modelId="{A23DC42D-A4B6-4051-BEE6-3400CAFD47C2}" srcId="{89BAC7A9-D126-4EF6-A631-CE8CD42E39AF}" destId="{E311EDCE-B522-449B-B77A-11B27906C7A4}" srcOrd="0" destOrd="0" parTransId="{0AE29544-6E39-42CE-98A5-F8BEBC7527C6}" sibTransId="{836BAEBA-540F-4F07-9609-8623834DAAB4}"/>
    <dgm:cxn modelId="{00E10135-C3AE-4703-BB97-99542F98CC3F}" srcId="{B6106D7D-8F08-40E3-8A24-8D9A17CBC18A}" destId="{BC1D7A83-FAA0-4EB5-AC2A-5144BAFAE54D}" srcOrd="0" destOrd="0" parTransId="{856562C4-0756-4EB9-B749-F51C83483C8D}" sibTransId="{403DD815-A1BE-4EC1-B664-855B8BBD6E78}"/>
    <dgm:cxn modelId="{3EB68540-AF6A-4FC0-8672-EC7C74383B8F}" type="presOf" srcId="{E311EDCE-B522-449B-B77A-11B27906C7A4}" destId="{F30F0ACB-9BBE-45EF-9036-4038BDFC1BD9}" srcOrd="0" destOrd="0" presId="urn:microsoft.com/office/officeart/2016/7/layout/VerticalSolidActionList"/>
    <dgm:cxn modelId="{954E7C61-B2E0-42FF-AC83-1B586EEAF2CA}" type="presOf" srcId="{89BAC7A9-D126-4EF6-A631-CE8CD42E39AF}" destId="{00B94AE1-727E-4E22-9550-63E3C4C4DEB9}" srcOrd="0" destOrd="0" presId="urn:microsoft.com/office/officeart/2016/7/layout/VerticalSolidActionList"/>
    <dgm:cxn modelId="{2FAC076D-8766-4925-9308-38D6621D8D79}" type="presOf" srcId="{DB259D7A-FBFB-48FE-869A-BC47427F9FDF}" destId="{F253CF95-AEB0-4EE3-AE0E-B5DBE2D3169B}" srcOrd="0" destOrd="0" presId="urn:microsoft.com/office/officeart/2016/7/layout/VerticalSolidActionList"/>
    <dgm:cxn modelId="{5B2F8473-B002-4340-8619-B8EA705E1CBA}" srcId="{89BAC7A9-D126-4EF6-A631-CE8CD42E39AF}" destId="{E1516B23-C8D2-4CC7-9911-A35A334E7328}" srcOrd="5" destOrd="0" parTransId="{F82AAD66-1BD7-4E41-88F4-F9F30AF706A0}" sibTransId="{134F9879-2BD7-48D6-B237-E9234122FE47}"/>
    <dgm:cxn modelId="{5F3C4B79-F247-4E32-B9D7-503B2A7C0EF0}" type="presOf" srcId="{D265A3B9-EF75-4E05-A2BC-885BA5018B6A}" destId="{1968329A-6ACA-4FF4-89BF-09E444A73758}" srcOrd="0" destOrd="0" presId="urn:microsoft.com/office/officeart/2016/7/layout/VerticalSolidActionList"/>
    <dgm:cxn modelId="{C3A8C15A-739F-4F27-9E7A-83B54A5F0450}" srcId="{6F4A40D6-E483-4981-917B-D17D28FF4137}" destId="{68158AB7-C983-4192-B436-6C100201CE78}" srcOrd="0" destOrd="0" parTransId="{F9F5BA2C-7DCE-4089-9C13-597FADB79A55}" sibTransId="{64C3978A-36F4-47EC-B0ED-5D3027FCDC09}"/>
    <dgm:cxn modelId="{E007C97B-299B-4376-96A3-0F37D63F10A6}" type="presOf" srcId="{BC1D7A83-FAA0-4EB5-AC2A-5144BAFAE54D}" destId="{DA1F3CC6-C3DA-4A3A-B496-B9D07A43B309}" srcOrd="0" destOrd="0" presId="urn:microsoft.com/office/officeart/2016/7/layout/VerticalSolidActionList"/>
    <dgm:cxn modelId="{AB01ED7C-175C-4A7F-9C5B-A20D2E12AF1E}" srcId="{E1516B23-C8D2-4CC7-9911-A35A334E7328}" destId="{FB5205AC-F0CF-426A-B1DE-F065585FA6F3}" srcOrd="0" destOrd="0" parTransId="{AF6E3458-659C-445A-AD98-3635ACA97AF5}" sibTransId="{879B1F72-8DC3-4571-A752-663EE5456905}"/>
    <dgm:cxn modelId="{DFF9D48D-6649-4FBC-85A1-00FA5EA259C6}" srcId="{89BAC7A9-D126-4EF6-A631-CE8CD42E39AF}" destId="{617427CD-68A0-4421-94FA-2CA18EB48E7A}" srcOrd="4" destOrd="0" parTransId="{83D7CBFB-16B4-4030-82CA-1C8C1EEB6B57}" sibTransId="{9D7FEC7E-ED86-4B21-B0CC-482F3827050F}"/>
    <dgm:cxn modelId="{A65DE18D-E192-493B-9C3D-A344C07F5153}" type="presOf" srcId="{C2D087BA-508F-4F7D-BAB0-DE46501B26DA}" destId="{950FB2CE-A5BA-4EEF-AF5D-390B1FE95A10}" srcOrd="0" destOrd="0" presId="urn:microsoft.com/office/officeart/2016/7/layout/VerticalSolidActionList"/>
    <dgm:cxn modelId="{8EC0A990-9444-4D26-A36B-92E97A404AC3}" srcId="{89BAC7A9-D126-4EF6-A631-CE8CD42E39AF}" destId="{B6106D7D-8F08-40E3-8A24-8D9A17CBC18A}" srcOrd="1" destOrd="0" parTransId="{4FDE8BFF-5374-4D9B-B995-E107A5D83C1C}" sibTransId="{2424360D-B034-45EB-A678-355E76652128}"/>
    <dgm:cxn modelId="{CEF7139C-E40D-4DBB-9F7A-F42930FDCDE1}" type="presOf" srcId="{6F4A40D6-E483-4981-917B-D17D28FF4137}" destId="{D32FF0E4-4ACA-4471-9C62-F1D260AFBBDF}" srcOrd="0" destOrd="0" presId="urn:microsoft.com/office/officeart/2016/7/layout/VerticalSolidActionList"/>
    <dgm:cxn modelId="{812418B4-0D21-409C-8DED-910E06B9FFA0}" type="presOf" srcId="{49505DC8-0AF2-4563-B8C7-AA04079D7214}" destId="{6FF7EF6F-D8B2-4DF3-A283-313E1BD86C95}" srcOrd="0" destOrd="0" presId="urn:microsoft.com/office/officeart/2016/7/layout/VerticalSolidActionList"/>
    <dgm:cxn modelId="{9E4DA1C5-E9EE-4ED9-AF28-F758B4E566CE}" type="presOf" srcId="{68158AB7-C983-4192-B436-6C100201CE78}" destId="{1BFF1AA4-6047-412E-9B89-F074CFCB2927}" srcOrd="0" destOrd="0" presId="urn:microsoft.com/office/officeart/2016/7/layout/VerticalSolidActionList"/>
    <dgm:cxn modelId="{026122D0-A557-47A6-85D6-2B15F34CFD8A}" srcId="{D265A3B9-EF75-4E05-A2BC-885BA5018B6A}" destId="{C2D087BA-508F-4F7D-BAB0-DE46501B26DA}" srcOrd="0" destOrd="0" parTransId="{0FAE15C5-ADA1-4487-8359-46D68FEFABFF}" sibTransId="{EA5F3B6C-C94E-4D49-9F52-C05D0B6756CF}"/>
    <dgm:cxn modelId="{00A729D7-AA65-4C30-AE26-290DAB0A2BD5}" type="presOf" srcId="{9EE29526-4622-44C0-887A-76653E66697C}" destId="{ADFC063B-D368-4884-BBB1-B197CE27B38A}" srcOrd="0" destOrd="0" presId="urn:microsoft.com/office/officeart/2016/7/layout/VerticalSolidActionList"/>
    <dgm:cxn modelId="{4EF7D4D9-809B-4642-BD05-A9F4DEC67D20}" srcId="{89BAC7A9-D126-4EF6-A631-CE8CD42E39AF}" destId="{D265A3B9-EF75-4E05-A2BC-885BA5018B6A}" srcOrd="3" destOrd="0" parTransId="{25F6925A-DFC6-4F45-BF64-4DAF4CA04B67}" sibTransId="{4D4A0153-5C86-446C-96A2-84238925886F}"/>
    <dgm:cxn modelId="{0A6BD6E3-D6BF-4CB8-B53F-181890DDAB42}" srcId="{617427CD-68A0-4421-94FA-2CA18EB48E7A}" destId="{49505DC8-0AF2-4563-B8C7-AA04079D7214}" srcOrd="0" destOrd="0" parTransId="{C9AF5DFE-733F-4AEF-A6B1-D1288646DDB9}" sibTransId="{D32F8D62-12C2-4AE2-864F-F54360648380}"/>
    <dgm:cxn modelId="{61BF0EEC-4DCB-41A6-AF1E-E080021EE799}" srcId="{E311EDCE-B522-449B-B77A-11B27906C7A4}" destId="{9EE29526-4622-44C0-887A-76653E66697C}" srcOrd="0" destOrd="0" parTransId="{A59A62CC-D5F4-4627-8605-90280A826F26}" sibTransId="{02C16EDE-CC1E-4CE2-A07A-5DE6BF3ED56C}"/>
    <dgm:cxn modelId="{B79D32EE-8BE8-49DD-AC8A-E56EF110D70D}" type="presOf" srcId="{FB5205AC-F0CF-426A-B1DE-F065585FA6F3}" destId="{57D40BAB-B66E-499B-9FC1-51EF24C082AE}" srcOrd="0" destOrd="0" presId="urn:microsoft.com/office/officeart/2016/7/layout/VerticalSolidActionList"/>
    <dgm:cxn modelId="{A73066F8-E68C-4623-B22C-CDF740A499F2}" type="presOf" srcId="{0655CEEF-5EF7-4349-AAE3-25F75DEF359D}" destId="{31F889DE-8347-4151-8FC7-C40DD1FD3934}" srcOrd="0" destOrd="0" presId="urn:microsoft.com/office/officeart/2016/7/layout/VerticalSolidActionList"/>
    <dgm:cxn modelId="{34CDBFFA-7D0D-4041-9268-AD08D61F1A4B}" type="presOf" srcId="{E1516B23-C8D2-4CC7-9911-A35A334E7328}" destId="{64C4DBEE-C069-4F1C-A772-0A82EA00BBB5}" srcOrd="0" destOrd="0" presId="urn:microsoft.com/office/officeart/2016/7/layout/VerticalSolidActionList"/>
    <dgm:cxn modelId="{7FDFE6FC-130D-431E-86B5-91B242649C4C}" srcId="{89BAC7A9-D126-4EF6-A631-CE8CD42E39AF}" destId="{6F4A40D6-E483-4981-917B-D17D28FF4137}" srcOrd="2" destOrd="0" parTransId="{A50C75C4-B89D-44A2-B0E3-63E595B57455}" sibTransId="{E65C169F-005D-487C-A8F4-3BB814A8CE11}"/>
    <dgm:cxn modelId="{6D47E1FE-0AD6-423C-807C-E5BD34CF3641}" srcId="{89BAC7A9-D126-4EF6-A631-CE8CD42E39AF}" destId="{0655CEEF-5EF7-4349-AAE3-25F75DEF359D}" srcOrd="6" destOrd="0" parTransId="{14EA8261-961F-43D5-80D4-F2B013E68FEF}" sibTransId="{7F56A988-DBFC-4759-AA36-3085A72847D5}"/>
    <dgm:cxn modelId="{B1E21828-0DC9-4FE0-831C-930830864129}" type="presParOf" srcId="{00B94AE1-727E-4E22-9550-63E3C4C4DEB9}" destId="{B3ECFF9E-29F6-4562-9EB8-FE4206FE1FBC}" srcOrd="0" destOrd="0" presId="urn:microsoft.com/office/officeart/2016/7/layout/VerticalSolidActionList"/>
    <dgm:cxn modelId="{AF1B0765-08D9-4476-92D9-E76367226027}" type="presParOf" srcId="{B3ECFF9E-29F6-4562-9EB8-FE4206FE1FBC}" destId="{F30F0ACB-9BBE-45EF-9036-4038BDFC1BD9}" srcOrd="0" destOrd="0" presId="urn:microsoft.com/office/officeart/2016/7/layout/VerticalSolidActionList"/>
    <dgm:cxn modelId="{CA77A135-AAC7-42C7-A3F8-436BFD8F976C}" type="presParOf" srcId="{B3ECFF9E-29F6-4562-9EB8-FE4206FE1FBC}" destId="{ADFC063B-D368-4884-BBB1-B197CE27B38A}" srcOrd="1" destOrd="0" presId="urn:microsoft.com/office/officeart/2016/7/layout/VerticalSolidActionList"/>
    <dgm:cxn modelId="{DEAEDF84-C480-4843-B2EF-7BBEBE8C153C}" type="presParOf" srcId="{00B94AE1-727E-4E22-9550-63E3C4C4DEB9}" destId="{C5610907-2605-456B-9830-B7238913D511}" srcOrd="1" destOrd="0" presId="urn:microsoft.com/office/officeart/2016/7/layout/VerticalSolidActionList"/>
    <dgm:cxn modelId="{7EEC90EB-7232-4AE2-B3FD-87B655088451}" type="presParOf" srcId="{00B94AE1-727E-4E22-9550-63E3C4C4DEB9}" destId="{7B94A394-5DB9-44F6-83F2-27D32FE97C3E}" srcOrd="2" destOrd="0" presId="urn:microsoft.com/office/officeart/2016/7/layout/VerticalSolidActionList"/>
    <dgm:cxn modelId="{752E1C3B-51E7-4BEA-AC86-7E27CD46F5E4}" type="presParOf" srcId="{7B94A394-5DB9-44F6-83F2-27D32FE97C3E}" destId="{61B09D2E-B2A8-4606-91B0-CEAB01DDEE3C}" srcOrd="0" destOrd="0" presId="urn:microsoft.com/office/officeart/2016/7/layout/VerticalSolidActionList"/>
    <dgm:cxn modelId="{89457AB2-B103-4814-93FF-5118AE07E4FE}" type="presParOf" srcId="{7B94A394-5DB9-44F6-83F2-27D32FE97C3E}" destId="{DA1F3CC6-C3DA-4A3A-B496-B9D07A43B309}" srcOrd="1" destOrd="0" presId="urn:microsoft.com/office/officeart/2016/7/layout/VerticalSolidActionList"/>
    <dgm:cxn modelId="{3EF26181-E901-4824-96E9-BB683C051C61}" type="presParOf" srcId="{00B94AE1-727E-4E22-9550-63E3C4C4DEB9}" destId="{91B01624-75AF-4F12-8837-53EBECB4B6C2}" srcOrd="3" destOrd="0" presId="urn:microsoft.com/office/officeart/2016/7/layout/VerticalSolidActionList"/>
    <dgm:cxn modelId="{3648FB18-375E-4074-8738-6B31B3EAFCF7}" type="presParOf" srcId="{00B94AE1-727E-4E22-9550-63E3C4C4DEB9}" destId="{E1A1984D-B055-448A-A56C-97D3AB62234A}" srcOrd="4" destOrd="0" presId="urn:microsoft.com/office/officeart/2016/7/layout/VerticalSolidActionList"/>
    <dgm:cxn modelId="{3B62CAEB-E1E2-4CFD-AD64-2A7D86815B11}" type="presParOf" srcId="{E1A1984D-B055-448A-A56C-97D3AB62234A}" destId="{D32FF0E4-4ACA-4471-9C62-F1D260AFBBDF}" srcOrd="0" destOrd="0" presId="urn:microsoft.com/office/officeart/2016/7/layout/VerticalSolidActionList"/>
    <dgm:cxn modelId="{8E259171-4670-4617-95C9-B9E90810F2FB}" type="presParOf" srcId="{E1A1984D-B055-448A-A56C-97D3AB62234A}" destId="{1BFF1AA4-6047-412E-9B89-F074CFCB2927}" srcOrd="1" destOrd="0" presId="urn:microsoft.com/office/officeart/2016/7/layout/VerticalSolidActionList"/>
    <dgm:cxn modelId="{33E94D71-4884-4362-8136-0B0F5E480E13}" type="presParOf" srcId="{00B94AE1-727E-4E22-9550-63E3C4C4DEB9}" destId="{7DC2909B-54D6-4BD4-86CC-301B03F38AC5}" srcOrd="5" destOrd="0" presId="urn:microsoft.com/office/officeart/2016/7/layout/VerticalSolidActionList"/>
    <dgm:cxn modelId="{54C839C4-F12A-4D74-9B5B-3C14DEA64475}" type="presParOf" srcId="{00B94AE1-727E-4E22-9550-63E3C4C4DEB9}" destId="{3B728D58-D2EB-4515-A137-59AA70B27E9E}" srcOrd="6" destOrd="0" presId="urn:microsoft.com/office/officeart/2016/7/layout/VerticalSolidActionList"/>
    <dgm:cxn modelId="{3061982D-190F-4CFD-AFFE-85602DEC8109}" type="presParOf" srcId="{3B728D58-D2EB-4515-A137-59AA70B27E9E}" destId="{1968329A-6ACA-4FF4-89BF-09E444A73758}" srcOrd="0" destOrd="0" presId="urn:microsoft.com/office/officeart/2016/7/layout/VerticalSolidActionList"/>
    <dgm:cxn modelId="{B28249F3-4085-4336-8827-EB2B9DE76681}" type="presParOf" srcId="{3B728D58-D2EB-4515-A137-59AA70B27E9E}" destId="{950FB2CE-A5BA-4EEF-AF5D-390B1FE95A10}" srcOrd="1" destOrd="0" presId="urn:microsoft.com/office/officeart/2016/7/layout/VerticalSolidActionList"/>
    <dgm:cxn modelId="{6FFB46E9-6536-4E77-BDFA-961E69765AC2}" type="presParOf" srcId="{00B94AE1-727E-4E22-9550-63E3C4C4DEB9}" destId="{1C0377E1-61EA-46B7-A6EA-C41D8CA910B8}" srcOrd="7" destOrd="0" presId="urn:microsoft.com/office/officeart/2016/7/layout/VerticalSolidActionList"/>
    <dgm:cxn modelId="{CFA51FB5-B46B-4D01-93C2-FA91C1D71CB6}" type="presParOf" srcId="{00B94AE1-727E-4E22-9550-63E3C4C4DEB9}" destId="{2FD90917-0957-42E8-B43E-CFD0138B54F3}" srcOrd="8" destOrd="0" presId="urn:microsoft.com/office/officeart/2016/7/layout/VerticalSolidActionList"/>
    <dgm:cxn modelId="{35F026CC-9A3D-495F-A917-4DF3BB92B6D2}" type="presParOf" srcId="{2FD90917-0957-42E8-B43E-CFD0138B54F3}" destId="{0BB5AAF9-EB04-48BD-8113-A98DA32E140F}" srcOrd="0" destOrd="0" presId="urn:microsoft.com/office/officeart/2016/7/layout/VerticalSolidActionList"/>
    <dgm:cxn modelId="{72C693F9-E0BE-4F0F-BE67-A2FFCC280C37}" type="presParOf" srcId="{2FD90917-0957-42E8-B43E-CFD0138B54F3}" destId="{6FF7EF6F-D8B2-4DF3-A283-313E1BD86C95}" srcOrd="1" destOrd="0" presId="urn:microsoft.com/office/officeart/2016/7/layout/VerticalSolidActionList"/>
    <dgm:cxn modelId="{DCA1E56E-8C4B-43FB-B078-4FBCC360BB25}" type="presParOf" srcId="{00B94AE1-727E-4E22-9550-63E3C4C4DEB9}" destId="{9B445045-A5EC-42E2-80FB-47CC10270673}" srcOrd="9" destOrd="0" presId="urn:microsoft.com/office/officeart/2016/7/layout/VerticalSolidActionList"/>
    <dgm:cxn modelId="{F1CBABE2-19A6-4994-A947-5848F3D48F5B}" type="presParOf" srcId="{00B94AE1-727E-4E22-9550-63E3C4C4DEB9}" destId="{E144E01B-0225-4CB0-8B82-69FBA1ED689F}" srcOrd="10" destOrd="0" presId="urn:microsoft.com/office/officeart/2016/7/layout/VerticalSolidActionList"/>
    <dgm:cxn modelId="{34C08B85-C8BE-4065-A561-1AFE920D88B5}" type="presParOf" srcId="{E144E01B-0225-4CB0-8B82-69FBA1ED689F}" destId="{64C4DBEE-C069-4F1C-A772-0A82EA00BBB5}" srcOrd="0" destOrd="0" presId="urn:microsoft.com/office/officeart/2016/7/layout/VerticalSolidActionList"/>
    <dgm:cxn modelId="{56350E02-7FE8-42E3-805C-4227676EC888}" type="presParOf" srcId="{E144E01B-0225-4CB0-8B82-69FBA1ED689F}" destId="{57D40BAB-B66E-499B-9FC1-51EF24C082AE}" srcOrd="1" destOrd="0" presId="urn:microsoft.com/office/officeart/2016/7/layout/VerticalSolidActionList"/>
    <dgm:cxn modelId="{2DBB8731-1614-40F6-A1CC-80B76080EDF8}" type="presParOf" srcId="{00B94AE1-727E-4E22-9550-63E3C4C4DEB9}" destId="{FDD2E143-8B1C-409A-8B60-4A43A2BEB91F}" srcOrd="11" destOrd="0" presId="urn:microsoft.com/office/officeart/2016/7/layout/VerticalSolidActionList"/>
    <dgm:cxn modelId="{07D8E09E-EEC9-4589-89CD-3C9A211B1EAF}" type="presParOf" srcId="{00B94AE1-727E-4E22-9550-63E3C4C4DEB9}" destId="{D7A1D0A9-C114-41AA-B27D-198D1EAE897C}" srcOrd="12" destOrd="0" presId="urn:microsoft.com/office/officeart/2016/7/layout/VerticalSolidActionList"/>
    <dgm:cxn modelId="{09759890-869A-433F-AD16-DEEE4F6A1C2C}" type="presParOf" srcId="{D7A1D0A9-C114-41AA-B27D-198D1EAE897C}" destId="{31F889DE-8347-4151-8FC7-C40DD1FD3934}" srcOrd="0" destOrd="0" presId="urn:microsoft.com/office/officeart/2016/7/layout/VerticalSolidActionList"/>
    <dgm:cxn modelId="{DCCCD6EC-87B7-4334-A584-D45529F20B9F}" type="presParOf" srcId="{D7A1D0A9-C114-41AA-B27D-198D1EAE897C}" destId="{F253CF95-AEB0-4EE3-AE0E-B5DBE2D3169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93EF2A-1AA1-4415-89DF-59EEF8EAB6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EBF958A4-3466-41B4-88F0-FE25A773E8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Performance: </a:t>
          </a:r>
        </a:p>
      </dgm:t>
    </dgm:pt>
    <dgm:pt modelId="{85594067-BB71-477F-B3B4-C331BCBCE79A}" type="parTrans" cxnId="{C031EE1C-7B1F-4AF0-98B2-7E155D4BB8EC}">
      <dgm:prSet/>
      <dgm:spPr/>
      <dgm:t>
        <a:bodyPr/>
        <a:lstStyle/>
        <a:p>
          <a:endParaRPr lang="en-US"/>
        </a:p>
      </dgm:t>
    </dgm:pt>
    <dgm:pt modelId="{9C0A25B2-EDE4-424C-AD4E-1F26C88FBE90}" type="sibTrans" cxnId="{C031EE1C-7B1F-4AF0-98B2-7E155D4BB8EC}">
      <dgm:prSet/>
      <dgm:spPr/>
      <dgm:t>
        <a:bodyPr/>
        <a:lstStyle/>
        <a:p>
          <a:endParaRPr lang="en-US"/>
        </a:p>
      </dgm:t>
    </dgm:pt>
    <dgm:pt modelId="{C66CE145-8DCF-4D14-A196-788519A7A3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application should handle at least 100 concurrent users.</a:t>
          </a:r>
        </a:p>
      </dgm:t>
    </dgm:pt>
    <dgm:pt modelId="{D7F74C69-3A1D-49F4-920B-80BF8D9B79CA}" type="parTrans" cxnId="{571B027D-5CCE-4B46-9C9A-F19C234CBB03}">
      <dgm:prSet/>
      <dgm:spPr/>
      <dgm:t>
        <a:bodyPr/>
        <a:lstStyle/>
        <a:p>
          <a:endParaRPr lang="en-US"/>
        </a:p>
      </dgm:t>
    </dgm:pt>
    <dgm:pt modelId="{26CC61A6-F364-45AB-AA08-5D256C306FBD}" type="sibTrans" cxnId="{571B027D-5CCE-4B46-9C9A-F19C234CBB03}">
      <dgm:prSet/>
      <dgm:spPr/>
      <dgm:t>
        <a:bodyPr/>
        <a:lstStyle/>
        <a:p>
          <a:endParaRPr lang="en-US"/>
        </a:p>
      </dgm:t>
    </dgm:pt>
    <dgm:pt modelId="{C963C9AA-E8A5-4CDB-9DE6-165163DA6C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Scalability: </a:t>
          </a:r>
        </a:p>
      </dgm:t>
    </dgm:pt>
    <dgm:pt modelId="{8A4424EF-FA8C-40F9-932E-82ADF207A74C}" type="parTrans" cxnId="{BAF19EB5-818C-43F9-9BA2-B9B892C0A50A}">
      <dgm:prSet/>
      <dgm:spPr/>
      <dgm:t>
        <a:bodyPr/>
        <a:lstStyle/>
        <a:p>
          <a:endParaRPr lang="en-US"/>
        </a:p>
      </dgm:t>
    </dgm:pt>
    <dgm:pt modelId="{C89E2D76-CF04-4981-9236-3FC9C75AA6CD}" type="sibTrans" cxnId="{BAF19EB5-818C-43F9-9BA2-B9B892C0A50A}">
      <dgm:prSet/>
      <dgm:spPr/>
      <dgm:t>
        <a:bodyPr/>
        <a:lstStyle/>
        <a:p>
          <a:endParaRPr lang="en-US"/>
        </a:p>
      </dgm:t>
    </dgm:pt>
    <dgm:pt modelId="{6609B9EC-BC02-4445-B7A8-148627CDCC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system must auto-scale based on load.</a:t>
          </a:r>
        </a:p>
      </dgm:t>
    </dgm:pt>
    <dgm:pt modelId="{9BFC5870-C0AD-4A75-9D4F-9935340CBD9E}" type="parTrans" cxnId="{BED27E76-7071-41EA-9892-4DF18A928B79}">
      <dgm:prSet/>
      <dgm:spPr/>
      <dgm:t>
        <a:bodyPr/>
        <a:lstStyle/>
        <a:p>
          <a:endParaRPr lang="en-US"/>
        </a:p>
      </dgm:t>
    </dgm:pt>
    <dgm:pt modelId="{936CE7B0-6305-4012-AA14-4ACB0F3FBED0}" type="sibTrans" cxnId="{BED27E76-7071-41EA-9892-4DF18A928B79}">
      <dgm:prSet/>
      <dgm:spPr/>
      <dgm:t>
        <a:bodyPr/>
        <a:lstStyle/>
        <a:p>
          <a:endParaRPr lang="en-US"/>
        </a:p>
      </dgm:t>
    </dgm:pt>
    <dgm:pt modelId="{5BA91D23-ECFB-48EA-8248-8C69B06F97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Availability: </a:t>
          </a:r>
        </a:p>
      </dgm:t>
    </dgm:pt>
    <dgm:pt modelId="{90E836A8-AB7E-4A66-87B4-FC12AAA7F3DC}" type="parTrans" cxnId="{FB73BE25-B523-4E44-9C8C-F40C5C1663B4}">
      <dgm:prSet/>
      <dgm:spPr/>
      <dgm:t>
        <a:bodyPr/>
        <a:lstStyle/>
        <a:p>
          <a:endParaRPr lang="en-US"/>
        </a:p>
      </dgm:t>
    </dgm:pt>
    <dgm:pt modelId="{1B2D0637-85E7-458B-ACEF-3C35E92ED326}" type="sibTrans" cxnId="{FB73BE25-B523-4E44-9C8C-F40C5C1663B4}">
      <dgm:prSet/>
      <dgm:spPr/>
      <dgm:t>
        <a:bodyPr/>
        <a:lstStyle/>
        <a:p>
          <a:endParaRPr lang="en-US"/>
        </a:p>
      </dgm:t>
    </dgm:pt>
    <dgm:pt modelId="{3B50F55F-36AC-4908-BA78-753881B386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99.95% uptime.</a:t>
          </a:r>
        </a:p>
      </dgm:t>
    </dgm:pt>
    <dgm:pt modelId="{BB06E510-66EF-4E6F-8C78-D9EDA64411F9}" type="parTrans" cxnId="{BB0DEFE4-4FDF-43F7-BDAF-CE749CEE74D5}">
      <dgm:prSet/>
      <dgm:spPr/>
      <dgm:t>
        <a:bodyPr/>
        <a:lstStyle/>
        <a:p>
          <a:endParaRPr lang="en-US"/>
        </a:p>
      </dgm:t>
    </dgm:pt>
    <dgm:pt modelId="{28691CE7-A838-4B10-8657-DB36EC913306}" type="sibTrans" cxnId="{BB0DEFE4-4FDF-43F7-BDAF-CE749CEE74D5}">
      <dgm:prSet/>
      <dgm:spPr/>
      <dgm:t>
        <a:bodyPr/>
        <a:lstStyle/>
        <a:p>
          <a:endParaRPr lang="en-US"/>
        </a:p>
      </dgm:t>
    </dgm:pt>
    <dgm:pt modelId="{7526ABFD-AAC7-45B7-A8A0-C7F84127C6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Security: </a:t>
          </a:r>
        </a:p>
      </dgm:t>
    </dgm:pt>
    <dgm:pt modelId="{F6A39B5F-1369-419B-9893-05C1D1E3C6EA}" type="parTrans" cxnId="{1F0EBE76-8BDF-4723-B842-BF5E0733A786}">
      <dgm:prSet/>
      <dgm:spPr/>
      <dgm:t>
        <a:bodyPr/>
        <a:lstStyle/>
        <a:p>
          <a:endParaRPr lang="en-US"/>
        </a:p>
      </dgm:t>
    </dgm:pt>
    <dgm:pt modelId="{11B39A51-8CDF-4372-A8ED-94957EAD8571}" type="sibTrans" cxnId="{1F0EBE76-8BDF-4723-B842-BF5E0733A786}">
      <dgm:prSet/>
      <dgm:spPr/>
      <dgm:t>
        <a:bodyPr/>
        <a:lstStyle/>
        <a:p>
          <a:endParaRPr lang="en-US"/>
        </a:p>
      </dgm:t>
    </dgm:pt>
    <dgm:pt modelId="{50851CAC-1981-4BD7-A40A-BE2695CB26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 encryption and access control.</a:t>
          </a:r>
        </a:p>
      </dgm:t>
    </dgm:pt>
    <dgm:pt modelId="{423E4C06-75BA-4136-A78A-CCA6D8816F61}" type="parTrans" cxnId="{77C4E4CF-1E18-4ECA-9D83-02C514E352D6}">
      <dgm:prSet/>
      <dgm:spPr/>
      <dgm:t>
        <a:bodyPr/>
        <a:lstStyle/>
        <a:p>
          <a:endParaRPr lang="en-US"/>
        </a:p>
      </dgm:t>
    </dgm:pt>
    <dgm:pt modelId="{78D9E447-9B08-4F8A-885F-37C939EC00DD}" type="sibTrans" cxnId="{77C4E4CF-1E18-4ECA-9D83-02C514E352D6}">
      <dgm:prSet/>
      <dgm:spPr/>
      <dgm:t>
        <a:bodyPr/>
        <a:lstStyle/>
        <a:p>
          <a:endParaRPr lang="en-US"/>
        </a:p>
      </dgm:t>
    </dgm:pt>
    <dgm:pt modelId="{17515529-BDFE-4DFB-97DE-69D88E0AAA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Cost Optimization: </a:t>
          </a:r>
        </a:p>
      </dgm:t>
    </dgm:pt>
    <dgm:pt modelId="{CC7C7757-82C1-4DDB-82F9-0651C68CFB0C}" type="parTrans" cxnId="{A348D485-263F-40CF-9ACE-7C472FA2643E}">
      <dgm:prSet/>
      <dgm:spPr/>
      <dgm:t>
        <a:bodyPr/>
        <a:lstStyle/>
        <a:p>
          <a:endParaRPr lang="en-US"/>
        </a:p>
      </dgm:t>
    </dgm:pt>
    <dgm:pt modelId="{C899B87D-E2AE-4777-B59D-9F316E14BF35}" type="sibTrans" cxnId="{A348D485-263F-40CF-9ACE-7C472FA2643E}">
      <dgm:prSet/>
      <dgm:spPr/>
      <dgm:t>
        <a:bodyPr/>
        <a:lstStyle/>
        <a:p>
          <a:endParaRPr lang="en-US"/>
        </a:p>
      </dgm:t>
    </dgm:pt>
    <dgm:pt modelId="{BED0CEED-042A-4561-B1BB-2F0C7D920A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techniques for cost-effective resource management.</a:t>
          </a:r>
        </a:p>
      </dgm:t>
    </dgm:pt>
    <dgm:pt modelId="{47F96F4A-DE4B-446A-9E34-2336947064FC}" type="parTrans" cxnId="{AD5EBC8A-A789-4D22-9233-97C38BC555CB}">
      <dgm:prSet/>
      <dgm:spPr/>
      <dgm:t>
        <a:bodyPr/>
        <a:lstStyle/>
        <a:p>
          <a:endParaRPr lang="en-US"/>
        </a:p>
      </dgm:t>
    </dgm:pt>
    <dgm:pt modelId="{78458BA5-2F59-4AD6-9394-1FFF147B07DD}" type="sibTrans" cxnId="{AD5EBC8A-A789-4D22-9233-97C38BC555CB}">
      <dgm:prSet/>
      <dgm:spPr/>
      <dgm:t>
        <a:bodyPr/>
        <a:lstStyle/>
        <a:p>
          <a:endParaRPr lang="en-US"/>
        </a:p>
      </dgm:t>
    </dgm:pt>
    <dgm:pt modelId="{0855F3CE-2CBE-4B33-B19A-2D0ED3832661}" type="pres">
      <dgm:prSet presAssocID="{5293EF2A-1AA1-4415-89DF-59EEF8EAB6EA}" presName="root" presStyleCnt="0">
        <dgm:presLayoutVars>
          <dgm:dir/>
          <dgm:resizeHandles val="exact"/>
        </dgm:presLayoutVars>
      </dgm:prSet>
      <dgm:spPr/>
    </dgm:pt>
    <dgm:pt modelId="{48F3FFAA-0251-4F9A-AC86-CEF262C8AFB0}" type="pres">
      <dgm:prSet presAssocID="{EBF958A4-3466-41B4-88F0-FE25A773E814}" presName="compNode" presStyleCnt="0"/>
      <dgm:spPr/>
    </dgm:pt>
    <dgm:pt modelId="{176A72D6-0F0D-40F9-8669-F34CA27ED7D4}" type="pres">
      <dgm:prSet presAssocID="{EBF958A4-3466-41B4-88F0-FE25A773E814}" presName="bgRect" presStyleLbl="bgShp" presStyleIdx="0" presStyleCnt="5"/>
      <dgm:spPr/>
    </dgm:pt>
    <dgm:pt modelId="{99D13BD7-BED4-49A5-8F25-62CE7E21BFF0}" type="pres">
      <dgm:prSet presAssocID="{EBF958A4-3466-41B4-88F0-FE25A773E81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E839B60-9864-4FA9-92AE-29398B320097}" type="pres">
      <dgm:prSet presAssocID="{EBF958A4-3466-41B4-88F0-FE25A773E814}" presName="spaceRect" presStyleCnt="0"/>
      <dgm:spPr/>
    </dgm:pt>
    <dgm:pt modelId="{0BAC9ED6-EE81-40D9-B917-C5A29EFE7DE9}" type="pres">
      <dgm:prSet presAssocID="{EBF958A4-3466-41B4-88F0-FE25A773E814}" presName="parTx" presStyleLbl="revTx" presStyleIdx="0" presStyleCnt="10">
        <dgm:presLayoutVars>
          <dgm:chMax val="0"/>
          <dgm:chPref val="0"/>
        </dgm:presLayoutVars>
      </dgm:prSet>
      <dgm:spPr/>
    </dgm:pt>
    <dgm:pt modelId="{824A5DDF-255B-438B-857F-4AB09D55B980}" type="pres">
      <dgm:prSet presAssocID="{EBF958A4-3466-41B4-88F0-FE25A773E814}" presName="desTx" presStyleLbl="revTx" presStyleIdx="1" presStyleCnt="10">
        <dgm:presLayoutVars/>
      </dgm:prSet>
      <dgm:spPr/>
    </dgm:pt>
    <dgm:pt modelId="{E9B54EE0-55C2-445C-AE90-C2E25F7F0342}" type="pres">
      <dgm:prSet presAssocID="{9C0A25B2-EDE4-424C-AD4E-1F26C88FBE90}" presName="sibTrans" presStyleCnt="0"/>
      <dgm:spPr/>
    </dgm:pt>
    <dgm:pt modelId="{0B3586CC-F3FF-4A93-9646-A18BFA167483}" type="pres">
      <dgm:prSet presAssocID="{C963C9AA-E8A5-4CDB-9DE6-165163DA6C9A}" presName="compNode" presStyleCnt="0"/>
      <dgm:spPr/>
    </dgm:pt>
    <dgm:pt modelId="{1696CFBC-2D5A-4A20-A31E-11FAA9479A26}" type="pres">
      <dgm:prSet presAssocID="{C963C9AA-E8A5-4CDB-9DE6-165163DA6C9A}" presName="bgRect" presStyleLbl="bgShp" presStyleIdx="1" presStyleCnt="5"/>
      <dgm:spPr/>
    </dgm:pt>
    <dgm:pt modelId="{3E27E48A-917D-4A86-8435-BEDCBB1D029E}" type="pres">
      <dgm:prSet presAssocID="{C963C9AA-E8A5-4CDB-9DE6-165163DA6C9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44F303F9-F484-40DE-ADFE-AEF8EA5F5E97}" type="pres">
      <dgm:prSet presAssocID="{C963C9AA-E8A5-4CDB-9DE6-165163DA6C9A}" presName="spaceRect" presStyleCnt="0"/>
      <dgm:spPr/>
    </dgm:pt>
    <dgm:pt modelId="{F6A4FBA2-73B6-422E-9BCB-30F7A2EC9CA5}" type="pres">
      <dgm:prSet presAssocID="{C963C9AA-E8A5-4CDB-9DE6-165163DA6C9A}" presName="parTx" presStyleLbl="revTx" presStyleIdx="2" presStyleCnt="10">
        <dgm:presLayoutVars>
          <dgm:chMax val="0"/>
          <dgm:chPref val="0"/>
        </dgm:presLayoutVars>
      </dgm:prSet>
      <dgm:spPr/>
    </dgm:pt>
    <dgm:pt modelId="{5EA0C41C-7EC3-4E63-A0BE-EF5BD53C2713}" type="pres">
      <dgm:prSet presAssocID="{C963C9AA-E8A5-4CDB-9DE6-165163DA6C9A}" presName="desTx" presStyleLbl="revTx" presStyleIdx="3" presStyleCnt="10">
        <dgm:presLayoutVars/>
      </dgm:prSet>
      <dgm:spPr/>
    </dgm:pt>
    <dgm:pt modelId="{C49F79B8-A281-4EEA-B693-7168A50F1073}" type="pres">
      <dgm:prSet presAssocID="{C89E2D76-CF04-4981-9236-3FC9C75AA6CD}" presName="sibTrans" presStyleCnt="0"/>
      <dgm:spPr/>
    </dgm:pt>
    <dgm:pt modelId="{3769370A-775B-4A2E-A674-B0B378791033}" type="pres">
      <dgm:prSet presAssocID="{5BA91D23-ECFB-48EA-8248-8C69B06F975C}" presName="compNode" presStyleCnt="0"/>
      <dgm:spPr/>
    </dgm:pt>
    <dgm:pt modelId="{4F93FBAB-2201-4F04-BE7C-AAAD63A0248F}" type="pres">
      <dgm:prSet presAssocID="{5BA91D23-ECFB-48EA-8248-8C69B06F975C}" presName="bgRect" presStyleLbl="bgShp" presStyleIdx="2" presStyleCnt="5"/>
      <dgm:spPr/>
    </dgm:pt>
    <dgm:pt modelId="{47904585-D07E-4BFE-B6ED-53A6AC92D0D8}" type="pres">
      <dgm:prSet presAssocID="{5BA91D23-ECFB-48EA-8248-8C69B06F975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7232A3A-6840-4673-9F77-07BE34B9AE91}" type="pres">
      <dgm:prSet presAssocID="{5BA91D23-ECFB-48EA-8248-8C69B06F975C}" presName="spaceRect" presStyleCnt="0"/>
      <dgm:spPr/>
    </dgm:pt>
    <dgm:pt modelId="{1EDB821F-6013-407B-9346-8E99550C9605}" type="pres">
      <dgm:prSet presAssocID="{5BA91D23-ECFB-48EA-8248-8C69B06F975C}" presName="parTx" presStyleLbl="revTx" presStyleIdx="4" presStyleCnt="10">
        <dgm:presLayoutVars>
          <dgm:chMax val="0"/>
          <dgm:chPref val="0"/>
        </dgm:presLayoutVars>
      </dgm:prSet>
      <dgm:spPr/>
    </dgm:pt>
    <dgm:pt modelId="{7E262F16-B81E-41BA-86E8-10E5B29CE0D9}" type="pres">
      <dgm:prSet presAssocID="{5BA91D23-ECFB-48EA-8248-8C69B06F975C}" presName="desTx" presStyleLbl="revTx" presStyleIdx="5" presStyleCnt="10">
        <dgm:presLayoutVars/>
      </dgm:prSet>
      <dgm:spPr/>
    </dgm:pt>
    <dgm:pt modelId="{604A59D9-D061-47FB-8840-EC154A72A8DE}" type="pres">
      <dgm:prSet presAssocID="{1B2D0637-85E7-458B-ACEF-3C35E92ED326}" presName="sibTrans" presStyleCnt="0"/>
      <dgm:spPr/>
    </dgm:pt>
    <dgm:pt modelId="{E1A34E8D-C371-4B1F-948A-58AD01EAEBCD}" type="pres">
      <dgm:prSet presAssocID="{7526ABFD-AAC7-45B7-A8A0-C7F84127C6DC}" presName="compNode" presStyleCnt="0"/>
      <dgm:spPr/>
    </dgm:pt>
    <dgm:pt modelId="{B36F8509-5D38-41F6-B452-172F8D1A8746}" type="pres">
      <dgm:prSet presAssocID="{7526ABFD-AAC7-45B7-A8A0-C7F84127C6DC}" presName="bgRect" presStyleLbl="bgShp" presStyleIdx="3" presStyleCnt="5"/>
      <dgm:spPr/>
    </dgm:pt>
    <dgm:pt modelId="{24681ED2-EBC4-4E55-8955-D53BB0E4ADCA}" type="pres">
      <dgm:prSet presAssocID="{7526ABFD-AAC7-45B7-A8A0-C7F84127C6D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5D44A3B-C285-4AAB-9BC8-053870882D9F}" type="pres">
      <dgm:prSet presAssocID="{7526ABFD-AAC7-45B7-A8A0-C7F84127C6DC}" presName="spaceRect" presStyleCnt="0"/>
      <dgm:spPr/>
    </dgm:pt>
    <dgm:pt modelId="{E6C29C23-8601-48ED-84DB-A023C879D2CA}" type="pres">
      <dgm:prSet presAssocID="{7526ABFD-AAC7-45B7-A8A0-C7F84127C6DC}" presName="parTx" presStyleLbl="revTx" presStyleIdx="6" presStyleCnt="10">
        <dgm:presLayoutVars>
          <dgm:chMax val="0"/>
          <dgm:chPref val="0"/>
        </dgm:presLayoutVars>
      </dgm:prSet>
      <dgm:spPr/>
    </dgm:pt>
    <dgm:pt modelId="{FA7295B9-2982-40B5-9094-2CAD1A544012}" type="pres">
      <dgm:prSet presAssocID="{7526ABFD-AAC7-45B7-A8A0-C7F84127C6DC}" presName="desTx" presStyleLbl="revTx" presStyleIdx="7" presStyleCnt="10">
        <dgm:presLayoutVars/>
      </dgm:prSet>
      <dgm:spPr/>
    </dgm:pt>
    <dgm:pt modelId="{17E18D4D-D3FE-4506-8324-4DE3BA78DD06}" type="pres">
      <dgm:prSet presAssocID="{11B39A51-8CDF-4372-A8ED-94957EAD8571}" presName="sibTrans" presStyleCnt="0"/>
      <dgm:spPr/>
    </dgm:pt>
    <dgm:pt modelId="{AE58461B-CDEE-4B3B-AAB8-94FF99264DA3}" type="pres">
      <dgm:prSet presAssocID="{17515529-BDFE-4DFB-97DE-69D88E0AAAFC}" presName="compNode" presStyleCnt="0"/>
      <dgm:spPr/>
    </dgm:pt>
    <dgm:pt modelId="{0D8680E6-CE3F-4E2B-B94D-D290B00DD384}" type="pres">
      <dgm:prSet presAssocID="{17515529-BDFE-4DFB-97DE-69D88E0AAAFC}" presName="bgRect" presStyleLbl="bgShp" presStyleIdx="4" presStyleCnt="5"/>
      <dgm:spPr/>
    </dgm:pt>
    <dgm:pt modelId="{0EF0AC7D-3BF7-4E81-B1C2-02E8210E7EC4}" type="pres">
      <dgm:prSet presAssocID="{17515529-BDFE-4DFB-97DE-69D88E0AAAF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3336CF2-8397-45B9-9DE6-11F22C30244A}" type="pres">
      <dgm:prSet presAssocID="{17515529-BDFE-4DFB-97DE-69D88E0AAAFC}" presName="spaceRect" presStyleCnt="0"/>
      <dgm:spPr/>
    </dgm:pt>
    <dgm:pt modelId="{C0252A4D-38A1-406C-BEA4-E4D9791AA859}" type="pres">
      <dgm:prSet presAssocID="{17515529-BDFE-4DFB-97DE-69D88E0AAAFC}" presName="parTx" presStyleLbl="revTx" presStyleIdx="8" presStyleCnt="10">
        <dgm:presLayoutVars>
          <dgm:chMax val="0"/>
          <dgm:chPref val="0"/>
        </dgm:presLayoutVars>
      </dgm:prSet>
      <dgm:spPr/>
    </dgm:pt>
    <dgm:pt modelId="{62B027F7-9AAD-4191-BA17-55FC34C788ED}" type="pres">
      <dgm:prSet presAssocID="{17515529-BDFE-4DFB-97DE-69D88E0AAAFC}" presName="desTx" presStyleLbl="revTx" presStyleIdx="9" presStyleCnt="10">
        <dgm:presLayoutVars/>
      </dgm:prSet>
      <dgm:spPr/>
    </dgm:pt>
  </dgm:ptLst>
  <dgm:cxnLst>
    <dgm:cxn modelId="{6FEAE407-C79C-4087-9FFA-C9414E4B4FA7}" type="presOf" srcId="{6609B9EC-BC02-4445-B7A8-148627CDCC8E}" destId="{5EA0C41C-7EC3-4E63-A0BE-EF5BD53C2713}" srcOrd="0" destOrd="0" presId="urn:microsoft.com/office/officeart/2018/2/layout/IconVerticalSolidList"/>
    <dgm:cxn modelId="{58A54B1C-6E88-4961-A3DB-3C3528A64F2A}" type="presOf" srcId="{7526ABFD-AAC7-45B7-A8A0-C7F84127C6DC}" destId="{E6C29C23-8601-48ED-84DB-A023C879D2CA}" srcOrd="0" destOrd="0" presId="urn:microsoft.com/office/officeart/2018/2/layout/IconVerticalSolidList"/>
    <dgm:cxn modelId="{C031EE1C-7B1F-4AF0-98B2-7E155D4BB8EC}" srcId="{5293EF2A-1AA1-4415-89DF-59EEF8EAB6EA}" destId="{EBF958A4-3466-41B4-88F0-FE25A773E814}" srcOrd="0" destOrd="0" parTransId="{85594067-BB71-477F-B3B4-C331BCBCE79A}" sibTransId="{9C0A25B2-EDE4-424C-AD4E-1F26C88FBE90}"/>
    <dgm:cxn modelId="{00CF521E-73B0-4C07-9345-10B6085B069C}" type="presOf" srcId="{5293EF2A-1AA1-4415-89DF-59EEF8EAB6EA}" destId="{0855F3CE-2CBE-4B33-B19A-2D0ED3832661}" srcOrd="0" destOrd="0" presId="urn:microsoft.com/office/officeart/2018/2/layout/IconVerticalSolidList"/>
    <dgm:cxn modelId="{FB73BE25-B523-4E44-9C8C-F40C5C1663B4}" srcId="{5293EF2A-1AA1-4415-89DF-59EEF8EAB6EA}" destId="{5BA91D23-ECFB-48EA-8248-8C69B06F975C}" srcOrd="2" destOrd="0" parTransId="{90E836A8-AB7E-4A66-87B4-FC12AAA7F3DC}" sibTransId="{1B2D0637-85E7-458B-ACEF-3C35E92ED326}"/>
    <dgm:cxn modelId="{29FE792C-C28A-4051-96D8-2A4160A5B213}" type="presOf" srcId="{C66CE145-8DCF-4D14-A196-788519A7A33C}" destId="{824A5DDF-255B-438B-857F-4AB09D55B980}" srcOrd="0" destOrd="0" presId="urn:microsoft.com/office/officeart/2018/2/layout/IconVerticalSolidList"/>
    <dgm:cxn modelId="{58CABD3D-89DC-4596-9F79-D851BF171F1F}" type="presOf" srcId="{C963C9AA-E8A5-4CDB-9DE6-165163DA6C9A}" destId="{F6A4FBA2-73B6-422E-9BCB-30F7A2EC9CA5}" srcOrd="0" destOrd="0" presId="urn:microsoft.com/office/officeart/2018/2/layout/IconVerticalSolidList"/>
    <dgm:cxn modelId="{BED27E76-7071-41EA-9892-4DF18A928B79}" srcId="{C963C9AA-E8A5-4CDB-9DE6-165163DA6C9A}" destId="{6609B9EC-BC02-4445-B7A8-148627CDCC8E}" srcOrd="0" destOrd="0" parTransId="{9BFC5870-C0AD-4A75-9D4F-9935340CBD9E}" sibTransId="{936CE7B0-6305-4012-AA14-4ACB0F3FBED0}"/>
    <dgm:cxn modelId="{1F0EBE76-8BDF-4723-B842-BF5E0733A786}" srcId="{5293EF2A-1AA1-4415-89DF-59EEF8EAB6EA}" destId="{7526ABFD-AAC7-45B7-A8A0-C7F84127C6DC}" srcOrd="3" destOrd="0" parTransId="{F6A39B5F-1369-419B-9893-05C1D1E3C6EA}" sibTransId="{11B39A51-8CDF-4372-A8ED-94957EAD8571}"/>
    <dgm:cxn modelId="{571B027D-5CCE-4B46-9C9A-F19C234CBB03}" srcId="{EBF958A4-3466-41B4-88F0-FE25A773E814}" destId="{C66CE145-8DCF-4D14-A196-788519A7A33C}" srcOrd="0" destOrd="0" parTransId="{D7F74C69-3A1D-49F4-920B-80BF8D9B79CA}" sibTransId="{26CC61A6-F364-45AB-AA08-5D256C306FBD}"/>
    <dgm:cxn modelId="{A348D485-263F-40CF-9ACE-7C472FA2643E}" srcId="{5293EF2A-1AA1-4415-89DF-59EEF8EAB6EA}" destId="{17515529-BDFE-4DFB-97DE-69D88E0AAAFC}" srcOrd="4" destOrd="0" parTransId="{CC7C7757-82C1-4DDB-82F9-0651C68CFB0C}" sibTransId="{C899B87D-E2AE-4777-B59D-9F316E14BF35}"/>
    <dgm:cxn modelId="{AD5EBC8A-A789-4D22-9233-97C38BC555CB}" srcId="{17515529-BDFE-4DFB-97DE-69D88E0AAAFC}" destId="{BED0CEED-042A-4561-B1BB-2F0C7D920A7B}" srcOrd="0" destOrd="0" parTransId="{47F96F4A-DE4B-446A-9E34-2336947064FC}" sibTransId="{78458BA5-2F59-4AD6-9394-1FFF147B07DD}"/>
    <dgm:cxn modelId="{552D5990-90AB-4B2A-9651-482CA55A49AB}" type="presOf" srcId="{50851CAC-1981-4BD7-A40A-BE2695CB26DA}" destId="{FA7295B9-2982-40B5-9094-2CAD1A544012}" srcOrd="0" destOrd="0" presId="urn:microsoft.com/office/officeart/2018/2/layout/IconVerticalSolidList"/>
    <dgm:cxn modelId="{C51F2AA8-2282-4A42-B5C5-6399EF292CBA}" type="presOf" srcId="{BED0CEED-042A-4561-B1BB-2F0C7D920A7B}" destId="{62B027F7-9AAD-4191-BA17-55FC34C788ED}" srcOrd="0" destOrd="0" presId="urn:microsoft.com/office/officeart/2018/2/layout/IconVerticalSolidList"/>
    <dgm:cxn modelId="{BAF19EB5-818C-43F9-9BA2-B9B892C0A50A}" srcId="{5293EF2A-1AA1-4415-89DF-59EEF8EAB6EA}" destId="{C963C9AA-E8A5-4CDB-9DE6-165163DA6C9A}" srcOrd="1" destOrd="0" parTransId="{8A4424EF-FA8C-40F9-932E-82ADF207A74C}" sibTransId="{C89E2D76-CF04-4981-9236-3FC9C75AA6CD}"/>
    <dgm:cxn modelId="{FFB6DFC6-28F7-48E8-BB27-DE80B6A83EA3}" type="presOf" srcId="{5BA91D23-ECFB-48EA-8248-8C69B06F975C}" destId="{1EDB821F-6013-407B-9346-8E99550C9605}" srcOrd="0" destOrd="0" presId="urn:microsoft.com/office/officeart/2018/2/layout/IconVerticalSolidList"/>
    <dgm:cxn modelId="{77C4E4CF-1E18-4ECA-9D83-02C514E352D6}" srcId="{7526ABFD-AAC7-45B7-A8A0-C7F84127C6DC}" destId="{50851CAC-1981-4BD7-A40A-BE2695CB26DA}" srcOrd="0" destOrd="0" parTransId="{423E4C06-75BA-4136-A78A-CCA6D8816F61}" sibTransId="{78D9E447-9B08-4F8A-885F-37C939EC00DD}"/>
    <dgm:cxn modelId="{312F00E1-D486-40B0-8B1F-6CFE9F5F7D25}" type="presOf" srcId="{17515529-BDFE-4DFB-97DE-69D88E0AAAFC}" destId="{C0252A4D-38A1-406C-BEA4-E4D9791AA859}" srcOrd="0" destOrd="0" presId="urn:microsoft.com/office/officeart/2018/2/layout/IconVerticalSolidList"/>
    <dgm:cxn modelId="{16F34DE2-F409-43F2-8C97-955D8527256F}" type="presOf" srcId="{3B50F55F-36AC-4908-BA78-753881B38643}" destId="{7E262F16-B81E-41BA-86E8-10E5B29CE0D9}" srcOrd="0" destOrd="0" presId="urn:microsoft.com/office/officeart/2018/2/layout/IconVerticalSolidList"/>
    <dgm:cxn modelId="{BB0DEFE4-4FDF-43F7-BDAF-CE749CEE74D5}" srcId="{5BA91D23-ECFB-48EA-8248-8C69B06F975C}" destId="{3B50F55F-36AC-4908-BA78-753881B38643}" srcOrd="0" destOrd="0" parTransId="{BB06E510-66EF-4E6F-8C78-D9EDA64411F9}" sibTransId="{28691CE7-A838-4B10-8657-DB36EC913306}"/>
    <dgm:cxn modelId="{32218BEF-D4A9-4BCD-85D2-F7FA93C4FAE5}" type="presOf" srcId="{EBF958A4-3466-41B4-88F0-FE25A773E814}" destId="{0BAC9ED6-EE81-40D9-B917-C5A29EFE7DE9}" srcOrd="0" destOrd="0" presId="urn:microsoft.com/office/officeart/2018/2/layout/IconVerticalSolidList"/>
    <dgm:cxn modelId="{52761304-EFA5-4AF1-A910-FB94CDDA6FF6}" type="presParOf" srcId="{0855F3CE-2CBE-4B33-B19A-2D0ED3832661}" destId="{48F3FFAA-0251-4F9A-AC86-CEF262C8AFB0}" srcOrd="0" destOrd="0" presId="urn:microsoft.com/office/officeart/2018/2/layout/IconVerticalSolidList"/>
    <dgm:cxn modelId="{D21DBCA3-5719-47FB-B310-B07E71B430D5}" type="presParOf" srcId="{48F3FFAA-0251-4F9A-AC86-CEF262C8AFB0}" destId="{176A72D6-0F0D-40F9-8669-F34CA27ED7D4}" srcOrd="0" destOrd="0" presId="urn:microsoft.com/office/officeart/2018/2/layout/IconVerticalSolidList"/>
    <dgm:cxn modelId="{BBDED619-2910-43D3-B1A0-F51A7EBA755E}" type="presParOf" srcId="{48F3FFAA-0251-4F9A-AC86-CEF262C8AFB0}" destId="{99D13BD7-BED4-49A5-8F25-62CE7E21BFF0}" srcOrd="1" destOrd="0" presId="urn:microsoft.com/office/officeart/2018/2/layout/IconVerticalSolidList"/>
    <dgm:cxn modelId="{70E75DDC-DFEB-49B1-A8AD-8B01F37F77FB}" type="presParOf" srcId="{48F3FFAA-0251-4F9A-AC86-CEF262C8AFB0}" destId="{FE839B60-9864-4FA9-92AE-29398B320097}" srcOrd="2" destOrd="0" presId="urn:microsoft.com/office/officeart/2018/2/layout/IconVerticalSolidList"/>
    <dgm:cxn modelId="{04DA32BE-9D94-466B-A10E-2810097AAF20}" type="presParOf" srcId="{48F3FFAA-0251-4F9A-AC86-CEF262C8AFB0}" destId="{0BAC9ED6-EE81-40D9-B917-C5A29EFE7DE9}" srcOrd="3" destOrd="0" presId="urn:microsoft.com/office/officeart/2018/2/layout/IconVerticalSolidList"/>
    <dgm:cxn modelId="{EB4DB07D-6717-4778-AB92-88E956331651}" type="presParOf" srcId="{48F3FFAA-0251-4F9A-AC86-CEF262C8AFB0}" destId="{824A5DDF-255B-438B-857F-4AB09D55B980}" srcOrd="4" destOrd="0" presId="urn:microsoft.com/office/officeart/2018/2/layout/IconVerticalSolidList"/>
    <dgm:cxn modelId="{DF921CA1-8F19-411C-8FBC-977CC3F4F5B5}" type="presParOf" srcId="{0855F3CE-2CBE-4B33-B19A-2D0ED3832661}" destId="{E9B54EE0-55C2-445C-AE90-C2E25F7F0342}" srcOrd="1" destOrd="0" presId="urn:microsoft.com/office/officeart/2018/2/layout/IconVerticalSolidList"/>
    <dgm:cxn modelId="{A7028897-A285-46D5-A101-296821413D10}" type="presParOf" srcId="{0855F3CE-2CBE-4B33-B19A-2D0ED3832661}" destId="{0B3586CC-F3FF-4A93-9646-A18BFA167483}" srcOrd="2" destOrd="0" presId="urn:microsoft.com/office/officeart/2018/2/layout/IconVerticalSolidList"/>
    <dgm:cxn modelId="{CE994AA4-EBCB-4092-A9B1-551264A7A014}" type="presParOf" srcId="{0B3586CC-F3FF-4A93-9646-A18BFA167483}" destId="{1696CFBC-2D5A-4A20-A31E-11FAA9479A26}" srcOrd="0" destOrd="0" presId="urn:microsoft.com/office/officeart/2018/2/layout/IconVerticalSolidList"/>
    <dgm:cxn modelId="{F43C0958-0530-4ACA-BCDE-257B5096C9D2}" type="presParOf" srcId="{0B3586CC-F3FF-4A93-9646-A18BFA167483}" destId="{3E27E48A-917D-4A86-8435-BEDCBB1D029E}" srcOrd="1" destOrd="0" presId="urn:microsoft.com/office/officeart/2018/2/layout/IconVerticalSolidList"/>
    <dgm:cxn modelId="{EC9FD1DC-D0D5-41C6-A26C-C9B635D9F253}" type="presParOf" srcId="{0B3586CC-F3FF-4A93-9646-A18BFA167483}" destId="{44F303F9-F484-40DE-ADFE-AEF8EA5F5E97}" srcOrd="2" destOrd="0" presId="urn:microsoft.com/office/officeart/2018/2/layout/IconVerticalSolidList"/>
    <dgm:cxn modelId="{A2F2B3C5-794B-4110-A0BA-39F7D938A653}" type="presParOf" srcId="{0B3586CC-F3FF-4A93-9646-A18BFA167483}" destId="{F6A4FBA2-73B6-422E-9BCB-30F7A2EC9CA5}" srcOrd="3" destOrd="0" presId="urn:microsoft.com/office/officeart/2018/2/layout/IconVerticalSolidList"/>
    <dgm:cxn modelId="{208A089B-A4B9-486B-B1B7-9DC2A9AFA9FD}" type="presParOf" srcId="{0B3586CC-F3FF-4A93-9646-A18BFA167483}" destId="{5EA0C41C-7EC3-4E63-A0BE-EF5BD53C2713}" srcOrd="4" destOrd="0" presId="urn:microsoft.com/office/officeart/2018/2/layout/IconVerticalSolidList"/>
    <dgm:cxn modelId="{A058FCEA-E2A9-4E4F-A13C-81F0702ADAF7}" type="presParOf" srcId="{0855F3CE-2CBE-4B33-B19A-2D0ED3832661}" destId="{C49F79B8-A281-4EEA-B693-7168A50F1073}" srcOrd="3" destOrd="0" presId="urn:microsoft.com/office/officeart/2018/2/layout/IconVerticalSolidList"/>
    <dgm:cxn modelId="{5D522E9F-AD46-4273-99D1-977A2D36868A}" type="presParOf" srcId="{0855F3CE-2CBE-4B33-B19A-2D0ED3832661}" destId="{3769370A-775B-4A2E-A674-B0B378791033}" srcOrd="4" destOrd="0" presId="urn:microsoft.com/office/officeart/2018/2/layout/IconVerticalSolidList"/>
    <dgm:cxn modelId="{CAF3140B-4E9B-4F85-A9C5-7C93ED9C3DD7}" type="presParOf" srcId="{3769370A-775B-4A2E-A674-B0B378791033}" destId="{4F93FBAB-2201-4F04-BE7C-AAAD63A0248F}" srcOrd="0" destOrd="0" presId="urn:microsoft.com/office/officeart/2018/2/layout/IconVerticalSolidList"/>
    <dgm:cxn modelId="{BDDFF120-F441-4B44-A8AA-E3FD0AD12EFA}" type="presParOf" srcId="{3769370A-775B-4A2E-A674-B0B378791033}" destId="{47904585-D07E-4BFE-B6ED-53A6AC92D0D8}" srcOrd="1" destOrd="0" presId="urn:microsoft.com/office/officeart/2018/2/layout/IconVerticalSolidList"/>
    <dgm:cxn modelId="{C3EE5E98-0A38-41E0-8196-BF66BBF32487}" type="presParOf" srcId="{3769370A-775B-4A2E-A674-B0B378791033}" destId="{57232A3A-6840-4673-9F77-07BE34B9AE91}" srcOrd="2" destOrd="0" presId="urn:microsoft.com/office/officeart/2018/2/layout/IconVerticalSolidList"/>
    <dgm:cxn modelId="{FE6C4650-001B-4DF1-A910-17C009B1A9F9}" type="presParOf" srcId="{3769370A-775B-4A2E-A674-B0B378791033}" destId="{1EDB821F-6013-407B-9346-8E99550C9605}" srcOrd="3" destOrd="0" presId="urn:microsoft.com/office/officeart/2018/2/layout/IconVerticalSolidList"/>
    <dgm:cxn modelId="{BE375B07-D7CA-4994-9EB2-AAD6054BADCE}" type="presParOf" srcId="{3769370A-775B-4A2E-A674-B0B378791033}" destId="{7E262F16-B81E-41BA-86E8-10E5B29CE0D9}" srcOrd="4" destOrd="0" presId="urn:microsoft.com/office/officeart/2018/2/layout/IconVerticalSolidList"/>
    <dgm:cxn modelId="{D5C596C2-381F-4C41-8BC5-D1F41B2C2003}" type="presParOf" srcId="{0855F3CE-2CBE-4B33-B19A-2D0ED3832661}" destId="{604A59D9-D061-47FB-8840-EC154A72A8DE}" srcOrd="5" destOrd="0" presId="urn:microsoft.com/office/officeart/2018/2/layout/IconVerticalSolidList"/>
    <dgm:cxn modelId="{6A44D2C9-1B89-4D01-AAFE-D3B3028B0C31}" type="presParOf" srcId="{0855F3CE-2CBE-4B33-B19A-2D0ED3832661}" destId="{E1A34E8D-C371-4B1F-948A-58AD01EAEBCD}" srcOrd="6" destOrd="0" presId="urn:microsoft.com/office/officeart/2018/2/layout/IconVerticalSolidList"/>
    <dgm:cxn modelId="{BE1CEF69-B0B7-49C6-AC17-5C17A783CD51}" type="presParOf" srcId="{E1A34E8D-C371-4B1F-948A-58AD01EAEBCD}" destId="{B36F8509-5D38-41F6-B452-172F8D1A8746}" srcOrd="0" destOrd="0" presId="urn:microsoft.com/office/officeart/2018/2/layout/IconVerticalSolidList"/>
    <dgm:cxn modelId="{2C69CDD2-5E5F-4B76-A5EE-6692D8434DFE}" type="presParOf" srcId="{E1A34E8D-C371-4B1F-948A-58AD01EAEBCD}" destId="{24681ED2-EBC4-4E55-8955-D53BB0E4ADCA}" srcOrd="1" destOrd="0" presId="urn:microsoft.com/office/officeart/2018/2/layout/IconVerticalSolidList"/>
    <dgm:cxn modelId="{53858512-9D0E-4ACA-A760-D3F4C9DD8DE6}" type="presParOf" srcId="{E1A34E8D-C371-4B1F-948A-58AD01EAEBCD}" destId="{15D44A3B-C285-4AAB-9BC8-053870882D9F}" srcOrd="2" destOrd="0" presId="urn:microsoft.com/office/officeart/2018/2/layout/IconVerticalSolidList"/>
    <dgm:cxn modelId="{3C4AD193-EEFB-463D-8A19-B4A04F6A9BA8}" type="presParOf" srcId="{E1A34E8D-C371-4B1F-948A-58AD01EAEBCD}" destId="{E6C29C23-8601-48ED-84DB-A023C879D2CA}" srcOrd="3" destOrd="0" presId="urn:microsoft.com/office/officeart/2018/2/layout/IconVerticalSolidList"/>
    <dgm:cxn modelId="{F0470131-B6F2-4AF2-B3F7-167FDB6D3D60}" type="presParOf" srcId="{E1A34E8D-C371-4B1F-948A-58AD01EAEBCD}" destId="{FA7295B9-2982-40B5-9094-2CAD1A544012}" srcOrd="4" destOrd="0" presId="urn:microsoft.com/office/officeart/2018/2/layout/IconVerticalSolidList"/>
    <dgm:cxn modelId="{3269D9F9-DB1D-489A-9CDE-EC40F2BAB236}" type="presParOf" srcId="{0855F3CE-2CBE-4B33-B19A-2D0ED3832661}" destId="{17E18D4D-D3FE-4506-8324-4DE3BA78DD06}" srcOrd="7" destOrd="0" presId="urn:microsoft.com/office/officeart/2018/2/layout/IconVerticalSolidList"/>
    <dgm:cxn modelId="{7E6B74C6-6ED0-47FE-BD0E-DEB7447141EA}" type="presParOf" srcId="{0855F3CE-2CBE-4B33-B19A-2D0ED3832661}" destId="{AE58461B-CDEE-4B3B-AAB8-94FF99264DA3}" srcOrd="8" destOrd="0" presId="urn:microsoft.com/office/officeart/2018/2/layout/IconVerticalSolidList"/>
    <dgm:cxn modelId="{16E7126A-1E08-46C6-9DFB-339FA3489B22}" type="presParOf" srcId="{AE58461B-CDEE-4B3B-AAB8-94FF99264DA3}" destId="{0D8680E6-CE3F-4E2B-B94D-D290B00DD384}" srcOrd="0" destOrd="0" presId="urn:microsoft.com/office/officeart/2018/2/layout/IconVerticalSolidList"/>
    <dgm:cxn modelId="{C62B6A71-A50F-46AE-B443-11E298400235}" type="presParOf" srcId="{AE58461B-CDEE-4B3B-AAB8-94FF99264DA3}" destId="{0EF0AC7D-3BF7-4E81-B1C2-02E8210E7EC4}" srcOrd="1" destOrd="0" presId="urn:microsoft.com/office/officeart/2018/2/layout/IconVerticalSolidList"/>
    <dgm:cxn modelId="{C336FDE0-E502-41DE-803F-42F4B7EC0162}" type="presParOf" srcId="{AE58461B-CDEE-4B3B-AAB8-94FF99264DA3}" destId="{C3336CF2-8397-45B9-9DE6-11F22C30244A}" srcOrd="2" destOrd="0" presId="urn:microsoft.com/office/officeart/2018/2/layout/IconVerticalSolidList"/>
    <dgm:cxn modelId="{93865B32-5551-43C9-8EF1-B41876E3664E}" type="presParOf" srcId="{AE58461B-CDEE-4B3B-AAB8-94FF99264DA3}" destId="{C0252A4D-38A1-406C-BEA4-E4D9791AA859}" srcOrd="3" destOrd="0" presId="urn:microsoft.com/office/officeart/2018/2/layout/IconVerticalSolidList"/>
    <dgm:cxn modelId="{436A3E64-CAB4-4567-85AF-3A8A87D77BFC}" type="presParOf" srcId="{AE58461B-CDEE-4B3B-AAB8-94FF99264DA3}" destId="{62B027F7-9AAD-4191-BA17-55FC34C788E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F5F2E1-3995-47D5-AB0D-B81435D2C7B8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5658BB-CC3B-45E7-8BCE-A12716967A42}">
      <dgm:prSet custT="1"/>
      <dgm:spPr/>
      <dgm:t>
        <a:bodyPr/>
        <a:lstStyle/>
        <a:p>
          <a:r>
            <a:rPr lang="en-US" sz="2000"/>
            <a:t>Compute: </a:t>
          </a:r>
        </a:p>
      </dgm:t>
    </dgm:pt>
    <dgm:pt modelId="{7974DAAE-2D9E-4CB0-BB86-B9B362B5099B}" type="parTrans" cxnId="{0A364A69-EC27-442F-B525-07D9331D0251}">
      <dgm:prSet/>
      <dgm:spPr/>
      <dgm:t>
        <a:bodyPr/>
        <a:lstStyle/>
        <a:p>
          <a:endParaRPr lang="en-US" sz="2400"/>
        </a:p>
      </dgm:t>
    </dgm:pt>
    <dgm:pt modelId="{47E4E66A-9785-447D-B220-024717ED1236}" type="sibTrans" cxnId="{0A364A69-EC27-442F-B525-07D9331D0251}">
      <dgm:prSet/>
      <dgm:spPr/>
      <dgm:t>
        <a:bodyPr/>
        <a:lstStyle/>
        <a:p>
          <a:endParaRPr lang="en-US" sz="2400"/>
        </a:p>
      </dgm:t>
    </dgm:pt>
    <dgm:pt modelId="{99D5827B-CBAD-41E7-A0B1-8F1D2380212F}">
      <dgm:prSet custT="1"/>
      <dgm:spPr/>
      <dgm:t>
        <a:bodyPr/>
        <a:lstStyle/>
        <a:p>
          <a:r>
            <a:rPr lang="en-US" sz="1600"/>
            <a:t>Azure App Service, Function Apps.</a:t>
          </a:r>
        </a:p>
      </dgm:t>
    </dgm:pt>
    <dgm:pt modelId="{3126A5C8-E422-4113-A378-E6D3FB23B9F4}" type="parTrans" cxnId="{E3615AE6-7445-4D63-9753-C9300DFA8637}">
      <dgm:prSet/>
      <dgm:spPr/>
      <dgm:t>
        <a:bodyPr/>
        <a:lstStyle/>
        <a:p>
          <a:endParaRPr lang="en-US" sz="2400"/>
        </a:p>
      </dgm:t>
    </dgm:pt>
    <dgm:pt modelId="{9EA895B0-99BF-4659-A05C-3EA6C8A7BE95}" type="sibTrans" cxnId="{E3615AE6-7445-4D63-9753-C9300DFA8637}">
      <dgm:prSet/>
      <dgm:spPr/>
      <dgm:t>
        <a:bodyPr/>
        <a:lstStyle/>
        <a:p>
          <a:endParaRPr lang="en-US" sz="2400"/>
        </a:p>
      </dgm:t>
    </dgm:pt>
    <dgm:pt modelId="{9C5821C8-5CC8-4ABD-85E5-6D1E0D18311F}">
      <dgm:prSet custT="1"/>
      <dgm:spPr/>
      <dgm:t>
        <a:bodyPr/>
        <a:lstStyle/>
        <a:p>
          <a:r>
            <a:rPr lang="en-US" sz="2000"/>
            <a:t>Storage: </a:t>
          </a:r>
        </a:p>
      </dgm:t>
    </dgm:pt>
    <dgm:pt modelId="{18E70C2B-ED33-400A-AC69-4D4AB67ECE59}" type="parTrans" cxnId="{7858857E-53BE-441C-85C2-2D35B04BF0CB}">
      <dgm:prSet/>
      <dgm:spPr/>
      <dgm:t>
        <a:bodyPr/>
        <a:lstStyle/>
        <a:p>
          <a:endParaRPr lang="en-US" sz="2400"/>
        </a:p>
      </dgm:t>
    </dgm:pt>
    <dgm:pt modelId="{BBF1173B-7AF9-459E-A22C-5960E474EE7A}" type="sibTrans" cxnId="{7858857E-53BE-441C-85C2-2D35B04BF0CB}">
      <dgm:prSet/>
      <dgm:spPr/>
      <dgm:t>
        <a:bodyPr/>
        <a:lstStyle/>
        <a:p>
          <a:endParaRPr lang="en-US" sz="2400"/>
        </a:p>
      </dgm:t>
    </dgm:pt>
    <dgm:pt modelId="{323D4817-BCC2-41FD-A2A6-DD1605158194}">
      <dgm:prSet custT="1"/>
      <dgm:spPr/>
      <dgm:t>
        <a:bodyPr/>
        <a:lstStyle/>
        <a:p>
          <a:r>
            <a:rPr lang="en-US" sz="1600"/>
            <a:t>Azure Blob Storage, Azure File Storage.</a:t>
          </a:r>
        </a:p>
      </dgm:t>
    </dgm:pt>
    <dgm:pt modelId="{2BDC9562-0323-4DDE-A183-4BC1F2000D78}" type="parTrans" cxnId="{EF5E8F0B-B2A9-4475-8FF3-76E27E36D605}">
      <dgm:prSet/>
      <dgm:spPr/>
      <dgm:t>
        <a:bodyPr/>
        <a:lstStyle/>
        <a:p>
          <a:endParaRPr lang="en-US" sz="2400"/>
        </a:p>
      </dgm:t>
    </dgm:pt>
    <dgm:pt modelId="{FFAE3A3B-8034-494D-8038-5BC2EAB3D211}" type="sibTrans" cxnId="{EF5E8F0B-B2A9-4475-8FF3-76E27E36D605}">
      <dgm:prSet/>
      <dgm:spPr/>
      <dgm:t>
        <a:bodyPr/>
        <a:lstStyle/>
        <a:p>
          <a:endParaRPr lang="en-US" sz="2400"/>
        </a:p>
      </dgm:t>
    </dgm:pt>
    <dgm:pt modelId="{85DABD70-3C1B-4CE1-8687-68FDA88A62A7}">
      <dgm:prSet custT="1"/>
      <dgm:spPr/>
      <dgm:t>
        <a:bodyPr/>
        <a:lstStyle/>
        <a:p>
          <a:r>
            <a:rPr lang="en-US" sz="2000"/>
            <a:t>Database: </a:t>
          </a:r>
        </a:p>
      </dgm:t>
    </dgm:pt>
    <dgm:pt modelId="{035A4081-9186-434C-9F0A-5E5730B28B2F}" type="parTrans" cxnId="{ED1E8B6F-4F11-4DA3-B76A-55EABC2EFEEE}">
      <dgm:prSet/>
      <dgm:spPr/>
      <dgm:t>
        <a:bodyPr/>
        <a:lstStyle/>
        <a:p>
          <a:endParaRPr lang="en-US" sz="2400"/>
        </a:p>
      </dgm:t>
    </dgm:pt>
    <dgm:pt modelId="{E8B0AE12-3675-463C-8E15-A13958743F22}" type="sibTrans" cxnId="{ED1E8B6F-4F11-4DA3-B76A-55EABC2EFEEE}">
      <dgm:prSet/>
      <dgm:spPr/>
      <dgm:t>
        <a:bodyPr/>
        <a:lstStyle/>
        <a:p>
          <a:endParaRPr lang="en-US" sz="2400"/>
        </a:p>
      </dgm:t>
    </dgm:pt>
    <dgm:pt modelId="{87C60A7E-47DF-47F4-A39F-E636D5B9A028}">
      <dgm:prSet custT="1"/>
      <dgm:spPr/>
      <dgm:t>
        <a:bodyPr/>
        <a:lstStyle/>
        <a:p>
          <a:r>
            <a:rPr lang="en-US" sz="1600"/>
            <a:t>Azure SQL Database, Cosmos DB.</a:t>
          </a:r>
        </a:p>
      </dgm:t>
    </dgm:pt>
    <dgm:pt modelId="{BA5D2891-C1EF-436C-B7B6-BA949C4A99D4}" type="parTrans" cxnId="{39581B89-4ADD-41BA-9534-B863E19B621B}">
      <dgm:prSet/>
      <dgm:spPr/>
      <dgm:t>
        <a:bodyPr/>
        <a:lstStyle/>
        <a:p>
          <a:endParaRPr lang="en-US" sz="2400"/>
        </a:p>
      </dgm:t>
    </dgm:pt>
    <dgm:pt modelId="{E87C06E9-E214-4F36-97A2-30C88E72E161}" type="sibTrans" cxnId="{39581B89-4ADD-41BA-9534-B863E19B621B}">
      <dgm:prSet/>
      <dgm:spPr/>
      <dgm:t>
        <a:bodyPr/>
        <a:lstStyle/>
        <a:p>
          <a:endParaRPr lang="en-US" sz="2400"/>
        </a:p>
      </dgm:t>
    </dgm:pt>
    <dgm:pt modelId="{3937FA02-2D58-4012-BD7F-857AEC05E309}">
      <dgm:prSet custT="1"/>
      <dgm:spPr/>
      <dgm:t>
        <a:bodyPr/>
        <a:lstStyle/>
        <a:p>
          <a:r>
            <a:rPr lang="en-US" sz="2000"/>
            <a:t>Security: </a:t>
          </a:r>
        </a:p>
      </dgm:t>
    </dgm:pt>
    <dgm:pt modelId="{E4850561-E8C3-4069-A9D7-A4FAC0237722}" type="parTrans" cxnId="{E2B60C55-CE88-4E8A-94E1-F6652792A894}">
      <dgm:prSet/>
      <dgm:spPr/>
      <dgm:t>
        <a:bodyPr/>
        <a:lstStyle/>
        <a:p>
          <a:endParaRPr lang="en-US" sz="2400"/>
        </a:p>
      </dgm:t>
    </dgm:pt>
    <dgm:pt modelId="{69B49D1B-0540-4E28-83FC-734F6A009A61}" type="sibTrans" cxnId="{E2B60C55-CE88-4E8A-94E1-F6652792A894}">
      <dgm:prSet/>
      <dgm:spPr/>
      <dgm:t>
        <a:bodyPr/>
        <a:lstStyle/>
        <a:p>
          <a:endParaRPr lang="en-US" sz="2400"/>
        </a:p>
      </dgm:t>
    </dgm:pt>
    <dgm:pt modelId="{98EEA58D-A8AA-4B70-8E3C-712AA2BB1CBA}">
      <dgm:prSet custT="1"/>
      <dgm:spPr/>
      <dgm:t>
        <a:bodyPr/>
        <a:lstStyle/>
        <a:p>
          <a:r>
            <a:rPr lang="en-US" sz="1600"/>
            <a:t>Azure Active Directory, Key Vault.</a:t>
          </a:r>
        </a:p>
      </dgm:t>
    </dgm:pt>
    <dgm:pt modelId="{3898E742-31E9-42C6-9F5E-139465FE472A}" type="parTrans" cxnId="{7E2C3DBF-8720-4F7C-A22F-E559F66479C2}">
      <dgm:prSet/>
      <dgm:spPr/>
      <dgm:t>
        <a:bodyPr/>
        <a:lstStyle/>
        <a:p>
          <a:endParaRPr lang="en-US" sz="2400"/>
        </a:p>
      </dgm:t>
    </dgm:pt>
    <dgm:pt modelId="{6BC69A26-2F71-4CB0-8B9B-AC493003484F}" type="sibTrans" cxnId="{7E2C3DBF-8720-4F7C-A22F-E559F66479C2}">
      <dgm:prSet/>
      <dgm:spPr/>
      <dgm:t>
        <a:bodyPr/>
        <a:lstStyle/>
        <a:p>
          <a:endParaRPr lang="en-US" sz="2400"/>
        </a:p>
      </dgm:t>
    </dgm:pt>
    <dgm:pt modelId="{ABF0A284-D2EA-4947-B1F0-84B1845A0CD8}">
      <dgm:prSet custT="1"/>
      <dgm:spPr/>
      <dgm:t>
        <a:bodyPr/>
        <a:lstStyle/>
        <a:p>
          <a:r>
            <a:rPr lang="en-US" sz="2000"/>
            <a:t>Monitoring: </a:t>
          </a:r>
        </a:p>
      </dgm:t>
    </dgm:pt>
    <dgm:pt modelId="{3BAD65C1-1375-4B42-9E5D-CA0AFC5BDB0F}" type="parTrans" cxnId="{89DB9699-8F8D-41DE-88C1-4FC1F9E2F223}">
      <dgm:prSet/>
      <dgm:spPr/>
      <dgm:t>
        <a:bodyPr/>
        <a:lstStyle/>
        <a:p>
          <a:endParaRPr lang="en-US" sz="2400"/>
        </a:p>
      </dgm:t>
    </dgm:pt>
    <dgm:pt modelId="{ED7FBAE6-F320-48C0-9387-D6B51E749271}" type="sibTrans" cxnId="{89DB9699-8F8D-41DE-88C1-4FC1F9E2F223}">
      <dgm:prSet/>
      <dgm:spPr/>
      <dgm:t>
        <a:bodyPr/>
        <a:lstStyle/>
        <a:p>
          <a:endParaRPr lang="en-US" sz="2400"/>
        </a:p>
      </dgm:t>
    </dgm:pt>
    <dgm:pt modelId="{00E23EB9-DCED-4A3F-8B96-6D5637488329}">
      <dgm:prSet custT="1"/>
      <dgm:spPr/>
      <dgm:t>
        <a:bodyPr/>
        <a:lstStyle/>
        <a:p>
          <a:r>
            <a:rPr lang="en-US" sz="1600"/>
            <a:t>Azure Monitor, Application Insights.</a:t>
          </a:r>
        </a:p>
      </dgm:t>
    </dgm:pt>
    <dgm:pt modelId="{9DF0735B-445A-4635-A598-4125BB052613}" type="parTrans" cxnId="{785EE5EC-AEC6-4635-AE3F-D5A14A2B238E}">
      <dgm:prSet/>
      <dgm:spPr/>
      <dgm:t>
        <a:bodyPr/>
        <a:lstStyle/>
        <a:p>
          <a:endParaRPr lang="en-US" sz="2400"/>
        </a:p>
      </dgm:t>
    </dgm:pt>
    <dgm:pt modelId="{D181F49D-90AE-4327-ACC9-F52E96F6B8BD}" type="sibTrans" cxnId="{785EE5EC-AEC6-4635-AE3F-D5A14A2B238E}">
      <dgm:prSet/>
      <dgm:spPr/>
      <dgm:t>
        <a:bodyPr/>
        <a:lstStyle/>
        <a:p>
          <a:endParaRPr lang="en-US" sz="2400"/>
        </a:p>
      </dgm:t>
    </dgm:pt>
    <dgm:pt modelId="{360B8D9B-6A58-4A0A-B5D9-9D75DDE31300}">
      <dgm:prSet custT="1"/>
      <dgm:spPr/>
      <dgm:t>
        <a:bodyPr/>
        <a:lstStyle/>
        <a:p>
          <a:r>
            <a:rPr lang="en-US" sz="2000"/>
            <a:t>Networking (Optional):</a:t>
          </a:r>
        </a:p>
      </dgm:t>
    </dgm:pt>
    <dgm:pt modelId="{BFFEB6F4-9ACA-42C8-8579-77E753BAF921}" type="parTrans" cxnId="{2141D7EE-1771-4390-8228-E52C421E5983}">
      <dgm:prSet/>
      <dgm:spPr/>
      <dgm:t>
        <a:bodyPr/>
        <a:lstStyle/>
        <a:p>
          <a:endParaRPr lang="en-US" sz="2400"/>
        </a:p>
      </dgm:t>
    </dgm:pt>
    <dgm:pt modelId="{FC2250B5-0533-4585-94BC-E7BBED9896A0}" type="sibTrans" cxnId="{2141D7EE-1771-4390-8228-E52C421E5983}">
      <dgm:prSet/>
      <dgm:spPr/>
      <dgm:t>
        <a:bodyPr/>
        <a:lstStyle/>
        <a:p>
          <a:endParaRPr lang="en-US" sz="2400"/>
        </a:p>
      </dgm:t>
    </dgm:pt>
    <dgm:pt modelId="{F09CD5DD-B2C9-4BCA-BA80-DDEF161D6D23}">
      <dgm:prSet custT="1"/>
      <dgm:spPr/>
      <dgm:t>
        <a:bodyPr/>
        <a:lstStyle/>
        <a:p>
          <a:r>
            <a:rPr lang="en-US" sz="1600"/>
            <a:t>Azure Virtual Network, Traffic Manager.</a:t>
          </a:r>
        </a:p>
      </dgm:t>
    </dgm:pt>
    <dgm:pt modelId="{DC584AF4-6E71-4D90-920A-01E7C66FEA88}" type="parTrans" cxnId="{A6800CE2-C895-4961-836E-035D1B6C464E}">
      <dgm:prSet/>
      <dgm:spPr/>
      <dgm:t>
        <a:bodyPr/>
        <a:lstStyle/>
        <a:p>
          <a:endParaRPr lang="en-US" sz="2400"/>
        </a:p>
      </dgm:t>
    </dgm:pt>
    <dgm:pt modelId="{1B932575-93C6-4683-987E-019D43266639}" type="sibTrans" cxnId="{A6800CE2-C895-4961-836E-035D1B6C464E}">
      <dgm:prSet/>
      <dgm:spPr/>
      <dgm:t>
        <a:bodyPr/>
        <a:lstStyle/>
        <a:p>
          <a:endParaRPr lang="en-US" sz="2400"/>
        </a:p>
      </dgm:t>
    </dgm:pt>
    <dgm:pt modelId="{67B1314A-6F40-4C1B-87C8-8F9FA34039EA}" type="pres">
      <dgm:prSet presAssocID="{9EF5F2E1-3995-47D5-AB0D-B81435D2C7B8}" presName="Name0" presStyleCnt="0">
        <dgm:presLayoutVars>
          <dgm:dir/>
          <dgm:animLvl val="lvl"/>
          <dgm:resizeHandles val="exact"/>
        </dgm:presLayoutVars>
      </dgm:prSet>
      <dgm:spPr/>
    </dgm:pt>
    <dgm:pt modelId="{459DEBD7-6B72-47ED-A184-ADFD89B06A21}" type="pres">
      <dgm:prSet presAssocID="{135658BB-CC3B-45E7-8BCE-A12716967A42}" presName="linNode" presStyleCnt="0"/>
      <dgm:spPr/>
    </dgm:pt>
    <dgm:pt modelId="{43D88618-E804-4DC5-B55F-B27C8FAA3B1F}" type="pres">
      <dgm:prSet presAssocID="{135658BB-CC3B-45E7-8BCE-A12716967A42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66175EB4-49D7-4B95-82FF-6E6B2E7C73AE}" type="pres">
      <dgm:prSet presAssocID="{135658BB-CC3B-45E7-8BCE-A12716967A42}" presName="descendantText" presStyleLbl="alignAccFollowNode1" presStyleIdx="0" presStyleCnt="6">
        <dgm:presLayoutVars>
          <dgm:bulletEnabled/>
        </dgm:presLayoutVars>
      </dgm:prSet>
      <dgm:spPr/>
    </dgm:pt>
    <dgm:pt modelId="{AA6815FE-1C42-4B3C-8C8F-E1135735ED24}" type="pres">
      <dgm:prSet presAssocID="{47E4E66A-9785-447D-B220-024717ED1236}" presName="sp" presStyleCnt="0"/>
      <dgm:spPr/>
    </dgm:pt>
    <dgm:pt modelId="{D32B8D8A-FAAE-4202-A9FC-F064B5A509D0}" type="pres">
      <dgm:prSet presAssocID="{9C5821C8-5CC8-4ABD-85E5-6D1E0D18311F}" presName="linNode" presStyleCnt="0"/>
      <dgm:spPr/>
    </dgm:pt>
    <dgm:pt modelId="{85437003-D20A-4B7D-9CA4-E26CE5164D17}" type="pres">
      <dgm:prSet presAssocID="{9C5821C8-5CC8-4ABD-85E5-6D1E0D18311F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5899E7C4-5FA1-43D1-9824-A2F64F474C47}" type="pres">
      <dgm:prSet presAssocID="{9C5821C8-5CC8-4ABD-85E5-6D1E0D18311F}" presName="descendantText" presStyleLbl="alignAccFollowNode1" presStyleIdx="1" presStyleCnt="6">
        <dgm:presLayoutVars>
          <dgm:bulletEnabled/>
        </dgm:presLayoutVars>
      </dgm:prSet>
      <dgm:spPr/>
    </dgm:pt>
    <dgm:pt modelId="{C62AF735-B55C-4210-97AE-4B706DD81E71}" type="pres">
      <dgm:prSet presAssocID="{BBF1173B-7AF9-459E-A22C-5960E474EE7A}" presName="sp" presStyleCnt="0"/>
      <dgm:spPr/>
    </dgm:pt>
    <dgm:pt modelId="{AB48688E-9910-4506-BD11-309D7E54DA9A}" type="pres">
      <dgm:prSet presAssocID="{85DABD70-3C1B-4CE1-8687-68FDA88A62A7}" presName="linNode" presStyleCnt="0"/>
      <dgm:spPr/>
    </dgm:pt>
    <dgm:pt modelId="{FDDEB051-16D4-4D06-AC3D-9953919C938E}" type="pres">
      <dgm:prSet presAssocID="{85DABD70-3C1B-4CE1-8687-68FDA88A62A7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F554981F-C6EE-484C-96A7-E2AC22DFD6D3}" type="pres">
      <dgm:prSet presAssocID="{85DABD70-3C1B-4CE1-8687-68FDA88A62A7}" presName="descendantText" presStyleLbl="alignAccFollowNode1" presStyleIdx="2" presStyleCnt="6">
        <dgm:presLayoutVars>
          <dgm:bulletEnabled/>
        </dgm:presLayoutVars>
      </dgm:prSet>
      <dgm:spPr/>
    </dgm:pt>
    <dgm:pt modelId="{E6004CE4-9B3F-425D-AEB7-5601B8176EF1}" type="pres">
      <dgm:prSet presAssocID="{E8B0AE12-3675-463C-8E15-A13958743F22}" presName="sp" presStyleCnt="0"/>
      <dgm:spPr/>
    </dgm:pt>
    <dgm:pt modelId="{C0A06681-6D4B-4063-A846-87DA2C5B2920}" type="pres">
      <dgm:prSet presAssocID="{3937FA02-2D58-4012-BD7F-857AEC05E309}" presName="linNode" presStyleCnt="0"/>
      <dgm:spPr/>
    </dgm:pt>
    <dgm:pt modelId="{ADF4688E-6971-4571-B4F8-DF5ED3C0ED04}" type="pres">
      <dgm:prSet presAssocID="{3937FA02-2D58-4012-BD7F-857AEC05E309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9768C9E3-4301-4669-919C-61AEBF5A945C}" type="pres">
      <dgm:prSet presAssocID="{3937FA02-2D58-4012-BD7F-857AEC05E309}" presName="descendantText" presStyleLbl="alignAccFollowNode1" presStyleIdx="3" presStyleCnt="6">
        <dgm:presLayoutVars>
          <dgm:bulletEnabled/>
        </dgm:presLayoutVars>
      </dgm:prSet>
      <dgm:spPr/>
    </dgm:pt>
    <dgm:pt modelId="{BCA56E05-4F8B-4008-A79D-74163820109A}" type="pres">
      <dgm:prSet presAssocID="{69B49D1B-0540-4E28-83FC-734F6A009A61}" presName="sp" presStyleCnt="0"/>
      <dgm:spPr/>
    </dgm:pt>
    <dgm:pt modelId="{57BC8B7F-B7D8-4E62-B07F-7A7C3C503726}" type="pres">
      <dgm:prSet presAssocID="{ABF0A284-D2EA-4947-B1F0-84B1845A0CD8}" presName="linNode" presStyleCnt="0"/>
      <dgm:spPr/>
    </dgm:pt>
    <dgm:pt modelId="{F77C87D4-BC45-4F89-B954-977A6E8FE408}" type="pres">
      <dgm:prSet presAssocID="{ABF0A284-D2EA-4947-B1F0-84B1845A0CD8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F29846A1-3B31-40D3-B2D1-3443E0EA17D4}" type="pres">
      <dgm:prSet presAssocID="{ABF0A284-D2EA-4947-B1F0-84B1845A0CD8}" presName="descendantText" presStyleLbl="alignAccFollowNode1" presStyleIdx="4" presStyleCnt="6">
        <dgm:presLayoutVars>
          <dgm:bulletEnabled/>
        </dgm:presLayoutVars>
      </dgm:prSet>
      <dgm:spPr/>
    </dgm:pt>
    <dgm:pt modelId="{CE2DB74A-AB7A-4F03-8AE9-B52000BEFFA0}" type="pres">
      <dgm:prSet presAssocID="{ED7FBAE6-F320-48C0-9387-D6B51E749271}" presName="sp" presStyleCnt="0"/>
      <dgm:spPr/>
    </dgm:pt>
    <dgm:pt modelId="{17990DB7-7909-423A-9BAC-61CD82CC9B56}" type="pres">
      <dgm:prSet presAssocID="{360B8D9B-6A58-4A0A-B5D9-9D75DDE31300}" presName="linNode" presStyleCnt="0"/>
      <dgm:spPr/>
    </dgm:pt>
    <dgm:pt modelId="{8D2269A8-7AC8-4021-BA9C-55421E2410E0}" type="pres">
      <dgm:prSet presAssocID="{360B8D9B-6A58-4A0A-B5D9-9D75DDE31300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248410FA-D2C3-4319-AD3B-7B3318DE8C16}" type="pres">
      <dgm:prSet presAssocID="{360B8D9B-6A58-4A0A-B5D9-9D75DDE31300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EF5E8F0B-B2A9-4475-8FF3-76E27E36D605}" srcId="{9C5821C8-5CC8-4ABD-85E5-6D1E0D18311F}" destId="{323D4817-BCC2-41FD-A2A6-DD1605158194}" srcOrd="0" destOrd="0" parTransId="{2BDC9562-0323-4DDE-A183-4BC1F2000D78}" sibTransId="{FFAE3A3B-8034-494D-8038-5BC2EAB3D211}"/>
    <dgm:cxn modelId="{9340061F-20B5-4032-AC2C-A95D5F51A550}" type="presOf" srcId="{99D5827B-CBAD-41E7-A0B1-8F1D2380212F}" destId="{66175EB4-49D7-4B95-82FF-6E6B2E7C73AE}" srcOrd="0" destOrd="0" presId="urn:microsoft.com/office/officeart/2016/7/layout/VerticalSolidActionList"/>
    <dgm:cxn modelId="{907E532A-C8CE-4EAF-B44E-B23CD4AB465F}" type="presOf" srcId="{ABF0A284-D2EA-4947-B1F0-84B1845A0CD8}" destId="{F77C87D4-BC45-4F89-B954-977A6E8FE408}" srcOrd="0" destOrd="0" presId="urn:microsoft.com/office/officeart/2016/7/layout/VerticalSolidActionList"/>
    <dgm:cxn modelId="{AF4B6E39-9AF8-4F89-94E9-A45A92863DF4}" type="presOf" srcId="{85DABD70-3C1B-4CE1-8687-68FDA88A62A7}" destId="{FDDEB051-16D4-4D06-AC3D-9953919C938E}" srcOrd="0" destOrd="0" presId="urn:microsoft.com/office/officeart/2016/7/layout/VerticalSolidActionList"/>
    <dgm:cxn modelId="{0A364A69-EC27-442F-B525-07D9331D0251}" srcId="{9EF5F2E1-3995-47D5-AB0D-B81435D2C7B8}" destId="{135658BB-CC3B-45E7-8BCE-A12716967A42}" srcOrd="0" destOrd="0" parTransId="{7974DAAE-2D9E-4CB0-BB86-B9B362B5099B}" sibTransId="{47E4E66A-9785-447D-B220-024717ED1236}"/>
    <dgm:cxn modelId="{EC25616C-AC56-4CD1-94F2-9DA3DCA6A1B2}" type="presOf" srcId="{F09CD5DD-B2C9-4BCA-BA80-DDEF161D6D23}" destId="{248410FA-D2C3-4319-AD3B-7B3318DE8C16}" srcOrd="0" destOrd="0" presId="urn:microsoft.com/office/officeart/2016/7/layout/VerticalSolidActionList"/>
    <dgm:cxn modelId="{ED1E8B6F-4F11-4DA3-B76A-55EABC2EFEEE}" srcId="{9EF5F2E1-3995-47D5-AB0D-B81435D2C7B8}" destId="{85DABD70-3C1B-4CE1-8687-68FDA88A62A7}" srcOrd="2" destOrd="0" parTransId="{035A4081-9186-434C-9F0A-5E5730B28B2F}" sibTransId="{E8B0AE12-3675-463C-8E15-A13958743F22}"/>
    <dgm:cxn modelId="{E2B60C55-CE88-4E8A-94E1-F6652792A894}" srcId="{9EF5F2E1-3995-47D5-AB0D-B81435D2C7B8}" destId="{3937FA02-2D58-4012-BD7F-857AEC05E309}" srcOrd="3" destOrd="0" parTransId="{E4850561-E8C3-4069-A9D7-A4FAC0237722}" sibTransId="{69B49D1B-0540-4E28-83FC-734F6A009A61}"/>
    <dgm:cxn modelId="{7858857E-53BE-441C-85C2-2D35B04BF0CB}" srcId="{9EF5F2E1-3995-47D5-AB0D-B81435D2C7B8}" destId="{9C5821C8-5CC8-4ABD-85E5-6D1E0D18311F}" srcOrd="1" destOrd="0" parTransId="{18E70C2B-ED33-400A-AC69-4D4AB67ECE59}" sibTransId="{BBF1173B-7AF9-459E-A22C-5960E474EE7A}"/>
    <dgm:cxn modelId="{10D01688-150E-4E87-AB5F-5039B223F660}" type="presOf" srcId="{87C60A7E-47DF-47F4-A39F-E636D5B9A028}" destId="{F554981F-C6EE-484C-96A7-E2AC22DFD6D3}" srcOrd="0" destOrd="0" presId="urn:microsoft.com/office/officeart/2016/7/layout/VerticalSolidActionList"/>
    <dgm:cxn modelId="{39581B89-4ADD-41BA-9534-B863E19B621B}" srcId="{85DABD70-3C1B-4CE1-8687-68FDA88A62A7}" destId="{87C60A7E-47DF-47F4-A39F-E636D5B9A028}" srcOrd="0" destOrd="0" parTransId="{BA5D2891-C1EF-436C-B7B6-BA949C4A99D4}" sibTransId="{E87C06E9-E214-4F36-97A2-30C88E72E161}"/>
    <dgm:cxn modelId="{DC0ED594-25F0-44C7-A99A-3FA8DCDB8A91}" type="presOf" srcId="{3937FA02-2D58-4012-BD7F-857AEC05E309}" destId="{ADF4688E-6971-4571-B4F8-DF5ED3C0ED04}" srcOrd="0" destOrd="0" presId="urn:microsoft.com/office/officeart/2016/7/layout/VerticalSolidActionList"/>
    <dgm:cxn modelId="{89DB9699-8F8D-41DE-88C1-4FC1F9E2F223}" srcId="{9EF5F2E1-3995-47D5-AB0D-B81435D2C7B8}" destId="{ABF0A284-D2EA-4947-B1F0-84B1845A0CD8}" srcOrd="4" destOrd="0" parTransId="{3BAD65C1-1375-4B42-9E5D-CA0AFC5BDB0F}" sibTransId="{ED7FBAE6-F320-48C0-9387-D6B51E749271}"/>
    <dgm:cxn modelId="{A8455C9C-E422-435A-86B9-958C33C30A18}" type="presOf" srcId="{323D4817-BCC2-41FD-A2A6-DD1605158194}" destId="{5899E7C4-5FA1-43D1-9824-A2F64F474C47}" srcOrd="0" destOrd="0" presId="urn:microsoft.com/office/officeart/2016/7/layout/VerticalSolidActionList"/>
    <dgm:cxn modelId="{FE2DFDB9-6863-4ECC-ABD7-ACBA7BA239E7}" type="presOf" srcId="{135658BB-CC3B-45E7-8BCE-A12716967A42}" destId="{43D88618-E804-4DC5-B55F-B27C8FAA3B1F}" srcOrd="0" destOrd="0" presId="urn:microsoft.com/office/officeart/2016/7/layout/VerticalSolidActionList"/>
    <dgm:cxn modelId="{7E2C3DBF-8720-4F7C-A22F-E559F66479C2}" srcId="{3937FA02-2D58-4012-BD7F-857AEC05E309}" destId="{98EEA58D-A8AA-4B70-8E3C-712AA2BB1CBA}" srcOrd="0" destOrd="0" parTransId="{3898E742-31E9-42C6-9F5E-139465FE472A}" sibTransId="{6BC69A26-2F71-4CB0-8B9B-AC493003484F}"/>
    <dgm:cxn modelId="{F2EF63BF-605B-4ACA-A5C8-517E50391D00}" type="presOf" srcId="{9EF5F2E1-3995-47D5-AB0D-B81435D2C7B8}" destId="{67B1314A-6F40-4C1B-87C8-8F9FA34039EA}" srcOrd="0" destOrd="0" presId="urn:microsoft.com/office/officeart/2016/7/layout/VerticalSolidActionList"/>
    <dgm:cxn modelId="{22060EC4-42B0-455E-996B-2162E75AEB91}" type="presOf" srcId="{360B8D9B-6A58-4A0A-B5D9-9D75DDE31300}" destId="{8D2269A8-7AC8-4021-BA9C-55421E2410E0}" srcOrd="0" destOrd="0" presId="urn:microsoft.com/office/officeart/2016/7/layout/VerticalSolidActionList"/>
    <dgm:cxn modelId="{A00A77D9-CB21-42A8-83DB-4B03CD9A5097}" type="presOf" srcId="{00E23EB9-DCED-4A3F-8B96-6D5637488329}" destId="{F29846A1-3B31-40D3-B2D1-3443E0EA17D4}" srcOrd="0" destOrd="0" presId="urn:microsoft.com/office/officeart/2016/7/layout/VerticalSolidActionList"/>
    <dgm:cxn modelId="{A6800CE2-C895-4961-836E-035D1B6C464E}" srcId="{360B8D9B-6A58-4A0A-B5D9-9D75DDE31300}" destId="{F09CD5DD-B2C9-4BCA-BA80-DDEF161D6D23}" srcOrd="0" destOrd="0" parTransId="{DC584AF4-6E71-4D90-920A-01E7C66FEA88}" sibTransId="{1B932575-93C6-4683-987E-019D43266639}"/>
    <dgm:cxn modelId="{4726F4E3-6D1A-4502-B4F6-8D86BC5F8F55}" type="presOf" srcId="{9C5821C8-5CC8-4ABD-85E5-6D1E0D18311F}" destId="{85437003-D20A-4B7D-9CA4-E26CE5164D17}" srcOrd="0" destOrd="0" presId="urn:microsoft.com/office/officeart/2016/7/layout/VerticalSolidActionList"/>
    <dgm:cxn modelId="{E3615AE6-7445-4D63-9753-C9300DFA8637}" srcId="{135658BB-CC3B-45E7-8BCE-A12716967A42}" destId="{99D5827B-CBAD-41E7-A0B1-8F1D2380212F}" srcOrd="0" destOrd="0" parTransId="{3126A5C8-E422-4113-A378-E6D3FB23B9F4}" sibTransId="{9EA895B0-99BF-4659-A05C-3EA6C8A7BE95}"/>
    <dgm:cxn modelId="{785EE5EC-AEC6-4635-AE3F-D5A14A2B238E}" srcId="{ABF0A284-D2EA-4947-B1F0-84B1845A0CD8}" destId="{00E23EB9-DCED-4A3F-8B96-6D5637488329}" srcOrd="0" destOrd="0" parTransId="{9DF0735B-445A-4635-A598-4125BB052613}" sibTransId="{D181F49D-90AE-4327-ACC9-F52E96F6B8BD}"/>
    <dgm:cxn modelId="{2141D7EE-1771-4390-8228-E52C421E5983}" srcId="{9EF5F2E1-3995-47D5-AB0D-B81435D2C7B8}" destId="{360B8D9B-6A58-4A0A-B5D9-9D75DDE31300}" srcOrd="5" destOrd="0" parTransId="{BFFEB6F4-9ACA-42C8-8579-77E753BAF921}" sibTransId="{FC2250B5-0533-4585-94BC-E7BBED9896A0}"/>
    <dgm:cxn modelId="{E71DD2FC-7AC1-4A76-8DA3-FDA4E40DFADA}" type="presOf" srcId="{98EEA58D-A8AA-4B70-8E3C-712AA2BB1CBA}" destId="{9768C9E3-4301-4669-919C-61AEBF5A945C}" srcOrd="0" destOrd="0" presId="urn:microsoft.com/office/officeart/2016/7/layout/VerticalSolidActionList"/>
    <dgm:cxn modelId="{1D729582-E149-4E66-A03F-0E44B243B1EA}" type="presParOf" srcId="{67B1314A-6F40-4C1B-87C8-8F9FA34039EA}" destId="{459DEBD7-6B72-47ED-A184-ADFD89B06A21}" srcOrd="0" destOrd="0" presId="urn:microsoft.com/office/officeart/2016/7/layout/VerticalSolidActionList"/>
    <dgm:cxn modelId="{08B3A6EE-5647-4B0A-8981-B6F25C31769D}" type="presParOf" srcId="{459DEBD7-6B72-47ED-A184-ADFD89B06A21}" destId="{43D88618-E804-4DC5-B55F-B27C8FAA3B1F}" srcOrd="0" destOrd="0" presId="urn:microsoft.com/office/officeart/2016/7/layout/VerticalSolidActionList"/>
    <dgm:cxn modelId="{CA1B9A07-9B09-4F87-A558-0FD30BEF83F3}" type="presParOf" srcId="{459DEBD7-6B72-47ED-A184-ADFD89B06A21}" destId="{66175EB4-49D7-4B95-82FF-6E6B2E7C73AE}" srcOrd="1" destOrd="0" presId="urn:microsoft.com/office/officeart/2016/7/layout/VerticalSolidActionList"/>
    <dgm:cxn modelId="{28A1A64E-34D3-4DF8-83B7-B7F3F31F78B3}" type="presParOf" srcId="{67B1314A-6F40-4C1B-87C8-8F9FA34039EA}" destId="{AA6815FE-1C42-4B3C-8C8F-E1135735ED24}" srcOrd="1" destOrd="0" presId="urn:microsoft.com/office/officeart/2016/7/layout/VerticalSolidActionList"/>
    <dgm:cxn modelId="{09655F1F-3615-4750-810D-037F2FFE0FF9}" type="presParOf" srcId="{67B1314A-6F40-4C1B-87C8-8F9FA34039EA}" destId="{D32B8D8A-FAAE-4202-A9FC-F064B5A509D0}" srcOrd="2" destOrd="0" presId="urn:microsoft.com/office/officeart/2016/7/layout/VerticalSolidActionList"/>
    <dgm:cxn modelId="{6EB338FA-92C7-4952-AA21-138F5E685238}" type="presParOf" srcId="{D32B8D8A-FAAE-4202-A9FC-F064B5A509D0}" destId="{85437003-D20A-4B7D-9CA4-E26CE5164D17}" srcOrd="0" destOrd="0" presId="urn:microsoft.com/office/officeart/2016/7/layout/VerticalSolidActionList"/>
    <dgm:cxn modelId="{43C4572F-EC86-4E38-9782-A53853DF5E66}" type="presParOf" srcId="{D32B8D8A-FAAE-4202-A9FC-F064B5A509D0}" destId="{5899E7C4-5FA1-43D1-9824-A2F64F474C47}" srcOrd="1" destOrd="0" presId="urn:microsoft.com/office/officeart/2016/7/layout/VerticalSolidActionList"/>
    <dgm:cxn modelId="{E927CEF6-7887-47F4-A95F-A5271266089B}" type="presParOf" srcId="{67B1314A-6F40-4C1B-87C8-8F9FA34039EA}" destId="{C62AF735-B55C-4210-97AE-4B706DD81E71}" srcOrd="3" destOrd="0" presId="urn:microsoft.com/office/officeart/2016/7/layout/VerticalSolidActionList"/>
    <dgm:cxn modelId="{0058C7AF-498C-4FFE-9B67-32247D7FA837}" type="presParOf" srcId="{67B1314A-6F40-4C1B-87C8-8F9FA34039EA}" destId="{AB48688E-9910-4506-BD11-309D7E54DA9A}" srcOrd="4" destOrd="0" presId="urn:microsoft.com/office/officeart/2016/7/layout/VerticalSolidActionList"/>
    <dgm:cxn modelId="{2AD8066D-6175-44B9-9FB2-F26DECA664FE}" type="presParOf" srcId="{AB48688E-9910-4506-BD11-309D7E54DA9A}" destId="{FDDEB051-16D4-4D06-AC3D-9953919C938E}" srcOrd="0" destOrd="0" presId="urn:microsoft.com/office/officeart/2016/7/layout/VerticalSolidActionList"/>
    <dgm:cxn modelId="{71BF494A-598F-402B-A991-0A220F6E4270}" type="presParOf" srcId="{AB48688E-9910-4506-BD11-309D7E54DA9A}" destId="{F554981F-C6EE-484C-96A7-E2AC22DFD6D3}" srcOrd="1" destOrd="0" presId="urn:microsoft.com/office/officeart/2016/7/layout/VerticalSolidActionList"/>
    <dgm:cxn modelId="{F0FAB324-1031-4E5F-A3A6-05BBEC6FE120}" type="presParOf" srcId="{67B1314A-6F40-4C1B-87C8-8F9FA34039EA}" destId="{E6004CE4-9B3F-425D-AEB7-5601B8176EF1}" srcOrd="5" destOrd="0" presId="urn:microsoft.com/office/officeart/2016/7/layout/VerticalSolidActionList"/>
    <dgm:cxn modelId="{30F61375-A535-4B23-8FE1-0FB27B5115CA}" type="presParOf" srcId="{67B1314A-6F40-4C1B-87C8-8F9FA34039EA}" destId="{C0A06681-6D4B-4063-A846-87DA2C5B2920}" srcOrd="6" destOrd="0" presId="urn:microsoft.com/office/officeart/2016/7/layout/VerticalSolidActionList"/>
    <dgm:cxn modelId="{E355E820-6B8A-4202-BC25-14A4C37F589E}" type="presParOf" srcId="{C0A06681-6D4B-4063-A846-87DA2C5B2920}" destId="{ADF4688E-6971-4571-B4F8-DF5ED3C0ED04}" srcOrd="0" destOrd="0" presId="urn:microsoft.com/office/officeart/2016/7/layout/VerticalSolidActionList"/>
    <dgm:cxn modelId="{DA9B3F6A-43D4-4C4C-ACFF-E784AC5178BA}" type="presParOf" srcId="{C0A06681-6D4B-4063-A846-87DA2C5B2920}" destId="{9768C9E3-4301-4669-919C-61AEBF5A945C}" srcOrd="1" destOrd="0" presId="urn:microsoft.com/office/officeart/2016/7/layout/VerticalSolidActionList"/>
    <dgm:cxn modelId="{0A01F063-95F1-4A3D-BEBA-6078F1806BE1}" type="presParOf" srcId="{67B1314A-6F40-4C1B-87C8-8F9FA34039EA}" destId="{BCA56E05-4F8B-4008-A79D-74163820109A}" srcOrd="7" destOrd="0" presId="urn:microsoft.com/office/officeart/2016/7/layout/VerticalSolidActionList"/>
    <dgm:cxn modelId="{C6C0A168-AC0D-47C3-AF4A-A152C2AF80F5}" type="presParOf" srcId="{67B1314A-6F40-4C1B-87C8-8F9FA34039EA}" destId="{57BC8B7F-B7D8-4E62-B07F-7A7C3C503726}" srcOrd="8" destOrd="0" presId="urn:microsoft.com/office/officeart/2016/7/layout/VerticalSolidActionList"/>
    <dgm:cxn modelId="{D2CC83ED-030E-4434-9B02-4FBD83CBC883}" type="presParOf" srcId="{57BC8B7F-B7D8-4E62-B07F-7A7C3C503726}" destId="{F77C87D4-BC45-4F89-B954-977A6E8FE408}" srcOrd="0" destOrd="0" presId="urn:microsoft.com/office/officeart/2016/7/layout/VerticalSolidActionList"/>
    <dgm:cxn modelId="{6E546A4A-834C-4311-B115-1B4E6BBA33FE}" type="presParOf" srcId="{57BC8B7F-B7D8-4E62-B07F-7A7C3C503726}" destId="{F29846A1-3B31-40D3-B2D1-3443E0EA17D4}" srcOrd="1" destOrd="0" presId="urn:microsoft.com/office/officeart/2016/7/layout/VerticalSolidActionList"/>
    <dgm:cxn modelId="{9D606419-C9DD-43F8-AA80-9E88E61B6FB0}" type="presParOf" srcId="{67B1314A-6F40-4C1B-87C8-8F9FA34039EA}" destId="{CE2DB74A-AB7A-4F03-8AE9-B52000BEFFA0}" srcOrd="9" destOrd="0" presId="urn:microsoft.com/office/officeart/2016/7/layout/VerticalSolidActionList"/>
    <dgm:cxn modelId="{A5627529-BAB6-4BA6-AE87-77E13F88B586}" type="presParOf" srcId="{67B1314A-6F40-4C1B-87C8-8F9FA34039EA}" destId="{17990DB7-7909-423A-9BAC-61CD82CC9B56}" srcOrd="10" destOrd="0" presId="urn:microsoft.com/office/officeart/2016/7/layout/VerticalSolidActionList"/>
    <dgm:cxn modelId="{344B7329-51D9-4689-92E9-35ACB762C28D}" type="presParOf" srcId="{17990DB7-7909-423A-9BAC-61CD82CC9B56}" destId="{8D2269A8-7AC8-4021-BA9C-55421E2410E0}" srcOrd="0" destOrd="0" presId="urn:microsoft.com/office/officeart/2016/7/layout/VerticalSolidActionList"/>
    <dgm:cxn modelId="{6810F4CC-D662-40CF-A4D4-3A6092EE489E}" type="presParOf" srcId="{17990DB7-7909-423A-9BAC-61CD82CC9B56}" destId="{248410FA-D2C3-4319-AD3B-7B3318DE8C1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AEEF87-6510-4828-A1E0-96A778BF1BF2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0DABF78-AB12-4535-82C4-22153C451950}">
      <dgm:prSet custT="1"/>
      <dgm:spPr/>
      <dgm:t>
        <a:bodyPr/>
        <a:lstStyle/>
        <a:p>
          <a:r>
            <a:rPr lang="en-US" sz="1800"/>
            <a:t>Milestone 1 (Week 2): </a:t>
          </a:r>
        </a:p>
      </dgm:t>
    </dgm:pt>
    <dgm:pt modelId="{D7AB0890-2A4B-4E6D-B490-CDA5E6132255}" type="parTrans" cxnId="{74551AE3-95EF-43D1-B0EC-8D1F2F27DDD1}">
      <dgm:prSet/>
      <dgm:spPr/>
      <dgm:t>
        <a:bodyPr/>
        <a:lstStyle/>
        <a:p>
          <a:endParaRPr lang="en-US" sz="2000"/>
        </a:p>
      </dgm:t>
    </dgm:pt>
    <dgm:pt modelId="{6BB47898-A252-4C9F-BF73-936733179ECF}" type="sibTrans" cxnId="{74551AE3-95EF-43D1-B0EC-8D1F2F27DDD1}">
      <dgm:prSet/>
      <dgm:spPr/>
      <dgm:t>
        <a:bodyPr/>
        <a:lstStyle/>
        <a:p>
          <a:endParaRPr lang="en-US" sz="2000"/>
        </a:p>
      </dgm:t>
    </dgm:pt>
    <dgm:pt modelId="{574C1AA7-00CF-4483-910D-AF9EA20D4D62}">
      <dgm:prSet custT="1"/>
      <dgm:spPr/>
      <dgm:t>
        <a:bodyPr/>
        <a:lstStyle/>
        <a:p>
          <a:r>
            <a:rPr lang="en-US" sz="1600"/>
            <a:t>Submit proposal with architecture and group details.</a:t>
          </a:r>
        </a:p>
      </dgm:t>
    </dgm:pt>
    <dgm:pt modelId="{35063ED9-817E-413E-8954-C56ADD444B9D}" type="parTrans" cxnId="{7A7CFD60-64D7-45C2-8658-C6CE668B65A4}">
      <dgm:prSet/>
      <dgm:spPr/>
      <dgm:t>
        <a:bodyPr/>
        <a:lstStyle/>
        <a:p>
          <a:endParaRPr lang="en-US" sz="2000"/>
        </a:p>
      </dgm:t>
    </dgm:pt>
    <dgm:pt modelId="{A4FBBFB8-8250-48E4-B711-A16AFA3A01FD}" type="sibTrans" cxnId="{7A7CFD60-64D7-45C2-8658-C6CE668B65A4}">
      <dgm:prSet/>
      <dgm:spPr/>
      <dgm:t>
        <a:bodyPr/>
        <a:lstStyle/>
        <a:p>
          <a:endParaRPr lang="en-US" sz="2000"/>
        </a:p>
      </dgm:t>
    </dgm:pt>
    <dgm:pt modelId="{DC1E9804-3F54-46F0-B9E0-D4A38FE1289C}">
      <dgm:prSet custT="1"/>
      <dgm:spPr/>
      <dgm:t>
        <a:bodyPr/>
        <a:lstStyle/>
        <a:p>
          <a:r>
            <a:rPr lang="en-US" sz="1800"/>
            <a:t>Milestone 2 (Week 4): </a:t>
          </a:r>
        </a:p>
      </dgm:t>
    </dgm:pt>
    <dgm:pt modelId="{37BC2AAB-5261-420D-BC73-2816E67FF46B}" type="parTrans" cxnId="{24C2092C-5321-4083-96A8-BAA61C6B9518}">
      <dgm:prSet/>
      <dgm:spPr/>
      <dgm:t>
        <a:bodyPr/>
        <a:lstStyle/>
        <a:p>
          <a:endParaRPr lang="en-US" sz="2000"/>
        </a:p>
      </dgm:t>
    </dgm:pt>
    <dgm:pt modelId="{1F30384F-17B8-470F-8A00-92A7596DC015}" type="sibTrans" cxnId="{24C2092C-5321-4083-96A8-BAA61C6B9518}">
      <dgm:prSet/>
      <dgm:spPr/>
      <dgm:t>
        <a:bodyPr/>
        <a:lstStyle/>
        <a:p>
          <a:endParaRPr lang="en-US" sz="2000"/>
        </a:p>
      </dgm:t>
    </dgm:pt>
    <dgm:pt modelId="{B84BECE6-F7D1-4A60-90BB-ACF7E85989ED}">
      <dgm:prSet custT="1"/>
      <dgm:spPr/>
      <dgm:t>
        <a:bodyPr/>
        <a:lstStyle/>
        <a:p>
          <a:r>
            <a:rPr lang="en-US" sz="1600"/>
            <a:t>Submit architecture design and diagram.</a:t>
          </a:r>
        </a:p>
      </dgm:t>
    </dgm:pt>
    <dgm:pt modelId="{3130CEB9-D3EE-4A9B-82D7-933EA8D4DAF4}" type="parTrans" cxnId="{7B0AC5B0-2641-4F11-86C0-9252F7CDD072}">
      <dgm:prSet/>
      <dgm:spPr/>
      <dgm:t>
        <a:bodyPr/>
        <a:lstStyle/>
        <a:p>
          <a:endParaRPr lang="en-US" sz="2000"/>
        </a:p>
      </dgm:t>
    </dgm:pt>
    <dgm:pt modelId="{B956AA75-C681-4FF6-80ED-EFD16CB0E174}" type="sibTrans" cxnId="{7B0AC5B0-2641-4F11-86C0-9252F7CDD072}">
      <dgm:prSet/>
      <dgm:spPr/>
      <dgm:t>
        <a:bodyPr/>
        <a:lstStyle/>
        <a:p>
          <a:endParaRPr lang="en-US" sz="2000"/>
        </a:p>
      </dgm:t>
    </dgm:pt>
    <dgm:pt modelId="{A5602A97-8493-4455-8382-9DD79D7A8D2C}">
      <dgm:prSet custT="1"/>
      <dgm:spPr/>
      <dgm:t>
        <a:bodyPr/>
        <a:lstStyle/>
        <a:p>
          <a:r>
            <a:rPr lang="en-US" sz="1800"/>
            <a:t>Milestone 3 (Week 8): </a:t>
          </a:r>
        </a:p>
      </dgm:t>
    </dgm:pt>
    <dgm:pt modelId="{4F2DB31E-F831-441E-817D-3C720904CDE0}" type="parTrans" cxnId="{63B26DA6-BCC1-4F28-89D3-CE06E18D037F}">
      <dgm:prSet/>
      <dgm:spPr/>
      <dgm:t>
        <a:bodyPr/>
        <a:lstStyle/>
        <a:p>
          <a:endParaRPr lang="en-US" sz="2000"/>
        </a:p>
      </dgm:t>
    </dgm:pt>
    <dgm:pt modelId="{95A71AF2-D7CD-476F-B880-95C4D431B552}" type="sibTrans" cxnId="{63B26DA6-BCC1-4F28-89D3-CE06E18D037F}">
      <dgm:prSet/>
      <dgm:spPr/>
      <dgm:t>
        <a:bodyPr/>
        <a:lstStyle/>
        <a:p>
          <a:endParaRPr lang="en-US" sz="2000"/>
        </a:p>
      </dgm:t>
    </dgm:pt>
    <dgm:pt modelId="{232C258B-014F-464F-B35B-6527207C27CF}">
      <dgm:prSet custT="1"/>
      <dgm:spPr/>
      <dgm:t>
        <a:bodyPr/>
        <a:lstStyle/>
        <a:p>
          <a:r>
            <a:rPr lang="en-US" sz="1600"/>
            <a:t>Initial deployment with authentication and database integration.</a:t>
          </a:r>
        </a:p>
      </dgm:t>
    </dgm:pt>
    <dgm:pt modelId="{232F2B8E-CD8E-4558-BB6A-2669763DCCBA}" type="parTrans" cxnId="{C24FC127-FE1B-4304-B68F-77340F2C2319}">
      <dgm:prSet/>
      <dgm:spPr/>
      <dgm:t>
        <a:bodyPr/>
        <a:lstStyle/>
        <a:p>
          <a:endParaRPr lang="en-US" sz="2000"/>
        </a:p>
      </dgm:t>
    </dgm:pt>
    <dgm:pt modelId="{B4B0DD18-49B2-47C5-8322-30E28384E258}" type="sibTrans" cxnId="{C24FC127-FE1B-4304-B68F-77340F2C2319}">
      <dgm:prSet/>
      <dgm:spPr/>
      <dgm:t>
        <a:bodyPr/>
        <a:lstStyle/>
        <a:p>
          <a:endParaRPr lang="en-US" sz="2000"/>
        </a:p>
      </dgm:t>
    </dgm:pt>
    <dgm:pt modelId="{9E3CFA84-EF1C-49FD-AB76-87D9C0B95D55}">
      <dgm:prSet custT="1"/>
      <dgm:spPr/>
      <dgm:t>
        <a:bodyPr/>
        <a:lstStyle/>
        <a:p>
          <a:r>
            <a:rPr lang="en-US" sz="1800"/>
            <a:t>Milestone 4 (Week 12): </a:t>
          </a:r>
        </a:p>
      </dgm:t>
    </dgm:pt>
    <dgm:pt modelId="{0BCE18C6-F9EC-4A09-B59B-AE88B081AEB4}" type="parTrans" cxnId="{B22ED7E1-33DE-468D-A111-FC5F642ED07E}">
      <dgm:prSet/>
      <dgm:spPr/>
      <dgm:t>
        <a:bodyPr/>
        <a:lstStyle/>
        <a:p>
          <a:endParaRPr lang="en-US" sz="2000"/>
        </a:p>
      </dgm:t>
    </dgm:pt>
    <dgm:pt modelId="{FD56CC95-4166-4893-9034-DE8C76B4664E}" type="sibTrans" cxnId="{B22ED7E1-33DE-468D-A111-FC5F642ED07E}">
      <dgm:prSet/>
      <dgm:spPr/>
      <dgm:t>
        <a:bodyPr/>
        <a:lstStyle/>
        <a:p>
          <a:endParaRPr lang="en-US" sz="2000"/>
        </a:p>
      </dgm:t>
    </dgm:pt>
    <dgm:pt modelId="{CE955CC9-833B-441B-A032-50104C62BCBC}">
      <dgm:prSet custT="1"/>
      <dgm:spPr/>
      <dgm:t>
        <a:bodyPr/>
        <a:lstStyle/>
        <a:p>
          <a:r>
            <a:rPr lang="en-US" sz="1600"/>
            <a:t>Complete functionality with monitoring and optimization.</a:t>
          </a:r>
        </a:p>
      </dgm:t>
    </dgm:pt>
    <dgm:pt modelId="{67CAFD28-48ED-4C23-B719-C62D32EA0513}" type="parTrans" cxnId="{DAD9A4D2-5F94-4D85-8DD4-59385964A5A4}">
      <dgm:prSet/>
      <dgm:spPr/>
      <dgm:t>
        <a:bodyPr/>
        <a:lstStyle/>
        <a:p>
          <a:endParaRPr lang="en-US" sz="2000"/>
        </a:p>
      </dgm:t>
    </dgm:pt>
    <dgm:pt modelId="{0E1D0238-AB3B-4DDE-A6C7-38C5D5EF95B5}" type="sibTrans" cxnId="{DAD9A4D2-5F94-4D85-8DD4-59385964A5A4}">
      <dgm:prSet/>
      <dgm:spPr/>
      <dgm:t>
        <a:bodyPr/>
        <a:lstStyle/>
        <a:p>
          <a:endParaRPr lang="en-US" sz="2000"/>
        </a:p>
      </dgm:t>
    </dgm:pt>
    <dgm:pt modelId="{5118FBDD-D4E3-467D-8DC9-95D3E5DB5696}">
      <dgm:prSet custT="1"/>
      <dgm:spPr/>
      <dgm:t>
        <a:bodyPr/>
        <a:lstStyle/>
        <a:p>
          <a:r>
            <a:rPr lang="en-US" sz="1800"/>
            <a:t>Milestone 5 (Week 16): </a:t>
          </a:r>
        </a:p>
      </dgm:t>
    </dgm:pt>
    <dgm:pt modelId="{85438B00-700C-4EE6-9E84-A8E86874DF15}" type="parTrans" cxnId="{6872EA1A-26F6-4293-92FF-AB2E9DAB863A}">
      <dgm:prSet/>
      <dgm:spPr/>
      <dgm:t>
        <a:bodyPr/>
        <a:lstStyle/>
        <a:p>
          <a:endParaRPr lang="en-US" sz="2000"/>
        </a:p>
      </dgm:t>
    </dgm:pt>
    <dgm:pt modelId="{3C588BCD-842B-4E1C-924B-235621F32B11}" type="sibTrans" cxnId="{6872EA1A-26F6-4293-92FF-AB2E9DAB863A}">
      <dgm:prSet/>
      <dgm:spPr/>
      <dgm:t>
        <a:bodyPr/>
        <a:lstStyle/>
        <a:p>
          <a:endParaRPr lang="en-US" sz="2000"/>
        </a:p>
      </dgm:t>
    </dgm:pt>
    <dgm:pt modelId="{9090287B-10A9-4586-AC12-3EFACB09D7F3}">
      <dgm:prSet custT="1"/>
      <dgm:spPr/>
      <dgm:t>
        <a:bodyPr/>
        <a:lstStyle/>
        <a:p>
          <a:r>
            <a:rPr lang="en-US" sz="1600"/>
            <a:t>Submit full project and present.</a:t>
          </a:r>
        </a:p>
      </dgm:t>
    </dgm:pt>
    <dgm:pt modelId="{81FDD6BB-6968-4F1A-9BD5-F2D15B1315C9}" type="parTrans" cxnId="{E79D7BE8-1FDC-4968-BE6E-AFD565A97739}">
      <dgm:prSet/>
      <dgm:spPr/>
      <dgm:t>
        <a:bodyPr/>
        <a:lstStyle/>
        <a:p>
          <a:endParaRPr lang="en-US" sz="2000"/>
        </a:p>
      </dgm:t>
    </dgm:pt>
    <dgm:pt modelId="{8AE30E49-001F-420F-8F73-66FE6496810F}" type="sibTrans" cxnId="{E79D7BE8-1FDC-4968-BE6E-AFD565A97739}">
      <dgm:prSet/>
      <dgm:spPr/>
      <dgm:t>
        <a:bodyPr/>
        <a:lstStyle/>
        <a:p>
          <a:endParaRPr lang="en-US" sz="2000"/>
        </a:p>
      </dgm:t>
    </dgm:pt>
    <dgm:pt modelId="{D046BD68-A588-4A12-BBDD-79AD385AE860}" type="pres">
      <dgm:prSet presAssocID="{FEAEEF87-6510-4828-A1E0-96A778BF1BF2}" presName="Name0" presStyleCnt="0">
        <dgm:presLayoutVars>
          <dgm:dir/>
          <dgm:animLvl val="lvl"/>
          <dgm:resizeHandles val="exact"/>
        </dgm:presLayoutVars>
      </dgm:prSet>
      <dgm:spPr/>
    </dgm:pt>
    <dgm:pt modelId="{75FE34BE-135F-4C07-A94B-CBEB446FD112}" type="pres">
      <dgm:prSet presAssocID="{30DABF78-AB12-4535-82C4-22153C451950}" presName="linNode" presStyleCnt="0"/>
      <dgm:spPr/>
    </dgm:pt>
    <dgm:pt modelId="{60E7F369-01D8-415C-B2CE-0D01FC8D2517}" type="pres">
      <dgm:prSet presAssocID="{30DABF78-AB12-4535-82C4-22153C451950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382A54BE-08DD-48A1-9026-AF6E9DC1A365}" type="pres">
      <dgm:prSet presAssocID="{30DABF78-AB12-4535-82C4-22153C451950}" presName="descendantText" presStyleLbl="alignAccFollowNode1" presStyleIdx="0" presStyleCnt="5">
        <dgm:presLayoutVars>
          <dgm:bulletEnabled/>
        </dgm:presLayoutVars>
      </dgm:prSet>
      <dgm:spPr/>
    </dgm:pt>
    <dgm:pt modelId="{833D2716-83EC-46BE-A58E-126AB4E678C2}" type="pres">
      <dgm:prSet presAssocID="{6BB47898-A252-4C9F-BF73-936733179ECF}" presName="sp" presStyleCnt="0"/>
      <dgm:spPr/>
    </dgm:pt>
    <dgm:pt modelId="{2E7912FD-1F56-4A50-9B8C-1D60C5047B81}" type="pres">
      <dgm:prSet presAssocID="{DC1E9804-3F54-46F0-B9E0-D4A38FE1289C}" presName="linNode" presStyleCnt="0"/>
      <dgm:spPr/>
    </dgm:pt>
    <dgm:pt modelId="{F630A1C4-8741-44AB-B30F-23F7698EE079}" type="pres">
      <dgm:prSet presAssocID="{DC1E9804-3F54-46F0-B9E0-D4A38FE1289C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43519588-87DC-4369-B6B1-93EE0417937C}" type="pres">
      <dgm:prSet presAssocID="{DC1E9804-3F54-46F0-B9E0-D4A38FE1289C}" presName="descendantText" presStyleLbl="alignAccFollowNode1" presStyleIdx="1" presStyleCnt="5">
        <dgm:presLayoutVars>
          <dgm:bulletEnabled/>
        </dgm:presLayoutVars>
      </dgm:prSet>
      <dgm:spPr/>
    </dgm:pt>
    <dgm:pt modelId="{B88BFCD4-701F-4122-BA4C-E28CFEA8EE6A}" type="pres">
      <dgm:prSet presAssocID="{1F30384F-17B8-470F-8A00-92A7596DC015}" presName="sp" presStyleCnt="0"/>
      <dgm:spPr/>
    </dgm:pt>
    <dgm:pt modelId="{7C2C9D54-D001-4395-A0B7-258A4D219817}" type="pres">
      <dgm:prSet presAssocID="{A5602A97-8493-4455-8382-9DD79D7A8D2C}" presName="linNode" presStyleCnt="0"/>
      <dgm:spPr/>
    </dgm:pt>
    <dgm:pt modelId="{6BDAAD7B-31EF-4B29-A134-012CD3FE7C92}" type="pres">
      <dgm:prSet presAssocID="{A5602A97-8493-4455-8382-9DD79D7A8D2C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6DBC1D39-D666-43F3-BDC9-B3B9C081D345}" type="pres">
      <dgm:prSet presAssocID="{A5602A97-8493-4455-8382-9DD79D7A8D2C}" presName="descendantText" presStyleLbl="alignAccFollowNode1" presStyleIdx="2" presStyleCnt="5">
        <dgm:presLayoutVars>
          <dgm:bulletEnabled/>
        </dgm:presLayoutVars>
      </dgm:prSet>
      <dgm:spPr/>
    </dgm:pt>
    <dgm:pt modelId="{7C2F1129-BA5E-4FDF-A5D1-CDDCCF503B9F}" type="pres">
      <dgm:prSet presAssocID="{95A71AF2-D7CD-476F-B880-95C4D431B552}" presName="sp" presStyleCnt="0"/>
      <dgm:spPr/>
    </dgm:pt>
    <dgm:pt modelId="{F03C20D7-60E8-4777-A7D3-3F4DE6444B59}" type="pres">
      <dgm:prSet presAssocID="{9E3CFA84-EF1C-49FD-AB76-87D9C0B95D55}" presName="linNode" presStyleCnt="0"/>
      <dgm:spPr/>
    </dgm:pt>
    <dgm:pt modelId="{32D124ED-BEB9-4288-81C3-66435B8D765B}" type="pres">
      <dgm:prSet presAssocID="{9E3CFA84-EF1C-49FD-AB76-87D9C0B95D55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04312D21-1A8F-4338-BC62-B1EF43556A5D}" type="pres">
      <dgm:prSet presAssocID="{9E3CFA84-EF1C-49FD-AB76-87D9C0B95D55}" presName="descendantText" presStyleLbl="alignAccFollowNode1" presStyleIdx="3" presStyleCnt="5">
        <dgm:presLayoutVars>
          <dgm:bulletEnabled/>
        </dgm:presLayoutVars>
      </dgm:prSet>
      <dgm:spPr/>
    </dgm:pt>
    <dgm:pt modelId="{DAD07EA1-F948-4B40-8DB9-994C41B494D8}" type="pres">
      <dgm:prSet presAssocID="{FD56CC95-4166-4893-9034-DE8C76B4664E}" presName="sp" presStyleCnt="0"/>
      <dgm:spPr/>
    </dgm:pt>
    <dgm:pt modelId="{A5429E01-A355-465B-8D6D-7D3236D6C701}" type="pres">
      <dgm:prSet presAssocID="{5118FBDD-D4E3-467D-8DC9-95D3E5DB5696}" presName="linNode" presStyleCnt="0"/>
      <dgm:spPr/>
    </dgm:pt>
    <dgm:pt modelId="{805D6D3E-A622-46A4-B078-6C01B8884430}" type="pres">
      <dgm:prSet presAssocID="{5118FBDD-D4E3-467D-8DC9-95D3E5DB5696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7280FF9A-D1C8-42EF-93A7-6451AD921198}" type="pres">
      <dgm:prSet presAssocID="{5118FBDD-D4E3-467D-8DC9-95D3E5DB5696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6872EA1A-26F6-4293-92FF-AB2E9DAB863A}" srcId="{FEAEEF87-6510-4828-A1E0-96A778BF1BF2}" destId="{5118FBDD-D4E3-467D-8DC9-95D3E5DB5696}" srcOrd="4" destOrd="0" parTransId="{85438B00-700C-4EE6-9E84-A8E86874DF15}" sibTransId="{3C588BCD-842B-4E1C-924B-235621F32B11}"/>
    <dgm:cxn modelId="{C24FC127-FE1B-4304-B68F-77340F2C2319}" srcId="{A5602A97-8493-4455-8382-9DD79D7A8D2C}" destId="{232C258B-014F-464F-B35B-6527207C27CF}" srcOrd="0" destOrd="0" parTransId="{232F2B8E-CD8E-4558-BB6A-2669763DCCBA}" sibTransId="{B4B0DD18-49B2-47C5-8322-30E28384E258}"/>
    <dgm:cxn modelId="{24C2092C-5321-4083-96A8-BAA61C6B9518}" srcId="{FEAEEF87-6510-4828-A1E0-96A778BF1BF2}" destId="{DC1E9804-3F54-46F0-B9E0-D4A38FE1289C}" srcOrd="1" destOrd="0" parTransId="{37BC2AAB-5261-420D-BC73-2816E67FF46B}" sibTransId="{1F30384F-17B8-470F-8A00-92A7596DC015}"/>
    <dgm:cxn modelId="{A3484B3F-2E69-4AEC-B788-B49F6285DB7C}" type="presOf" srcId="{5118FBDD-D4E3-467D-8DC9-95D3E5DB5696}" destId="{805D6D3E-A622-46A4-B078-6C01B8884430}" srcOrd="0" destOrd="0" presId="urn:microsoft.com/office/officeart/2016/7/layout/VerticalSolidActionList"/>
    <dgm:cxn modelId="{7A7CFD60-64D7-45C2-8658-C6CE668B65A4}" srcId="{30DABF78-AB12-4535-82C4-22153C451950}" destId="{574C1AA7-00CF-4483-910D-AF9EA20D4D62}" srcOrd="0" destOrd="0" parTransId="{35063ED9-817E-413E-8954-C56ADD444B9D}" sibTransId="{A4FBBFB8-8250-48E4-B711-A16AFA3A01FD}"/>
    <dgm:cxn modelId="{FF00EA67-F8F1-4760-A137-6615799B75AF}" type="presOf" srcId="{CE955CC9-833B-441B-A032-50104C62BCBC}" destId="{04312D21-1A8F-4338-BC62-B1EF43556A5D}" srcOrd="0" destOrd="0" presId="urn:microsoft.com/office/officeart/2016/7/layout/VerticalSolidActionList"/>
    <dgm:cxn modelId="{5F702248-D6F0-4B44-9A86-2483007536C5}" type="presOf" srcId="{574C1AA7-00CF-4483-910D-AF9EA20D4D62}" destId="{382A54BE-08DD-48A1-9026-AF6E9DC1A365}" srcOrd="0" destOrd="0" presId="urn:microsoft.com/office/officeart/2016/7/layout/VerticalSolidActionList"/>
    <dgm:cxn modelId="{7110C473-B72B-4DBE-B76E-3EE427B312C4}" type="presOf" srcId="{9E3CFA84-EF1C-49FD-AB76-87D9C0B95D55}" destId="{32D124ED-BEB9-4288-81C3-66435B8D765B}" srcOrd="0" destOrd="0" presId="urn:microsoft.com/office/officeart/2016/7/layout/VerticalSolidActionList"/>
    <dgm:cxn modelId="{07B1477A-DEE2-4685-88A2-5E06C06B80CF}" type="presOf" srcId="{DC1E9804-3F54-46F0-B9E0-D4A38FE1289C}" destId="{F630A1C4-8741-44AB-B30F-23F7698EE079}" srcOrd="0" destOrd="0" presId="urn:microsoft.com/office/officeart/2016/7/layout/VerticalSolidActionList"/>
    <dgm:cxn modelId="{2F322AA5-9448-4DA4-8E79-F555D3942404}" type="presOf" srcId="{A5602A97-8493-4455-8382-9DD79D7A8D2C}" destId="{6BDAAD7B-31EF-4B29-A134-012CD3FE7C92}" srcOrd="0" destOrd="0" presId="urn:microsoft.com/office/officeart/2016/7/layout/VerticalSolidActionList"/>
    <dgm:cxn modelId="{63B26DA6-BCC1-4F28-89D3-CE06E18D037F}" srcId="{FEAEEF87-6510-4828-A1E0-96A778BF1BF2}" destId="{A5602A97-8493-4455-8382-9DD79D7A8D2C}" srcOrd="2" destOrd="0" parTransId="{4F2DB31E-F831-441E-817D-3C720904CDE0}" sibTransId="{95A71AF2-D7CD-476F-B880-95C4D431B552}"/>
    <dgm:cxn modelId="{12E01FAA-21BB-4701-B857-B0A05D717F44}" type="presOf" srcId="{232C258B-014F-464F-B35B-6527207C27CF}" destId="{6DBC1D39-D666-43F3-BDC9-B3B9C081D345}" srcOrd="0" destOrd="0" presId="urn:microsoft.com/office/officeart/2016/7/layout/VerticalSolidActionList"/>
    <dgm:cxn modelId="{488470AD-0760-407D-A0A0-3B5BF23B4F51}" type="presOf" srcId="{FEAEEF87-6510-4828-A1E0-96A778BF1BF2}" destId="{D046BD68-A588-4A12-BBDD-79AD385AE860}" srcOrd="0" destOrd="0" presId="urn:microsoft.com/office/officeart/2016/7/layout/VerticalSolidActionList"/>
    <dgm:cxn modelId="{7B0AC5B0-2641-4F11-86C0-9252F7CDD072}" srcId="{DC1E9804-3F54-46F0-B9E0-D4A38FE1289C}" destId="{B84BECE6-F7D1-4A60-90BB-ACF7E85989ED}" srcOrd="0" destOrd="0" parTransId="{3130CEB9-D3EE-4A9B-82D7-933EA8D4DAF4}" sibTransId="{B956AA75-C681-4FF6-80ED-EFD16CB0E174}"/>
    <dgm:cxn modelId="{4A1AF6C6-A1DE-4DA2-A701-CC71F6F9691D}" type="presOf" srcId="{9090287B-10A9-4586-AC12-3EFACB09D7F3}" destId="{7280FF9A-D1C8-42EF-93A7-6451AD921198}" srcOrd="0" destOrd="0" presId="urn:microsoft.com/office/officeart/2016/7/layout/VerticalSolidActionList"/>
    <dgm:cxn modelId="{DAD9A4D2-5F94-4D85-8DD4-59385964A5A4}" srcId="{9E3CFA84-EF1C-49FD-AB76-87D9C0B95D55}" destId="{CE955CC9-833B-441B-A032-50104C62BCBC}" srcOrd="0" destOrd="0" parTransId="{67CAFD28-48ED-4C23-B719-C62D32EA0513}" sibTransId="{0E1D0238-AB3B-4DDE-A6C7-38C5D5EF95B5}"/>
    <dgm:cxn modelId="{B22ED7E1-33DE-468D-A111-FC5F642ED07E}" srcId="{FEAEEF87-6510-4828-A1E0-96A778BF1BF2}" destId="{9E3CFA84-EF1C-49FD-AB76-87D9C0B95D55}" srcOrd="3" destOrd="0" parTransId="{0BCE18C6-F9EC-4A09-B59B-AE88B081AEB4}" sibTransId="{FD56CC95-4166-4893-9034-DE8C76B4664E}"/>
    <dgm:cxn modelId="{74551AE3-95EF-43D1-B0EC-8D1F2F27DDD1}" srcId="{FEAEEF87-6510-4828-A1E0-96A778BF1BF2}" destId="{30DABF78-AB12-4535-82C4-22153C451950}" srcOrd="0" destOrd="0" parTransId="{D7AB0890-2A4B-4E6D-B490-CDA5E6132255}" sibTransId="{6BB47898-A252-4C9F-BF73-936733179ECF}"/>
    <dgm:cxn modelId="{1B92BDE5-E973-44D2-8311-F39C627B1B61}" type="presOf" srcId="{30DABF78-AB12-4535-82C4-22153C451950}" destId="{60E7F369-01D8-415C-B2CE-0D01FC8D2517}" srcOrd="0" destOrd="0" presId="urn:microsoft.com/office/officeart/2016/7/layout/VerticalSolidActionList"/>
    <dgm:cxn modelId="{E79D7BE8-1FDC-4968-BE6E-AFD565A97739}" srcId="{5118FBDD-D4E3-467D-8DC9-95D3E5DB5696}" destId="{9090287B-10A9-4586-AC12-3EFACB09D7F3}" srcOrd="0" destOrd="0" parTransId="{81FDD6BB-6968-4F1A-9BD5-F2D15B1315C9}" sibTransId="{8AE30E49-001F-420F-8F73-66FE6496810F}"/>
    <dgm:cxn modelId="{7F08A0FF-7DD6-47BD-8BC5-08272C675FA1}" type="presOf" srcId="{B84BECE6-F7D1-4A60-90BB-ACF7E85989ED}" destId="{43519588-87DC-4369-B6B1-93EE0417937C}" srcOrd="0" destOrd="0" presId="urn:microsoft.com/office/officeart/2016/7/layout/VerticalSolidActionList"/>
    <dgm:cxn modelId="{D7D33047-3616-4519-9E8E-B08E4EC7B98A}" type="presParOf" srcId="{D046BD68-A588-4A12-BBDD-79AD385AE860}" destId="{75FE34BE-135F-4C07-A94B-CBEB446FD112}" srcOrd="0" destOrd="0" presId="urn:microsoft.com/office/officeart/2016/7/layout/VerticalSolidActionList"/>
    <dgm:cxn modelId="{A6F974D4-79B5-4F8B-996C-C4098A6888C1}" type="presParOf" srcId="{75FE34BE-135F-4C07-A94B-CBEB446FD112}" destId="{60E7F369-01D8-415C-B2CE-0D01FC8D2517}" srcOrd="0" destOrd="0" presId="urn:microsoft.com/office/officeart/2016/7/layout/VerticalSolidActionList"/>
    <dgm:cxn modelId="{68C29F33-3D4C-48C0-ADB2-A6D2B2B2AFA9}" type="presParOf" srcId="{75FE34BE-135F-4C07-A94B-CBEB446FD112}" destId="{382A54BE-08DD-48A1-9026-AF6E9DC1A365}" srcOrd="1" destOrd="0" presId="urn:microsoft.com/office/officeart/2016/7/layout/VerticalSolidActionList"/>
    <dgm:cxn modelId="{9B855AAE-73FA-4D8B-AFDE-545D80B0647A}" type="presParOf" srcId="{D046BD68-A588-4A12-BBDD-79AD385AE860}" destId="{833D2716-83EC-46BE-A58E-126AB4E678C2}" srcOrd="1" destOrd="0" presId="urn:microsoft.com/office/officeart/2016/7/layout/VerticalSolidActionList"/>
    <dgm:cxn modelId="{7B56709D-446B-43C4-A7A3-910146105696}" type="presParOf" srcId="{D046BD68-A588-4A12-BBDD-79AD385AE860}" destId="{2E7912FD-1F56-4A50-9B8C-1D60C5047B81}" srcOrd="2" destOrd="0" presId="urn:microsoft.com/office/officeart/2016/7/layout/VerticalSolidActionList"/>
    <dgm:cxn modelId="{DC4528EF-9167-4B67-AA9A-2834FA0B5EB4}" type="presParOf" srcId="{2E7912FD-1F56-4A50-9B8C-1D60C5047B81}" destId="{F630A1C4-8741-44AB-B30F-23F7698EE079}" srcOrd="0" destOrd="0" presId="urn:microsoft.com/office/officeart/2016/7/layout/VerticalSolidActionList"/>
    <dgm:cxn modelId="{0FC0EDCE-1650-4E29-8FBE-314E5C369EBC}" type="presParOf" srcId="{2E7912FD-1F56-4A50-9B8C-1D60C5047B81}" destId="{43519588-87DC-4369-B6B1-93EE0417937C}" srcOrd="1" destOrd="0" presId="urn:microsoft.com/office/officeart/2016/7/layout/VerticalSolidActionList"/>
    <dgm:cxn modelId="{1CE45B4D-3F52-451D-8FF5-AF6D79CA5D20}" type="presParOf" srcId="{D046BD68-A588-4A12-BBDD-79AD385AE860}" destId="{B88BFCD4-701F-4122-BA4C-E28CFEA8EE6A}" srcOrd="3" destOrd="0" presId="urn:microsoft.com/office/officeart/2016/7/layout/VerticalSolidActionList"/>
    <dgm:cxn modelId="{CDB4C39F-A25E-41F2-B7D7-FD85AF10D2E9}" type="presParOf" srcId="{D046BD68-A588-4A12-BBDD-79AD385AE860}" destId="{7C2C9D54-D001-4395-A0B7-258A4D219817}" srcOrd="4" destOrd="0" presId="urn:microsoft.com/office/officeart/2016/7/layout/VerticalSolidActionList"/>
    <dgm:cxn modelId="{5D52B4CD-6BC3-45C9-892A-FFD2E17A4E5D}" type="presParOf" srcId="{7C2C9D54-D001-4395-A0B7-258A4D219817}" destId="{6BDAAD7B-31EF-4B29-A134-012CD3FE7C92}" srcOrd="0" destOrd="0" presId="urn:microsoft.com/office/officeart/2016/7/layout/VerticalSolidActionList"/>
    <dgm:cxn modelId="{493DC53D-40F9-43A3-8FE5-8C131680EB1F}" type="presParOf" srcId="{7C2C9D54-D001-4395-A0B7-258A4D219817}" destId="{6DBC1D39-D666-43F3-BDC9-B3B9C081D345}" srcOrd="1" destOrd="0" presId="urn:microsoft.com/office/officeart/2016/7/layout/VerticalSolidActionList"/>
    <dgm:cxn modelId="{84895668-7997-46DE-8911-C77C68101C68}" type="presParOf" srcId="{D046BD68-A588-4A12-BBDD-79AD385AE860}" destId="{7C2F1129-BA5E-4FDF-A5D1-CDDCCF503B9F}" srcOrd="5" destOrd="0" presId="urn:microsoft.com/office/officeart/2016/7/layout/VerticalSolidActionList"/>
    <dgm:cxn modelId="{5F4B15B8-B8CC-44F0-B513-F0A3D7A067BF}" type="presParOf" srcId="{D046BD68-A588-4A12-BBDD-79AD385AE860}" destId="{F03C20D7-60E8-4777-A7D3-3F4DE6444B59}" srcOrd="6" destOrd="0" presId="urn:microsoft.com/office/officeart/2016/7/layout/VerticalSolidActionList"/>
    <dgm:cxn modelId="{0B031E6E-D55F-48AC-BE3A-0F77B459E54E}" type="presParOf" srcId="{F03C20D7-60E8-4777-A7D3-3F4DE6444B59}" destId="{32D124ED-BEB9-4288-81C3-66435B8D765B}" srcOrd="0" destOrd="0" presId="urn:microsoft.com/office/officeart/2016/7/layout/VerticalSolidActionList"/>
    <dgm:cxn modelId="{3C44E990-61FA-4F82-9CF9-9AD547C4992C}" type="presParOf" srcId="{F03C20D7-60E8-4777-A7D3-3F4DE6444B59}" destId="{04312D21-1A8F-4338-BC62-B1EF43556A5D}" srcOrd="1" destOrd="0" presId="urn:microsoft.com/office/officeart/2016/7/layout/VerticalSolidActionList"/>
    <dgm:cxn modelId="{47D2A606-53B3-40D2-A081-18D495D9DF2F}" type="presParOf" srcId="{D046BD68-A588-4A12-BBDD-79AD385AE860}" destId="{DAD07EA1-F948-4B40-8DB9-994C41B494D8}" srcOrd="7" destOrd="0" presId="urn:microsoft.com/office/officeart/2016/7/layout/VerticalSolidActionList"/>
    <dgm:cxn modelId="{200456EF-2C0E-41F9-9AB0-F4F04753DC6A}" type="presParOf" srcId="{D046BD68-A588-4A12-BBDD-79AD385AE860}" destId="{A5429E01-A355-465B-8D6D-7D3236D6C701}" srcOrd="8" destOrd="0" presId="urn:microsoft.com/office/officeart/2016/7/layout/VerticalSolidActionList"/>
    <dgm:cxn modelId="{B0FFD751-7470-44BC-BBCA-6A75E032FDE7}" type="presParOf" srcId="{A5429E01-A355-465B-8D6D-7D3236D6C701}" destId="{805D6D3E-A622-46A4-B078-6C01B8884430}" srcOrd="0" destOrd="0" presId="urn:microsoft.com/office/officeart/2016/7/layout/VerticalSolidActionList"/>
    <dgm:cxn modelId="{2D087657-D4A5-40A8-B8B3-5FB370134B82}" type="presParOf" srcId="{A5429E01-A355-465B-8D6D-7D3236D6C701}" destId="{7280FF9A-D1C8-42EF-93A7-6451AD921198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CE259EC-BA6E-4BAE-9947-D4838BEF2DB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F1F1C9-D2A7-4047-97B7-4BCCF54431FB}">
      <dgm:prSet/>
      <dgm:spPr/>
      <dgm:t>
        <a:bodyPr/>
        <a:lstStyle/>
        <a:p>
          <a:r>
            <a:rPr lang="en-US"/>
            <a:t>1. E-Commerce Platform</a:t>
          </a:r>
        </a:p>
      </dgm:t>
    </dgm:pt>
    <dgm:pt modelId="{81A98FE2-3E11-4C5F-8C04-14715F517544}" type="parTrans" cxnId="{F7335A1E-7C86-4564-94AF-AF8F8BC0E891}">
      <dgm:prSet/>
      <dgm:spPr/>
      <dgm:t>
        <a:bodyPr/>
        <a:lstStyle/>
        <a:p>
          <a:endParaRPr lang="en-US"/>
        </a:p>
      </dgm:t>
    </dgm:pt>
    <dgm:pt modelId="{C7C563BE-DECA-4671-93D1-255CD359CCAF}" type="sibTrans" cxnId="{F7335A1E-7C86-4564-94AF-AF8F8BC0E891}">
      <dgm:prSet/>
      <dgm:spPr/>
      <dgm:t>
        <a:bodyPr/>
        <a:lstStyle/>
        <a:p>
          <a:endParaRPr lang="en-US"/>
        </a:p>
      </dgm:t>
    </dgm:pt>
    <dgm:pt modelId="{CE3386FF-97DE-43E4-8B18-FF2CC289A329}">
      <dgm:prSet/>
      <dgm:spPr/>
      <dgm:t>
        <a:bodyPr/>
        <a:lstStyle/>
        <a:p>
          <a:r>
            <a:rPr lang="en-US"/>
            <a:t>2. Inventory Management System</a:t>
          </a:r>
        </a:p>
      </dgm:t>
    </dgm:pt>
    <dgm:pt modelId="{28E2A9E0-6701-4A88-A787-68A9D25EA977}" type="parTrans" cxnId="{82F8AE34-99E2-4660-B320-78344791FA04}">
      <dgm:prSet/>
      <dgm:spPr/>
      <dgm:t>
        <a:bodyPr/>
        <a:lstStyle/>
        <a:p>
          <a:endParaRPr lang="en-US"/>
        </a:p>
      </dgm:t>
    </dgm:pt>
    <dgm:pt modelId="{F4F7612C-D925-41A9-9DE1-C58015FEA644}" type="sibTrans" cxnId="{82F8AE34-99E2-4660-B320-78344791FA04}">
      <dgm:prSet/>
      <dgm:spPr/>
      <dgm:t>
        <a:bodyPr/>
        <a:lstStyle/>
        <a:p>
          <a:endParaRPr lang="en-US"/>
        </a:p>
      </dgm:t>
    </dgm:pt>
    <dgm:pt modelId="{3C6E36CB-7AEA-40DD-9E18-09CBB49D7F27}">
      <dgm:prSet/>
      <dgm:spPr/>
      <dgm:t>
        <a:bodyPr/>
        <a:lstStyle/>
        <a:p>
          <a:r>
            <a:rPr lang="en-US"/>
            <a:t>3. Restaurant Ordering System</a:t>
          </a:r>
        </a:p>
      </dgm:t>
    </dgm:pt>
    <dgm:pt modelId="{26AD7020-75FA-40D0-83B4-7D21DAFAE682}" type="parTrans" cxnId="{545EB402-A6F1-4DA6-A986-8DBC7FD1A6B1}">
      <dgm:prSet/>
      <dgm:spPr/>
      <dgm:t>
        <a:bodyPr/>
        <a:lstStyle/>
        <a:p>
          <a:endParaRPr lang="en-US"/>
        </a:p>
      </dgm:t>
    </dgm:pt>
    <dgm:pt modelId="{AF3413A3-829D-47CE-B695-F8224E16FD52}" type="sibTrans" cxnId="{545EB402-A6F1-4DA6-A986-8DBC7FD1A6B1}">
      <dgm:prSet/>
      <dgm:spPr/>
      <dgm:t>
        <a:bodyPr/>
        <a:lstStyle/>
        <a:p>
          <a:endParaRPr lang="en-US"/>
        </a:p>
      </dgm:t>
    </dgm:pt>
    <dgm:pt modelId="{AECC3F85-4891-4587-9F11-D726D4C3D9D3}">
      <dgm:prSet/>
      <dgm:spPr/>
      <dgm:t>
        <a:bodyPr/>
        <a:lstStyle/>
        <a:p>
          <a:r>
            <a:rPr lang="en-US"/>
            <a:t>4. Learning Management System (LMS)</a:t>
          </a:r>
        </a:p>
      </dgm:t>
    </dgm:pt>
    <dgm:pt modelId="{7E523C86-EAE3-4207-9B9B-4BBF81CA201D}" type="parTrans" cxnId="{B32336E5-DD95-44C9-8384-6DA818B0CFB8}">
      <dgm:prSet/>
      <dgm:spPr/>
      <dgm:t>
        <a:bodyPr/>
        <a:lstStyle/>
        <a:p>
          <a:endParaRPr lang="en-US"/>
        </a:p>
      </dgm:t>
    </dgm:pt>
    <dgm:pt modelId="{68F477A2-C1D5-4E08-9881-22060B7817D7}" type="sibTrans" cxnId="{B32336E5-DD95-44C9-8384-6DA818B0CFB8}">
      <dgm:prSet/>
      <dgm:spPr/>
      <dgm:t>
        <a:bodyPr/>
        <a:lstStyle/>
        <a:p>
          <a:endParaRPr lang="en-US"/>
        </a:p>
      </dgm:t>
    </dgm:pt>
    <dgm:pt modelId="{6F7B2D19-7B9B-4416-9F48-FCD80C9B44FA}">
      <dgm:prSet/>
      <dgm:spPr/>
      <dgm:t>
        <a:bodyPr/>
        <a:lstStyle/>
        <a:p>
          <a:r>
            <a:rPr lang="en-US"/>
            <a:t>5. Blog Content Management System</a:t>
          </a:r>
        </a:p>
      </dgm:t>
    </dgm:pt>
    <dgm:pt modelId="{35FA1B1F-9863-4DF8-A435-886F363DE137}" type="parTrans" cxnId="{5472B9C0-C75F-452C-B040-CD7569D6642E}">
      <dgm:prSet/>
      <dgm:spPr/>
      <dgm:t>
        <a:bodyPr/>
        <a:lstStyle/>
        <a:p>
          <a:endParaRPr lang="en-US"/>
        </a:p>
      </dgm:t>
    </dgm:pt>
    <dgm:pt modelId="{128A55B8-4FC0-46E2-98E1-9D7407A9B348}" type="sibTrans" cxnId="{5472B9C0-C75F-452C-B040-CD7569D6642E}">
      <dgm:prSet/>
      <dgm:spPr/>
      <dgm:t>
        <a:bodyPr/>
        <a:lstStyle/>
        <a:p>
          <a:endParaRPr lang="en-US"/>
        </a:p>
      </dgm:t>
    </dgm:pt>
    <dgm:pt modelId="{4BC05BD7-BB68-439F-8DE3-1461D645A2C7}">
      <dgm:prSet/>
      <dgm:spPr/>
      <dgm:t>
        <a:bodyPr/>
        <a:lstStyle/>
        <a:p>
          <a:r>
            <a:rPr lang="en-US"/>
            <a:t>6. Online Bookstore</a:t>
          </a:r>
        </a:p>
      </dgm:t>
    </dgm:pt>
    <dgm:pt modelId="{214D7CD5-7021-4621-BD0E-9A45F132B872}" type="parTrans" cxnId="{1CDC9391-60E5-4FBE-9AAB-9D115609A8D9}">
      <dgm:prSet/>
      <dgm:spPr/>
      <dgm:t>
        <a:bodyPr/>
        <a:lstStyle/>
        <a:p>
          <a:endParaRPr lang="en-US"/>
        </a:p>
      </dgm:t>
    </dgm:pt>
    <dgm:pt modelId="{8A4AD0E5-2605-4EF9-AFDF-2AE303E54BCB}" type="sibTrans" cxnId="{1CDC9391-60E5-4FBE-9AAB-9D115609A8D9}">
      <dgm:prSet/>
      <dgm:spPr/>
      <dgm:t>
        <a:bodyPr/>
        <a:lstStyle/>
        <a:p>
          <a:endParaRPr lang="en-US"/>
        </a:p>
      </dgm:t>
    </dgm:pt>
    <dgm:pt modelId="{72CE24DF-084F-4419-A0E1-E3627CFCBF01}">
      <dgm:prSet/>
      <dgm:spPr/>
      <dgm:t>
        <a:bodyPr/>
        <a:lstStyle/>
        <a:p>
          <a:r>
            <a:rPr lang="en-US"/>
            <a:t>7. Fitness Tracking App</a:t>
          </a:r>
        </a:p>
      </dgm:t>
    </dgm:pt>
    <dgm:pt modelId="{09F2F429-8605-4882-84EB-B0E7AE4472CA}" type="parTrans" cxnId="{EA154753-C318-476A-AA7A-7534A93D442F}">
      <dgm:prSet/>
      <dgm:spPr/>
      <dgm:t>
        <a:bodyPr/>
        <a:lstStyle/>
        <a:p>
          <a:endParaRPr lang="en-US"/>
        </a:p>
      </dgm:t>
    </dgm:pt>
    <dgm:pt modelId="{0DA0B164-EEA5-4635-9AAD-D5353426F97A}" type="sibTrans" cxnId="{EA154753-C318-476A-AA7A-7534A93D442F}">
      <dgm:prSet/>
      <dgm:spPr/>
      <dgm:t>
        <a:bodyPr/>
        <a:lstStyle/>
        <a:p>
          <a:endParaRPr lang="en-US"/>
        </a:p>
      </dgm:t>
    </dgm:pt>
    <dgm:pt modelId="{470A7398-A513-42BE-BA54-684B9C7C764F}">
      <dgm:prSet/>
      <dgm:spPr/>
      <dgm:t>
        <a:bodyPr/>
        <a:lstStyle/>
        <a:p>
          <a:r>
            <a:rPr lang="en-US"/>
            <a:t>8. Event Ticketing System</a:t>
          </a:r>
        </a:p>
      </dgm:t>
    </dgm:pt>
    <dgm:pt modelId="{6ECE5BEB-DBA7-42AA-97DA-ECDA4AB6C402}" type="parTrans" cxnId="{B817E9DE-4DF7-4560-9981-B5F66AB5A3FD}">
      <dgm:prSet/>
      <dgm:spPr/>
      <dgm:t>
        <a:bodyPr/>
        <a:lstStyle/>
        <a:p>
          <a:endParaRPr lang="en-US"/>
        </a:p>
      </dgm:t>
    </dgm:pt>
    <dgm:pt modelId="{40152C63-D218-4F2C-A356-1D909D381489}" type="sibTrans" cxnId="{B817E9DE-4DF7-4560-9981-B5F66AB5A3FD}">
      <dgm:prSet/>
      <dgm:spPr/>
      <dgm:t>
        <a:bodyPr/>
        <a:lstStyle/>
        <a:p>
          <a:endParaRPr lang="en-US"/>
        </a:p>
      </dgm:t>
    </dgm:pt>
    <dgm:pt modelId="{13B3A958-31BB-475B-833D-5C0B2913688F}">
      <dgm:prSet/>
      <dgm:spPr/>
      <dgm:t>
        <a:bodyPr/>
        <a:lstStyle/>
        <a:p>
          <a:r>
            <a:rPr lang="en-US"/>
            <a:t>9. Travel Booking System</a:t>
          </a:r>
        </a:p>
      </dgm:t>
    </dgm:pt>
    <dgm:pt modelId="{7CC92C6E-9D73-47D6-B4BE-6BD6617BB1F3}" type="parTrans" cxnId="{4D779D7F-141B-46D3-93B4-4A96A45EA31B}">
      <dgm:prSet/>
      <dgm:spPr/>
      <dgm:t>
        <a:bodyPr/>
        <a:lstStyle/>
        <a:p>
          <a:endParaRPr lang="en-US"/>
        </a:p>
      </dgm:t>
    </dgm:pt>
    <dgm:pt modelId="{63F0A06B-E436-4C1A-A1C9-F3964CC8AF5C}" type="sibTrans" cxnId="{4D779D7F-141B-46D3-93B4-4A96A45EA31B}">
      <dgm:prSet/>
      <dgm:spPr/>
      <dgm:t>
        <a:bodyPr/>
        <a:lstStyle/>
        <a:p>
          <a:endParaRPr lang="en-US"/>
        </a:p>
      </dgm:t>
    </dgm:pt>
    <dgm:pt modelId="{EC2AF657-23A8-4A4F-AD2B-983E3885FA18}">
      <dgm:prSet/>
      <dgm:spPr/>
      <dgm:t>
        <a:bodyPr/>
        <a:lstStyle/>
        <a:p>
          <a:r>
            <a:rPr lang="en-US"/>
            <a:t>10. Healthcare Patient Management System</a:t>
          </a:r>
        </a:p>
      </dgm:t>
    </dgm:pt>
    <dgm:pt modelId="{15C9F3DC-FFAD-46B9-9E7F-04EA07FE5BDB}" type="parTrans" cxnId="{6E1BBC1C-004B-4BED-BA2F-98D61CC0DC0A}">
      <dgm:prSet/>
      <dgm:spPr/>
      <dgm:t>
        <a:bodyPr/>
        <a:lstStyle/>
        <a:p>
          <a:endParaRPr lang="en-US"/>
        </a:p>
      </dgm:t>
    </dgm:pt>
    <dgm:pt modelId="{411B5DD0-ED90-4B24-A295-36683A1F305C}" type="sibTrans" cxnId="{6E1BBC1C-004B-4BED-BA2F-98D61CC0DC0A}">
      <dgm:prSet/>
      <dgm:spPr/>
      <dgm:t>
        <a:bodyPr/>
        <a:lstStyle/>
        <a:p>
          <a:endParaRPr lang="en-US"/>
        </a:p>
      </dgm:t>
    </dgm:pt>
    <dgm:pt modelId="{85981E06-7BCF-4F20-84FC-7A46D305FAD8}">
      <dgm:prSet/>
      <dgm:spPr/>
      <dgm:t>
        <a:bodyPr/>
        <a:lstStyle/>
        <a:p>
          <a:r>
            <a:rPr lang="en-US"/>
            <a:t>11. Serverless Video Sharing Platform</a:t>
          </a:r>
        </a:p>
      </dgm:t>
    </dgm:pt>
    <dgm:pt modelId="{E105099F-D418-4AB9-BCFB-34F443BD5BC2}" type="parTrans" cxnId="{006C2246-B65C-47D7-B99A-E41091A29368}">
      <dgm:prSet/>
      <dgm:spPr/>
      <dgm:t>
        <a:bodyPr/>
        <a:lstStyle/>
        <a:p>
          <a:endParaRPr lang="en-US"/>
        </a:p>
      </dgm:t>
    </dgm:pt>
    <dgm:pt modelId="{F00B3099-07C2-4BDA-B536-4092A70A8142}" type="sibTrans" cxnId="{006C2246-B65C-47D7-B99A-E41091A29368}">
      <dgm:prSet/>
      <dgm:spPr/>
      <dgm:t>
        <a:bodyPr/>
        <a:lstStyle/>
        <a:p>
          <a:endParaRPr lang="en-US"/>
        </a:p>
      </dgm:t>
    </dgm:pt>
    <dgm:pt modelId="{93F149D1-1CBC-48CA-9823-DE2320ABE2B6}">
      <dgm:prSet/>
      <dgm:spPr/>
      <dgm:t>
        <a:bodyPr/>
        <a:lstStyle/>
        <a:p>
          <a:r>
            <a:rPr lang="en-US"/>
            <a:t>12. Personal Finance Tracker</a:t>
          </a:r>
        </a:p>
      </dgm:t>
    </dgm:pt>
    <dgm:pt modelId="{C72BB2F2-3639-41E8-89C8-2444D331F5BF}" type="parTrans" cxnId="{3B0B04DF-5564-4620-931C-4C92A0724F9E}">
      <dgm:prSet/>
      <dgm:spPr/>
      <dgm:t>
        <a:bodyPr/>
        <a:lstStyle/>
        <a:p>
          <a:endParaRPr lang="en-US"/>
        </a:p>
      </dgm:t>
    </dgm:pt>
    <dgm:pt modelId="{8BBF9DD7-7074-4F94-B2CF-71DFEFC1D700}" type="sibTrans" cxnId="{3B0B04DF-5564-4620-931C-4C92A0724F9E}">
      <dgm:prSet/>
      <dgm:spPr/>
      <dgm:t>
        <a:bodyPr/>
        <a:lstStyle/>
        <a:p>
          <a:endParaRPr lang="en-US"/>
        </a:p>
      </dgm:t>
    </dgm:pt>
    <dgm:pt modelId="{F72B1D48-243E-4985-B742-0F0DF73F9815}">
      <dgm:prSet/>
      <dgm:spPr/>
      <dgm:t>
        <a:bodyPr/>
        <a:lstStyle/>
        <a:p>
          <a:r>
            <a:rPr lang="en-US"/>
            <a:t>13. Serverless Polling and Voting System</a:t>
          </a:r>
        </a:p>
      </dgm:t>
    </dgm:pt>
    <dgm:pt modelId="{6BDCF69F-EBEA-4FD7-9641-68C8F96830D4}" type="parTrans" cxnId="{A920882D-DCC0-4FF4-918A-410CD9BBF984}">
      <dgm:prSet/>
      <dgm:spPr/>
      <dgm:t>
        <a:bodyPr/>
        <a:lstStyle/>
        <a:p>
          <a:endParaRPr lang="en-US"/>
        </a:p>
      </dgm:t>
    </dgm:pt>
    <dgm:pt modelId="{C22B62D9-3F51-47A0-BF40-73CC6D32C0EA}" type="sibTrans" cxnId="{A920882D-DCC0-4FF4-918A-410CD9BBF984}">
      <dgm:prSet/>
      <dgm:spPr/>
      <dgm:t>
        <a:bodyPr/>
        <a:lstStyle/>
        <a:p>
          <a:endParaRPr lang="en-US"/>
        </a:p>
      </dgm:t>
    </dgm:pt>
    <dgm:pt modelId="{369D7497-8D00-4CE7-917A-4F65624240D3}">
      <dgm:prSet/>
      <dgm:spPr/>
      <dgm:t>
        <a:bodyPr/>
        <a:lstStyle/>
        <a:p>
          <a:r>
            <a:rPr lang="en-US"/>
            <a:t>14. Real-Time Weather Forecasting Dashboard</a:t>
          </a:r>
        </a:p>
      </dgm:t>
    </dgm:pt>
    <dgm:pt modelId="{F3B900F2-4116-442A-8A3D-CB6E8D54F19A}" type="parTrans" cxnId="{CFD92931-873C-4455-A2B7-734BAAD948CA}">
      <dgm:prSet/>
      <dgm:spPr/>
      <dgm:t>
        <a:bodyPr/>
        <a:lstStyle/>
        <a:p>
          <a:endParaRPr lang="en-US"/>
        </a:p>
      </dgm:t>
    </dgm:pt>
    <dgm:pt modelId="{4C824BA6-5B55-428D-B317-071AAC04AE81}" type="sibTrans" cxnId="{CFD92931-873C-4455-A2B7-734BAAD948CA}">
      <dgm:prSet/>
      <dgm:spPr/>
      <dgm:t>
        <a:bodyPr/>
        <a:lstStyle/>
        <a:p>
          <a:endParaRPr lang="en-US"/>
        </a:p>
      </dgm:t>
    </dgm:pt>
    <dgm:pt modelId="{E6D71BEA-3A89-44FC-8BDE-3093C0969EF5}">
      <dgm:prSet/>
      <dgm:spPr/>
      <dgm:t>
        <a:bodyPr/>
        <a:lstStyle/>
        <a:p>
          <a:r>
            <a:rPr lang="en-US"/>
            <a:t>15. Employee Timesheet Management System</a:t>
          </a:r>
        </a:p>
      </dgm:t>
    </dgm:pt>
    <dgm:pt modelId="{EB55185C-6B8F-407D-8DD4-C9D16614E8CC}" type="parTrans" cxnId="{F0E97905-E591-41CE-9C91-6BBABF6EFE84}">
      <dgm:prSet/>
      <dgm:spPr/>
      <dgm:t>
        <a:bodyPr/>
        <a:lstStyle/>
        <a:p>
          <a:endParaRPr lang="en-US"/>
        </a:p>
      </dgm:t>
    </dgm:pt>
    <dgm:pt modelId="{B54B142C-C337-4EEF-8B28-68972951EB17}" type="sibTrans" cxnId="{F0E97905-E591-41CE-9C91-6BBABF6EFE84}">
      <dgm:prSet/>
      <dgm:spPr/>
      <dgm:t>
        <a:bodyPr/>
        <a:lstStyle/>
        <a:p>
          <a:endParaRPr lang="en-US"/>
        </a:p>
      </dgm:t>
    </dgm:pt>
    <dgm:pt modelId="{58D5E596-1851-46B8-ACE8-A146B7FE537D}" type="pres">
      <dgm:prSet presAssocID="{1CE259EC-BA6E-4BAE-9947-D4838BEF2DB3}" presName="diagram" presStyleCnt="0">
        <dgm:presLayoutVars>
          <dgm:dir/>
          <dgm:resizeHandles val="exact"/>
        </dgm:presLayoutVars>
      </dgm:prSet>
      <dgm:spPr/>
    </dgm:pt>
    <dgm:pt modelId="{A2BD0884-FC4E-403C-BC9C-E665E59E1EC3}" type="pres">
      <dgm:prSet presAssocID="{B1F1F1C9-D2A7-4047-97B7-4BCCF54431FB}" presName="node" presStyleLbl="node1" presStyleIdx="0" presStyleCnt="15">
        <dgm:presLayoutVars>
          <dgm:bulletEnabled val="1"/>
        </dgm:presLayoutVars>
      </dgm:prSet>
      <dgm:spPr/>
    </dgm:pt>
    <dgm:pt modelId="{F8130A24-04FB-4D63-A9EB-22BB7C32AA8E}" type="pres">
      <dgm:prSet presAssocID="{C7C563BE-DECA-4671-93D1-255CD359CCAF}" presName="sibTrans" presStyleCnt="0"/>
      <dgm:spPr/>
    </dgm:pt>
    <dgm:pt modelId="{31B1803C-D4D1-448D-9666-BE4A8DE27569}" type="pres">
      <dgm:prSet presAssocID="{CE3386FF-97DE-43E4-8B18-FF2CC289A329}" presName="node" presStyleLbl="node1" presStyleIdx="1" presStyleCnt="15">
        <dgm:presLayoutVars>
          <dgm:bulletEnabled val="1"/>
        </dgm:presLayoutVars>
      </dgm:prSet>
      <dgm:spPr/>
    </dgm:pt>
    <dgm:pt modelId="{2950B71E-153B-4D03-BE1D-F9C0FF048687}" type="pres">
      <dgm:prSet presAssocID="{F4F7612C-D925-41A9-9DE1-C58015FEA644}" presName="sibTrans" presStyleCnt="0"/>
      <dgm:spPr/>
    </dgm:pt>
    <dgm:pt modelId="{A5A1F963-B45C-4B3B-9FA9-5EA59D0F8938}" type="pres">
      <dgm:prSet presAssocID="{3C6E36CB-7AEA-40DD-9E18-09CBB49D7F27}" presName="node" presStyleLbl="node1" presStyleIdx="2" presStyleCnt="15">
        <dgm:presLayoutVars>
          <dgm:bulletEnabled val="1"/>
        </dgm:presLayoutVars>
      </dgm:prSet>
      <dgm:spPr/>
    </dgm:pt>
    <dgm:pt modelId="{2030FED3-B6EA-451D-B18B-DBAD7277B006}" type="pres">
      <dgm:prSet presAssocID="{AF3413A3-829D-47CE-B695-F8224E16FD52}" presName="sibTrans" presStyleCnt="0"/>
      <dgm:spPr/>
    </dgm:pt>
    <dgm:pt modelId="{BC0DB604-2B85-41D6-9525-3CDFE4E5F8D0}" type="pres">
      <dgm:prSet presAssocID="{AECC3F85-4891-4587-9F11-D726D4C3D9D3}" presName="node" presStyleLbl="node1" presStyleIdx="3" presStyleCnt="15">
        <dgm:presLayoutVars>
          <dgm:bulletEnabled val="1"/>
        </dgm:presLayoutVars>
      </dgm:prSet>
      <dgm:spPr/>
    </dgm:pt>
    <dgm:pt modelId="{0CE66377-1268-4F17-A7A5-E1E211536FC9}" type="pres">
      <dgm:prSet presAssocID="{68F477A2-C1D5-4E08-9881-22060B7817D7}" presName="sibTrans" presStyleCnt="0"/>
      <dgm:spPr/>
    </dgm:pt>
    <dgm:pt modelId="{8EE68258-4078-429C-A8F9-2122873B428B}" type="pres">
      <dgm:prSet presAssocID="{6F7B2D19-7B9B-4416-9F48-FCD80C9B44FA}" presName="node" presStyleLbl="node1" presStyleIdx="4" presStyleCnt="15">
        <dgm:presLayoutVars>
          <dgm:bulletEnabled val="1"/>
        </dgm:presLayoutVars>
      </dgm:prSet>
      <dgm:spPr/>
    </dgm:pt>
    <dgm:pt modelId="{F2263C5A-BD2D-432C-A7F8-F33824072843}" type="pres">
      <dgm:prSet presAssocID="{128A55B8-4FC0-46E2-98E1-9D7407A9B348}" presName="sibTrans" presStyleCnt="0"/>
      <dgm:spPr/>
    </dgm:pt>
    <dgm:pt modelId="{EE80D888-3445-43ED-A523-AC22629FE143}" type="pres">
      <dgm:prSet presAssocID="{4BC05BD7-BB68-439F-8DE3-1461D645A2C7}" presName="node" presStyleLbl="node1" presStyleIdx="5" presStyleCnt="15">
        <dgm:presLayoutVars>
          <dgm:bulletEnabled val="1"/>
        </dgm:presLayoutVars>
      </dgm:prSet>
      <dgm:spPr/>
    </dgm:pt>
    <dgm:pt modelId="{650EF116-8681-438F-B314-2F0D358530C3}" type="pres">
      <dgm:prSet presAssocID="{8A4AD0E5-2605-4EF9-AFDF-2AE303E54BCB}" presName="sibTrans" presStyleCnt="0"/>
      <dgm:spPr/>
    </dgm:pt>
    <dgm:pt modelId="{2D689383-27EE-4DC6-966E-41B976082AAE}" type="pres">
      <dgm:prSet presAssocID="{72CE24DF-084F-4419-A0E1-E3627CFCBF01}" presName="node" presStyleLbl="node1" presStyleIdx="6" presStyleCnt="15">
        <dgm:presLayoutVars>
          <dgm:bulletEnabled val="1"/>
        </dgm:presLayoutVars>
      </dgm:prSet>
      <dgm:spPr/>
    </dgm:pt>
    <dgm:pt modelId="{A5D7664C-C6D8-4316-BB5B-4DEF8855CE71}" type="pres">
      <dgm:prSet presAssocID="{0DA0B164-EEA5-4635-9AAD-D5353426F97A}" presName="sibTrans" presStyleCnt="0"/>
      <dgm:spPr/>
    </dgm:pt>
    <dgm:pt modelId="{2F06231F-34C2-4979-BB53-F829E601BF3C}" type="pres">
      <dgm:prSet presAssocID="{470A7398-A513-42BE-BA54-684B9C7C764F}" presName="node" presStyleLbl="node1" presStyleIdx="7" presStyleCnt="15">
        <dgm:presLayoutVars>
          <dgm:bulletEnabled val="1"/>
        </dgm:presLayoutVars>
      </dgm:prSet>
      <dgm:spPr/>
    </dgm:pt>
    <dgm:pt modelId="{16B93214-3628-4C99-8192-FE46D1E63BF0}" type="pres">
      <dgm:prSet presAssocID="{40152C63-D218-4F2C-A356-1D909D381489}" presName="sibTrans" presStyleCnt="0"/>
      <dgm:spPr/>
    </dgm:pt>
    <dgm:pt modelId="{E8CA18DA-4A7C-4E3E-AD8C-188C57EA1137}" type="pres">
      <dgm:prSet presAssocID="{13B3A958-31BB-475B-833D-5C0B2913688F}" presName="node" presStyleLbl="node1" presStyleIdx="8" presStyleCnt="15">
        <dgm:presLayoutVars>
          <dgm:bulletEnabled val="1"/>
        </dgm:presLayoutVars>
      </dgm:prSet>
      <dgm:spPr/>
    </dgm:pt>
    <dgm:pt modelId="{850FA1CC-AE08-431E-AD14-2DBAFE644367}" type="pres">
      <dgm:prSet presAssocID="{63F0A06B-E436-4C1A-A1C9-F3964CC8AF5C}" presName="sibTrans" presStyleCnt="0"/>
      <dgm:spPr/>
    </dgm:pt>
    <dgm:pt modelId="{9DE8C97A-C804-4C0E-949E-AE8DE44BFE6F}" type="pres">
      <dgm:prSet presAssocID="{EC2AF657-23A8-4A4F-AD2B-983E3885FA18}" presName="node" presStyleLbl="node1" presStyleIdx="9" presStyleCnt="15">
        <dgm:presLayoutVars>
          <dgm:bulletEnabled val="1"/>
        </dgm:presLayoutVars>
      </dgm:prSet>
      <dgm:spPr/>
    </dgm:pt>
    <dgm:pt modelId="{FEAB8027-440A-47CD-B1F0-9D1F09A157F3}" type="pres">
      <dgm:prSet presAssocID="{411B5DD0-ED90-4B24-A295-36683A1F305C}" presName="sibTrans" presStyleCnt="0"/>
      <dgm:spPr/>
    </dgm:pt>
    <dgm:pt modelId="{226D0197-C61C-4ADD-86AC-01F16FE47983}" type="pres">
      <dgm:prSet presAssocID="{85981E06-7BCF-4F20-84FC-7A46D305FAD8}" presName="node" presStyleLbl="node1" presStyleIdx="10" presStyleCnt="15">
        <dgm:presLayoutVars>
          <dgm:bulletEnabled val="1"/>
        </dgm:presLayoutVars>
      </dgm:prSet>
      <dgm:spPr/>
    </dgm:pt>
    <dgm:pt modelId="{A474AC1E-EC59-4ACB-B01D-10F86512A0EE}" type="pres">
      <dgm:prSet presAssocID="{F00B3099-07C2-4BDA-B536-4092A70A8142}" presName="sibTrans" presStyleCnt="0"/>
      <dgm:spPr/>
    </dgm:pt>
    <dgm:pt modelId="{D5062526-B64B-4EA1-A226-E9FC48275C26}" type="pres">
      <dgm:prSet presAssocID="{93F149D1-1CBC-48CA-9823-DE2320ABE2B6}" presName="node" presStyleLbl="node1" presStyleIdx="11" presStyleCnt="15">
        <dgm:presLayoutVars>
          <dgm:bulletEnabled val="1"/>
        </dgm:presLayoutVars>
      </dgm:prSet>
      <dgm:spPr/>
    </dgm:pt>
    <dgm:pt modelId="{C58E557E-0C66-4C6B-A572-CC74DCA4DAAC}" type="pres">
      <dgm:prSet presAssocID="{8BBF9DD7-7074-4F94-B2CF-71DFEFC1D700}" presName="sibTrans" presStyleCnt="0"/>
      <dgm:spPr/>
    </dgm:pt>
    <dgm:pt modelId="{6BB64648-5EDB-4360-8FD1-4604260B50AF}" type="pres">
      <dgm:prSet presAssocID="{F72B1D48-243E-4985-B742-0F0DF73F9815}" presName="node" presStyleLbl="node1" presStyleIdx="12" presStyleCnt="15">
        <dgm:presLayoutVars>
          <dgm:bulletEnabled val="1"/>
        </dgm:presLayoutVars>
      </dgm:prSet>
      <dgm:spPr/>
    </dgm:pt>
    <dgm:pt modelId="{8355AC75-D7EB-4E15-A570-46C2EF909E0C}" type="pres">
      <dgm:prSet presAssocID="{C22B62D9-3F51-47A0-BF40-73CC6D32C0EA}" presName="sibTrans" presStyleCnt="0"/>
      <dgm:spPr/>
    </dgm:pt>
    <dgm:pt modelId="{18F4D35B-F178-4FA3-B5F5-684EA7BC0E5B}" type="pres">
      <dgm:prSet presAssocID="{369D7497-8D00-4CE7-917A-4F65624240D3}" presName="node" presStyleLbl="node1" presStyleIdx="13" presStyleCnt="15">
        <dgm:presLayoutVars>
          <dgm:bulletEnabled val="1"/>
        </dgm:presLayoutVars>
      </dgm:prSet>
      <dgm:spPr/>
    </dgm:pt>
    <dgm:pt modelId="{0DEE4EE9-E68F-40C5-9076-28A8296B1095}" type="pres">
      <dgm:prSet presAssocID="{4C824BA6-5B55-428D-B317-071AAC04AE81}" presName="sibTrans" presStyleCnt="0"/>
      <dgm:spPr/>
    </dgm:pt>
    <dgm:pt modelId="{9655DFE4-69DD-4823-AC48-9B89DCC996E7}" type="pres">
      <dgm:prSet presAssocID="{E6D71BEA-3A89-44FC-8BDE-3093C0969EF5}" presName="node" presStyleLbl="node1" presStyleIdx="14" presStyleCnt="15">
        <dgm:presLayoutVars>
          <dgm:bulletEnabled val="1"/>
        </dgm:presLayoutVars>
      </dgm:prSet>
      <dgm:spPr/>
    </dgm:pt>
  </dgm:ptLst>
  <dgm:cxnLst>
    <dgm:cxn modelId="{545EB402-A6F1-4DA6-A986-8DBC7FD1A6B1}" srcId="{1CE259EC-BA6E-4BAE-9947-D4838BEF2DB3}" destId="{3C6E36CB-7AEA-40DD-9E18-09CBB49D7F27}" srcOrd="2" destOrd="0" parTransId="{26AD7020-75FA-40D0-83B4-7D21DAFAE682}" sibTransId="{AF3413A3-829D-47CE-B695-F8224E16FD52}"/>
    <dgm:cxn modelId="{F0E97905-E591-41CE-9C91-6BBABF6EFE84}" srcId="{1CE259EC-BA6E-4BAE-9947-D4838BEF2DB3}" destId="{E6D71BEA-3A89-44FC-8BDE-3093C0969EF5}" srcOrd="14" destOrd="0" parTransId="{EB55185C-6B8F-407D-8DD4-C9D16614E8CC}" sibTransId="{B54B142C-C337-4EEF-8B28-68972951EB17}"/>
    <dgm:cxn modelId="{1BA6BF06-11A6-430C-9B80-F997DD8A9D42}" type="presOf" srcId="{1CE259EC-BA6E-4BAE-9947-D4838BEF2DB3}" destId="{58D5E596-1851-46B8-ACE8-A146B7FE537D}" srcOrd="0" destOrd="0" presId="urn:microsoft.com/office/officeart/2005/8/layout/default"/>
    <dgm:cxn modelId="{A475AF15-5A6C-4FA6-AD1F-3D20F5698C27}" type="presOf" srcId="{4BC05BD7-BB68-439F-8DE3-1461D645A2C7}" destId="{EE80D888-3445-43ED-A523-AC22629FE143}" srcOrd="0" destOrd="0" presId="urn:microsoft.com/office/officeart/2005/8/layout/default"/>
    <dgm:cxn modelId="{6E1BBC1C-004B-4BED-BA2F-98D61CC0DC0A}" srcId="{1CE259EC-BA6E-4BAE-9947-D4838BEF2DB3}" destId="{EC2AF657-23A8-4A4F-AD2B-983E3885FA18}" srcOrd="9" destOrd="0" parTransId="{15C9F3DC-FFAD-46B9-9E7F-04EA07FE5BDB}" sibTransId="{411B5DD0-ED90-4B24-A295-36683A1F305C}"/>
    <dgm:cxn modelId="{F7335A1E-7C86-4564-94AF-AF8F8BC0E891}" srcId="{1CE259EC-BA6E-4BAE-9947-D4838BEF2DB3}" destId="{B1F1F1C9-D2A7-4047-97B7-4BCCF54431FB}" srcOrd="0" destOrd="0" parTransId="{81A98FE2-3E11-4C5F-8C04-14715F517544}" sibTransId="{C7C563BE-DECA-4671-93D1-255CD359CCAF}"/>
    <dgm:cxn modelId="{C3807820-48FB-4562-AA59-4B428811EF98}" type="presOf" srcId="{72CE24DF-084F-4419-A0E1-E3627CFCBF01}" destId="{2D689383-27EE-4DC6-966E-41B976082AAE}" srcOrd="0" destOrd="0" presId="urn:microsoft.com/office/officeart/2005/8/layout/default"/>
    <dgm:cxn modelId="{E57AF427-439D-4EA0-B091-4822DE8E8DEC}" type="presOf" srcId="{B1F1F1C9-D2A7-4047-97B7-4BCCF54431FB}" destId="{A2BD0884-FC4E-403C-BC9C-E665E59E1EC3}" srcOrd="0" destOrd="0" presId="urn:microsoft.com/office/officeart/2005/8/layout/default"/>
    <dgm:cxn modelId="{A920882D-DCC0-4FF4-918A-410CD9BBF984}" srcId="{1CE259EC-BA6E-4BAE-9947-D4838BEF2DB3}" destId="{F72B1D48-243E-4985-B742-0F0DF73F9815}" srcOrd="12" destOrd="0" parTransId="{6BDCF69F-EBEA-4FD7-9641-68C8F96830D4}" sibTransId="{C22B62D9-3F51-47A0-BF40-73CC6D32C0EA}"/>
    <dgm:cxn modelId="{CFD92931-873C-4455-A2B7-734BAAD948CA}" srcId="{1CE259EC-BA6E-4BAE-9947-D4838BEF2DB3}" destId="{369D7497-8D00-4CE7-917A-4F65624240D3}" srcOrd="13" destOrd="0" parTransId="{F3B900F2-4116-442A-8A3D-CB6E8D54F19A}" sibTransId="{4C824BA6-5B55-428D-B317-071AAC04AE81}"/>
    <dgm:cxn modelId="{82F8AE34-99E2-4660-B320-78344791FA04}" srcId="{1CE259EC-BA6E-4BAE-9947-D4838BEF2DB3}" destId="{CE3386FF-97DE-43E4-8B18-FF2CC289A329}" srcOrd="1" destOrd="0" parTransId="{28E2A9E0-6701-4A88-A787-68A9D25EA977}" sibTransId="{F4F7612C-D925-41A9-9DE1-C58015FEA644}"/>
    <dgm:cxn modelId="{FF94C136-40AD-4D82-918D-06E4B01CAFFF}" type="presOf" srcId="{3C6E36CB-7AEA-40DD-9E18-09CBB49D7F27}" destId="{A5A1F963-B45C-4B3B-9FA9-5EA59D0F8938}" srcOrd="0" destOrd="0" presId="urn:microsoft.com/office/officeart/2005/8/layout/default"/>
    <dgm:cxn modelId="{D90EBE37-85B4-43DC-BFA9-93AC65AD3E0D}" type="presOf" srcId="{AECC3F85-4891-4587-9F11-D726D4C3D9D3}" destId="{BC0DB604-2B85-41D6-9525-3CDFE4E5F8D0}" srcOrd="0" destOrd="0" presId="urn:microsoft.com/office/officeart/2005/8/layout/default"/>
    <dgm:cxn modelId="{272B105E-1BD3-4755-AEEE-23B240E978CC}" type="presOf" srcId="{369D7497-8D00-4CE7-917A-4F65624240D3}" destId="{18F4D35B-F178-4FA3-B5F5-684EA7BC0E5B}" srcOrd="0" destOrd="0" presId="urn:microsoft.com/office/officeart/2005/8/layout/default"/>
    <dgm:cxn modelId="{006C2246-B65C-47D7-B99A-E41091A29368}" srcId="{1CE259EC-BA6E-4BAE-9947-D4838BEF2DB3}" destId="{85981E06-7BCF-4F20-84FC-7A46D305FAD8}" srcOrd="10" destOrd="0" parTransId="{E105099F-D418-4AB9-BCFB-34F443BD5BC2}" sibTransId="{F00B3099-07C2-4BDA-B536-4092A70A8142}"/>
    <dgm:cxn modelId="{A368496E-C81F-4E93-B867-8EEE9093B5C6}" type="presOf" srcId="{EC2AF657-23A8-4A4F-AD2B-983E3885FA18}" destId="{9DE8C97A-C804-4C0E-949E-AE8DE44BFE6F}" srcOrd="0" destOrd="0" presId="urn:microsoft.com/office/officeart/2005/8/layout/default"/>
    <dgm:cxn modelId="{EA154753-C318-476A-AA7A-7534A93D442F}" srcId="{1CE259EC-BA6E-4BAE-9947-D4838BEF2DB3}" destId="{72CE24DF-084F-4419-A0E1-E3627CFCBF01}" srcOrd="6" destOrd="0" parTransId="{09F2F429-8605-4882-84EB-B0E7AE4472CA}" sibTransId="{0DA0B164-EEA5-4635-9AAD-D5353426F97A}"/>
    <dgm:cxn modelId="{0E4AFD73-2F3C-4330-832E-38DC09B878F8}" type="presOf" srcId="{13B3A958-31BB-475B-833D-5C0B2913688F}" destId="{E8CA18DA-4A7C-4E3E-AD8C-188C57EA1137}" srcOrd="0" destOrd="0" presId="urn:microsoft.com/office/officeart/2005/8/layout/default"/>
    <dgm:cxn modelId="{4D779D7F-141B-46D3-93B4-4A96A45EA31B}" srcId="{1CE259EC-BA6E-4BAE-9947-D4838BEF2DB3}" destId="{13B3A958-31BB-475B-833D-5C0B2913688F}" srcOrd="8" destOrd="0" parTransId="{7CC92C6E-9D73-47D6-B4BE-6BD6617BB1F3}" sibTransId="{63F0A06B-E436-4C1A-A1C9-F3964CC8AF5C}"/>
    <dgm:cxn modelId="{740E8684-8896-41AF-BB10-0B110202066C}" type="presOf" srcId="{470A7398-A513-42BE-BA54-684B9C7C764F}" destId="{2F06231F-34C2-4979-BB53-F829E601BF3C}" srcOrd="0" destOrd="0" presId="urn:microsoft.com/office/officeart/2005/8/layout/default"/>
    <dgm:cxn modelId="{1CDC9391-60E5-4FBE-9AAB-9D115609A8D9}" srcId="{1CE259EC-BA6E-4BAE-9947-D4838BEF2DB3}" destId="{4BC05BD7-BB68-439F-8DE3-1461D645A2C7}" srcOrd="5" destOrd="0" parTransId="{214D7CD5-7021-4621-BD0E-9A45F132B872}" sibTransId="{8A4AD0E5-2605-4EF9-AFDF-2AE303E54BCB}"/>
    <dgm:cxn modelId="{84182794-AF65-4503-AD31-EAD8DFBF1C08}" type="presOf" srcId="{85981E06-7BCF-4F20-84FC-7A46D305FAD8}" destId="{226D0197-C61C-4ADD-86AC-01F16FE47983}" srcOrd="0" destOrd="0" presId="urn:microsoft.com/office/officeart/2005/8/layout/default"/>
    <dgm:cxn modelId="{25C140A3-DCC0-4777-90D8-42270D08E715}" type="presOf" srcId="{6F7B2D19-7B9B-4416-9F48-FCD80C9B44FA}" destId="{8EE68258-4078-429C-A8F9-2122873B428B}" srcOrd="0" destOrd="0" presId="urn:microsoft.com/office/officeart/2005/8/layout/default"/>
    <dgm:cxn modelId="{F6A233A5-6B26-4A48-9DB3-52D37C1D853C}" type="presOf" srcId="{E6D71BEA-3A89-44FC-8BDE-3093C0969EF5}" destId="{9655DFE4-69DD-4823-AC48-9B89DCC996E7}" srcOrd="0" destOrd="0" presId="urn:microsoft.com/office/officeart/2005/8/layout/default"/>
    <dgm:cxn modelId="{921ACAA5-297E-4F7F-91A0-F9C4D28070F5}" type="presOf" srcId="{F72B1D48-243E-4985-B742-0F0DF73F9815}" destId="{6BB64648-5EDB-4360-8FD1-4604260B50AF}" srcOrd="0" destOrd="0" presId="urn:microsoft.com/office/officeart/2005/8/layout/default"/>
    <dgm:cxn modelId="{471DA1BB-5FFF-4384-AC82-1AD017BAEB39}" type="presOf" srcId="{93F149D1-1CBC-48CA-9823-DE2320ABE2B6}" destId="{D5062526-B64B-4EA1-A226-E9FC48275C26}" srcOrd="0" destOrd="0" presId="urn:microsoft.com/office/officeart/2005/8/layout/default"/>
    <dgm:cxn modelId="{5472B9C0-C75F-452C-B040-CD7569D6642E}" srcId="{1CE259EC-BA6E-4BAE-9947-D4838BEF2DB3}" destId="{6F7B2D19-7B9B-4416-9F48-FCD80C9B44FA}" srcOrd="4" destOrd="0" parTransId="{35FA1B1F-9863-4DF8-A435-886F363DE137}" sibTransId="{128A55B8-4FC0-46E2-98E1-9D7407A9B348}"/>
    <dgm:cxn modelId="{B817E9DE-4DF7-4560-9981-B5F66AB5A3FD}" srcId="{1CE259EC-BA6E-4BAE-9947-D4838BEF2DB3}" destId="{470A7398-A513-42BE-BA54-684B9C7C764F}" srcOrd="7" destOrd="0" parTransId="{6ECE5BEB-DBA7-42AA-97DA-ECDA4AB6C402}" sibTransId="{40152C63-D218-4F2C-A356-1D909D381489}"/>
    <dgm:cxn modelId="{3B0B04DF-5564-4620-931C-4C92A0724F9E}" srcId="{1CE259EC-BA6E-4BAE-9947-D4838BEF2DB3}" destId="{93F149D1-1CBC-48CA-9823-DE2320ABE2B6}" srcOrd="11" destOrd="0" parTransId="{C72BB2F2-3639-41E8-89C8-2444D331F5BF}" sibTransId="{8BBF9DD7-7074-4F94-B2CF-71DFEFC1D700}"/>
    <dgm:cxn modelId="{B32336E5-DD95-44C9-8384-6DA818B0CFB8}" srcId="{1CE259EC-BA6E-4BAE-9947-D4838BEF2DB3}" destId="{AECC3F85-4891-4587-9F11-D726D4C3D9D3}" srcOrd="3" destOrd="0" parTransId="{7E523C86-EAE3-4207-9B9B-4BBF81CA201D}" sibTransId="{68F477A2-C1D5-4E08-9881-22060B7817D7}"/>
    <dgm:cxn modelId="{970EFCF9-EA2E-4056-BDD7-BB4EFC42930B}" type="presOf" srcId="{CE3386FF-97DE-43E4-8B18-FF2CC289A329}" destId="{31B1803C-D4D1-448D-9666-BE4A8DE27569}" srcOrd="0" destOrd="0" presId="urn:microsoft.com/office/officeart/2005/8/layout/default"/>
    <dgm:cxn modelId="{6590C347-ECA7-48B1-818F-B55A470C1D02}" type="presParOf" srcId="{58D5E596-1851-46B8-ACE8-A146B7FE537D}" destId="{A2BD0884-FC4E-403C-BC9C-E665E59E1EC3}" srcOrd="0" destOrd="0" presId="urn:microsoft.com/office/officeart/2005/8/layout/default"/>
    <dgm:cxn modelId="{0836E9B3-C188-4645-B353-21DDB1F8DEC7}" type="presParOf" srcId="{58D5E596-1851-46B8-ACE8-A146B7FE537D}" destId="{F8130A24-04FB-4D63-A9EB-22BB7C32AA8E}" srcOrd="1" destOrd="0" presId="urn:microsoft.com/office/officeart/2005/8/layout/default"/>
    <dgm:cxn modelId="{4CFD6ADD-7893-4CEE-85E8-3F8B9401C009}" type="presParOf" srcId="{58D5E596-1851-46B8-ACE8-A146B7FE537D}" destId="{31B1803C-D4D1-448D-9666-BE4A8DE27569}" srcOrd="2" destOrd="0" presId="urn:microsoft.com/office/officeart/2005/8/layout/default"/>
    <dgm:cxn modelId="{E87D7FFB-7337-456C-AF54-717CEB6B0901}" type="presParOf" srcId="{58D5E596-1851-46B8-ACE8-A146B7FE537D}" destId="{2950B71E-153B-4D03-BE1D-F9C0FF048687}" srcOrd="3" destOrd="0" presId="urn:microsoft.com/office/officeart/2005/8/layout/default"/>
    <dgm:cxn modelId="{7D7842FD-4A3A-4C9A-A307-D227F2FEE1D3}" type="presParOf" srcId="{58D5E596-1851-46B8-ACE8-A146B7FE537D}" destId="{A5A1F963-B45C-4B3B-9FA9-5EA59D0F8938}" srcOrd="4" destOrd="0" presId="urn:microsoft.com/office/officeart/2005/8/layout/default"/>
    <dgm:cxn modelId="{0BF5352B-9640-429E-97F7-5320E7ACCA0A}" type="presParOf" srcId="{58D5E596-1851-46B8-ACE8-A146B7FE537D}" destId="{2030FED3-B6EA-451D-B18B-DBAD7277B006}" srcOrd="5" destOrd="0" presId="urn:microsoft.com/office/officeart/2005/8/layout/default"/>
    <dgm:cxn modelId="{71656D27-9AFC-418A-B0B9-5C8C43D8E456}" type="presParOf" srcId="{58D5E596-1851-46B8-ACE8-A146B7FE537D}" destId="{BC0DB604-2B85-41D6-9525-3CDFE4E5F8D0}" srcOrd="6" destOrd="0" presId="urn:microsoft.com/office/officeart/2005/8/layout/default"/>
    <dgm:cxn modelId="{E4689924-E0AC-475D-9781-2C6B8CFFCF97}" type="presParOf" srcId="{58D5E596-1851-46B8-ACE8-A146B7FE537D}" destId="{0CE66377-1268-4F17-A7A5-E1E211536FC9}" srcOrd="7" destOrd="0" presId="urn:microsoft.com/office/officeart/2005/8/layout/default"/>
    <dgm:cxn modelId="{0F2F54C2-DB5F-4A5A-A14C-36AEE9A54838}" type="presParOf" srcId="{58D5E596-1851-46B8-ACE8-A146B7FE537D}" destId="{8EE68258-4078-429C-A8F9-2122873B428B}" srcOrd="8" destOrd="0" presId="urn:microsoft.com/office/officeart/2005/8/layout/default"/>
    <dgm:cxn modelId="{0304A302-283A-4CD5-916B-E47F63E4A4EB}" type="presParOf" srcId="{58D5E596-1851-46B8-ACE8-A146B7FE537D}" destId="{F2263C5A-BD2D-432C-A7F8-F33824072843}" srcOrd="9" destOrd="0" presId="urn:microsoft.com/office/officeart/2005/8/layout/default"/>
    <dgm:cxn modelId="{4AD1AAE0-DA1D-4DC6-BB70-0486AA309897}" type="presParOf" srcId="{58D5E596-1851-46B8-ACE8-A146B7FE537D}" destId="{EE80D888-3445-43ED-A523-AC22629FE143}" srcOrd="10" destOrd="0" presId="urn:microsoft.com/office/officeart/2005/8/layout/default"/>
    <dgm:cxn modelId="{E214763F-F9FF-422E-89CB-0C7DF49CAAA9}" type="presParOf" srcId="{58D5E596-1851-46B8-ACE8-A146B7FE537D}" destId="{650EF116-8681-438F-B314-2F0D358530C3}" srcOrd="11" destOrd="0" presId="urn:microsoft.com/office/officeart/2005/8/layout/default"/>
    <dgm:cxn modelId="{E90621D0-7497-4301-8C0C-C2CF0F497A24}" type="presParOf" srcId="{58D5E596-1851-46B8-ACE8-A146B7FE537D}" destId="{2D689383-27EE-4DC6-966E-41B976082AAE}" srcOrd="12" destOrd="0" presId="urn:microsoft.com/office/officeart/2005/8/layout/default"/>
    <dgm:cxn modelId="{E75080D2-9B12-4CC7-9A6E-37575D4D6DEF}" type="presParOf" srcId="{58D5E596-1851-46B8-ACE8-A146B7FE537D}" destId="{A5D7664C-C6D8-4316-BB5B-4DEF8855CE71}" srcOrd="13" destOrd="0" presId="urn:microsoft.com/office/officeart/2005/8/layout/default"/>
    <dgm:cxn modelId="{DB76C5C8-FC19-49F9-96C3-620722EF45B9}" type="presParOf" srcId="{58D5E596-1851-46B8-ACE8-A146B7FE537D}" destId="{2F06231F-34C2-4979-BB53-F829E601BF3C}" srcOrd="14" destOrd="0" presId="urn:microsoft.com/office/officeart/2005/8/layout/default"/>
    <dgm:cxn modelId="{E0EDBBCF-78FC-4D4B-B2A8-4E47FCFE0AEA}" type="presParOf" srcId="{58D5E596-1851-46B8-ACE8-A146B7FE537D}" destId="{16B93214-3628-4C99-8192-FE46D1E63BF0}" srcOrd="15" destOrd="0" presId="urn:microsoft.com/office/officeart/2005/8/layout/default"/>
    <dgm:cxn modelId="{2DB26485-EFEF-4E59-8FC0-73FE169B2940}" type="presParOf" srcId="{58D5E596-1851-46B8-ACE8-A146B7FE537D}" destId="{E8CA18DA-4A7C-4E3E-AD8C-188C57EA1137}" srcOrd="16" destOrd="0" presId="urn:microsoft.com/office/officeart/2005/8/layout/default"/>
    <dgm:cxn modelId="{3EABECC0-8486-4AE5-B2E2-334607FE041D}" type="presParOf" srcId="{58D5E596-1851-46B8-ACE8-A146B7FE537D}" destId="{850FA1CC-AE08-431E-AD14-2DBAFE644367}" srcOrd="17" destOrd="0" presId="urn:microsoft.com/office/officeart/2005/8/layout/default"/>
    <dgm:cxn modelId="{781D53DE-BAB8-4F67-9630-EAED5040D45C}" type="presParOf" srcId="{58D5E596-1851-46B8-ACE8-A146B7FE537D}" destId="{9DE8C97A-C804-4C0E-949E-AE8DE44BFE6F}" srcOrd="18" destOrd="0" presId="urn:microsoft.com/office/officeart/2005/8/layout/default"/>
    <dgm:cxn modelId="{85EC4224-A715-4768-8F61-92336B18309C}" type="presParOf" srcId="{58D5E596-1851-46B8-ACE8-A146B7FE537D}" destId="{FEAB8027-440A-47CD-B1F0-9D1F09A157F3}" srcOrd="19" destOrd="0" presId="urn:microsoft.com/office/officeart/2005/8/layout/default"/>
    <dgm:cxn modelId="{04AA5A65-664B-48E6-81A3-36BFCD4A6985}" type="presParOf" srcId="{58D5E596-1851-46B8-ACE8-A146B7FE537D}" destId="{226D0197-C61C-4ADD-86AC-01F16FE47983}" srcOrd="20" destOrd="0" presId="urn:microsoft.com/office/officeart/2005/8/layout/default"/>
    <dgm:cxn modelId="{4022F232-7AAE-4606-8513-DEFD1A3E341B}" type="presParOf" srcId="{58D5E596-1851-46B8-ACE8-A146B7FE537D}" destId="{A474AC1E-EC59-4ACB-B01D-10F86512A0EE}" srcOrd="21" destOrd="0" presId="urn:microsoft.com/office/officeart/2005/8/layout/default"/>
    <dgm:cxn modelId="{C1D0B315-6D5A-4622-A27E-75E8932A3AA0}" type="presParOf" srcId="{58D5E596-1851-46B8-ACE8-A146B7FE537D}" destId="{D5062526-B64B-4EA1-A226-E9FC48275C26}" srcOrd="22" destOrd="0" presId="urn:microsoft.com/office/officeart/2005/8/layout/default"/>
    <dgm:cxn modelId="{3E304A51-02AD-4CD3-9CAB-405C66951E09}" type="presParOf" srcId="{58D5E596-1851-46B8-ACE8-A146B7FE537D}" destId="{C58E557E-0C66-4C6B-A572-CC74DCA4DAAC}" srcOrd="23" destOrd="0" presId="urn:microsoft.com/office/officeart/2005/8/layout/default"/>
    <dgm:cxn modelId="{7850D506-BE86-469D-9902-2A435857C9FC}" type="presParOf" srcId="{58D5E596-1851-46B8-ACE8-A146B7FE537D}" destId="{6BB64648-5EDB-4360-8FD1-4604260B50AF}" srcOrd="24" destOrd="0" presId="urn:microsoft.com/office/officeart/2005/8/layout/default"/>
    <dgm:cxn modelId="{228A8210-49C6-4C69-AD5F-44956BBD0BAA}" type="presParOf" srcId="{58D5E596-1851-46B8-ACE8-A146B7FE537D}" destId="{8355AC75-D7EB-4E15-A570-46C2EF909E0C}" srcOrd="25" destOrd="0" presId="urn:microsoft.com/office/officeart/2005/8/layout/default"/>
    <dgm:cxn modelId="{44F24B18-BA47-4627-BEC9-82C26CD30EA8}" type="presParOf" srcId="{58D5E596-1851-46B8-ACE8-A146B7FE537D}" destId="{18F4D35B-F178-4FA3-B5F5-684EA7BC0E5B}" srcOrd="26" destOrd="0" presId="urn:microsoft.com/office/officeart/2005/8/layout/default"/>
    <dgm:cxn modelId="{D7FB6BD3-F9BE-4055-A671-30C93CB9B9E0}" type="presParOf" srcId="{58D5E596-1851-46B8-ACE8-A146B7FE537D}" destId="{0DEE4EE9-E68F-40C5-9076-28A8296B1095}" srcOrd="27" destOrd="0" presId="urn:microsoft.com/office/officeart/2005/8/layout/default"/>
    <dgm:cxn modelId="{0AA67DB0-1D42-432C-B381-7657BC891BEA}" type="presParOf" srcId="{58D5E596-1851-46B8-ACE8-A146B7FE537D}" destId="{9655DFE4-69DD-4823-AC48-9B89DCC996E7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59858-C258-428D-80ED-5928BC4A36F9}">
      <dsp:nvSpPr>
        <dsp:cNvPr id="0" name=""/>
        <dsp:cNvSpPr/>
      </dsp:nvSpPr>
      <dsp:spPr>
        <a:xfrm>
          <a:off x="0" y="426315"/>
          <a:ext cx="7012370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416560" rIns="54423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Sandeep Bhowmik. 2017. </a:t>
          </a:r>
          <a:r>
            <a:rPr lang="en-US" sz="2000" b="1" kern="1200" dirty="0"/>
            <a:t>Cloud Computing </a:t>
          </a:r>
          <a:r>
            <a:rPr lang="en-US" sz="2000" kern="1200" dirty="0"/>
            <a:t>(1st. ed.). Cambridge University Press.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Jonah Carrio Andersson. 2023. </a:t>
          </a:r>
          <a:r>
            <a:rPr lang="en-US" sz="2000" b="1" kern="1200"/>
            <a:t>Learning Microsoft Azure</a:t>
          </a:r>
          <a:r>
            <a:rPr lang="en-US" sz="2000" kern="1200"/>
            <a:t>. O'Reilly Media, Inc. ISBN 9781098113322.</a:t>
          </a:r>
        </a:p>
      </dsp:txBody>
      <dsp:txXfrm>
        <a:off x="0" y="426315"/>
        <a:ext cx="7012370" cy="1732500"/>
      </dsp:txXfrm>
    </dsp:sp>
    <dsp:sp modelId="{673FB403-7748-4B5D-B92E-6F2075C1E5AA}">
      <dsp:nvSpPr>
        <dsp:cNvPr id="0" name=""/>
        <dsp:cNvSpPr/>
      </dsp:nvSpPr>
      <dsp:spPr>
        <a:xfrm>
          <a:off x="350618" y="131115"/>
          <a:ext cx="4908659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Textbooks:</a:t>
          </a:r>
        </a:p>
      </dsp:txBody>
      <dsp:txXfrm>
        <a:off x="379439" y="159936"/>
        <a:ext cx="4851017" cy="532758"/>
      </dsp:txXfrm>
    </dsp:sp>
    <dsp:sp modelId="{0809F425-BA2B-4476-AE23-56CF6B43B176}">
      <dsp:nvSpPr>
        <dsp:cNvPr id="0" name=""/>
        <dsp:cNvSpPr/>
      </dsp:nvSpPr>
      <dsp:spPr>
        <a:xfrm>
          <a:off x="0" y="2562015"/>
          <a:ext cx="7012370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416560" rIns="54423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Rajkumar </a:t>
          </a:r>
          <a:r>
            <a:rPr lang="en-US" sz="2000" kern="1200" dirty="0" err="1"/>
            <a:t>Buyya</a:t>
          </a:r>
          <a:r>
            <a:rPr lang="en-US" sz="2000" kern="1200" dirty="0"/>
            <a:t> et al. 2013. </a:t>
          </a:r>
          <a:r>
            <a:rPr lang="en-US" sz="2000" b="1" kern="1200" dirty="0"/>
            <a:t>Mastering Cloud Computing - Foundations and Applications Programming</a:t>
          </a:r>
          <a:r>
            <a:rPr lang="en-US" sz="2000" kern="1200" dirty="0"/>
            <a:t>. Morgan Kaufmann Publishers Inc.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K. Chandrasekaran. 2015. </a:t>
          </a:r>
          <a:r>
            <a:rPr lang="en-US" sz="2000" b="1" kern="1200"/>
            <a:t>Essentials of Cloud Computing</a:t>
          </a:r>
          <a:r>
            <a:rPr lang="en-US" sz="2000" kern="1200"/>
            <a:t>. CRC Press.</a:t>
          </a:r>
        </a:p>
      </dsp:txBody>
      <dsp:txXfrm>
        <a:off x="0" y="2562015"/>
        <a:ext cx="7012370" cy="2016000"/>
      </dsp:txXfrm>
    </dsp:sp>
    <dsp:sp modelId="{BFB7F3E3-BB0C-4A3C-B3E2-9433D733E765}">
      <dsp:nvSpPr>
        <dsp:cNvPr id="0" name=""/>
        <dsp:cNvSpPr/>
      </dsp:nvSpPr>
      <dsp:spPr>
        <a:xfrm>
          <a:off x="350618" y="2266815"/>
          <a:ext cx="4908659" cy="59040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Reference Books: </a:t>
          </a:r>
        </a:p>
      </dsp:txBody>
      <dsp:txXfrm>
        <a:off x="379439" y="2295636"/>
        <a:ext cx="4851017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26118-6107-443C-A64E-56E91CFD09F3}">
      <dsp:nvSpPr>
        <dsp:cNvPr id="0" name=""/>
        <dsp:cNvSpPr/>
      </dsp:nvSpPr>
      <dsp:spPr>
        <a:xfrm>
          <a:off x="0" y="6310"/>
          <a:ext cx="7186292" cy="8143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Sessional Exams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20%</a:t>
          </a:r>
        </a:p>
      </dsp:txBody>
      <dsp:txXfrm>
        <a:off x="39752" y="46062"/>
        <a:ext cx="7106788" cy="734815"/>
      </dsp:txXfrm>
    </dsp:sp>
    <dsp:sp modelId="{DDF23043-0956-4A78-B577-9C096A7B898E}">
      <dsp:nvSpPr>
        <dsp:cNvPr id="0" name=""/>
        <dsp:cNvSpPr/>
      </dsp:nvSpPr>
      <dsp:spPr>
        <a:xfrm>
          <a:off x="0" y="855190"/>
          <a:ext cx="7186292" cy="814319"/>
        </a:xfrm>
        <a:prstGeom prst="roundRect">
          <a:avLst/>
        </a:prstGeom>
        <a:solidFill>
          <a:schemeClr val="accent2">
            <a:hueOff val="-298084"/>
            <a:satOff val="-1951"/>
            <a:lumOff val="-43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Assignments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10%</a:t>
          </a:r>
        </a:p>
      </dsp:txBody>
      <dsp:txXfrm>
        <a:off x="39752" y="894942"/>
        <a:ext cx="7106788" cy="734815"/>
      </dsp:txXfrm>
    </dsp:sp>
    <dsp:sp modelId="{DE8CC8B3-8DAB-4DD7-8D12-5AFA1632CA2F}">
      <dsp:nvSpPr>
        <dsp:cNvPr id="0" name=""/>
        <dsp:cNvSpPr/>
      </dsp:nvSpPr>
      <dsp:spPr>
        <a:xfrm>
          <a:off x="0" y="1704070"/>
          <a:ext cx="7186292" cy="814319"/>
        </a:xfrm>
        <a:prstGeom prst="roundRect">
          <a:avLst/>
        </a:prstGeom>
        <a:solidFill>
          <a:schemeClr val="accent2">
            <a:hueOff val="-596168"/>
            <a:satOff val="-3903"/>
            <a:lumOff val="-862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Quizzes	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10%</a:t>
          </a:r>
        </a:p>
      </dsp:txBody>
      <dsp:txXfrm>
        <a:off x="39752" y="1743822"/>
        <a:ext cx="7106788" cy="734815"/>
      </dsp:txXfrm>
    </dsp:sp>
    <dsp:sp modelId="{E78D5433-4D4B-44ED-8789-4B28A05921CF}">
      <dsp:nvSpPr>
        <dsp:cNvPr id="0" name=""/>
        <dsp:cNvSpPr/>
      </dsp:nvSpPr>
      <dsp:spPr>
        <a:xfrm>
          <a:off x="0" y="2552950"/>
          <a:ext cx="7186292" cy="814319"/>
        </a:xfrm>
        <a:prstGeom prst="roundRect">
          <a:avLst/>
        </a:prstGeom>
        <a:solidFill>
          <a:schemeClr val="accent2">
            <a:hueOff val="-894253"/>
            <a:satOff val="-5854"/>
            <a:lumOff val="-129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Project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15%</a:t>
          </a:r>
        </a:p>
      </dsp:txBody>
      <dsp:txXfrm>
        <a:off x="39752" y="2592702"/>
        <a:ext cx="7106788" cy="734815"/>
      </dsp:txXfrm>
    </dsp:sp>
    <dsp:sp modelId="{D3BB0A66-5658-496C-87D0-C1F46C1CD7CE}">
      <dsp:nvSpPr>
        <dsp:cNvPr id="0" name=""/>
        <dsp:cNvSpPr/>
      </dsp:nvSpPr>
      <dsp:spPr>
        <a:xfrm>
          <a:off x="0" y="3401830"/>
          <a:ext cx="7186292" cy="814319"/>
        </a:xfrm>
        <a:prstGeom prst="roundRect">
          <a:avLst/>
        </a:prstGeom>
        <a:solidFill>
          <a:schemeClr val="accent2">
            <a:hueOff val="-1192337"/>
            <a:satOff val="-7806"/>
            <a:lumOff val="-1725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Class Participation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5%</a:t>
          </a:r>
        </a:p>
      </dsp:txBody>
      <dsp:txXfrm>
        <a:off x="39752" y="3441582"/>
        <a:ext cx="7106788" cy="734815"/>
      </dsp:txXfrm>
    </dsp:sp>
    <dsp:sp modelId="{72E1F4D9-0663-4707-AD36-6F14C5E55EE1}">
      <dsp:nvSpPr>
        <dsp:cNvPr id="0" name=""/>
        <dsp:cNvSpPr/>
      </dsp:nvSpPr>
      <dsp:spPr>
        <a:xfrm>
          <a:off x="0" y="4250710"/>
          <a:ext cx="7186292" cy="814319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Final Exam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40%</a:t>
          </a:r>
        </a:p>
      </dsp:txBody>
      <dsp:txXfrm>
        <a:off x="39752" y="4290462"/>
        <a:ext cx="7106788" cy="7348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69E3D-DD5C-4EC2-B0D2-DF9BF09711C5}">
      <dsp:nvSpPr>
        <dsp:cNvPr id="0" name=""/>
        <dsp:cNvSpPr/>
      </dsp:nvSpPr>
      <dsp:spPr>
        <a:xfrm>
          <a:off x="0" y="443"/>
          <a:ext cx="11029615" cy="1038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4B12A-614B-4188-B1EF-2DE2CDBA2084}">
      <dsp:nvSpPr>
        <dsp:cNvPr id="0" name=""/>
        <dsp:cNvSpPr/>
      </dsp:nvSpPr>
      <dsp:spPr>
        <a:xfrm>
          <a:off x="314046" y="234032"/>
          <a:ext cx="570994" cy="5709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0C8AF-594B-4472-9C62-90228713655A}">
      <dsp:nvSpPr>
        <dsp:cNvPr id="0" name=""/>
        <dsp:cNvSpPr/>
      </dsp:nvSpPr>
      <dsp:spPr>
        <a:xfrm>
          <a:off x="1199087" y="443"/>
          <a:ext cx="9830527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Students will choose their project topic or select from the list of sample ideas</a:t>
          </a:r>
        </a:p>
      </dsp:txBody>
      <dsp:txXfrm>
        <a:off x="1199087" y="443"/>
        <a:ext cx="9830527" cy="1038171"/>
      </dsp:txXfrm>
    </dsp:sp>
    <dsp:sp modelId="{99A2462A-C57B-433B-ABC9-4BE86EE94B9C}">
      <dsp:nvSpPr>
        <dsp:cNvPr id="0" name=""/>
        <dsp:cNvSpPr/>
      </dsp:nvSpPr>
      <dsp:spPr>
        <a:xfrm>
          <a:off x="0" y="1298157"/>
          <a:ext cx="11029615" cy="1038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599B0-F33C-4578-951E-E92CBF67149C}">
      <dsp:nvSpPr>
        <dsp:cNvPr id="0" name=""/>
        <dsp:cNvSpPr/>
      </dsp:nvSpPr>
      <dsp:spPr>
        <a:xfrm>
          <a:off x="314046" y="1531745"/>
          <a:ext cx="570994" cy="5709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4C5DA-65BE-48F3-9EF7-46B88CDCFFA8}">
      <dsp:nvSpPr>
        <dsp:cNvPr id="0" name=""/>
        <dsp:cNvSpPr/>
      </dsp:nvSpPr>
      <dsp:spPr>
        <a:xfrm>
          <a:off x="1199087" y="1298157"/>
          <a:ext cx="9830527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Work in teams of 6-7 </a:t>
          </a:r>
        </a:p>
      </dsp:txBody>
      <dsp:txXfrm>
        <a:off x="1199087" y="1298157"/>
        <a:ext cx="9830527" cy="1038171"/>
      </dsp:txXfrm>
    </dsp:sp>
    <dsp:sp modelId="{CF4EE779-D53A-42FC-9BB3-B0BAC3C890A1}">
      <dsp:nvSpPr>
        <dsp:cNvPr id="0" name=""/>
        <dsp:cNvSpPr/>
      </dsp:nvSpPr>
      <dsp:spPr>
        <a:xfrm>
          <a:off x="0" y="2595871"/>
          <a:ext cx="11029615" cy="1038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13869-2B60-4E6F-B9B3-B089025CA727}">
      <dsp:nvSpPr>
        <dsp:cNvPr id="0" name=""/>
        <dsp:cNvSpPr/>
      </dsp:nvSpPr>
      <dsp:spPr>
        <a:xfrm>
          <a:off x="314046" y="2829459"/>
          <a:ext cx="570994" cy="5709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57D7D-689F-47DE-8344-9E8BBB75D54F}">
      <dsp:nvSpPr>
        <dsp:cNvPr id="0" name=""/>
        <dsp:cNvSpPr/>
      </dsp:nvSpPr>
      <dsp:spPr>
        <a:xfrm>
          <a:off x="1199087" y="2595871"/>
          <a:ext cx="9830527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Design, implement, and evaluate cloud applications. </a:t>
          </a:r>
        </a:p>
      </dsp:txBody>
      <dsp:txXfrm>
        <a:off x="1199087" y="2595871"/>
        <a:ext cx="9830527" cy="10381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C063B-D368-4884-BBB1-B197CE27B38A}">
      <dsp:nvSpPr>
        <dsp:cNvPr id="0" name=""/>
        <dsp:cNvSpPr/>
      </dsp:nvSpPr>
      <dsp:spPr>
        <a:xfrm>
          <a:off x="2205922" y="1990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a basic application using ASP.NET, Python, etc. with user authentication.</a:t>
          </a:r>
        </a:p>
      </dsp:txBody>
      <dsp:txXfrm>
        <a:off x="2205922" y="1990"/>
        <a:ext cx="8823692" cy="576463"/>
      </dsp:txXfrm>
    </dsp:sp>
    <dsp:sp modelId="{F30F0ACB-9BBE-45EF-9036-4038BDFC1BD9}">
      <dsp:nvSpPr>
        <dsp:cNvPr id="0" name=""/>
        <dsp:cNvSpPr/>
      </dsp:nvSpPr>
      <dsp:spPr>
        <a:xfrm>
          <a:off x="0" y="1990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Application: </a:t>
          </a:r>
        </a:p>
      </dsp:txBody>
      <dsp:txXfrm>
        <a:off x="0" y="1990"/>
        <a:ext cx="2205923" cy="576463"/>
      </dsp:txXfrm>
    </dsp:sp>
    <dsp:sp modelId="{DA1F3CC6-C3DA-4A3A-B496-B9D07A43B309}">
      <dsp:nvSpPr>
        <dsp:cNvPr id="0" name=""/>
        <dsp:cNvSpPr/>
      </dsp:nvSpPr>
      <dsp:spPr>
        <a:xfrm>
          <a:off x="2205923" y="613041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CRUD functionality, register/login.</a:t>
          </a:r>
        </a:p>
      </dsp:txBody>
      <dsp:txXfrm>
        <a:off x="2205923" y="613041"/>
        <a:ext cx="8823692" cy="576463"/>
      </dsp:txXfrm>
    </dsp:sp>
    <dsp:sp modelId="{61B09D2E-B2A8-4606-91B0-CEAB01DDEE3C}">
      <dsp:nvSpPr>
        <dsp:cNvPr id="0" name=""/>
        <dsp:cNvSpPr/>
      </dsp:nvSpPr>
      <dsp:spPr>
        <a:xfrm>
          <a:off x="0" y="613041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 Features: </a:t>
          </a:r>
        </a:p>
      </dsp:txBody>
      <dsp:txXfrm>
        <a:off x="0" y="613041"/>
        <a:ext cx="2205923" cy="576463"/>
      </dsp:txXfrm>
    </dsp:sp>
    <dsp:sp modelId="{1BFF1AA4-6047-412E-9B89-F074CFCB2927}">
      <dsp:nvSpPr>
        <dsp:cNvPr id="0" name=""/>
        <dsp:cNvSpPr/>
      </dsp:nvSpPr>
      <dsp:spPr>
        <a:xfrm>
          <a:off x="2205923" y="1224092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Expose APIs securely using Azure API Management.</a:t>
          </a:r>
        </a:p>
      </dsp:txBody>
      <dsp:txXfrm>
        <a:off x="2205923" y="1224092"/>
        <a:ext cx="8823692" cy="576463"/>
      </dsp:txXfrm>
    </dsp:sp>
    <dsp:sp modelId="{D32FF0E4-4ACA-4471-9C62-F1D260AFBBDF}">
      <dsp:nvSpPr>
        <dsp:cNvPr id="0" name=""/>
        <dsp:cNvSpPr/>
      </dsp:nvSpPr>
      <dsp:spPr>
        <a:xfrm>
          <a:off x="0" y="1224092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API Integration: </a:t>
          </a:r>
        </a:p>
      </dsp:txBody>
      <dsp:txXfrm>
        <a:off x="0" y="1224092"/>
        <a:ext cx="2205923" cy="576463"/>
      </dsp:txXfrm>
    </dsp:sp>
    <dsp:sp modelId="{950FB2CE-A5BA-4EEF-AF5D-390B1FE95A10}">
      <dsp:nvSpPr>
        <dsp:cNvPr id="0" name=""/>
        <dsp:cNvSpPr/>
      </dsp:nvSpPr>
      <dsp:spPr>
        <a:xfrm>
          <a:off x="2205923" y="1835143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Add event-driven features.</a:t>
          </a:r>
        </a:p>
      </dsp:txBody>
      <dsp:txXfrm>
        <a:off x="2205923" y="1835143"/>
        <a:ext cx="8823692" cy="576463"/>
      </dsp:txXfrm>
    </dsp:sp>
    <dsp:sp modelId="{1968329A-6ACA-4FF4-89BF-09E444A73758}">
      <dsp:nvSpPr>
        <dsp:cNvPr id="0" name=""/>
        <dsp:cNvSpPr/>
      </dsp:nvSpPr>
      <dsp:spPr>
        <a:xfrm>
          <a:off x="0" y="1835143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Azure Function: </a:t>
          </a:r>
        </a:p>
      </dsp:txBody>
      <dsp:txXfrm>
        <a:off x="0" y="1835143"/>
        <a:ext cx="2205923" cy="576463"/>
      </dsp:txXfrm>
    </dsp:sp>
    <dsp:sp modelId="{6FF7EF6F-D8B2-4DF3-A283-313E1BD86C95}">
      <dsp:nvSpPr>
        <dsp:cNvPr id="0" name=""/>
        <dsp:cNvSpPr/>
      </dsp:nvSpPr>
      <dsp:spPr>
        <a:xfrm>
          <a:off x="2205923" y="2446194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Host the application on Azure App Service.</a:t>
          </a:r>
        </a:p>
      </dsp:txBody>
      <dsp:txXfrm>
        <a:off x="2205923" y="2446194"/>
        <a:ext cx="8823692" cy="576463"/>
      </dsp:txXfrm>
    </dsp:sp>
    <dsp:sp modelId="{0BB5AAF9-EB04-48BD-8113-A98DA32E140F}">
      <dsp:nvSpPr>
        <dsp:cNvPr id="0" name=""/>
        <dsp:cNvSpPr/>
      </dsp:nvSpPr>
      <dsp:spPr>
        <a:xfrm>
          <a:off x="0" y="2446194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Cloud Hosting: </a:t>
          </a:r>
        </a:p>
      </dsp:txBody>
      <dsp:txXfrm>
        <a:off x="0" y="2446194"/>
        <a:ext cx="2205923" cy="576463"/>
      </dsp:txXfrm>
    </dsp:sp>
    <dsp:sp modelId="{57D40BAB-B66E-499B-9FC1-51EF24C082AE}">
      <dsp:nvSpPr>
        <dsp:cNvPr id="0" name=""/>
        <dsp:cNvSpPr/>
      </dsp:nvSpPr>
      <dsp:spPr>
        <a:xfrm>
          <a:off x="2205923" y="3057245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Azure SQL or Cosmos DB.</a:t>
          </a:r>
        </a:p>
      </dsp:txBody>
      <dsp:txXfrm>
        <a:off x="2205923" y="3057245"/>
        <a:ext cx="8823692" cy="576463"/>
      </dsp:txXfrm>
    </dsp:sp>
    <dsp:sp modelId="{64C4DBEE-C069-4F1C-A772-0A82EA00BBB5}">
      <dsp:nvSpPr>
        <dsp:cNvPr id="0" name=""/>
        <dsp:cNvSpPr/>
      </dsp:nvSpPr>
      <dsp:spPr>
        <a:xfrm>
          <a:off x="0" y="3057245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Database: </a:t>
          </a:r>
        </a:p>
      </dsp:txBody>
      <dsp:txXfrm>
        <a:off x="0" y="3057245"/>
        <a:ext cx="2205923" cy="576463"/>
      </dsp:txXfrm>
    </dsp:sp>
    <dsp:sp modelId="{F253CF95-AEB0-4EE3-AE0E-B5DBE2D3169B}">
      <dsp:nvSpPr>
        <dsp:cNvPr id="0" name=""/>
        <dsp:cNvSpPr/>
      </dsp:nvSpPr>
      <dsp:spPr>
        <a:xfrm>
          <a:off x="2205923" y="3668296"/>
          <a:ext cx="8823692" cy="5764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22" rIns="171204" bIns="146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Integrate Azure Blob Storage for file management.</a:t>
          </a:r>
        </a:p>
      </dsp:txBody>
      <dsp:txXfrm>
        <a:off x="2205923" y="3668296"/>
        <a:ext cx="8823692" cy="576463"/>
      </dsp:txXfrm>
    </dsp:sp>
    <dsp:sp modelId="{31F889DE-8347-4151-8FC7-C40DD1FD3934}">
      <dsp:nvSpPr>
        <dsp:cNvPr id="0" name=""/>
        <dsp:cNvSpPr/>
      </dsp:nvSpPr>
      <dsp:spPr>
        <a:xfrm>
          <a:off x="0" y="3668296"/>
          <a:ext cx="2205923" cy="576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42" rIns="116730" bIns="5694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Storage: </a:t>
          </a:r>
        </a:p>
      </dsp:txBody>
      <dsp:txXfrm>
        <a:off x="0" y="3668296"/>
        <a:ext cx="2205923" cy="5764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A72D6-0F0D-40F9-8669-F34CA27ED7D4}">
      <dsp:nvSpPr>
        <dsp:cNvPr id="0" name=""/>
        <dsp:cNvSpPr/>
      </dsp:nvSpPr>
      <dsp:spPr>
        <a:xfrm>
          <a:off x="0" y="3679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13BD7-BED4-49A5-8F25-62CE7E21BFF0}">
      <dsp:nvSpPr>
        <dsp:cNvPr id="0" name=""/>
        <dsp:cNvSpPr/>
      </dsp:nvSpPr>
      <dsp:spPr>
        <a:xfrm>
          <a:off x="237047" y="179995"/>
          <a:ext cx="430995" cy="430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C9ED6-EE81-40D9-B917-C5A29EFE7DE9}">
      <dsp:nvSpPr>
        <dsp:cNvPr id="0" name=""/>
        <dsp:cNvSpPr/>
      </dsp:nvSpPr>
      <dsp:spPr>
        <a:xfrm>
          <a:off x="905091" y="3679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Performance: </a:t>
          </a:r>
        </a:p>
      </dsp:txBody>
      <dsp:txXfrm>
        <a:off x="905091" y="3679"/>
        <a:ext cx="3155566" cy="783628"/>
      </dsp:txXfrm>
    </dsp:sp>
    <dsp:sp modelId="{824A5DDF-255B-438B-857F-4AB09D55B980}">
      <dsp:nvSpPr>
        <dsp:cNvPr id="0" name=""/>
        <dsp:cNvSpPr/>
      </dsp:nvSpPr>
      <dsp:spPr>
        <a:xfrm>
          <a:off x="4060657" y="3679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application should handle at least 100 concurrent users.</a:t>
          </a:r>
        </a:p>
      </dsp:txBody>
      <dsp:txXfrm>
        <a:off x="4060657" y="3679"/>
        <a:ext cx="2951712" cy="783628"/>
      </dsp:txXfrm>
    </dsp:sp>
    <dsp:sp modelId="{1696CFBC-2D5A-4A20-A31E-11FAA9479A26}">
      <dsp:nvSpPr>
        <dsp:cNvPr id="0" name=""/>
        <dsp:cNvSpPr/>
      </dsp:nvSpPr>
      <dsp:spPr>
        <a:xfrm>
          <a:off x="0" y="983215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7E48A-917D-4A86-8435-BEDCBB1D029E}">
      <dsp:nvSpPr>
        <dsp:cNvPr id="0" name=""/>
        <dsp:cNvSpPr/>
      </dsp:nvSpPr>
      <dsp:spPr>
        <a:xfrm>
          <a:off x="237047" y="1159531"/>
          <a:ext cx="430995" cy="430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4FBA2-73B6-422E-9BCB-30F7A2EC9CA5}">
      <dsp:nvSpPr>
        <dsp:cNvPr id="0" name=""/>
        <dsp:cNvSpPr/>
      </dsp:nvSpPr>
      <dsp:spPr>
        <a:xfrm>
          <a:off x="905091" y="983215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Scalability: </a:t>
          </a:r>
        </a:p>
      </dsp:txBody>
      <dsp:txXfrm>
        <a:off x="905091" y="983215"/>
        <a:ext cx="3155566" cy="783628"/>
      </dsp:txXfrm>
    </dsp:sp>
    <dsp:sp modelId="{5EA0C41C-7EC3-4E63-A0BE-EF5BD53C2713}">
      <dsp:nvSpPr>
        <dsp:cNvPr id="0" name=""/>
        <dsp:cNvSpPr/>
      </dsp:nvSpPr>
      <dsp:spPr>
        <a:xfrm>
          <a:off x="4060657" y="983215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system must auto-scale based on load.</a:t>
          </a:r>
        </a:p>
      </dsp:txBody>
      <dsp:txXfrm>
        <a:off x="4060657" y="983215"/>
        <a:ext cx="2951712" cy="783628"/>
      </dsp:txXfrm>
    </dsp:sp>
    <dsp:sp modelId="{4F93FBAB-2201-4F04-BE7C-AAAD63A0248F}">
      <dsp:nvSpPr>
        <dsp:cNvPr id="0" name=""/>
        <dsp:cNvSpPr/>
      </dsp:nvSpPr>
      <dsp:spPr>
        <a:xfrm>
          <a:off x="0" y="1962751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04585-D07E-4BFE-B6ED-53A6AC92D0D8}">
      <dsp:nvSpPr>
        <dsp:cNvPr id="0" name=""/>
        <dsp:cNvSpPr/>
      </dsp:nvSpPr>
      <dsp:spPr>
        <a:xfrm>
          <a:off x="237047" y="2139067"/>
          <a:ext cx="430995" cy="430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B821F-6013-407B-9346-8E99550C9605}">
      <dsp:nvSpPr>
        <dsp:cNvPr id="0" name=""/>
        <dsp:cNvSpPr/>
      </dsp:nvSpPr>
      <dsp:spPr>
        <a:xfrm>
          <a:off x="905091" y="1962751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Availability: </a:t>
          </a:r>
        </a:p>
      </dsp:txBody>
      <dsp:txXfrm>
        <a:off x="905091" y="1962751"/>
        <a:ext cx="3155566" cy="783628"/>
      </dsp:txXfrm>
    </dsp:sp>
    <dsp:sp modelId="{7E262F16-B81E-41BA-86E8-10E5B29CE0D9}">
      <dsp:nvSpPr>
        <dsp:cNvPr id="0" name=""/>
        <dsp:cNvSpPr/>
      </dsp:nvSpPr>
      <dsp:spPr>
        <a:xfrm>
          <a:off x="4060657" y="1962751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Target 99.95% uptime.</a:t>
          </a:r>
        </a:p>
      </dsp:txBody>
      <dsp:txXfrm>
        <a:off x="4060657" y="1962751"/>
        <a:ext cx="2951712" cy="783628"/>
      </dsp:txXfrm>
    </dsp:sp>
    <dsp:sp modelId="{B36F8509-5D38-41F6-B452-172F8D1A8746}">
      <dsp:nvSpPr>
        <dsp:cNvPr id="0" name=""/>
        <dsp:cNvSpPr/>
      </dsp:nvSpPr>
      <dsp:spPr>
        <a:xfrm>
          <a:off x="0" y="2942287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81ED2-EBC4-4E55-8955-D53BB0E4ADCA}">
      <dsp:nvSpPr>
        <dsp:cNvPr id="0" name=""/>
        <dsp:cNvSpPr/>
      </dsp:nvSpPr>
      <dsp:spPr>
        <a:xfrm>
          <a:off x="237047" y="3118603"/>
          <a:ext cx="430995" cy="430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29C23-8601-48ED-84DB-A023C879D2CA}">
      <dsp:nvSpPr>
        <dsp:cNvPr id="0" name=""/>
        <dsp:cNvSpPr/>
      </dsp:nvSpPr>
      <dsp:spPr>
        <a:xfrm>
          <a:off x="905091" y="2942287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Security: </a:t>
          </a:r>
        </a:p>
      </dsp:txBody>
      <dsp:txXfrm>
        <a:off x="905091" y="2942287"/>
        <a:ext cx="3155566" cy="783628"/>
      </dsp:txXfrm>
    </dsp:sp>
    <dsp:sp modelId="{FA7295B9-2982-40B5-9094-2CAD1A544012}">
      <dsp:nvSpPr>
        <dsp:cNvPr id="0" name=""/>
        <dsp:cNvSpPr/>
      </dsp:nvSpPr>
      <dsp:spPr>
        <a:xfrm>
          <a:off x="4060657" y="2942287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Ensure encryption and access control.</a:t>
          </a:r>
        </a:p>
      </dsp:txBody>
      <dsp:txXfrm>
        <a:off x="4060657" y="2942287"/>
        <a:ext cx="2951712" cy="783628"/>
      </dsp:txXfrm>
    </dsp:sp>
    <dsp:sp modelId="{0D8680E6-CE3F-4E2B-B94D-D290B00DD384}">
      <dsp:nvSpPr>
        <dsp:cNvPr id="0" name=""/>
        <dsp:cNvSpPr/>
      </dsp:nvSpPr>
      <dsp:spPr>
        <a:xfrm>
          <a:off x="0" y="3921823"/>
          <a:ext cx="7012370" cy="7836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0AC7D-3BF7-4E81-B1C2-02E8210E7EC4}">
      <dsp:nvSpPr>
        <dsp:cNvPr id="0" name=""/>
        <dsp:cNvSpPr/>
      </dsp:nvSpPr>
      <dsp:spPr>
        <a:xfrm>
          <a:off x="237047" y="4098139"/>
          <a:ext cx="430995" cy="4309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52A4D-38A1-406C-BEA4-E4D9791AA859}">
      <dsp:nvSpPr>
        <dsp:cNvPr id="0" name=""/>
        <dsp:cNvSpPr/>
      </dsp:nvSpPr>
      <dsp:spPr>
        <a:xfrm>
          <a:off x="905091" y="3921823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Cost Optimization: </a:t>
          </a:r>
        </a:p>
      </dsp:txBody>
      <dsp:txXfrm>
        <a:off x="905091" y="3921823"/>
        <a:ext cx="3155566" cy="783628"/>
      </dsp:txXfrm>
    </dsp:sp>
    <dsp:sp modelId="{62B027F7-9AAD-4191-BA17-55FC34C788ED}">
      <dsp:nvSpPr>
        <dsp:cNvPr id="0" name=""/>
        <dsp:cNvSpPr/>
      </dsp:nvSpPr>
      <dsp:spPr>
        <a:xfrm>
          <a:off x="4060657" y="3921823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techniques for cost-effective resource management.</a:t>
          </a:r>
        </a:p>
      </dsp:txBody>
      <dsp:txXfrm>
        <a:off x="4060657" y="3921823"/>
        <a:ext cx="2951712" cy="7836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75EB4-49D7-4B95-82FF-6E6B2E7C73AE}">
      <dsp:nvSpPr>
        <dsp:cNvPr id="0" name=""/>
        <dsp:cNvSpPr/>
      </dsp:nvSpPr>
      <dsp:spPr>
        <a:xfrm>
          <a:off x="2205922" y="443"/>
          <a:ext cx="8823692" cy="5767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97" rIns="171204" bIns="1464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Azure App Service, Function Apps.</a:t>
          </a:r>
        </a:p>
      </dsp:txBody>
      <dsp:txXfrm>
        <a:off x="2205922" y="443"/>
        <a:ext cx="8823692" cy="576761"/>
      </dsp:txXfrm>
    </dsp:sp>
    <dsp:sp modelId="{43D88618-E804-4DC5-B55F-B27C8FAA3B1F}">
      <dsp:nvSpPr>
        <dsp:cNvPr id="0" name=""/>
        <dsp:cNvSpPr/>
      </dsp:nvSpPr>
      <dsp:spPr>
        <a:xfrm>
          <a:off x="0" y="443"/>
          <a:ext cx="2205923" cy="5767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71" rIns="116730" bIns="5697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Compute: </a:t>
          </a:r>
        </a:p>
      </dsp:txBody>
      <dsp:txXfrm>
        <a:off x="0" y="443"/>
        <a:ext cx="2205923" cy="576761"/>
      </dsp:txXfrm>
    </dsp:sp>
    <dsp:sp modelId="{5899E7C4-5FA1-43D1-9824-A2F64F474C47}">
      <dsp:nvSpPr>
        <dsp:cNvPr id="0" name=""/>
        <dsp:cNvSpPr/>
      </dsp:nvSpPr>
      <dsp:spPr>
        <a:xfrm>
          <a:off x="2205923" y="611811"/>
          <a:ext cx="8823692" cy="5767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97" rIns="171204" bIns="1464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Azure Blob Storage, Azure File Storage.</a:t>
          </a:r>
        </a:p>
      </dsp:txBody>
      <dsp:txXfrm>
        <a:off x="2205923" y="611811"/>
        <a:ext cx="8823692" cy="576761"/>
      </dsp:txXfrm>
    </dsp:sp>
    <dsp:sp modelId="{85437003-D20A-4B7D-9CA4-E26CE5164D17}">
      <dsp:nvSpPr>
        <dsp:cNvPr id="0" name=""/>
        <dsp:cNvSpPr/>
      </dsp:nvSpPr>
      <dsp:spPr>
        <a:xfrm>
          <a:off x="0" y="611811"/>
          <a:ext cx="2205923" cy="5767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71" rIns="116730" bIns="5697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Storage: </a:t>
          </a:r>
        </a:p>
      </dsp:txBody>
      <dsp:txXfrm>
        <a:off x="0" y="611811"/>
        <a:ext cx="2205923" cy="576761"/>
      </dsp:txXfrm>
    </dsp:sp>
    <dsp:sp modelId="{F554981F-C6EE-484C-96A7-E2AC22DFD6D3}">
      <dsp:nvSpPr>
        <dsp:cNvPr id="0" name=""/>
        <dsp:cNvSpPr/>
      </dsp:nvSpPr>
      <dsp:spPr>
        <a:xfrm>
          <a:off x="2205923" y="1223178"/>
          <a:ext cx="8823692" cy="5767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97" rIns="171204" bIns="1464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Azure SQL Database, Cosmos DB.</a:t>
          </a:r>
        </a:p>
      </dsp:txBody>
      <dsp:txXfrm>
        <a:off x="2205923" y="1223178"/>
        <a:ext cx="8823692" cy="576761"/>
      </dsp:txXfrm>
    </dsp:sp>
    <dsp:sp modelId="{FDDEB051-16D4-4D06-AC3D-9953919C938E}">
      <dsp:nvSpPr>
        <dsp:cNvPr id="0" name=""/>
        <dsp:cNvSpPr/>
      </dsp:nvSpPr>
      <dsp:spPr>
        <a:xfrm>
          <a:off x="0" y="1223178"/>
          <a:ext cx="2205923" cy="5767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71" rIns="116730" bIns="5697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Database: </a:t>
          </a:r>
        </a:p>
      </dsp:txBody>
      <dsp:txXfrm>
        <a:off x="0" y="1223178"/>
        <a:ext cx="2205923" cy="576761"/>
      </dsp:txXfrm>
    </dsp:sp>
    <dsp:sp modelId="{9768C9E3-4301-4669-919C-61AEBF5A945C}">
      <dsp:nvSpPr>
        <dsp:cNvPr id="0" name=""/>
        <dsp:cNvSpPr/>
      </dsp:nvSpPr>
      <dsp:spPr>
        <a:xfrm>
          <a:off x="2205923" y="1834545"/>
          <a:ext cx="8823692" cy="5767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97" rIns="171204" bIns="1464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Azure Active Directory, Key Vault.</a:t>
          </a:r>
        </a:p>
      </dsp:txBody>
      <dsp:txXfrm>
        <a:off x="2205923" y="1834545"/>
        <a:ext cx="8823692" cy="576761"/>
      </dsp:txXfrm>
    </dsp:sp>
    <dsp:sp modelId="{ADF4688E-6971-4571-B4F8-DF5ED3C0ED04}">
      <dsp:nvSpPr>
        <dsp:cNvPr id="0" name=""/>
        <dsp:cNvSpPr/>
      </dsp:nvSpPr>
      <dsp:spPr>
        <a:xfrm>
          <a:off x="0" y="1834545"/>
          <a:ext cx="2205923" cy="5767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71" rIns="116730" bIns="5697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Security: </a:t>
          </a:r>
        </a:p>
      </dsp:txBody>
      <dsp:txXfrm>
        <a:off x="0" y="1834545"/>
        <a:ext cx="2205923" cy="576761"/>
      </dsp:txXfrm>
    </dsp:sp>
    <dsp:sp modelId="{F29846A1-3B31-40D3-B2D1-3443E0EA17D4}">
      <dsp:nvSpPr>
        <dsp:cNvPr id="0" name=""/>
        <dsp:cNvSpPr/>
      </dsp:nvSpPr>
      <dsp:spPr>
        <a:xfrm>
          <a:off x="2205923" y="2445913"/>
          <a:ext cx="8823692" cy="5767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97" rIns="171204" bIns="1464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Azure Monitor, Application Insights.</a:t>
          </a:r>
        </a:p>
      </dsp:txBody>
      <dsp:txXfrm>
        <a:off x="2205923" y="2445913"/>
        <a:ext cx="8823692" cy="576761"/>
      </dsp:txXfrm>
    </dsp:sp>
    <dsp:sp modelId="{F77C87D4-BC45-4F89-B954-977A6E8FE408}">
      <dsp:nvSpPr>
        <dsp:cNvPr id="0" name=""/>
        <dsp:cNvSpPr/>
      </dsp:nvSpPr>
      <dsp:spPr>
        <a:xfrm>
          <a:off x="0" y="2445913"/>
          <a:ext cx="2205923" cy="5767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71" rIns="116730" bIns="5697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Monitoring: </a:t>
          </a:r>
        </a:p>
      </dsp:txBody>
      <dsp:txXfrm>
        <a:off x="0" y="2445913"/>
        <a:ext cx="2205923" cy="576761"/>
      </dsp:txXfrm>
    </dsp:sp>
    <dsp:sp modelId="{248410FA-D2C3-4319-AD3B-7B3318DE8C16}">
      <dsp:nvSpPr>
        <dsp:cNvPr id="0" name=""/>
        <dsp:cNvSpPr/>
      </dsp:nvSpPr>
      <dsp:spPr>
        <a:xfrm>
          <a:off x="2205923" y="3057280"/>
          <a:ext cx="8823692" cy="5767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04" tIns="146497" rIns="171204" bIns="1464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Azure Virtual Network, Traffic Manager.</a:t>
          </a:r>
        </a:p>
      </dsp:txBody>
      <dsp:txXfrm>
        <a:off x="2205923" y="3057280"/>
        <a:ext cx="8823692" cy="576761"/>
      </dsp:txXfrm>
    </dsp:sp>
    <dsp:sp modelId="{8D2269A8-7AC8-4021-BA9C-55421E2410E0}">
      <dsp:nvSpPr>
        <dsp:cNvPr id="0" name=""/>
        <dsp:cNvSpPr/>
      </dsp:nvSpPr>
      <dsp:spPr>
        <a:xfrm>
          <a:off x="0" y="3057280"/>
          <a:ext cx="2205923" cy="5767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730" tIns="56971" rIns="116730" bIns="5697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Networking (Optional):</a:t>
          </a:r>
        </a:p>
      </dsp:txBody>
      <dsp:txXfrm>
        <a:off x="0" y="3057280"/>
        <a:ext cx="2205923" cy="5767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A54BE-08DD-48A1-9026-AF6E9DC1A365}">
      <dsp:nvSpPr>
        <dsp:cNvPr id="0" name=""/>
        <dsp:cNvSpPr/>
      </dsp:nvSpPr>
      <dsp:spPr>
        <a:xfrm>
          <a:off x="1261800" y="1721"/>
          <a:ext cx="5047202" cy="75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930" tIns="191897" rIns="97930" bIns="1918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Submit proposal with architecture and group details.</a:t>
          </a:r>
        </a:p>
      </dsp:txBody>
      <dsp:txXfrm>
        <a:off x="1261800" y="1721"/>
        <a:ext cx="5047202" cy="755500"/>
      </dsp:txXfrm>
    </dsp:sp>
    <dsp:sp modelId="{60E7F369-01D8-415C-B2CE-0D01FC8D2517}">
      <dsp:nvSpPr>
        <dsp:cNvPr id="0" name=""/>
        <dsp:cNvSpPr/>
      </dsp:nvSpPr>
      <dsp:spPr>
        <a:xfrm>
          <a:off x="0" y="1721"/>
          <a:ext cx="1261800" cy="755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770" tIns="74627" rIns="66770" bIns="7462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Milestone 1 (Week 2): </a:t>
          </a:r>
        </a:p>
      </dsp:txBody>
      <dsp:txXfrm>
        <a:off x="0" y="1721"/>
        <a:ext cx="1261800" cy="755500"/>
      </dsp:txXfrm>
    </dsp:sp>
    <dsp:sp modelId="{43519588-87DC-4369-B6B1-93EE0417937C}">
      <dsp:nvSpPr>
        <dsp:cNvPr id="0" name=""/>
        <dsp:cNvSpPr/>
      </dsp:nvSpPr>
      <dsp:spPr>
        <a:xfrm>
          <a:off x="1261800" y="802552"/>
          <a:ext cx="5047202" cy="75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930" tIns="191897" rIns="97930" bIns="1918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Submit architecture design and diagram.</a:t>
          </a:r>
        </a:p>
      </dsp:txBody>
      <dsp:txXfrm>
        <a:off x="1261800" y="802552"/>
        <a:ext cx="5047202" cy="755500"/>
      </dsp:txXfrm>
    </dsp:sp>
    <dsp:sp modelId="{F630A1C4-8741-44AB-B30F-23F7698EE079}">
      <dsp:nvSpPr>
        <dsp:cNvPr id="0" name=""/>
        <dsp:cNvSpPr/>
      </dsp:nvSpPr>
      <dsp:spPr>
        <a:xfrm>
          <a:off x="0" y="802552"/>
          <a:ext cx="1261800" cy="755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770" tIns="74627" rIns="66770" bIns="7462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Milestone 2 (Week 4): </a:t>
          </a:r>
        </a:p>
      </dsp:txBody>
      <dsp:txXfrm>
        <a:off x="0" y="802552"/>
        <a:ext cx="1261800" cy="755500"/>
      </dsp:txXfrm>
    </dsp:sp>
    <dsp:sp modelId="{6DBC1D39-D666-43F3-BDC9-B3B9C081D345}">
      <dsp:nvSpPr>
        <dsp:cNvPr id="0" name=""/>
        <dsp:cNvSpPr/>
      </dsp:nvSpPr>
      <dsp:spPr>
        <a:xfrm>
          <a:off x="1261800" y="1603382"/>
          <a:ext cx="5047202" cy="75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930" tIns="191897" rIns="97930" bIns="1918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Initial deployment with authentication and database integration.</a:t>
          </a:r>
        </a:p>
      </dsp:txBody>
      <dsp:txXfrm>
        <a:off x="1261800" y="1603382"/>
        <a:ext cx="5047202" cy="755500"/>
      </dsp:txXfrm>
    </dsp:sp>
    <dsp:sp modelId="{6BDAAD7B-31EF-4B29-A134-012CD3FE7C92}">
      <dsp:nvSpPr>
        <dsp:cNvPr id="0" name=""/>
        <dsp:cNvSpPr/>
      </dsp:nvSpPr>
      <dsp:spPr>
        <a:xfrm>
          <a:off x="0" y="1603382"/>
          <a:ext cx="1261800" cy="755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770" tIns="74627" rIns="66770" bIns="7462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Milestone 3 (Week 8): </a:t>
          </a:r>
        </a:p>
      </dsp:txBody>
      <dsp:txXfrm>
        <a:off x="0" y="1603382"/>
        <a:ext cx="1261800" cy="755500"/>
      </dsp:txXfrm>
    </dsp:sp>
    <dsp:sp modelId="{04312D21-1A8F-4338-BC62-B1EF43556A5D}">
      <dsp:nvSpPr>
        <dsp:cNvPr id="0" name=""/>
        <dsp:cNvSpPr/>
      </dsp:nvSpPr>
      <dsp:spPr>
        <a:xfrm>
          <a:off x="1261800" y="2404213"/>
          <a:ext cx="5047202" cy="75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930" tIns="191897" rIns="97930" bIns="1918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Complete functionality with monitoring and optimization.</a:t>
          </a:r>
        </a:p>
      </dsp:txBody>
      <dsp:txXfrm>
        <a:off x="1261800" y="2404213"/>
        <a:ext cx="5047202" cy="755500"/>
      </dsp:txXfrm>
    </dsp:sp>
    <dsp:sp modelId="{32D124ED-BEB9-4288-81C3-66435B8D765B}">
      <dsp:nvSpPr>
        <dsp:cNvPr id="0" name=""/>
        <dsp:cNvSpPr/>
      </dsp:nvSpPr>
      <dsp:spPr>
        <a:xfrm>
          <a:off x="0" y="2404213"/>
          <a:ext cx="1261800" cy="755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770" tIns="74627" rIns="66770" bIns="7462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Milestone 4 (Week 12): </a:t>
          </a:r>
        </a:p>
      </dsp:txBody>
      <dsp:txXfrm>
        <a:off x="0" y="2404213"/>
        <a:ext cx="1261800" cy="755500"/>
      </dsp:txXfrm>
    </dsp:sp>
    <dsp:sp modelId="{7280FF9A-D1C8-42EF-93A7-6451AD921198}">
      <dsp:nvSpPr>
        <dsp:cNvPr id="0" name=""/>
        <dsp:cNvSpPr/>
      </dsp:nvSpPr>
      <dsp:spPr>
        <a:xfrm>
          <a:off x="1261800" y="3205043"/>
          <a:ext cx="5047202" cy="75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930" tIns="191897" rIns="97930" bIns="1918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Submit full project and present.</a:t>
          </a:r>
        </a:p>
      </dsp:txBody>
      <dsp:txXfrm>
        <a:off x="1261800" y="3205043"/>
        <a:ext cx="5047202" cy="755500"/>
      </dsp:txXfrm>
    </dsp:sp>
    <dsp:sp modelId="{805D6D3E-A622-46A4-B078-6C01B8884430}">
      <dsp:nvSpPr>
        <dsp:cNvPr id="0" name=""/>
        <dsp:cNvSpPr/>
      </dsp:nvSpPr>
      <dsp:spPr>
        <a:xfrm>
          <a:off x="0" y="3205043"/>
          <a:ext cx="1261800" cy="755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770" tIns="74627" rIns="66770" bIns="7462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Milestone 5 (Week 16): </a:t>
          </a:r>
        </a:p>
      </dsp:txBody>
      <dsp:txXfrm>
        <a:off x="0" y="3205043"/>
        <a:ext cx="1261800" cy="755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BD0884-FC4E-403C-BC9C-E665E59E1EC3}">
      <dsp:nvSpPr>
        <dsp:cNvPr id="0" name=""/>
        <dsp:cNvSpPr/>
      </dsp:nvSpPr>
      <dsp:spPr>
        <a:xfrm>
          <a:off x="614491" y="2311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E-Commerce Platform</a:t>
          </a:r>
        </a:p>
      </dsp:txBody>
      <dsp:txXfrm>
        <a:off x="614491" y="2311"/>
        <a:ext cx="1814931" cy="1088959"/>
      </dsp:txXfrm>
    </dsp:sp>
    <dsp:sp modelId="{31B1803C-D4D1-448D-9666-BE4A8DE27569}">
      <dsp:nvSpPr>
        <dsp:cNvPr id="0" name=""/>
        <dsp:cNvSpPr/>
      </dsp:nvSpPr>
      <dsp:spPr>
        <a:xfrm>
          <a:off x="2610916" y="2311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Inventory Management System</a:t>
          </a:r>
        </a:p>
      </dsp:txBody>
      <dsp:txXfrm>
        <a:off x="2610916" y="2311"/>
        <a:ext cx="1814931" cy="1088959"/>
      </dsp:txXfrm>
    </dsp:sp>
    <dsp:sp modelId="{A5A1F963-B45C-4B3B-9FA9-5EA59D0F8938}">
      <dsp:nvSpPr>
        <dsp:cNvPr id="0" name=""/>
        <dsp:cNvSpPr/>
      </dsp:nvSpPr>
      <dsp:spPr>
        <a:xfrm>
          <a:off x="4607341" y="2311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Restaurant Ordering System</a:t>
          </a:r>
        </a:p>
      </dsp:txBody>
      <dsp:txXfrm>
        <a:off x="4607341" y="2311"/>
        <a:ext cx="1814931" cy="1088959"/>
      </dsp:txXfrm>
    </dsp:sp>
    <dsp:sp modelId="{BC0DB604-2B85-41D6-9525-3CDFE4E5F8D0}">
      <dsp:nvSpPr>
        <dsp:cNvPr id="0" name=""/>
        <dsp:cNvSpPr/>
      </dsp:nvSpPr>
      <dsp:spPr>
        <a:xfrm>
          <a:off x="6603766" y="2311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Learning Management System (LMS)</a:t>
          </a:r>
        </a:p>
      </dsp:txBody>
      <dsp:txXfrm>
        <a:off x="6603766" y="2311"/>
        <a:ext cx="1814931" cy="1088959"/>
      </dsp:txXfrm>
    </dsp:sp>
    <dsp:sp modelId="{8EE68258-4078-429C-A8F9-2122873B428B}">
      <dsp:nvSpPr>
        <dsp:cNvPr id="0" name=""/>
        <dsp:cNvSpPr/>
      </dsp:nvSpPr>
      <dsp:spPr>
        <a:xfrm>
          <a:off x="8600191" y="2311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Blog Content Management System</a:t>
          </a:r>
        </a:p>
      </dsp:txBody>
      <dsp:txXfrm>
        <a:off x="8600191" y="2311"/>
        <a:ext cx="1814931" cy="1088959"/>
      </dsp:txXfrm>
    </dsp:sp>
    <dsp:sp modelId="{EE80D888-3445-43ED-A523-AC22629FE143}">
      <dsp:nvSpPr>
        <dsp:cNvPr id="0" name=""/>
        <dsp:cNvSpPr/>
      </dsp:nvSpPr>
      <dsp:spPr>
        <a:xfrm>
          <a:off x="614491" y="1272763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6. Online Bookstore</a:t>
          </a:r>
        </a:p>
      </dsp:txBody>
      <dsp:txXfrm>
        <a:off x="614491" y="1272763"/>
        <a:ext cx="1814931" cy="1088959"/>
      </dsp:txXfrm>
    </dsp:sp>
    <dsp:sp modelId="{2D689383-27EE-4DC6-966E-41B976082AAE}">
      <dsp:nvSpPr>
        <dsp:cNvPr id="0" name=""/>
        <dsp:cNvSpPr/>
      </dsp:nvSpPr>
      <dsp:spPr>
        <a:xfrm>
          <a:off x="2610916" y="1272763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7. Fitness Tracking App</a:t>
          </a:r>
        </a:p>
      </dsp:txBody>
      <dsp:txXfrm>
        <a:off x="2610916" y="1272763"/>
        <a:ext cx="1814931" cy="1088959"/>
      </dsp:txXfrm>
    </dsp:sp>
    <dsp:sp modelId="{2F06231F-34C2-4979-BB53-F829E601BF3C}">
      <dsp:nvSpPr>
        <dsp:cNvPr id="0" name=""/>
        <dsp:cNvSpPr/>
      </dsp:nvSpPr>
      <dsp:spPr>
        <a:xfrm>
          <a:off x="4607341" y="1272763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8. Event Ticketing System</a:t>
          </a:r>
        </a:p>
      </dsp:txBody>
      <dsp:txXfrm>
        <a:off x="4607341" y="1272763"/>
        <a:ext cx="1814931" cy="1088959"/>
      </dsp:txXfrm>
    </dsp:sp>
    <dsp:sp modelId="{E8CA18DA-4A7C-4E3E-AD8C-188C57EA1137}">
      <dsp:nvSpPr>
        <dsp:cNvPr id="0" name=""/>
        <dsp:cNvSpPr/>
      </dsp:nvSpPr>
      <dsp:spPr>
        <a:xfrm>
          <a:off x="6603766" y="1272763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9. Travel Booking System</a:t>
          </a:r>
        </a:p>
      </dsp:txBody>
      <dsp:txXfrm>
        <a:off x="6603766" y="1272763"/>
        <a:ext cx="1814931" cy="1088959"/>
      </dsp:txXfrm>
    </dsp:sp>
    <dsp:sp modelId="{9DE8C97A-C804-4C0E-949E-AE8DE44BFE6F}">
      <dsp:nvSpPr>
        <dsp:cNvPr id="0" name=""/>
        <dsp:cNvSpPr/>
      </dsp:nvSpPr>
      <dsp:spPr>
        <a:xfrm>
          <a:off x="8600191" y="1272763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10. Healthcare Patient Management System</a:t>
          </a:r>
        </a:p>
      </dsp:txBody>
      <dsp:txXfrm>
        <a:off x="8600191" y="1272763"/>
        <a:ext cx="1814931" cy="1088959"/>
      </dsp:txXfrm>
    </dsp:sp>
    <dsp:sp modelId="{226D0197-C61C-4ADD-86AC-01F16FE47983}">
      <dsp:nvSpPr>
        <dsp:cNvPr id="0" name=""/>
        <dsp:cNvSpPr/>
      </dsp:nvSpPr>
      <dsp:spPr>
        <a:xfrm>
          <a:off x="614491" y="2543215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11. Serverless Video Sharing Platform</a:t>
          </a:r>
        </a:p>
      </dsp:txBody>
      <dsp:txXfrm>
        <a:off x="614491" y="2543215"/>
        <a:ext cx="1814931" cy="1088959"/>
      </dsp:txXfrm>
    </dsp:sp>
    <dsp:sp modelId="{D5062526-B64B-4EA1-A226-E9FC48275C26}">
      <dsp:nvSpPr>
        <dsp:cNvPr id="0" name=""/>
        <dsp:cNvSpPr/>
      </dsp:nvSpPr>
      <dsp:spPr>
        <a:xfrm>
          <a:off x="2610916" y="2543215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12. Personal Finance Tracker</a:t>
          </a:r>
        </a:p>
      </dsp:txBody>
      <dsp:txXfrm>
        <a:off x="2610916" y="2543215"/>
        <a:ext cx="1814931" cy="1088959"/>
      </dsp:txXfrm>
    </dsp:sp>
    <dsp:sp modelId="{6BB64648-5EDB-4360-8FD1-4604260B50AF}">
      <dsp:nvSpPr>
        <dsp:cNvPr id="0" name=""/>
        <dsp:cNvSpPr/>
      </dsp:nvSpPr>
      <dsp:spPr>
        <a:xfrm>
          <a:off x="4607341" y="2543215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13. Serverless Polling and Voting System</a:t>
          </a:r>
        </a:p>
      </dsp:txBody>
      <dsp:txXfrm>
        <a:off x="4607341" y="2543215"/>
        <a:ext cx="1814931" cy="1088959"/>
      </dsp:txXfrm>
    </dsp:sp>
    <dsp:sp modelId="{18F4D35B-F178-4FA3-B5F5-684EA7BC0E5B}">
      <dsp:nvSpPr>
        <dsp:cNvPr id="0" name=""/>
        <dsp:cNvSpPr/>
      </dsp:nvSpPr>
      <dsp:spPr>
        <a:xfrm>
          <a:off x="6603766" y="2543215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14. Real-Time Weather Forecasting Dashboard</a:t>
          </a:r>
        </a:p>
      </dsp:txBody>
      <dsp:txXfrm>
        <a:off x="6603766" y="2543215"/>
        <a:ext cx="1814931" cy="1088959"/>
      </dsp:txXfrm>
    </dsp:sp>
    <dsp:sp modelId="{9655DFE4-69DD-4823-AC48-9B89DCC996E7}">
      <dsp:nvSpPr>
        <dsp:cNvPr id="0" name=""/>
        <dsp:cNvSpPr/>
      </dsp:nvSpPr>
      <dsp:spPr>
        <a:xfrm>
          <a:off x="8600191" y="2543215"/>
          <a:ext cx="1814931" cy="1088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15. Employee Timesheet Management System</a:t>
          </a:r>
        </a:p>
      </dsp:txBody>
      <dsp:txXfrm>
        <a:off x="8600191" y="2543215"/>
        <a:ext cx="1814931" cy="10889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6FAB4-9C4C-4B5F-AFD2-1EBD9F3DC86B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1254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0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ogodownload.org/google-classroom-log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ud shaped hard drive with cables">
            <a:extLst>
              <a:ext uri="{FF2B5EF4-FFF2-40B4-BE49-F238E27FC236}">
                <a16:creationId xmlns:a16="http://schemas.microsoft.com/office/drawing/2014/main" id="{7C0FD50E-8B5E-C60A-FF87-E384C8CD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BA529-DA4E-F585-399D-BB7F6180F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357" y="4671000"/>
            <a:ext cx="9434185" cy="5145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Introduction to Cloud Computing</a:t>
            </a:r>
            <a:endParaRPr lang="en-PK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46B46-E43E-46C0-EF89-1C44C3E6B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607" y="5509956"/>
            <a:ext cx="3407964" cy="707786"/>
          </a:xfrm>
        </p:spPr>
        <p:txBody>
          <a:bodyPr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Muhammad Sudais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cap="none" dirty="0">
                <a:latin typeface="Gadugi" panose="020B0502040204020203" pitchFamily="34" charset="0"/>
                <a:ea typeface="Gadugi" panose="020B0502040204020203" pitchFamily="34" charset="0"/>
              </a:rPr>
              <a:t>muhammad.sudais.v@nu.edu.pk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2C8290-F364-4729-7231-0B36984ADF01}"/>
              </a:ext>
            </a:extLst>
          </p:cNvPr>
          <p:cNvSpPr txBox="1">
            <a:spLocks/>
          </p:cNvSpPr>
          <p:nvPr/>
        </p:nvSpPr>
        <p:spPr>
          <a:xfrm>
            <a:off x="7353301" y="1899106"/>
            <a:ext cx="3712292" cy="57785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rgbClr val="82D9C9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rPr>
              <a:t>Course</a:t>
            </a:r>
          </a:p>
          <a:p>
            <a:pPr algn="ctr"/>
            <a:r>
              <a:rPr lang="en-US" b="1" dirty="0">
                <a:solidFill>
                  <a:srgbClr val="82D9C9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rPr>
              <a:t>Introduction</a:t>
            </a:r>
            <a:endParaRPr lang="en-PK" b="1" dirty="0">
              <a:solidFill>
                <a:srgbClr val="82D9C9"/>
              </a:solidFill>
              <a:latin typeface="Gadugi" panose="020B0502040204020203" pitchFamily="34" charset="0"/>
              <a:ea typeface="Gadugi" panose="020B0502040204020203" pitchFamily="34" charset="0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1FE4D-CF87-0368-EE5D-C2F3C601F2B5}"/>
              </a:ext>
            </a:extLst>
          </p:cNvPr>
          <p:cNvSpPr txBox="1"/>
          <p:nvPr/>
        </p:nvSpPr>
        <p:spPr>
          <a:xfrm>
            <a:off x="850357" y="5118234"/>
            <a:ext cx="11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CS-4037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183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588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A9D90-D0C5-11ED-577B-AF649E07B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9" y="938022"/>
            <a:ext cx="66479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Course Outline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937DA-C119-09C9-6B41-FC10631A4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59" y="2340864"/>
            <a:ext cx="6690843" cy="37932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Introduction to Cloud Computing – History, Benefits &amp; Challenges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Cloud Computing Models and Services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Cloud Security and Virtualization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Overview of popular cloud services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Azure Fundamentals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Azure Compute, Storage, Integration &amp; Networking Services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Resource Management and Scaling in Azure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Cloud Infrastructure, Monitoring and DevOps on Azure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Service-Oriented Architecture (SOA) &amp; Content Delivery Networks (CDN)</a:t>
            </a:r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F51CD489-CBBF-8A79-17D8-40180C30D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761" y="2049354"/>
            <a:ext cx="3053422" cy="305342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67037-2291-0ADB-02CA-BF52C90D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602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B60A0-FCA0-6888-B80E-D0F9C14EE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Books &amp; References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BC2E91-AFB3-F3B5-CBD8-EB907A3E9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6909151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31204-C43A-2654-A1E1-AB210861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147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B60A0-FCA0-6888-B80E-D0F9C14EE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Marks Distribution (Tentative)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80C02C-C8F0-19F9-87B2-B2F9C4F63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569239"/>
              </p:ext>
            </p:extLst>
          </p:nvPr>
        </p:nvGraphicFramePr>
        <p:xfrm>
          <a:off x="4403013" y="1005840"/>
          <a:ext cx="7186292" cy="5071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68BF1-2709-51FC-80B2-4DD12411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946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712B-8BAE-8E16-8BB8-D849E978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DA12C0-FEEC-6692-105D-FAE0F4B2DD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166709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A3165-919B-8651-D5FC-01EEA1A7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02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Project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This project focuses on developing a cloud-based application utilizing various Microsoft Azure services. The application will have user authentication, API integrations, and cloud storage, and will be deployed on Azure.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A35175-D541-719D-9384-94ED190281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085224"/>
          <a:ext cx="11029615" cy="424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Non-Functional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102EB5B-66DB-0DC3-FE12-AB711CAD1A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09096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Services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90EBCC-65E6-DDD3-2200-DDB5CBAD9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859744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Project Milestones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26C888F-F7D5-2F18-6A07-BB669CE72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109691"/>
              </p:ext>
            </p:extLst>
          </p:nvPr>
        </p:nvGraphicFramePr>
        <p:xfrm>
          <a:off x="581194" y="1896533"/>
          <a:ext cx="6309003" cy="3962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D35DA3EF-5DAA-AAFD-9947-9DA1DDE3F6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494" r="18064" b="-1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Sample Project Ideas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B11400-7DBA-BD7D-70CC-29A75D2D99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581E6-FF33-FE06-C81D-935E477B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26" y="1419225"/>
            <a:ext cx="4320227" cy="23951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Google ClassRoom Code</a:t>
            </a:r>
          </a:p>
        </p:txBody>
      </p:sp>
      <p:pic>
        <p:nvPicPr>
          <p:cNvPr id="9" name="Content Placeholder 8" descr="A close up of a logo&#10;&#10;AI-generated content may be incorrect.">
            <a:extLst>
              <a:ext uri="{FF2B5EF4-FFF2-40B4-BE49-F238E27FC236}">
                <a16:creationId xmlns:a16="http://schemas.microsoft.com/office/drawing/2014/main" id="{31748C60-3620-DB11-3A36-537653E44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5849" y="750605"/>
            <a:ext cx="5710061" cy="2441050"/>
          </a:xfrm>
          <a:prstGeom prst="rect">
            <a:avLst/>
          </a:prstGeom>
        </p:spPr>
      </p:pic>
      <p:pic>
        <p:nvPicPr>
          <p:cNvPr id="8" name="Picture 7" descr="A logo of a classroom&#10;&#10;Description automatically generated">
            <a:extLst>
              <a:ext uri="{FF2B5EF4-FFF2-40B4-BE49-F238E27FC236}">
                <a16:creationId xmlns:a16="http://schemas.microsoft.com/office/drawing/2014/main" id="{FFBD3B8C-B666-5A13-ECEB-5D43F102B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303514" y="3640668"/>
            <a:ext cx="2749898" cy="274989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14F6D-F903-F69E-0868-C255FAFE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087038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617</Words>
  <Application>Microsoft Office PowerPoint</Application>
  <PresentationFormat>Widescreen</PresentationFormat>
  <Paragraphs>115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 Nova Light</vt:lpstr>
      <vt:lpstr>Gadugi</vt:lpstr>
      <vt:lpstr>Wingdings 2</vt:lpstr>
      <vt:lpstr>DividendVTI</vt:lpstr>
      <vt:lpstr>Introduction to Cloud Computing</vt:lpstr>
      <vt:lpstr>Course Outline</vt:lpstr>
      <vt:lpstr>Books &amp; References</vt:lpstr>
      <vt:lpstr>Marks Distribution (Tentative)</vt:lpstr>
      <vt:lpstr>Project</vt:lpstr>
      <vt:lpstr>Project Overview</vt:lpstr>
      <vt:lpstr>Functional Requirements</vt:lpstr>
      <vt:lpstr>Non-Functional Requirements</vt:lpstr>
      <vt:lpstr>Azure Services Overview</vt:lpstr>
      <vt:lpstr>Project Milestones</vt:lpstr>
      <vt:lpstr>Sample Project Ideas</vt:lpstr>
      <vt:lpstr>Google ClassRoom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14</cp:revision>
  <dcterms:created xsi:type="dcterms:W3CDTF">2024-08-20T00:20:53Z</dcterms:created>
  <dcterms:modified xsi:type="dcterms:W3CDTF">2025-08-18T14:47:50Z</dcterms:modified>
</cp:coreProperties>
</file>