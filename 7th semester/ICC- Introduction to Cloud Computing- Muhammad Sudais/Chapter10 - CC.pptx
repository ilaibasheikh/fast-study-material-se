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2"/>
  </p:notesMasterIdLst>
  <p:sldIdLst>
    <p:sldId id="531" r:id="rId2"/>
    <p:sldId id="544" r:id="rId3"/>
    <p:sldId id="546" r:id="rId4"/>
    <p:sldId id="547" r:id="rId5"/>
    <p:sldId id="549" r:id="rId6"/>
    <p:sldId id="548" r:id="rId7"/>
    <p:sldId id="550" r:id="rId8"/>
    <p:sldId id="551" r:id="rId9"/>
    <p:sldId id="552" r:id="rId10"/>
    <p:sldId id="554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0 - Book 1" id="{6AD22094-E808-4B57-8356-FF58102D8959}">
          <p14:sldIdLst>
            <p14:sldId id="531"/>
            <p14:sldId id="544"/>
            <p14:sldId id="546"/>
            <p14:sldId id="547"/>
            <p14:sldId id="549"/>
            <p14:sldId id="548"/>
            <p14:sldId id="550"/>
            <p14:sldId id="551"/>
            <p14:sldId id="552"/>
            <p14:sldId id="5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14A637-5E32-497B-86BE-ABDEFE0975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257A045-0AEA-4B27-BEEE-4680F5E9CF19}">
      <dgm:prSet/>
      <dgm:spPr/>
      <dgm:t>
        <a:bodyPr/>
        <a:lstStyle/>
        <a:p>
          <a:r>
            <a:rPr lang="en-US"/>
            <a:t>Company A (IaaS Provider): Provides physical infrastructure.</a:t>
          </a:r>
        </a:p>
      </dgm:t>
    </dgm:pt>
    <dgm:pt modelId="{2BB9F614-8EDF-4F50-84C5-DBF53A135C4C}" type="parTrans" cxnId="{900FB6EB-AEB8-4406-89A0-47D4D2FFE2A3}">
      <dgm:prSet/>
      <dgm:spPr/>
      <dgm:t>
        <a:bodyPr/>
        <a:lstStyle/>
        <a:p>
          <a:endParaRPr lang="en-US"/>
        </a:p>
      </dgm:t>
    </dgm:pt>
    <dgm:pt modelId="{D407EB8E-D442-4DA8-A66A-C180CA866693}" type="sibTrans" cxnId="{900FB6EB-AEB8-4406-89A0-47D4D2FFE2A3}">
      <dgm:prSet/>
      <dgm:spPr/>
      <dgm:t>
        <a:bodyPr/>
        <a:lstStyle/>
        <a:p>
          <a:endParaRPr lang="en-US"/>
        </a:p>
      </dgm:t>
    </dgm:pt>
    <dgm:pt modelId="{9A28BCFB-AA6A-4748-B099-E6594F0107A4}">
      <dgm:prSet/>
      <dgm:spPr/>
      <dgm:t>
        <a:bodyPr/>
        <a:lstStyle/>
        <a:p>
          <a:r>
            <a:rPr lang="en-US"/>
            <a:t>Company B (PaaS Provider): Builds platforms on IaaS resources &amp; Plans additional virtual servers to handle spikes.</a:t>
          </a:r>
        </a:p>
      </dgm:t>
    </dgm:pt>
    <dgm:pt modelId="{EAB8B538-5AD7-46A3-99B3-D2B0F9DA9C33}" type="parTrans" cxnId="{4C126B6B-6E3A-40CA-B1A5-537191AB84E3}">
      <dgm:prSet/>
      <dgm:spPr/>
      <dgm:t>
        <a:bodyPr/>
        <a:lstStyle/>
        <a:p>
          <a:endParaRPr lang="en-US"/>
        </a:p>
      </dgm:t>
    </dgm:pt>
    <dgm:pt modelId="{A6C3FFE7-AF62-4E50-B281-B7DA02048641}" type="sibTrans" cxnId="{4C126B6B-6E3A-40CA-B1A5-537191AB84E3}">
      <dgm:prSet/>
      <dgm:spPr/>
      <dgm:t>
        <a:bodyPr/>
        <a:lstStyle/>
        <a:p>
          <a:endParaRPr lang="en-US"/>
        </a:p>
      </dgm:t>
    </dgm:pt>
    <dgm:pt modelId="{0071E919-370E-4974-B4B1-80EF7B548652}">
      <dgm:prSet/>
      <dgm:spPr/>
      <dgm:t>
        <a:bodyPr/>
        <a:lstStyle/>
        <a:p>
          <a:r>
            <a:rPr lang="en-US"/>
            <a:t>Company C (SaaS Provider): Offers applications to end-users and relies on PaaS for capacity.</a:t>
          </a:r>
        </a:p>
      </dgm:t>
    </dgm:pt>
    <dgm:pt modelId="{9687C7C8-7865-48C6-BD35-FEC498727D81}" type="parTrans" cxnId="{4387D5DE-D66A-4894-8C2C-0D2CBCCEE028}">
      <dgm:prSet/>
      <dgm:spPr/>
      <dgm:t>
        <a:bodyPr/>
        <a:lstStyle/>
        <a:p>
          <a:endParaRPr lang="en-US"/>
        </a:p>
      </dgm:t>
    </dgm:pt>
    <dgm:pt modelId="{CB9E6244-104B-410D-8F05-0AC469AF6776}" type="sibTrans" cxnId="{4387D5DE-D66A-4894-8C2C-0D2CBCCEE028}">
      <dgm:prSet/>
      <dgm:spPr/>
      <dgm:t>
        <a:bodyPr/>
        <a:lstStyle/>
        <a:p>
          <a:endParaRPr lang="en-US"/>
        </a:p>
      </dgm:t>
    </dgm:pt>
    <dgm:pt modelId="{2A0F2FDF-9447-47C0-B1AE-427262282D02}">
      <dgm:prSet/>
      <dgm:spPr/>
      <dgm:t>
        <a:bodyPr/>
        <a:lstStyle/>
        <a:p>
          <a:r>
            <a:rPr lang="en-US"/>
            <a:t>End Users: Estimate needs or pass responsibility to the SaaS provider.</a:t>
          </a:r>
        </a:p>
      </dgm:t>
    </dgm:pt>
    <dgm:pt modelId="{DF02B491-4F44-42DA-906C-5855E3A5F1EE}" type="parTrans" cxnId="{4CCBC199-4F69-427E-9D95-7531EF8AACC3}">
      <dgm:prSet/>
      <dgm:spPr/>
      <dgm:t>
        <a:bodyPr/>
        <a:lstStyle/>
        <a:p>
          <a:endParaRPr lang="en-US"/>
        </a:p>
      </dgm:t>
    </dgm:pt>
    <dgm:pt modelId="{02230877-29BE-4A2C-92E5-C912925CE1F4}" type="sibTrans" cxnId="{4CCBC199-4F69-427E-9D95-7531EF8AACC3}">
      <dgm:prSet/>
      <dgm:spPr/>
      <dgm:t>
        <a:bodyPr/>
        <a:lstStyle/>
        <a:p>
          <a:endParaRPr lang="en-US"/>
        </a:p>
      </dgm:t>
    </dgm:pt>
    <dgm:pt modelId="{383784CE-9EFE-4AE7-AC38-5F12317CA6C3}" type="pres">
      <dgm:prSet presAssocID="{2514A637-5E32-497B-86BE-ABDEFE097504}" presName="root" presStyleCnt="0">
        <dgm:presLayoutVars>
          <dgm:dir/>
          <dgm:resizeHandles val="exact"/>
        </dgm:presLayoutVars>
      </dgm:prSet>
      <dgm:spPr/>
    </dgm:pt>
    <dgm:pt modelId="{4D01C19A-CFDF-4C11-AA1F-E07837BA47E6}" type="pres">
      <dgm:prSet presAssocID="{F257A045-0AEA-4B27-BEEE-4680F5E9CF19}" presName="compNode" presStyleCnt="0"/>
      <dgm:spPr/>
    </dgm:pt>
    <dgm:pt modelId="{A66A82BB-0A6C-42E5-B198-F8D825B48F44}" type="pres">
      <dgm:prSet presAssocID="{F257A045-0AEA-4B27-BEEE-4680F5E9CF19}" presName="bgRect" presStyleLbl="bgShp" presStyleIdx="0" presStyleCnt="4"/>
      <dgm:spPr/>
    </dgm:pt>
    <dgm:pt modelId="{4D08AA1F-A7B5-4E37-A763-501F4EE5592B}" type="pres">
      <dgm:prSet presAssocID="{F257A045-0AEA-4B27-BEEE-4680F5E9CF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8DDF73A-5048-40C3-9AC7-0C90302AFAF6}" type="pres">
      <dgm:prSet presAssocID="{F257A045-0AEA-4B27-BEEE-4680F5E9CF19}" presName="spaceRect" presStyleCnt="0"/>
      <dgm:spPr/>
    </dgm:pt>
    <dgm:pt modelId="{00EECFBB-F6BB-40D6-956A-BA1382ED5E36}" type="pres">
      <dgm:prSet presAssocID="{F257A045-0AEA-4B27-BEEE-4680F5E9CF19}" presName="parTx" presStyleLbl="revTx" presStyleIdx="0" presStyleCnt="4">
        <dgm:presLayoutVars>
          <dgm:chMax val="0"/>
          <dgm:chPref val="0"/>
        </dgm:presLayoutVars>
      </dgm:prSet>
      <dgm:spPr/>
    </dgm:pt>
    <dgm:pt modelId="{24949593-7931-4520-A144-82403D0C1730}" type="pres">
      <dgm:prSet presAssocID="{D407EB8E-D442-4DA8-A66A-C180CA866693}" presName="sibTrans" presStyleCnt="0"/>
      <dgm:spPr/>
    </dgm:pt>
    <dgm:pt modelId="{A2B86191-D6F4-4AF5-BA6A-54CEA8871271}" type="pres">
      <dgm:prSet presAssocID="{9A28BCFB-AA6A-4748-B099-E6594F0107A4}" presName="compNode" presStyleCnt="0"/>
      <dgm:spPr/>
    </dgm:pt>
    <dgm:pt modelId="{0DF8DBF3-982E-4845-BE56-73E0C81248B0}" type="pres">
      <dgm:prSet presAssocID="{9A28BCFB-AA6A-4748-B099-E6594F0107A4}" presName="bgRect" presStyleLbl="bgShp" presStyleIdx="1" presStyleCnt="4"/>
      <dgm:spPr/>
    </dgm:pt>
    <dgm:pt modelId="{9EEB3F01-6A17-4993-88E6-7FC5F77A2FD8}" type="pres">
      <dgm:prSet presAssocID="{9A28BCFB-AA6A-4748-B099-E6594F0107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CA34148-A5B8-415E-824F-F28EFEE08831}" type="pres">
      <dgm:prSet presAssocID="{9A28BCFB-AA6A-4748-B099-E6594F0107A4}" presName="spaceRect" presStyleCnt="0"/>
      <dgm:spPr/>
    </dgm:pt>
    <dgm:pt modelId="{AC7CB715-4729-4A0B-B5AE-9B099FC2EB1E}" type="pres">
      <dgm:prSet presAssocID="{9A28BCFB-AA6A-4748-B099-E6594F0107A4}" presName="parTx" presStyleLbl="revTx" presStyleIdx="1" presStyleCnt="4">
        <dgm:presLayoutVars>
          <dgm:chMax val="0"/>
          <dgm:chPref val="0"/>
        </dgm:presLayoutVars>
      </dgm:prSet>
      <dgm:spPr/>
    </dgm:pt>
    <dgm:pt modelId="{0535E804-0DCE-43E9-BF69-B800FB5E1623}" type="pres">
      <dgm:prSet presAssocID="{A6C3FFE7-AF62-4E50-B281-B7DA02048641}" presName="sibTrans" presStyleCnt="0"/>
      <dgm:spPr/>
    </dgm:pt>
    <dgm:pt modelId="{0BB891DB-93E7-4870-AAB7-1916FC8E3C98}" type="pres">
      <dgm:prSet presAssocID="{0071E919-370E-4974-B4B1-80EF7B548652}" presName="compNode" presStyleCnt="0"/>
      <dgm:spPr/>
    </dgm:pt>
    <dgm:pt modelId="{33330540-682E-4F36-AA74-DBA4BE38E9CB}" type="pres">
      <dgm:prSet presAssocID="{0071E919-370E-4974-B4B1-80EF7B548652}" presName="bgRect" presStyleLbl="bgShp" presStyleIdx="2" presStyleCnt="4"/>
      <dgm:spPr/>
    </dgm:pt>
    <dgm:pt modelId="{91753E42-8492-4D7C-B0AE-92A50A34FBF7}" type="pres">
      <dgm:prSet presAssocID="{0071E919-370E-4974-B4B1-80EF7B5486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1C1A1A8-BB4D-44BC-BAE9-DE34E7AA79BC}" type="pres">
      <dgm:prSet presAssocID="{0071E919-370E-4974-B4B1-80EF7B548652}" presName="spaceRect" presStyleCnt="0"/>
      <dgm:spPr/>
    </dgm:pt>
    <dgm:pt modelId="{6DF0A096-1107-4BBD-B8AD-D3F50372D98F}" type="pres">
      <dgm:prSet presAssocID="{0071E919-370E-4974-B4B1-80EF7B548652}" presName="parTx" presStyleLbl="revTx" presStyleIdx="2" presStyleCnt="4">
        <dgm:presLayoutVars>
          <dgm:chMax val="0"/>
          <dgm:chPref val="0"/>
        </dgm:presLayoutVars>
      </dgm:prSet>
      <dgm:spPr/>
    </dgm:pt>
    <dgm:pt modelId="{B6E1FE2C-7682-40EF-AC89-1E7B44FE3821}" type="pres">
      <dgm:prSet presAssocID="{CB9E6244-104B-410D-8F05-0AC469AF6776}" presName="sibTrans" presStyleCnt="0"/>
      <dgm:spPr/>
    </dgm:pt>
    <dgm:pt modelId="{CAEBEAE9-F78D-4619-A7C3-7D06F756CE80}" type="pres">
      <dgm:prSet presAssocID="{2A0F2FDF-9447-47C0-B1AE-427262282D02}" presName="compNode" presStyleCnt="0"/>
      <dgm:spPr/>
    </dgm:pt>
    <dgm:pt modelId="{85DA146E-5F9F-4019-AD31-7EC7D09F0DA2}" type="pres">
      <dgm:prSet presAssocID="{2A0F2FDF-9447-47C0-B1AE-427262282D02}" presName="bgRect" presStyleLbl="bgShp" presStyleIdx="3" presStyleCnt="4"/>
      <dgm:spPr/>
    </dgm:pt>
    <dgm:pt modelId="{C29ED4EC-4838-4C5D-B2A0-7AAF424F6F29}" type="pres">
      <dgm:prSet presAssocID="{2A0F2FDF-9447-47C0-B1AE-427262282D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1A68160-FFAC-4F7F-97AB-A0A2023B30D7}" type="pres">
      <dgm:prSet presAssocID="{2A0F2FDF-9447-47C0-B1AE-427262282D02}" presName="spaceRect" presStyleCnt="0"/>
      <dgm:spPr/>
    </dgm:pt>
    <dgm:pt modelId="{FE724390-774A-4A4E-B203-5B99BDE49518}" type="pres">
      <dgm:prSet presAssocID="{2A0F2FDF-9447-47C0-B1AE-427262282D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A63B213-E89D-4526-9FBD-93EF6F5C0434}" type="presOf" srcId="{0071E919-370E-4974-B4B1-80EF7B548652}" destId="{6DF0A096-1107-4BBD-B8AD-D3F50372D98F}" srcOrd="0" destOrd="0" presId="urn:microsoft.com/office/officeart/2018/2/layout/IconVerticalSolidList"/>
    <dgm:cxn modelId="{3EA01E26-A078-4561-9AD8-B3D4259BDC1E}" type="presOf" srcId="{F257A045-0AEA-4B27-BEEE-4680F5E9CF19}" destId="{00EECFBB-F6BB-40D6-956A-BA1382ED5E36}" srcOrd="0" destOrd="0" presId="urn:microsoft.com/office/officeart/2018/2/layout/IconVerticalSolidList"/>
    <dgm:cxn modelId="{4C126B6B-6E3A-40CA-B1A5-537191AB84E3}" srcId="{2514A637-5E32-497B-86BE-ABDEFE097504}" destId="{9A28BCFB-AA6A-4748-B099-E6594F0107A4}" srcOrd="1" destOrd="0" parTransId="{EAB8B538-5AD7-46A3-99B3-D2B0F9DA9C33}" sibTransId="{A6C3FFE7-AF62-4E50-B281-B7DA02048641}"/>
    <dgm:cxn modelId="{EFEBAA78-BC40-431F-973A-B88DE1E8A3CF}" type="presOf" srcId="{2514A637-5E32-497B-86BE-ABDEFE097504}" destId="{383784CE-9EFE-4AE7-AC38-5F12317CA6C3}" srcOrd="0" destOrd="0" presId="urn:microsoft.com/office/officeart/2018/2/layout/IconVerticalSolidList"/>
    <dgm:cxn modelId="{48EEC87B-C915-48DE-A5E4-CE70F22273D9}" type="presOf" srcId="{9A28BCFB-AA6A-4748-B099-E6594F0107A4}" destId="{AC7CB715-4729-4A0B-B5AE-9B099FC2EB1E}" srcOrd="0" destOrd="0" presId="urn:microsoft.com/office/officeart/2018/2/layout/IconVerticalSolidList"/>
    <dgm:cxn modelId="{4CCBC199-4F69-427E-9D95-7531EF8AACC3}" srcId="{2514A637-5E32-497B-86BE-ABDEFE097504}" destId="{2A0F2FDF-9447-47C0-B1AE-427262282D02}" srcOrd="3" destOrd="0" parTransId="{DF02B491-4F44-42DA-906C-5855E3A5F1EE}" sibTransId="{02230877-29BE-4A2C-92E5-C912925CE1F4}"/>
    <dgm:cxn modelId="{E149ADA1-5D81-4F92-8A9D-119086B657A5}" type="presOf" srcId="{2A0F2FDF-9447-47C0-B1AE-427262282D02}" destId="{FE724390-774A-4A4E-B203-5B99BDE49518}" srcOrd="0" destOrd="0" presId="urn:microsoft.com/office/officeart/2018/2/layout/IconVerticalSolidList"/>
    <dgm:cxn modelId="{4387D5DE-D66A-4894-8C2C-0D2CBCCEE028}" srcId="{2514A637-5E32-497B-86BE-ABDEFE097504}" destId="{0071E919-370E-4974-B4B1-80EF7B548652}" srcOrd="2" destOrd="0" parTransId="{9687C7C8-7865-48C6-BD35-FEC498727D81}" sibTransId="{CB9E6244-104B-410D-8F05-0AC469AF6776}"/>
    <dgm:cxn modelId="{900FB6EB-AEB8-4406-89A0-47D4D2FFE2A3}" srcId="{2514A637-5E32-497B-86BE-ABDEFE097504}" destId="{F257A045-0AEA-4B27-BEEE-4680F5E9CF19}" srcOrd="0" destOrd="0" parTransId="{2BB9F614-8EDF-4F50-84C5-DBF53A135C4C}" sibTransId="{D407EB8E-D442-4DA8-A66A-C180CA866693}"/>
    <dgm:cxn modelId="{D0EE22B4-72D6-42EE-9518-8292600D6A98}" type="presParOf" srcId="{383784CE-9EFE-4AE7-AC38-5F12317CA6C3}" destId="{4D01C19A-CFDF-4C11-AA1F-E07837BA47E6}" srcOrd="0" destOrd="0" presId="urn:microsoft.com/office/officeart/2018/2/layout/IconVerticalSolidList"/>
    <dgm:cxn modelId="{15A93A39-39AB-4B5B-9C9E-3CA33E394870}" type="presParOf" srcId="{4D01C19A-CFDF-4C11-AA1F-E07837BA47E6}" destId="{A66A82BB-0A6C-42E5-B198-F8D825B48F44}" srcOrd="0" destOrd="0" presId="urn:microsoft.com/office/officeart/2018/2/layout/IconVerticalSolidList"/>
    <dgm:cxn modelId="{7A9FA8B0-92C9-4957-962B-7E359BE87323}" type="presParOf" srcId="{4D01C19A-CFDF-4C11-AA1F-E07837BA47E6}" destId="{4D08AA1F-A7B5-4E37-A763-501F4EE5592B}" srcOrd="1" destOrd="0" presId="urn:microsoft.com/office/officeart/2018/2/layout/IconVerticalSolidList"/>
    <dgm:cxn modelId="{433FEE2C-DEFF-4874-8D8C-3EFB2E4AB63D}" type="presParOf" srcId="{4D01C19A-CFDF-4C11-AA1F-E07837BA47E6}" destId="{B8DDF73A-5048-40C3-9AC7-0C90302AFAF6}" srcOrd="2" destOrd="0" presId="urn:microsoft.com/office/officeart/2018/2/layout/IconVerticalSolidList"/>
    <dgm:cxn modelId="{E397C926-15DB-493D-A03E-01BC719CC822}" type="presParOf" srcId="{4D01C19A-CFDF-4C11-AA1F-E07837BA47E6}" destId="{00EECFBB-F6BB-40D6-956A-BA1382ED5E36}" srcOrd="3" destOrd="0" presId="urn:microsoft.com/office/officeart/2018/2/layout/IconVerticalSolidList"/>
    <dgm:cxn modelId="{F71AB41E-85F0-4284-8885-DE0E222406D2}" type="presParOf" srcId="{383784CE-9EFE-4AE7-AC38-5F12317CA6C3}" destId="{24949593-7931-4520-A144-82403D0C1730}" srcOrd="1" destOrd="0" presId="urn:microsoft.com/office/officeart/2018/2/layout/IconVerticalSolidList"/>
    <dgm:cxn modelId="{DD604D45-26D5-4E82-96A7-FA2BF9414C6A}" type="presParOf" srcId="{383784CE-9EFE-4AE7-AC38-5F12317CA6C3}" destId="{A2B86191-D6F4-4AF5-BA6A-54CEA8871271}" srcOrd="2" destOrd="0" presId="urn:microsoft.com/office/officeart/2018/2/layout/IconVerticalSolidList"/>
    <dgm:cxn modelId="{AC11C9D6-50D2-463E-BD9E-4C7A3411F819}" type="presParOf" srcId="{A2B86191-D6F4-4AF5-BA6A-54CEA8871271}" destId="{0DF8DBF3-982E-4845-BE56-73E0C81248B0}" srcOrd="0" destOrd="0" presId="urn:microsoft.com/office/officeart/2018/2/layout/IconVerticalSolidList"/>
    <dgm:cxn modelId="{2B60E49B-AA71-4778-A154-6057E79D06A4}" type="presParOf" srcId="{A2B86191-D6F4-4AF5-BA6A-54CEA8871271}" destId="{9EEB3F01-6A17-4993-88E6-7FC5F77A2FD8}" srcOrd="1" destOrd="0" presId="urn:microsoft.com/office/officeart/2018/2/layout/IconVerticalSolidList"/>
    <dgm:cxn modelId="{2E5A8D08-4E2E-4EAA-83B7-F269FB8A97CD}" type="presParOf" srcId="{A2B86191-D6F4-4AF5-BA6A-54CEA8871271}" destId="{1CA34148-A5B8-415E-824F-F28EFEE08831}" srcOrd="2" destOrd="0" presId="urn:microsoft.com/office/officeart/2018/2/layout/IconVerticalSolidList"/>
    <dgm:cxn modelId="{0D8C30E4-48DB-498D-B180-8FC7F4BB7DB7}" type="presParOf" srcId="{A2B86191-D6F4-4AF5-BA6A-54CEA8871271}" destId="{AC7CB715-4729-4A0B-B5AE-9B099FC2EB1E}" srcOrd="3" destOrd="0" presId="urn:microsoft.com/office/officeart/2018/2/layout/IconVerticalSolidList"/>
    <dgm:cxn modelId="{6CA08541-F7AE-4819-8917-CB384E23F475}" type="presParOf" srcId="{383784CE-9EFE-4AE7-AC38-5F12317CA6C3}" destId="{0535E804-0DCE-43E9-BF69-B800FB5E1623}" srcOrd="3" destOrd="0" presId="urn:microsoft.com/office/officeart/2018/2/layout/IconVerticalSolidList"/>
    <dgm:cxn modelId="{1869748E-577F-46F6-8F12-13A70C7E845F}" type="presParOf" srcId="{383784CE-9EFE-4AE7-AC38-5F12317CA6C3}" destId="{0BB891DB-93E7-4870-AAB7-1916FC8E3C98}" srcOrd="4" destOrd="0" presId="urn:microsoft.com/office/officeart/2018/2/layout/IconVerticalSolidList"/>
    <dgm:cxn modelId="{B14B1377-5125-4748-8CB2-5B4DAAD22B5A}" type="presParOf" srcId="{0BB891DB-93E7-4870-AAB7-1916FC8E3C98}" destId="{33330540-682E-4F36-AA74-DBA4BE38E9CB}" srcOrd="0" destOrd="0" presId="urn:microsoft.com/office/officeart/2018/2/layout/IconVerticalSolidList"/>
    <dgm:cxn modelId="{974F75EC-88BE-46A5-B3C5-B50D96F135B6}" type="presParOf" srcId="{0BB891DB-93E7-4870-AAB7-1916FC8E3C98}" destId="{91753E42-8492-4D7C-B0AE-92A50A34FBF7}" srcOrd="1" destOrd="0" presId="urn:microsoft.com/office/officeart/2018/2/layout/IconVerticalSolidList"/>
    <dgm:cxn modelId="{4FAFD186-AED4-495B-BEE0-5F805C2109FF}" type="presParOf" srcId="{0BB891DB-93E7-4870-AAB7-1916FC8E3C98}" destId="{91C1A1A8-BB4D-44BC-BAE9-DE34E7AA79BC}" srcOrd="2" destOrd="0" presId="urn:microsoft.com/office/officeart/2018/2/layout/IconVerticalSolidList"/>
    <dgm:cxn modelId="{502369E3-67CA-4697-B105-E65F5354DE54}" type="presParOf" srcId="{0BB891DB-93E7-4870-AAB7-1916FC8E3C98}" destId="{6DF0A096-1107-4BBD-B8AD-D3F50372D98F}" srcOrd="3" destOrd="0" presId="urn:microsoft.com/office/officeart/2018/2/layout/IconVerticalSolidList"/>
    <dgm:cxn modelId="{F6D4BA8E-EF7D-45DF-AB72-5E8747A16F1E}" type="presParOf" srcId="{383784CE-9EFE-4AE7-AC38-5F12317CA6C3}" destId="{B6E1FE2C-7682-40EF-AC89-1E7B44FE3821}" srcOrd="5" destOrd="0" presId="urn:microsoft.com/office/officeart/2018/2/layout/IconVerticalSolidList"/>
    <dgm:cxn modelId="{ECBE819D-982E-4C4D-83A9-602BF25EC6DF}" type="presParOf" srcId="{383784CE-9EFE-4AE7-AC38-5F12317CA6C3}" destId="{CAEBEAE9-F78D-4619-A7C3-7D06F756CE80}" srcOrd="6" destOrd="0" presId="urn:microsoft.com/office/officeart/2018/2/layout/IconVerticalSolidList"/>
    <dgm:cxn modelId="{0E1F7820-5185-4AFA-A900-F7B4B15CC086}" type="presParOf" srcId="{CAEBEAE9-F78D-4619-A7C3-7D06F756CE80}" destId="{85DA146E-5F9F-4019-AD31-7EC7D09F0DA2}" srcOrd="0" destOrd="0" presId="urn:microsoft.com/office/officeart/2018/2/layout/IconVerticalSolidList"/>
    <dgm:cxn modelId="{DFFA318E-75A8-4108-9D10-AB2BE9847BF7}" type="presParOf" srcId="{CAEBEAE9-F78D-4619-A7C3-7D06F756CE80}" destId="{C29ED4EC-4838-4C5D-B2A0-7AAF424F6F29}" srcOrd="1" destOrd="0" presId="urn:microsoft.com/office/officeart/2018/2/layout/IconVerticalSolidList"/>
    <dgm:cxn modelId="{5DD64F5D-6817-4680-B48C-15A6746C560F}" type="presParOf" srcId="{CAEBEAE9-F78D-4619-A7C3-7D06F756CE80}" destId="{01A68160-FFAC-4F7F-97AB-A0A2023B30D7}" srcOrd="2" destOrd="0" presId="urn:microsoft.com/office/officeart/2018/2/layout/IconVerticalSolidList"/>
    <dgm:cxn modelId="{1693A3F1-21A5-467D-A653-146DCBD1134C}" type="presParOf" srcId="{CAEBEAE9-F78D-4619-A7C3-7D06F756CE80}" destId="{FE724390-774A-4A4E-B203-5B99BDE495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78F70A-5F5A-49FC-AB22-A6A39D85EEB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382E7D-B085-4F72-A137-10A6601403EB}">
      <dgm:prSet/>
      <dgm:spPr/>
      <dgm:t>
        <a:bodyPr/>
        <a:lstStyle/>
        <a:p>
          <a:r>
            <a:rPr lang="en-US"/>
            <a:t>Traditional Approach with N+1 Rule</a:t>
          </a:r>
        </a:p>
      </dgm:t>
    </dgm:pt>
    <dgm:pt modelId="{58AF27B5-2C77-43F5-AE08-D1B443DCF8AC}" type="parTrans" cxnId="{B4FD13DE-9CBA-4553-B48E-9F516F330B3D}">
      <dgm:prSet/>
      <dgm:spPr/>
      <dgm:t>
        <a:bodyPr/>
        <a:lstStyle/>
        <a:p>
          <a:endParaRPr lang="en-US"/>
        </a:p>
      </dgm:t>
    </dgm:pt>
    <dgm:pt modelId="{6394213F-B63B-4AA7-A9F7-3F11C249DA20}" type="sibTrans" cxnId="{B4FD13DE-9CBA-4553-B48E-9F516F330B3D}">
      <dgm:prSet/>
      <dgm:spPr/>
      <dgm:t>
        <a:bodyPr/>
        <a:lstStyle/>
        <a:p>
          <a:endParaRPr lang="en-US"/>
        </a:p>
      </dgm:t>
    </dgm:pt>
    <dgm:pt modelId="{B4D8EDF4-863F-4009-AA72-F78117252743}">
      <dgm:prSet/>
      <dgm:spPr/>
      <dgm:t>
        <a:bodyPr/>
        <a:lstStyle/>
        <a:p>
          <a:r>
            <a:rPr lang="en-US"/>
            <a:t>Redundancy: Organizations provision N+1 nodes (one extra) to handle unexpected spikes or node failures.</a:t>
          </a:r>
        </a:p>
      </dgm:t>
    </dgm:pt>
    <dgm:pt modelId="{6118654C-ADA0-4AC3-A26F-5CB2A74E20A0}" type="parTrans" cxnId="{27D2C4C3-6AB9-4EBA-9272-4D5BE3B92C03}">
      <dgm:prSet/>
      <dgm:spPr/>
      <dgm:t>
        <a:bodyPr/>
        <a:lstStyle/>
        <a:p>
          <a:endParaRPr lang="en-US"/>
        </a:p>
      </dgm:t>
    </dgm:pt>
    <dgm:pt modelId="{BBE4957D-177E-4080-B1C4-A3E1FB3E2516}" type="sibTrans" cxnId="{27D2C4C3-6AB9-4EBA-9272-4D5BE3B92C03}">
      <dgm:prSet/>
      <dgm:spPr/>
      <dgm:t>
        <a:bodyPr/>
        <a:lstStyle/>
        <a:p>
          <a:endParaRPr lang="en-US"/>
        </a:p>
      </dgm:t>
    </dgm:pt>
    <dgm:pt modelId="{C43746E3-4DAD-4DE1-9DF7-4B166FB8A77F}">
      <dgm:prSet/>
      <dgm:spPr/>
      <dgm:t>
        <a:bodyPr/>
        <a:lstStyle/>
        <a:p>
          <a:r>
            <a:rPr lang="en-US"/>
            <a:t>Limitations: Static in nature and can still result in over-provisioning or delays during unexpected surges.</a:t>
          </a:r>
        </a:p>
      </dgm:t>
    </dgm:pt>
    <dgm:pt modelId="{79C24A0C-37D1-49EB-8ED9-A8EE4CBDFDF1}" type="parTrans" cxnId="{95BAAFBB-4445-42EE-A2A3-731CB3BC7D54}">
      <dgm:prSet/>
      <dgm:spPr/>
      <dgm:t>
        <a:bodyPr/>
        <a:lstStyle/>
        <a:p>
          <a:endParaRPr lang="en-US"/>
        </a:p>
      </dgm:t>
    </dgm:pt>
    <dgm:pt modelId="{6E9796A5-6D3B-42E7-BA3D-3BD3BF251342}" type="sibTrans" cxnId="{95BAAFBB-4445-42EE-A2A3-731CB3BC7D54}">
      <dgm:prSet/>
      <dgm:spPr/>
      <dgm:t>
        <a:bodyPr/>
        <a:lstStyle/>
        <a:p>
          <a:endParaRPr lang="en-US"/>
        </a:p>
      </dgm:t>
    </dgm:pt>
    <dgm:pt modelId="{9415A346-C204-4DC6-B921-EB413C082ED3}">
      <dgm:prSet/>
      <dgm:spPr/>
      <dgm:t>
        <a:bodyPr/>
        <a:lstStyle/>
        <a:p>
          <a:r>
            <a:rPr lang="en-US"/>
            <a:t>Cloud-Specific Approach</a:t>
          </a:r>
        </a:p>
      </dgm:t>
    </dgm:pt>
    <dgm:pt modelId="{F0A48AF2-AAB0-4D70-9557-0021F39E3239}" type="parTrans" cxnId="{9ABBAA4C-CA50-410E-A1F1-59E4728BE661}">
      <dgm:prSet/>
      <dgm:spPr/>
      <dgm:t>
        <a:bodyPr/>
        <a:lstStyle/>
        <a:p>
          <a:endParaRPr lang="en-US"/>
        </a:p>
      </dgm:t>
    </dgm:pt>
    <dgm:pt modelId="{A5160CDB-14F2-4DC9-B2BC-EB9FF3EC1413}" type="sibTrans" cxnId="{9ABBAA4C-CA50-410E-A1F1-59E4728BE661}">
      <dgm:prSet/>
      <dgm:spPr/>
      <dgm:t>
        <a:bodyPr/>
        <a:lstStyle/>
        <a:p>
          <a:endParaRPr lang="en-US"/>
        </a:p>
      </dgm:t>
    </dgm:pt>
    <dgm:pt modelId="{D44E4B7E-64D0-4B81-A4A0-DD6264FA1CBF}">
      <dgm:prSet/>
      <dgm:spPr/>
      <dgm:t>
        <a:bodyPr/>
        <a:lstStyle/>
        <a:p>
          <a:r>
            <a:rPr lang="en-US"/>
            <a:t>Auto-Scaling: Automatically adjusts resources to meet demand, reducing the burden on capacity planners.</a:t>
          </a:r>
        </a:p>
      </dgm:t>
    </dgm:pt>
    <dgm:pt modelId="{7291BB03-715E-4248-9C52-A2A0E9CFFE5C}" type="parTrans" cxnId="{854A1F5B-B628-4654-8D7E-93E4355BEB5E}">
      <dgm:prSet/>
      <dgm:spPr/>
      <dgm:t>
        <a:bodyPr/>
        <a:lstStyle/>
        <a:p>
          <a:endParaRPr lang="en-US"/>
        </a:p>
      </dgm:t>
    </dgm:pt>
    <dgm:pt modelId="{BDBECBE3-09C1-463E-8AD6-8281CB64D058}" type="sibTrans" cxnId="{854A1F5B-B628-4654-8D7E-93E4355BEB5E}">
      <dgm:prSet/>
      <dgm:spPr/>
      <dgm:t>
        <a:bodyPr/>
        <a:lstStyle/>
        <a:p>
          <a:endParaRPr lang="en-US"/>
        </a:p>
      </dgm:t>
    </dgm:pt>
    <dgm:pt modelId="{BCC0BB24-58A5-430F-84C4-4DE5CAC3C95C}">
      <dgm:prSet/>
      <dgm:spPr/>
      <dgm:t>
        <a:bodyPr/>
        <a:lstStyle/>
        <a:p>
          <a:r>
            <a:rPr lang="en-US"/>
            <a:t>Flexibility: Cloud providers manage infrastructure using virtual resources, which scale based on usage patterns.</a:t>
          </a:r>
        </a:p>
      </dgm:t>
    </dgm:pt>
    <dgm:pt modelId="{EA721FF4-FDCA-4B4B-ACB9-CF8AB06EA762}" type="parTrans" cxnId="{176EFB94-C7B1-45AC-879C-8633A8E1A1FB}">
      <dgm:prSet/>
      <dgm:spPr/>
      <dgm:t>
        <a:bodyPr/>
        <a:lstStyle/>
        <a:p>
          <a:endParaRPr lang="en-US"/>
        </a:p>
      </dgm:t>
    </dgm:pt>
    <dgm:pt modelId="{372579ED-3E53-404D-BCDE-3E7E9591937F}" type="sibTrans" cxnId="{176EFB94-C7B1-45AC-879C-8633A8E1A1FB}">
      <dgm:prSet/>
      <dgm:spPr/>
      <dgm:t>
        <a:bodyPr/>
        <a:lstStyle/>
        <a:p>
          <a:endParaRPr lang="en-US"/>
        </a:p>
      </dgm:t>
    </dgm:pt>
    <dgm:pt modelId="{6AFFD913-BF4D-4F88-A0A5-03CA8861233B}" type="pres">
      <dgm:prSet presAssocID="{E178F70A-5F5A-49FC-AB22-A6A39D85EEBD}" presName="linear" presStyleCnt="0">
        <dgm:presLayoutVars>
          <dgm:dir/>
          <dgm:animLvl val="lvl"/>
          <dgm:resizeHandles val="exact"/>
        </dgm:presLayoutVars>
      </dgm:prSet>
      <dgm:spPr/>
    </dgm:pt>
    <dgm:pt modelId="{B9678C8B-A9F3-4227-BAB8-E5E1CD5826D7}" type="pres">
      <dgm:prSet presAssocID="{DB382E7D-B085-4F72-A137-10A6601403EB}" presName="parentLin" presStyleCnt="0"/>
      <dgm:spPr/>
    </dgm:pt>
    <dgm:pt modelId="{53EA1BD9-2A50-4AD6-BB70-8084152EDFAF}" type="pres">
      <dgm:prSet presAssocID="{DB382E7D-B085-4F72-A137-10A6601403EB}" presName="parentLeftMargin" presStyleLbl="node1" presStyleIdx="0" presStyleCnt="2"/>
      <dgm:spPr/>
    </dgm:pt>
    <dgm:pt modelId="{0909E513-719B-4FD3-8853-159FF7E1C6AE}" type="pres">
      <dgm:prSet presAssocID="{DB382E7D-B085-4F72-A137-10A6601403E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D910166-DE98-4C38-B2E2-C624FC422CB0}" type="pres">
      <dgm:prSet presAssocID="{DB382E7D-B085-4F72-A137-10A6601403EB}" presName="negativeSpace" presStyleCnt="0"/>
      <dgm:spPr/>
    </dgm:pt>
    <dgm:pt modelId="{2670E9B1-95D2-4930-9C95-D61602D993D8}" type="pres">
      <dgm:prSet presAssocID="{DB382E7D-B085-4F72-A137-10A6601403EB}" presName="childText" presStyleLbl="conFgAcc1" presStyleIdx="0" presStyleCnt="2">
        <dgm:presLayoutVars>
          <dgm:bulletEnabled val="1"/>
        </dgm:presLayoutVars>
      </dgm:prSet>
      <dgm:spPr/>
    </dgm:pt>
    <dgm:pt modelId="{C039E1D0-367E-4282-8E89-8C232F4A854C}" type="pres">
      <dgm:prSet presAssocID="{6394213F-B63B-4AA7-A9F7-3F11C249DA20}" presName="spaceBetweenRectangles" presStyleCnt="0"/>
      <dgm:spPr/>
    </dgm:pt>
    <dgm:pt modelId="{234D0C5B-8362-4FF5-AE61-1A19434A06FE}" type="pres">
      <dgm:prSet presAssocID="{9415A346-C204-4DC6-B921-EB413C082ED3}" presName="parentLin" presStyleCnt="0"/>
      <dgm:spPr/>
    </dgm:pt>
    <dgm:pt modelId="{CE84958D-533A-4801-9347-59D543D539E2}" type="pres">
      <dgm:prSet presAssocID="{9415A346-C204-4DC6-B921-EB413C082ED3}" presName="parentLeftMargin" presStyleLbl="node1" presStyleIdx="0" presStyleCnt="2"/>
      <dgm:spPr/>
    </dgm:pt>
    <dgm:pt modelId="{5C20A8A7-CD7A-41DA-A1DD-1F8C11A31414}" type="pres">
      <dgm:prSet presAssocID="{9415A346-C204-4DC6-B921-EB413C082E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3AFECCD-9794-4073-BFE8-079E953D71A9}" type="pres">
      <dgm:prSet presAssocID="{9415A346-C204-4DC6-B921-EB413C082ED3}" presName="negativeSpace" presStyleCnt="0"/>
      <dgm:spPr/>
    </dgm:pt>
    <dgm:pt modelId="{C23BA252-3946-444C-9DD6-37B91BE8A7F4}" type="pres">
      <dgm:prSet presAssocID="{9415A346-C204-4DC6-B921-EB413C082ED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AB3DC02-F141-48C6-B53C-A3C12632361B}" type="presOf" srcId="{DB382E7D-B085-4F72-A137-10A6601403EB}" destId="{0909E513-719B-4FD3-8853-159FF7E1C6AE}" srcOrd="1" destOrd="0" presId="urn:microsoft.com/office/officeart/2005/8/layout/list1"/>
    <dgm:cxn modelId="{B645662F-3425-4452-B313-028F9C347B4F}" type="presOf" srcId="{9415A346-C204-4DC6-B921-EB413C082ED3}" destId="{5C20A8A7-CD7A-41DA-A1DD-1F8C11A31414}" srcOrd="1" destOrd="0" presId="urn:microsoft.com/office/officeart/2005/8/layout/list1"/>
    <dgm:cxn modelId="{CEA16D3E-79DE-4645-898E-1E0C8D58019E}" type="presOf" srcId="{C43746E3-4DAD-4DE1-9DF7-4B166FB8A77F}" destId="{2670E9B1-95D2-4930-9C95-D61602D993D8}" srcOrd="0" destOrd="1" presId="urn:microsoft.com/office/officeart/2005/8/layout/list1"/>
    <dgm:cxn modelId="{854A1F5B-B628-4654-8D7E-93E4355BEB5E}" srcId="{9415A346-C204-4DC6-B921-EB413C082ED3}" destId="{D44E4B7E-64D0-4B81-A4A0-DD6264FA1CBF}" srcOrd="0" destOrd="0" parTransId="{7291BB03-715E-4248-9C52-A2A0E9CFFE5C}" sibTransId="{BDBECBE3-09C1-463E-8AD6-8281CB64D058}"/>
    <dgm:cxn modelId="{9ABBAA4C-CA50-410E-A1F1-59E4728BE661}" srcId="{E178F70A-5F5A-49FC-AB22-A6A39D85EEBD}" destId="{9415A346-C204-4DC6-B921-EB413C082ED3}" srcOrd="1" destOrd="0" parTransId="{F0A48AF2-AAB0-4D70-9557-0021F39E3239}" sibTransId="{A5160CDB-14F2-4DC9-B2BC-EB9FF3EC1413}"/>
    <dgm:cxn modelId="{B5B83858-A2E5-4A52-8B1F-5AECBD7265D4}" type="presOf" srcId="{9415A346-C204-4DC6-B921-EB413C082ED3}" destId="{CE84958D-533A-4801-9347-59D543D539E2}" srcOrd="0" destOrd="0" presId="urn:microsoft.com/office/officeart/2005/8/layout/list1"/>
    <dgm:cxn modelId="{DB452F84-0870-4A28-8AF3-805B8772773D}" type="presOf" srcId="{B4D8EDF4-863F-4009-AA72-F78117252743}" destId="{2670E9B1-95D2-4930-9C95-D61602D993D8}" srcOrd="0" destOrd="0" presId="urn:microsoft.com/office/officeart/2005/8/layout/list1"/>
    <dgm:cxn modelId="{886E048C-F3E0-4848-8B2F-3B16A4B9C955}" type="presOf" srcId="{DB382E7D-B085-4F72-A137-10A6601403EB}" destId="{53EA1BD9-2A50-4AD6-BB70-8084152EDFAF}" srcOrd="0" destOrd="0" presId="urn:microsoft.com/office/officeart/2005/8/layout/list1"/>
    <dgm:cxn modelId="{176EFB94-C7B1-45AC-879C-8633A8E1A1FB}" srcId="{9415A346-C204-4DC6-B921-EB413C082ED3}" destId="{BCC0BB24-58A5-430F-84C4-4DE5CAC3C95C}" srcOrd="1" destOrd="0" parTransId="{EA721FF4-FDCA-4B4B-ACB9-CF8AB06EA762}" sibTransId="{372579ED-3E53-404D-BCDE-3E7E9591937F}"/>
    <dgm:cxn modelId="{B270C59B-88F9-485D-BD81-05B4C498B084}" type="presOf" srcId="{D44E4B7E-64D0-4B81-A4A0-DD6264FA1CBF}" destId="{C23BA252-3946-444C-9DD6-37B91BE8A7F4}" srcOrd="0" destOrd="0" presId="urn:microsoft.com/office/officeart/2005/8/layout/list1"/>
    <dgm:cxn modelId="{9FE3C7A5-B85C-449D-B759-8E6F1F947FF0}" type="presOf" srcId="{BCC0BB24-58A5-430F-84C4-4DE5CAC3C95C}" destId="{C23BA252-3946-444C-9DD6-37B91BE8A7F4}" srcOrd="0" destOrd="1" presId="urn:microsoft.com/office/officeart/2005/8/layout/list1"/>
    <dgm:cxn modelId="{95BAAFBB-4445-42EE-A2A3-731CB3BC7D54}" srcId="{DB382E7D-B085-4F72-A137-10A6601403EB}" destId="{C43746E3-4DAD-4DE1-9DF7-4B166FB8A77F}" srcOrd="1" destOrd="0" parTransId="{79C24A0C-37D1-49EB-8ED9-A8EE4CBDFDF1}" sibTransId="{6E9796A5-6D3B-42E7-BA3D-3BD3BF251342}"/>
    <dgm:cxn modelId="{27D2C4C3-6AB9-4EBA-9272-4D5BE3B92C03}" srcId="{DB382E7D-B085-4F72-A137-10A6601403EB}" destId="{B4D8EDF4-863F-4009-AA72-F78117252743}" srcOrd="0" destOrd="0" parTransId="{6118654C-ADA0-4AC3-A26F-5CB2A74E20A0}" sibTransId="{BBE4957D-177E-4080-B1C4-A3E1FB3E2516}"/>
    <dgm:cxn modelId="{B4FD13DE-9CBA-4553-B48E-9F516F330B3D}" srcId="{E178F70A-5F5A-49FC-AB22-A6A39D85EEBD}" destId="{DB382E7D-B085-4F72-A137-10A6601403EB}" srcOrd="0" destOrd="0" parTransId="{58AF27B5-2C77-43F5-AE08-D1B443DCF8AC}" sibTransId="{6394213F-B63B-4AA7-A9F7-3F11C249DA20}"/>
    <dgm:cxn modelId="{388904EB-4637-48D3-9C9F-749802F25BFD}" type="presOf" srcId="{E178F70A-5F5A-49FC-AB22-A6A39D85EEBD}" destId="{6AFFD913-BF4D-4F88-A0A5-03CA8861233B}" srcOrd="0" destOrd="0" presId="urn:microsoft.com/office/officeart/2005/8/layout/list1"/>
    <dgm:cxn modelId="{3DAB1FDD-D935-4343-8538-70FFBBDCED36}" type="presParOf" srcId="{6AFFD913-BF4D-4F88-A0A5-03CA8861233B}" destId="{B9678C8B-A9F3-4227-BAB8-E5E1CD5826D7}" srcOrd="0" destOrd="0" presId="urn:microsoft.com/office/officeart/2005/8/layout/list1"/>
    <dgm:cxn modelId="{28D52DF3-E4D6-4B23-BD99-92CFA30CF2F3}" type="presParOf" srcId="{B9678C8B-A9F3-4227-BAB8-E5E1CD5826D7}" destId="{53EA1BD9-2A50-4AD6-BB70-8084152EDFAF}" srcOrd="0" destOrd="0" presId="urn:microsoft.com/office/officeart/2005/8/layout/list1"/>
    <dgm:cxn modelId="{C41FC5AB-8EA2-43B8-AC8A-E190671DBC56}" type="presParOf" srcId="{B9678C8B-A9F3-4227-BAB8-E5E1CD5826D7}" destId="{0909E513-719B-4FD3-8853-159FF7E1C6AE}" srcOrd="1" destOrd="0" presId="urn:microsoft.com/office/officeart/2005/8/layout/list1"/>
    <dgm:cxn modelId="{09C79706-E0E1-4A91-A05D-9C6571765170}" type="presParOf" srcId="{6AFFD913-BF4D-4F88-A0A5-03CA8861233B}" destId="{1D910166-DE98-4C38-B2E2-C624FC422CB0}" srcOrd="1" destOrd="0" presId="urn:microsoft.com/office/officeart/2005/8/layout/list1"/>
    <dgm:cxn modelId="{813801BF-417A-4341-938B-43B39FF103C6}" type="presParOf" srcId="{6AFFD913-BF4D-4F88-A0A5-03CA8861233B}" destId="{2670E9B1-95D2-4930-9C95-D61602D993D8}" srcOrd="2" destOrd="0" presId="urn:microsoft.com/office/officeart/2005/8/layout/list1"/>
    <dgm:cxn modelId="{77408361-05E0-4628-895F-14C8BD4F8153}" type="presParOf" srcId="{6AFFD913-BF4D-4F88-A0A5-03CA8861233B}" destId="{C039E1D0-367E-4282-8E89-8C232F4A854C}" srcOrd="3" destOrd="0" presId="urn:microsoft.com/office/officeart/2005/8/layout/list1"/>
    <dgm:cxn modelId="{AE0A98D2-5829-43D3-A3B7-599C6E3BD4BC}" type="presParOf" srcId="{6AFFD913-BF4D-4F88-A0A5-03CA8861233B}" destId="{234D0C5B-8362-4FF5-AE61-1A19434A06FE}" srcOrd="4" destOrd="0" presId="urn:microsoft.com/office/officeart/2005/8/layout/list1"/>
    <dgm:cxn modelId="{26191252-2C73-4057-9988-C79D88279BE3}" type="presParOf" srcId="{234D0C5B-8362-4FF5-AE61-1A19434A06FE}" destId="{CE84958D-533A-4801-9347-59D543D539E2}" srcOrd="0" destOrd="0" presId="urn:microsoft.com/office/officeart/2005/8/layout/list1"/>
    <dgm:cxn modelId="{1190956B-5D61-4B16-9398-B08DFC9291DB}" type="presParOf" srcId="{234D0C5B-8362-4FF5-AE61-1A19434A06FE}" destId="{5C20A8A7-CD7A-41DA-A1DD-1F8C11A31414}" srcOrd="1" destOrd="0" presId="urn:microsoft.com/office/officeart/2005/8/layout/list1"/>
    <dgm:cxn modelId="{727D04EE-B069-4272-B825-41065BDA3359}" type="presParOf" srcId="{6AFFD913-BF4D-4F88-A0A5-03CA8861233B}" destId="{F3AFECCD-9794-4073-BFE8-079E953D71A9}" srcOrd="5" destOrd="0" presId="urn:microsoft.com/office/officeart/2005/8/layout/list1"/>
    <dgm:cxn modelId="{6CC10CD9-5C7C-4FD5-837A-98BCF922A100}" type="presParOf" srcId="{6AFFD913-BF4D-4F88-A0A5-03CA8861233B}" destId="{C23BA252-3946-444C-9DD6-37B91BE8A7F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728389-116B-4FB7-A4B5-B3F70C8924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AFEC28-7E57-461A-9DC1-A9A82C9E2F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Capacity Planning: Focuses on ensuring future resource availability to handle workloads effectively.</a:t>
          </a:r>
        </a:p>
      </dgm:t>
    </dgm:pt>
    <dgm:pt modelId="{B47818B6-7CE2-45B5-94C3-8AE9234C1BB9}" type="parTrans" cxnId="{4D75A014-6378-4099-95A4-C9446A49DE36}">
      <dgm:prSet/>
      <dgm:spPr/>
      <dgm:t>
        <a:bodyPr/>
        <a:lstStyle/>
        <a:p>
          <a:endParaRPr lang="en-US"/>
        </a:p>
      </dgm:t>
    </dgm:pt>
    <dgm:pt modelId="{D76AAA70-3170-49C4-8858-BBAC13793816}" type="sibTrans" cxnId="{4D75A014-6378-4099-95A4-C9446A49DE36}">
      <dgm:prSet/>
      <dgm:spPr/>
      <dgm:t>
        <a:bodyPr/>
        <a:lstStyle/>
        <a:p>
          <a:endParaRPr lang="en-US"/>
        </a:p>
      </dgm:t>
    </dgm:pt>
    <dgm:pt modelId="{C988B0B0-2FAB-4B69-A0DC-26119ABD6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 Optimization: Aims to maximize output with existing resources, enhancing system efficiency.</a:t>
          </a:r>
        </a:p>
      </dgm:t>
    </dgm:pt>
    <dgm:pt modelId="{347050CD-C35E-49BC-9D22-375F8C849CBE}" type="parTrans" cxnId="{D50A86AB-3EA9-4BB3-B644-3893175C196A}">
      <dgm:prSet/>
      <dgm:spPr/>
      <dgm:t>
        <a:bodyPr/>
        <a:lstStyle/>
        <a:p>
          <a:endParaRPr lang="en-US"/>
        </a:p>
      </dgm:t>
    </dgm:pt>
    <dgm:pt modelId="{EC3AF6F2-1AD3-4D7F-9516-8E7DFD0454E4}" type="sibTrans" cxnId="{D50A86AB-3EA9-4BB3-B644-3893175C196A}">
      <dgm:prSet/>
      <dgm:spPr/>
      <dgm:t>
        <a:bodyPr/>
        <a:lstStyle/>
        <a:p>
          <a:endParaRPr lang="en-US"/>
        </a:p>
      </dgm:t>
    </dgm:pt>
    <dgm:pt modelId="{C8E7B334-613F-48CE-9C5C-FF1FCB96DC26}" type="pres">
      <dgm:prSet presAssocID="{8E728389-116B-4FB7-A4B5-B3F70C892475}" presName="root" presStyleCnt="0">
        <dgm:presLayoutVars>
          <dgm:dir/>
          <dgm:resizeHandles val="exact"/>
        </dgm:presLayoutVars>
      </dgm:prSet>
      <dgm:spPr/>
    </dgm:pt>
    <dgm:pt modelId="{B362BE1E-0855-41B8-B064-6E8D7D5D1B44}" type="pres">
      <dgm:prSet presAssocID="{7EAFEC28-7E57-461A-9DC1-A9A82C9E2F41}" presName="compNode" presStyleCnt="0"/>
      <dgm:spPr/>
    </dgm:pt>
    <dgm:pt modelId="{DC3E36FF-E7F4-48D8-A505-225C971AE112}" type="pres">
      <dgm:prSet presAssocID="{7EAFEC28-7E57-461A-9DC1-A9A82C9E2F41}" presName="bgRect" presStyleLbl="bgShp" presStyleIdx="0" presStyleCnt="2"/>
      <dgm:spPr/>
    </dgm:pt>
    <dgm:pt modelId="{AF603A91-A91D-4FB3-88D5-5DF81A77EEA5}" type="pres">
      <dgm:prSet presAssocID="{7EAFEC28-7E57-461A-9DC1-A9A82C9E2F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BE446BE1-39DB-4728-9B62-FB42A15B8BC4}" type="pres">
      <dgm:prSet presAssocID="{7EAFEC28-7E57-461A-9DC1-A9A82C9E2F41}" presName="spaceRect" presStyleCnt="0"/>
      <dgm:spPr/>
    </dgm:pt>
    <dgm:pt modelId="{A9E7FD77-47B3-4197-9CF5-6E7A8AE8DDC8}" type="pres">
      <dgm:prSet presAssocID="{7EAFEC28-7E57-461A-9DC1-A9A82C9E2F41}" presName="parTx" presStyleLbl="revTx" presStyleIdx="0" presStyleCnt="2">
        <dgm:presLayoutVars>
          <dgm:chMax val="0"/>
          <dgm:chPref val="0"/>
        </dgm:presLayoutVars>
      </dgm:prSet>
      <dgm:spPr/>
    </dgm:pt>
    <dgm:pt modelId="{8C3680CB-A3F5-434D-AC03-5C50C2C12E98}" type="pres">
      <dgm:prSet presAssocID="{D76AAA70-3170-49C4-8858-BBAC13793816}" presName="sibTrans" presStyleCnt="0"/>
      <dgm:spPr/>
    </dgm:pt>
    <dgm:pt modelId="{5C251FB1-2C3A-4DCE-A8E1-915F233571DC}" type="pres">
      <dgm:prSet presAssocID="{C988B0B0-2FAB-4B69-A0DC-26119ABD61EF}" presName="compNode" presStyleCnt="0"/>
      <dgm:spPr/>
    </dgm:pt>
    <dgm:pt modelId="{9C34E8C5-1CE4-4E0E-890C-1DCFFB566052}" type="pres">
      <dgm:prSet presAssocID="{C988B0B0-2FAB-4B69-A0DC-26119ABD61EF}" presName="bgRect" presStyleLbl="bgShp" presStyleIdx="1" presStyleCnt="2"/>
      <dgm:spPr/>
    </dgm:pt>
    <dgm:pt modelId="{6D3308F7-68F4-485C-BC7E-9135B7650435}" type="pres">
      <dgm:prSet presAssocID="{C988B0B0-2FAB-4B69-A0DC-26119ABD61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 with solid fill"/>
        </a:ext>
      </dgm:extLst>
    </dgm:pt>
    <dgm:pt modelId="{4873ABAD-9B01-47BE-906F-FE5B583B7993}" type="pres">
      <dgm:prSet presAssocID="{C988B0B0-2FAB-4B69-A0DC-26119ABD61EF}" presName="spaceRect" presStyleCnt="0"/>
      <dgm:spPr/>
    </dgm:pt>
    <dgm:pt modelId="{458F86AA-23D6-471C-9046-944DCB9F26F1}" type="pres">
      <dgm:prSet presAssocID="{C988B0B0-2FAB-4B69-A0DC-26119ABD61E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D75A014-6378-4099-95A4-C9446A49DE36}" srcId="{8E728389-116B-4FB7-A4B5-B3F70C892475}" destId="{7EAFEC28-7E57-461A-9DC1-A9A82C9E2F41}" srcOrd="0" destOrd="0" parTransId="{B47818B6-7CE2-45B5-94C3-8AE9234C1BB9}" sibTransId="{D76AAA70-3170-49C4-8858-BBAC13793816}"/>
    <dgm:cxn modelId="{D5654D96-CF1A-44D5-8C93-435D5C4E933C}" type="presOf" srcId="{7EAFEC28-7E57-461A-9DC1-A9A82C9E2F41}" destId="{A9E7FD77-47B3-4197-9CF5-6E7A8AE8DDC8}" srcOrd="0" destOrd="0" presId="urn:microsoft.com/office/officeart/2018/2/layout/IconVerticalSolidList"/>
    <dgm:cxn modelId="{D50A86AB-3EA9-4BB3-B644-3893175C196A}" srcId="{8E728389-116B-4FB7-A4B5-B3F70C892475}" destId="{C988B0B0-2FAB-4B69-A0DC-26119ABD61EF}" srcOrd="1" destOrd="0" parTransId="{347050CD-C35E-49BC-9D22-375F8C849CBE}" sibTransId="{EC3AF6F2-1AD3-4D7F-9516-8E7DFD0454E4}"/>
    <dgm:cxn modelId="{D4B746CB-CD6F-40FA-A92B-6EA42C9C8C31}" type="presOf" srcId="{8E728389-116B-4FB7-A4B5-B3F70C892475}" destId="{C8E7B334-613F-48CE-9C5C-FF1FCB96DC26}" srcOrd="0" destOrd="0" presId="urn:microsoft.com/office/officeart/2018/2/layout/IconVerticalSolidList"/>
    <dgm:cxn modelId="{FA0F30E6-3141-492B-BBC1-45C74F98B671}" type="presOf" srcId="{C988B0B0-2FAB-4B69-A0DC-26119ABD61EF}" destId="{458F86AA-23D6-471C-9046-944DCB9F26F1}" srcOrd="0" destOrd="0" presId="urn:microsoft.com/office/officeart/2018/2/layout/IconVerticalSolidList"/>
    <dgm:cxn modelId="{27776490-BCD6-4A48-9672-94133D46A595}" type="presParOf" srcId="{C8E7B334-613F-48CE-9C5C-FF1FCB96DC26}" destId="{B362BE1E-0855-41B8-B064-6E8D7D5D1B44}" srcOrd="0" destOrd="0" presId="urn:microsoft.com/office/officeart/2018/2/layout/IconVerticalSolidList"/>
    <dgm:cxn modelId="{96D6287F-1C98-413D-8A6E-A9F0EDE63BCD}" type="presParOf" srcId="{B362BE1E-0855-41B8-B064-6E8D7D5D1B44}" destId="{DC3E36FF-E7F4-48D8-A505-225C971AE112}" srcOrd="0" destOrd="0" presId="urn:microsoft.com/office/officeart/2018/2/layout/IconVerticalSolidList"/>
    <dgm:cxn modelId="{0C7FE2F2-20C5-4BF9-B107-E41FA1D03E03}" type="presParOf" srcId="{B362BE1E-0855-41B8-B064-6E8D7D5D1B44}" destId="{AF603A91-A91D-4FB3-88D5-5DF81A77EEA5}" srcOrd="1" destOrd="0" presId="urn:microsoft.com/office/officeart/2018/2/layout/IconVerticalSolidList"/>
    <dgm:cxn modelId="{5E2CB94A-0CD8-4CF5-ACF1-69FC85DAC37A}" type="presParOf" srcId="{B362BE1E-0855-41B8-B064-6E8D7D5D1B44}" destId="{BE446BE1-39DB-4728-9B62-FB42A15B8BC4}" srcOrd="2" destOrd="0" presId="urn:microsoft.com/office/officeart/2018/2/layout/IconVerticalSolidList"/>
    <dgm:cxn modelId="{F78A9987-099C-4FC9-B51B-6AB75B0738F1}" type="presParOf" srcId="{B362BE1E-0855-41B8-B064-6E8D7D5D1B44}" destId="{A9E7FD77-47B3-4197-9CF5-6E7A8AE8DDC8}" srcOrd="3" destOrd="0" presId="urn:microsoft.com/office/officeart/2018/2/layout/IconVerticalSolidList"/>
    <dgm:cxn modelId="{20AA0204-8869-421C-9F6E-D1A3F169E135}" type="presParOf" srcId="{C8E7B334-613F-48CE-9C5C-FF1FCB96DC26}" destId="{8C3680CB-A3F5-434D-AC03-5C50C2C12E98}" srcOrd="1" destOrd="0" presId="urn:microsoft.com/office/officeart/2018/2/layout/IconVerticalSolidList"/>
    <dgm:cxn modelId="{899890BD-7EB2-4B27-AA06-3629E880C092}" type="presParOf" srcId="{C8E7B334-613F-48CE-9C5C-FF1FCB96DC26}" destId="{5C251FB1-2C3A-4DCE-A8E1-915F233571DC}" srcOrd="2" destOrd="0" presId="urn:microsoft.com/office/officeart/2018/2/layout/IconVerticalSolidList"/>
    <dgm:cxn modelId="{D7A61643-21F4-487D-A934-DCD2799AD9D5}" type="presParOf" srcId="{5C251FB1-2C3A-4DCE-A8E1-915F233571DC}" destId="{9C34E8C5-1CE4-4E0E-890C-1DCFFB566052}" srcOrd="0" destOrd="0" presId="urn:microsoft.com/office/officeart/2018/2/layout/IconVerticalSolidList"/>
    <dgm:cxn modelId="{588C998A-3FFC-4B7B-9810-8AF715876CAA}" type="presParOf" srcId="{5C251FB1-2C3A-4DCE-A8E1-915F233571DC}" destId="{6D3308F7-68F4-485C-BC7E-9135B7650435}" srcOrd="1" destOrd="0" presId="urn:microsoft.com/office/officeart/2018/2/layout/IconVerticalSolidList"/>
    <dgm:cxn modelId="{10E99551-2853-47C8-BB00-67DE3DD4DE6D}" type="presParOf" srcId="{5C251FB1-2C3A-4DCE-A8E1-915F233571DC}" destId="{4873ABAD-9B01-47BE-906F-FE5B583B7993}" srcOrd="2" destOrd="0" presId="urn:microsoft.com/office/officeart/2018/2/layout/IconVerticalSolidList"/>
    <dgm:cxn modelId="{A2235606-12C5-4B74-ACFC-0EE674612FA4}" type="presParOf" srcId="{5C251FB1-2C3A-4DCE-A8E1-915F233571DC}" destId="{458F86AA-23D6-471C-9046-944DCB9F26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A82BB-0A6C-42E5-B198-F8D825B48F44}">
      <dsp:nvSpPr>
        <dsp:cNvPr id="0" name=""/>
        <dsp:cNvSpPr/>
      </dsp:nvSpPr>
      <dsp:spPr>
        <a:xfrm>
          <a:off x="0" y="1583"/>
          <a:ext cx="11029950" cy="8023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8AA1F-A7B5-4E37-A763-501F4EE5592B}">
      <dsp:nvSpPr>
        <dsp:cNvPr id="0" name=""/>
        <dsp:cNvSpPr/>
      </dsp:nvSpPr>
      <dsp:spPr>
        <a:xfrm>
          <a:off x="242707" y="182109"/>
          <a:ext cx="441286" cy="4412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ECFBB-F6BB-40D6-956A-BA1382ED5E36}">
      <dsp:nvSpPr>
        <dsp:cNvPr id="0" name=""/>
        <dsp:cNvSpPr/>
      </dsp:nvSpPr>
      <dsp:spPr>
        <a:xfrm>
          <a:off x="926702" y="1583"/>
          <a:ext cx="10103247" cy="802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14" tIns="84914" rIns="84914" bIns="8491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Company A (IaaS Provider): Provides physical infrastructure.</a:t>
          </a:r>
        </a:p>
      </dsp:txBody>
      <dsp:txXfrm>
        <a:off x="926702" y="1583"/>
        <a:ext cx="10103247" cy="802339"/>
      </dsp:txXfrm>
    </dsp:sp>
    <dsp:sp modelId="{0DF8DBF3-982E-4845-BE56-73E0C81248B0}">
      <dsp:nvSpPr>
        <dsp:cNvPr id="0" name=""/>
        <dsp:cNvSpPr/>
      </dsp:nvSpPr>
      <dsp:spPr>
        <a:xfrm>
          <a:off x="0" y="1004508"/>
          <a:ext cx="11029950" cy="8023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B3F01-6A17-4993-88E6-7FC5F77A2FD8}">
      <dsp:nvSpPr>
        <dsp:cNvPr id="0" name=""/>
        <dsp:cNvSpPr/>
      </dsp:nvSpPr>
      <dsp:spPr>
        <a:xfrm>
          <a:off x="242707" y="1185034"/>
          <a:ext cx="441286" cy="4412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CB715-4729-4A0B-B5AE-9B099FC2EB1E}">
      <dsp:nvSpPr>
        <dsp:cNvPr id="0" name=""/>
        <dsp:cNvSpPr/>
      </dsp:nvSpPr>
      <dsp:spPr>
        <a:xfrm>
          <a:off x="926702" y="1004508"/>
          <a:ext cx="10103247" cy="802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14" tIns="84914" rIns="84914" bIns="8491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Company B (PaaS Provider): Builds platforms on IaaS resources &amp; Plans additional virtual servers to handle spikes.</a:t>
          </a:r>
        </a:p>
      </dsp:txBody>
      <dsp:txXfrm>
        <a:off x="926702" y="1004508"/>
        <a:ext cx="10103247" cy="802339"/>
      </dsp:txXfrm>
    </dsp:sp>
    <dsp:sp modelId="{33330540-682E-4F36-AA74-DBA4BE38E9CB}">
      <dsp:nvSpPr>
        <dsp:cNvPr id="0" name=""/>
        <dsp:cNvSpPr/>
      </dsp:nvSpPr>
      <dsp:spPr>
        <a:xfrm>
          <a:off x="0" y="2007432"/>
          <a:ext cx="11029950" cy="8023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53E42-8492-4D7C-B0AE-92A50A34FBF7}">
      <dsp:nvSpPr>
        <dsp:cNvPr id="0" name=""/>
        <dsp:cNvSpPr/>
      </dsp:nvSpPr>
      <dsp:spPr>
        <a:xfrm>
          <a:off x="242707" y="2187959"/>
          <a:ext cx="441286" cy="4412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0A096-1107-4BBD-B8AD-D3F50372D98F}">
      <dsp:nvSpPr>
        <dsp:cNvPr id="0" name=""/>
        <dsp:cNvSpPr/>
      </dsp:nvSpPr>
      <dsp:spPr>
        <a:xfrm>
          <a:off x="926702" y="2007432"/>
          <a:ext cx="10103247" cy="802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14" tIns="84914" rIns="84914" bIns="8491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Company C (SaaS Provider): Offers applications to end-users and relies on PaaS for capacity.</a:t>
          </a:r>
        </a:p>
      </dsp:txBody>
      <dsp:txXfrm>
        <a:off x="926702" y="2007432"/>
        <a:ext cx="10103247" cy="802339"/>
      </dsp:txXfrm>
    </dsp:sp>
    <dsp:sp modelId="{85DA146E-5F9F-4019-AD31-7EC7D09F0DA2}">
      <dsp:nvSpPr>
        <dsp:cNvPr id="0" name=""/>
        <dsp:cNvSpPr/>
      </dsp:nvSpPr>
      <dsp:spPr>
        <a:xfrm>
          <a:off x="0" y="3010357"/>
          <a:ext cx="11029950" cy="8023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ED4EC-4838-4C5D-B2A0-7AAF424F6F29}">
      <dsp:nvSpPr>
        <dsp:cNvPr id="0" name=""/>
        <dsp:cNvSpPr/>
      </dsp:nvSpPr>
      <dsp:spPr>
        <a:xfrm>
          <a:off x="242707" y="3190884"/>
          <a:ext cx="441286" cy="4412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24390-774A-4A4E-B203-5B99BDE49518}">
      <dsp:nvSpPr>
        <dsp:cNvPr id="0" name=""/>
        <dsp:cNvSpPr/>
      </dsp:nvSpPr>
      <dsp:spPr>
        <a:xfrm>
          <a:off x="926702" y="3010357"/>
          <a:ext cx="10103247" cy="802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14" tIns="84914" rIns="84914" bIns="8491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End Users: Estimate needs or pass responsibility to the SaaS provider.</a:t>
          </a:r>
        </a:p>
      </dsp:txBody>
      <dsp:txXfrm>
        <a:off x="926702" y="3010357"/>
        <a:ext cx="10103247" cy="802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0E9B1-95D2-4930-9C95-D61602D993D8}">
      <dsp:nvSpPr>
        <dsp:cNvPr id="0" name=""/>
        <dsp:cNvSpPr/>
      </dsp:nvSpPr>
      <dsp:spPr>
        <a:xfrm>
          <a:off x="0" y="299290"/>
          <a:ext cx="11029950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Redundancy: Organizations provision N+1 nodes (one extra) to handle unexpected spikes or node failures.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Limitations: Static in nature and can still result in over-provisioning or delays during unexpected surges.</a:t>
          </a:r>
        </a:p>
      </dsp:txBody>
      <dsp:txXfrm>
        <a:off x="0" y="299290"/>
        <a:ext cx="11029950" cy="1559250"/>
      </dsp:txXfrm>
    </dsp:sp>
    <dsp:sp modelId="{0909E513-719B-4FD3-8853-159FF7E1C6AE}">
      <dsp:nvSpPr>
        <dsp:cNvPr id="0" name=""/>
        <dsp:cNvSpPr/>
      </dsp:nvSpPr>
      <dsp:spPr>
        <a:xfrm>
          <a:off x="551497" y="33610"/>
          <a:ext cx="77209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Traditional Approach with N+1 Rule</a:t>
          </a:r>
        </a:p>
      </dsp:txBody>
      <dsp:txXfrm>
        <a:off x="577436" y="59549"/>
        <a:ext cx="7669087" cy="479482"/>
      </dsp:txXfrm>
    </dsp:sp>
    <dsp:sp modelId="{C23BA252-3946-444C-9DD6-37B91BE8A7F4}">
      <dsp:nvSpPr>
        <dsp:cNvPr id="0" name=""/>
        <dsp:cNvSpPr/>
      </dsp:nvSpPr>
      <dsp:spPr>
        <a:xfrm>
          <a:off x="0" y="2221420"/>
          <a:ext cx="11029950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Auto-Scaling: Automatically adjusts resources to meet demand, reducing the burden on capacity planners.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Flexibility: Cloud providers manage infrastructure using virtual resources, which scale based on usage patterns.</a:t>
          </a:r>
        </a:p>
      </dsp:txBody>
      <dsp:txXfrm>
        <a:off x="0" y="2221420"/>
        <a:ext cx="11029950" cy="1559250"/>
      </dsp:txXfrm>
    </dsp:sp>
    <dsp:sp modelId="{5C20A8A7-CD7A-41DA-A1DD-1F8C11A31414}">
      <dsp:nvSpPr>
        <dsp:cNvPr id="0" name=""/>
        <dsp:cNvSpPr/>
      </dsp:nvSpPr>
      <dsp:spPr>
        <a:xfrm>
          <a:off x="551497" y="1955740"/>
          <a:ext cx="77209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Cloud-Specific Approach</a:t>
          </a:r>
        </a:p>
      </dsp:txBody>
      <dsp:txXfrm>
        <a:off x="577436" y="1981679"/>
        <a:ext cx="7669087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E36FF-E7F4-48D8-A505-225C971AE112}">
      <dsp:nvSpPr>
        <dsp:cNvPr id="0" name=""/>
        <dsp:cNvSpPr/>
      </dsp:nvSpPr>
      <dsp:spPr>
        <a:xfrm>
          <a:off x="0" y="590603"/>
          <a:ext cx="11029615" cy="109034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03A91-A91D-4FB3-88D5-5DF81A77EEA5}">
      <dsp:nvSpPr>
        <dsp:cNvPr id="0" name=""/>
        <dsp:cNvSpPr/>
      </dsp:nvSpPr>
      <dsp:spPr>
        <a:xfrm>
          <a:off x="329829" y="835931"/>
          <a:ext cx="599690" cy="599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7FD77-47B3-4197-9CF5-6E7A8AE8DDC8}">
      <dsp:nvSpPr>
        <dsp:cNvPr id="0" name=""/>
        <dsp:cNvSpPr/>
      </dsp:nvSpPr>
      <dsp:spPr>
        <a:xfrm>
          <a:off x="1259349" y="590603"/>
          <a:ext cx="9770265" cy="109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95" tIns="115395" rIns="115395" bIns="1153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Capacity Planning: Focuses on ensuring future resource availability to handle workloads effectively.</a:t>
          </a:r>
        </a:p>
      </dsp:txBody>
      <dsp:txXfrm>
        <a:off x="1259349" y="590603"/>
        <a:ext cx="9770265" cy="1090345"/>
      </dsp:txXfrm>
    </dsp:sp>
    <dsp:sp modelId="{9C34E8C5-1CE4-4E0E-890C-1DCFFB566052}">
      <dsp:nvSpPr>
        <dsp:cNvPr id="0" name=""/>
        <dsp:cNvSpPr/>
      </dsp:nvSpPr>
      <dsp:spPr>
        <a:xfrm>
          <a:off x="0" y="1953536"/>
          <a:ext cx="11029615" cy="109034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308F7-68F4-485C-BC7E-9135B7650435}">
      <dsp:nvSpPr>
        <dsp:cNvPr id="0" name=""/>
        <dsp:cNvSpPr/>
      </dsp:nvSpPr>
      <dsp:spPr>
        <a:xfrm>
          <a:off x="329829" y="2198864"/>
          <a:ext cx="599690" cy="599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F86AA-23D6-471C-9046-944DCB9F26F1}">
      <dsp:nvSpPr>
        <dsp:cNvPr id="0" name=""/>
        <dsp:cNvSpPr/>
      </dsp:nvSpPr>
      <dsp:spPr>
        <a:xfrm>
          <a:off x="1259349" y="1953536"/>
          <a:ext cx="9770265" cy="109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95" tIns="115395" rIns="115395" bIns="1153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Performance Optimization: Aims to maximize output with existing resources, enhancing system efficiency.</a:t>
          </a:r>
        </a:p>
      </dsp:txBody>
      <dsp:txXfrm>
        <a:off x="1259349" y="1953536"/>
        <a:ext cx="9770265" cy="1090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10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Capacity Planning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529" y="4942982"/>
            <a:ext cx="3313471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1721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5845C-C9C9-23CC-EB66-08C319E7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Introduction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34DD-DA83-2F12-94B6-4B2FE044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400" dirty="0"/>
              <a:t>What is Capacity Planning?</a:t>
            </a:r>
          </a:p>
          <a:p>
            <a:pPr lvl="1"/>
            <a:r>
              <a:rPr lang="en-US" sz="2000" dirty="0"/>
              <a:t>It is a strategy to ensure that resources are sufficient to meet demand while minimizing costs.</a:t>
            </a:r>
          </a:p>
          <a:p>
            <a:r>
              <a:rPr lang="en-US" sz="2400" dirty="0"/>
              <a:t>Goals:</a:t>
            </a:r>
          </a:p>
          <a:p>
            <a:pPr lvl="1"/>
            <a:r>
              <a:rPr lang="en-US" sz="2000" dirty="0"/>
              <a:t>Meet current and future service demands.</a:t>
            </a:r>
          </a:p>
          <a:p>
            <a:pPr lvl="1"/>
            <a:r>
              <a:rPr lang="en-US" sz="2000" dirty="0"/>
              <a:t>Avoid resource wastage and underutilization.</a:t>
            </a:r>
          </a:p>
          <a:p>
            <a:pPr lvl="1"/>
            <a:r>
              <a:rPr lang="en-US" sz="2000" dirty="0"/>
              <a:t>Critical for maintaining system performance and controlling costs.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865B9-C6D9-6FBC-0E16-65DC8935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23097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834F0-1541-94AA-ACB5-D1DC840D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0AE0C-3418-B97B-9CBA-F323D3C0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The Illusion of Infinite Resources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43F41-17CB-CBC3-D64D-8AA53695A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400" dirty="0"/>
              <a:t>Cloud services create the impression of unlimited resources through:</a:t>
            </a:r>
          </a:p>
          <a:p>
            <a:pPr lvl="1"/>
            <a:r>
              <a:rPr lang="en-US" sz="2000" dirty="0"/>
              <a:t>Resource virtualization.</a:t>
            </a:r>
          </a:p>
          <a:p>
            <a:pPr lvl="1"/>
            <a:r>
              <a:rPr lang="en-US" sz="2000" dirty="0"/>
              <a:t>Auto-scaling mechanisms.</a:t>
            </a:r>
          </a:p>
          <a:p>
            <a:r>
              <a:rPr lang="en-US" sz="2400" dirty="0"/>
              <a:t>However, physical limitations exist at the data center level.</a:t>
            </a:r>
          </a:p>
          <a:p>
            <a:r>
              <a:rPr lang="en-US" sz="2400" dirty="0"/>
              <a:t>Proper capacity planning prevents resource shortages and unexpected costs.</a:t>
            </a:r>
          </a:p>
          <a:p>
            <a:r>
              <a:rPr lang="en-US" sz="2400" dirty="0"/>
              <a:t>Capacity Planning Across Cloud Service Layers</a:t>
            </a:r>
            <a:endParaRPr lang="en-P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D6896-4383-EFB7-8E40-D8B7117B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142586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DDB93-637C-6E35-984C-A61868F4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1E3AA-414C-91B6-4F54-5F643E5C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Capacity Planning Across Cloud Service Layers:</a:t>
            </a:r>
            <a:br>
              <a:rPr lang="en-US">
                <a:solidFill>
                  <a:srgbClr val="FFFEFF"/>
                </a:solidFill>
              </a:rPr>
            </a:br>
            <a:r>
              <a:rPr lang="en-US">
                <a:solidFill>
                  <a:srgbClr val="FFFEFF"/>
                </a:solidFill>
              </a:rPr>
              <a:t>Responsibility Distribution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A1EA8-1E4E-8F8D-8DCF-336A9837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792480"/>
            <a:ext cx="6725899" cy="5405120"/>
          </a:xfrm>
        </p:spPr>
        <p:txBody>
          <a:bodyPr>
            <a:normAutofit/>
          </a:bodyPr>
          <a:lstStyle/>
          <a:p>
            <a:r>
              <a:rPr lang="en-US" sz="1800" dirty="0"/>
              <a:t>IaaS Providers:</a:t>
            </a:r>
          </a:p>
          <a:p>
            <a:pPr lvl="1"/>
            <a:r>
              <a:rPr lang="en-US" sz="1600" dirty="0"/>
              <a:t>Handle physical resource planning.</a:t>
            </a:r>
          </a:p>
          <a:p>
            <a:pPr lvl="1"/>
            <a:r>
              <a:rPr lang="en-US" sz="1600" dirty="0"/>
              <a:t>Monitor consumer requirements via Service Level Agreements (SLAs).</a:t>
            </a:r>
          </a:p>
          <a:p>
            <a:r>
              <a:rPr lang="en-US" sz="1800" dirty="0"/>
              <a:t>PaaS Providers:</a:t>
            </a:r>
          </a:p>
          <a:p>
            <a:pPr lvl="1"/>
            <a:r>
              <a:rPr lang="en-US" sz="1600" dirty="0"/>
              <a:t>Manage virtual resources or rely on IaaS providers.</a:t>
            </a:r>
          </a:p>
          <a:p>
            <a:r>
              <a:rPr lang="en-US" sz="1800" dirty="0"/>
              <a:t>SaaS Providers:</a:t>
            </a:r>
          </a:p>
          <a:p>
            <a:pPr lvl="1"/>
            <a:r>
              <a:rPr lang="en-US" sz="1600" dirty="0"/>
              <a:t>Plan capacity based on consumer needs and SLAs.</a:t>
            </a:r>
          </a:p>
          <a:p>
            <a:r>
              <a:rPr lang="en-US" sz="1800" dirty="0"/>
              <a:t>Consumer Roles in Capacity Planning</a:t>
            </a:r>
          </a:p>
          <a:p>
            <a:pPr lvl="1"/>
            <a:r>
              <a:rPr lang="en-US" sz="1600" dirty="0"/>
              <a:t>Consumers must estimate and communicate resource needs to service providers.</a:t>
            </a:r>
          </a:p>
          <a:p>
            <a:pPr lvl="1"/>
            <a:r>
              <a:rPr lang="en-US" sz="1600" dirty="0"/>
              <a:t>Inaccurate estimations may result in higher costs due to dynamic billing models.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398B4-FEEE-2720-C11A-EC14F979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2308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AA7D1-DAAC-F696-778E-CBB306D6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06148-FBC7-B72C-10F6-728595EA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Multi-Layer Capacity Planning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9F353-F589-4B00-ECF4-0F18AE30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23CB0D-0FA5-FF09-A9CF-9AA9E9BE6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35514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213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538C1-96A3-67AD-E50C-E351F706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Strategies for Effective Capacity Planning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7EE1-7ECA-87F7-2824-6CB47A012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 dirty="0"/>
              <a:t>Data Collection: Analyze consumer behavior and application usage patterns.</a:t>
            </a:r>
          </a:p>
          <a:p>
            <a:r>
              <a:rPr lang="en-US" sz="2000" dirty="0"/>
              <a:t>Dynamic Resource Management: Use auto-scaling to meet fluctuating demands.</a:t>
            </a:r>
          </a:p>
          <a:p>
            <a:r>
              <a:rPr lang="en-US" sz="2000" dirty="0"/>
              <a:t>Collaboration: Ensure communication across layers (SaaS, PaaS, IaaS).</a:t>
            </a:r>
          </a:p>
          <a:p>
            <a:r>
              <a:rPr lang="en-US" sz="2000" dirty="0"/>
              <a:t>SLAs: Define responsibilities and capacity requirements clearly.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DA639-7CB9-0508-8A35-651FFB98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91371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9543-6410-CF6F-2EC2-8D8FE5DD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Capacity Planning: Then and Now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0B16AE-F809-804A-E4AF-E19EE96A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pPr lvl="0">
              <a:defRPr b="1"/>
            </a:pPr>
            <a:r>
              <a:rPr lang="en-US" sz="1800" dirty="0"/>
              <a:t>Traditional Fixed Cost Computing Model:</a:t>
            </a:r>
          </a:p>
          <a:p>
            <a:pPr lvl="1"/>
            <a:r>
              <a:rPr lang="en-US" sz="1600" dirty="0"/>
              <a:t>Fixed Investment: Organizations allocated resources for several years based on average demand estimations, leading to two main issues:</a:t>
            </a:r>
          </a:p>
          <a:p>
            <a:pPr lvl="2"/>
            <a:r>
              <a:rPr lang="en-US" sz="1400" dirty="0"/>
              <a:t>Over-Provisioning (A): Excess resources during low demand resulted in wastage of capacity and investment.</a:t>
            </a:r>
          </a:p>
          <a:p>
            <a:pPr lvl="2"/>
            <a:r>
              <a:rPr lang="en-US" sz="1400" dirty="0"/>
              <a:t>Under-Provisioning (B): Insufficient resources during peak demand led to degraded performance and lost revenue opportunities.</a:t>
            </a:r>
          </a:p>
          <a:p>
            <a:pPr lvl="1"/>
            <a:r>
              <a:rPr lang="en-US" sz="1600" dirty="0"/>
              <a:t>Resource Wastage: Idle resources in low-demand periods increased costs.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58B34E-040E-D833-85ED-3C15591DD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971" y="4149588"/>
            <a:ext cx="5079394" cy="21968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7ED00-7580-FCB8-671E-0A3BCBB2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4937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01004-DEEB-DE48-3809-A104B7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6052A-8A68-4DD5-50F7-CE87D933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Capacity Planning: Then and Now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4F408-EF6A-3272-3E1E-25283012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365970" cy="3401060"/>
          </a:xfrm>
        </p:spPr>
        <p:txBody>
          <a:bodyPr>
            <a:normAutofit/>
          </a:bodyPr>
          <a:lstStyle/>
          <a:p>
            <a:pPr lvl="0">
              <a:defRPr b="1"/>
            </a:pPr>
            <a:r>
              <a:rPr lang="en-US" dirty="0"/>
              <a:t>Modern Variable Cost Computing Model:</a:t>
            </a:r>
          </a:p>
          <a:p>
            <a:pPr lvl="1"/>
            <a:r>
              <a:rPr lang="en-US" dirty="0"/>
              <a:t>Pay-Per-Use: Cloud computing allows dynamic resource provisioning where organizations rent resources as needed.</a:t>
            </a:r>
          </a:p>
          <a:p>
            <a:pPr lvl="1"/>
            <a:r>
              <a:rPr lang="en-US" dirty="0"/>
              <a:t>Dynamic Scaling: Resources align closely with demand, reducing waste and ensuring performance during spikes.</a:t>
            </a:r>
          </a:p>
          <a:p>
            <a:pPr lvl="1"/>
            <a:r>
              <a:rPr lang="en-US" dirty="0"/>
              <a:t>Efficiency Gains: Multi-tenancy in cloud environments allows providers to balance resource allocation across clients, improving overall utilization.</a:t>
            </a:r>
          </a:p>
          <a:p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7D54F-B4B2-A839-7635-3C5D9F96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39"/>
          <a:stretch/>
        </p:blipFill>
        <p:spPr>
          <a:xfrm>
            <a:off x="5584433" y="3482613"/>
            <a:ext cx="5187888" cy="26514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EB155-6EC9-AA66-9D44-8B6014E1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7227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CE22E-EAAC-AC33-5559-2911158E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Approaches to Maintaining Sufficient Capacity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55F5D-FE26-D972-A47E-D2EBD841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E1211A6-AF42-7C12-D1FD-D09D46D33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36104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675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FBE9-38E1-BE26-52B7-ECADA496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56FE-4DBF-B2E6-E4C3-A9AD820D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vs. Performance</a:t>
            </a:r>
            <a:endParaRPr lang="en-P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0469177-98AB-571D-5937-9AEF7D620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702212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EFDBE-D02C-ED71-D492-2F02A4BF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01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2306</TotalTime>
  <Words>596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 Nova Light</vt:lpstr>
      <vt:lpstr>Gill Sans MT</vt:lpstr>
      <vt:lpstr>Wingdings 2</vt:lpstr>
      <vt:lpstr>DividendVTI</vt:lpstr>
      <vt:lpstr>CHAPTER 10 Capacity Planning</vt:lpstr>
      <vt:lpstr>Introduction</vt:lpstr>
      <vt:lpstr>The Illusion of Infinite Resources</vt:lpstr>
      <vt:lpstr>Capacity Planning Across Cloud Service Layers: Responsibility Distribution</vt:lpstr>
      <vt:lpstr>Multi-Layer Capacity Planning</vt:lpstr>
      <vt:lpstr>Strategies for Effective Capacity Planning</vt:lpstr>
      <vt:lpstr>Capacity Planning: Then and Now</vt:lpstr>
      <vt:lpstr>Capacity Planning: Then and Now</vt:lpstr>
      <vt:lpstr>Approaches to Maintaining Sufficient Capacity</vt:lpstr>
      <vt:lpstr>Capacity vs.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34</cp:revision>
  <dcterms:created xsi:type="dcterms:W3CDTF">2024-08-20T00:20:53Z</dcterms:created>
  <dcterms:modified xsi:type="dcterms:W3CDTF">2025-10-02T09:36:56Z</dcterms:modified>
</cp:coreProperties>
</file>