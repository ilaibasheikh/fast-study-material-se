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51"/>
  </p:notesMasterIdLst>
  <p:sldIdLst>
    <p:sldId id="531" r:id="rId2"/>
    <p:sldId id="532" r:id="rId3"/>
    <p:sldId id="533" r:id="rId4"/>
    <p:sldId id="534" r:id="rId5"/>
    <p:sldId id="535" r:id="rId6"/>
    <p:sldId id="536" r:id="rId7"/>
    <p:sldId id="537" r:id="rId8"/>
    <p:sldId id="538" r:id="rId9"/>
    <p:sldId id="494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74" r:id="rId44"/>
    <p:sldId id="580" r:id="rId45"/>
    <p:sldId id="575" r:id="rId46"/>
    <p:sldId id="576" r:id="rId47"/>
    <p:sldId id="577" r:id="rId48"/>
    <p:sldId id="578" r:id="rId49"/>
    <p:sldId id="579" r:id="rId5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3 - Book 2" id="{A974E94C-8472-49B5-9B8D-4666C11D19A7}">
          <p14:sldIdLst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494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4"/>
            <p14:sldId id="580"/>
            <p14:sldId id="575"/>
            <p14:sldId id="576"/>
            <p14:sldId id="577"/>
            <p14:sldId id="578"/>
            <p14:sldId id="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7CC25D-7DCF-475F-9878-EC8FDBD8D266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444AC7A-7753-49D0-B94A-484482839F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Language and Framework Support: Supports .NET, Java, Node.js, PHP, Python, Ruby, and Docker.</a:t>
          </a:r>
        </a:p>
      </dgm:t>
    </dgm:pt>
    <dgm:pt modelId="{188A0131-4B2F-4AD7-A1A5-1EFF960E8207}" type="parTrans" cxnId="{AF8CE92F-AF91-46F4-BAC8-3119F63F015E}">
      <dgm:prSet/>
      <dgm:spPr/>
      <dgm:t>
        <a:bodyPr/>
        <a:lstStyle/>
        <a:p>
          <a:endParaRPr lang="en-US"/>
        </a:p>
      </dgm:t>
    </dgm:pt>
    <dgm:pt modelId="{D78C4C8D-9383-4543-AE65-AB18EF100551}" type="sibTrans" cxnId="{AF8CE92F-AF91-46F4-BAC8-3119F63F015E}">
      <dgm:prSet/>
      <dgm:spPr/>
      <dgm:t>
        <a:bodyPr/>
        <a:lstStyle/>
        <a:p>
          <a:endParaRPr lang="en-US"/>
        </a:p>
      </dgm:t>
    </dgm:pt>
    <dgm:pt modelId="{19AC7DAD-AD0F-4417-9F43-C49C866707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Environment Flexibility: Easily deploy applications in containers using Docker or integrate with Azure Kubernetes Service (AKS).</a:t>
          </a:r>
        </a:p>
      </dgm:t>
    </dgm:pt>
    <dgm:pt modelId="{B16B472C-A920-4D55-AFF7-BCC9486EB2F2}" type="parTrans" cxnId="{A1B4F400-C02F-42EB-A84F-B7EB4454F7A7}">
      <dgm:prSet/>
      <dgm:spPr/>
      <dgm:t>
        <a:bodyPr/>
        <a:lstStyle/>
        <a:p>
          <a:endParaRPr lang="en-US"/>
        </a:p>
      </dgm:t>
    </dgm:pt>
    <dgm:pt modelId="{46B49F82-A96B-4883-82B9-44981389FDD3}" type="sibTrans" cxnId="{A1B4F400-C02F-42EB-A84F-B7EB4454F7A7}">
      <dgm:prSet/>
      <dgm:spPr/>
      <dgm:t>
        <a:bodyPr/>
        <a:lstStyle/>
        <a:p>
          <a:endParaRPr lang="en-US"/>
        </a:p>
      </dgm:t>
    </dgm:pt>
    <dgm:pt modelId="{A234CB6C-FE9B-4E11-812C-BA75BF0A76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Auto-Patching and Load Balancing: Automatic OS and framework patching to secure apps and prevent downtime.</a:t>
          </a:r>
        </a:p>
      </dgm:t>
    </dgm:pt>
    <dgm:pt modelId="{6D8AAC5C-D9FD-4102-9C2B-DF0D96D27C64}" type="parTrans" cxnId="{EBA8A190-CDF2-482A-B1F9-12B7DF51F93D}">
      <dgm:prSet/>
      <dgm:spPr/>
      <dgm:t>
        <a:bodyPr/>
        <a:lstStyle/>
        <a:p>
          <a:endParaRPr lang="en-US"/>
        </a:p>
      </dgm:t>
    </dgm:pt>
    <dgm:pt modelId="{F1383DD5-2D01-4580-8DFB-FDE680D7E7A2}" type="sibTrans" cxnId="{EBA8A190-CDF2-482A-B1F9-12B7DF51F93D}">
      <dgm:prSet/>
      <dgm:spPr/>
      <dgm:t>
        <a:bodyPr/>
        <a:lstStyle/>
        <a:p>
          <a:endParaRPr lang="en-US"/>
        </a:p>
      </dgm:t>
    </dgm:pt>
    <dgm:pt modelId="{3772AB62-01CA-4881-86CA-31984D5B4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Global Deployment: Easily deploy your app globally for better availability using Azure’s global data centers.</a:t>
          </a:r>
        </a:p>
      </dgm:t>
    </dgm:pt>
    <dgm:pt modelId="{CD566D51-8FF5-4BA1-B27A-DDC52B92FBD0}" type="parTrans" cxnId="{70EA2B70-FE43-4CAF-8296-8A6C3C54B7E6}">
      <dgm:prSet/>
      <dgm:spPr/>
      <dgm:t>
        <a:bodyPr/>
        <a:lstStyle/>
        <a:p>
          <a:endParaRPr lang="en-US"/>
        </a:p>
      </dgm:t>
    </dgm:pt>
    <dgm:pt modelId="{77A810B4-236F-4F06-8905-749F69CE49A3}" type="sibTrans" cxnId="{70EA2B70-FE43-4CAF-8296-8A6C3C54B7E6}">
      <dgm:prSet/>
      <dgm:spPr/>
      <dgm:t>
        <a:bodyPr/>
        <a:lstStyle/>
        <a:p>
          <a:endParaRPr lang="en-US"/>
        </a:p>
      </dgm:t>
    </dgm:pt>
    <dgm:pt modelId="{C2665995-B3E3-46A7-B364-C7E495B02F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Monitoring: Use Azure Monitor and Application Insights for diagnostics and performance tracking.</a:t>
          </a:r>
        </a:p>
      </dgm:t>
    </dgm:pt>
    <dgm:pt modelId="{721E8546-BC7D-4BDE-97CC-52194C11ABDD}" type="parTrans" cxnId="{BFD4058A-CFBA-4857-A04E-F3C00CBFC0BB}">
      <dgm:prSet/>
      <dgm:spPr/>
      <dgm:t>
        <a:bodyPr/>
        <a:lstStyle/>
        <a:p>
          <a:endParaRPr lang="en-US"/>
        </a:p>
      </dgm:t>
    </dgm:pt>
    <dgm:pt modelId="{C1BF3B1F-E273-41CF-9442-9C4A8C182DD7}" type="sibTrans" cxnId="{BFD4058A-CFBA-4857-A04E-F3C00CBFC0BB}">
      <dgm:prSet/>
      <dgm:spPr/>
      <dgm:t>
        <a:bodyPr/>
        <a:lstStyle/>
        <a:p>
          <a:endParaRPr lang="en-US"/>
        </a:p>
      </dgm:t>
    </dgm:pt>
    <dgm:pt modelId="{B2891259-0F5F-4F5D-8CFE-754C436690CD}" type="pres">
      <dgm:prSet presAssocID="{927CC25D-7DCF-475F-9878-EC8FDBD8D266}" presName="root" presStyleCnt="0">
        <dgm:presLayoutVars>
          <dgm:dir/>
          <dgm:resizeHandles val="exact"/>
        </dgm:presLayoutVars>
      </dgm:prSet>
      <dgm:spPr/>
    </dgm:pt>
    <dgm:pt modelId="{BABB2B56-67B1-4EB2-AE28-3848EAD93190}" type="pres">
      <dgm:prSet presAssocID="{4444AC7A-7753-49D0-B94A-484482839F2C}" presName="compNode" presStyleCnt="0"/>
      <dgm:spPr/>
    </dgm:pt>
    <dgm:pt modelId="{4367F58A-9D3A-4134-ACBE-590A5A22AC68}" type="pres">
      <dgm:prSet presAssocID="{4444AC7A-7753-49D0-B94A-484482839F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73138B9-B0FE-4135-8008-841585B1604C}" type="pres">
      <dgm:prSet presAssocID="{4444AC7A-7753-49D0-B94A-484482839F2C}" presName="spaceRect" presStyleCnt="0"/>
      <dgm:spPr/>
    </dgm:pt>
    <dgm:pt modelId="{EEA91E41-608F-4044-9AEE-3799951D94B3}" type="pres">
      <dgm:prSet presAssocID="{4444AC7A-7753-49D0-B94A-484482839F2C}" presName="textRect" presStyleLbl="revTx" presStyleIdx="0" presStyleCnt="5">
        <dgm:presLayoutVars>
          <dgm:chMax val="1"/>
          <dgm:chPref val="1"/>
        </dgm:presLayoutVars>
      </dgm:prSet>
      <dgm:spPr/>
    </dgm:pt>
    <dgm:pt modelId="{F5020520-A54B-40BD-9D65-4391A86ABE4B}" type="pres">
      <dgm:prSet presAssocID="{D78C4C8D-9383-4543-AE65-AB18EF100551}" presName="sibTrans" presStyleCnt="0"/>
      <dgm:spPr/>
    </dgm:pt>
    <dgm:pt modelId="{D84EC4A9-93AD-477C-92B0-BEC63E1F4F48}" type="pres">
      <dgm:prSet presAssocID="{19AC7DAD-AD0F-4417-9F43-C49C86670733}" presName="compNode" presStyleCnt="0"/>
      <dgm:spPr/>
    </dgm:pt>
    <dgm:pt modelId="{C2B330CE-4278-4C4F-A09E-526B425B81B7}" type="pres">
      <dgm:prSet presAssocID="{19AC7DAD-AD0F-4417-9F43-C49C8667073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5AC3D076-FB78-4EA6-852C-6D294F36C0EA}" type="pres">
      <dgm:prSet presAssocID="{19AC7DAD-AD0F-4417-9F43-C49C86670733}" presName="spaceRect" presStyleCnt="0"/>
      <dgm:spPr/>
    </dgm:pt>
    <dgm:pt modelId="{D14BB6D4-97D9-495E-87C7-02E94BD169CA}" type="pres">
      <dgm:prSet presAssocID="{19AC7DAD-AD0F-4417-9F43-C49C86670733}" presName="textRect" presStyleLbl="revTx" presStyleIdx="1" presStyleCnt="5">
        <dgm:presLayoutVars>
          <dgm:chMax val="1"/>
          <dgm:chPref val="1"/>
        </dgm:presLayoutVars>
      </dgm:prSet>
      <dgm:spPr/>
    </dgm:pt>
    <dgm:pt modelId="{A3C0AD5A-F14F-44BB-AD19-6253F723413C}" type="pres">
      <dgm:prSet presAssocID="{46B49F82-A96B-4883-82B9-44981389FDD3}" presName="sibTrans" presStyleCnt="0"/>
      <dgm:spPr/>
    </dgm:pt>
    <dgm:pt modelId="{B99DFC15-B749-4F23-8A3F-B6860CA85875}" type="pres">
      <dgm:prSet presAssocID="{A234CB6C-FE9B-4E11-812C-BA75BF0A76E8}" presName="compNode" presStyleCnt="0"/>
      <dgm:spPr/>
    </dgm:pt>
    <dgm:pt modelId="{7048FF9F-754F-4AD3-9F60-B7E981C92B91}" type="pres">
      <dgm:prSet presAssocID="{A234CB6C-FE9B-4E11-812C-BA75BF0A76E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B35029D-93DC-480A-A9D3-06EA17CFDB55}" type="pres">
      <dgm:prSet presAssocID="{A234CB6C-FE9B-4E11-812C-BA75BF0A76E8}" presName="spaceRect" presStyleCnt="0"/>
      <dgm:spPr/>
    </dgm:pt>
    <dgm:pt modelId="{7E0D6F6C-1AB1-4303-B8B7-F1723E96D271}" type="pres">
      <dgm:prSet presAssocID="{A234CB6C-FE9B-4E11-812C-BA75BF0A76E8}" presName="textRect" presStyleLbl="revTx" presStyleIdx="2" presStyleCnt="5">
        <dgm:presLayoutVars>
          <dgm:chMax val="1"/>
          <dgm:chPref val="1"/>
        </dgm:presLayoutVars>
      </dgm:prSet>
      <dgm:spPr/>
    </dgm:pt>
    <dgm:pt modelId="{1F3B81C9-D17D-4539-AAF8-684F0B0FB3AE}" type="pres">
      <dgm:prSet presAssocID="{F1383DD5-2D01-4580-8DFB-FDE680D7E7A2}" presName="sibTrans" presStyleCnt="0"/>
      <dgm:spPr/>
    </dgm:pt>
    <dgm:pt modelId="{EC6DEE74-0682-44DA-95CA-308CFCC11515}" type="pres">
      <dgm:prSet presAssocID="{3772AB62-01CA-4881-86CA-31984D5B40A6}" presName="compNode" presStyleCnt="0"/>
      <dgm:spPr/>
    </dgm:pt>
    <dgm:pt modelId="{9420FB51-EB7F-42C5-864F-EDC3AA3580F0}" type="pres">
      <dgm:prSet presAssocID="{3772AB62-01CA-4881-86CA-31984D5B40A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obe outline"/>
        </a:ext>
      </dgm:extLst>
    </dgm:pt>
    <dgm:pt modelId="{9FA681D3-8B7F-4A0E-8669-F1E3EEC30EED}" type="pres">
      <dgm:prSet presAssocID="{3772AB62-01CA-4881-86CA-31984D5B40A6}" presName="spaceRect" presStyleCnt="0"/>
      <dgm:spPr/>
    </dgm:pt>
    <dgm:pt modelId="{72D02E97-A0D2-4DF8-B9EA-2F8735CD111E}" type="pres">
      <dgm:prSet presAssocID="{3772AB62-01CA-4881-86CA-31984D5B40A6}" presName="textRect" presStyleLbl="revTx" presStyleIdx="3" presStyleCnt="5">
        <dgm:presLayoutVars>
          <dgm:chMax val="1"/>
          <dgm:chPref val="1"/>
        </dgm:presLayoutVars>
      </dgm:prSet>
      <dgm:spPr/>
    </dgm:pt>
    <dgm:pt modelId="{A0C94607-48F4-48A3-B14C-2DFEE74EAD75}" type="pres">
      <dgm:prSet presAssocID="{77A810B4-236F-4F06-8905-749F69CE49A3}" presName="sibTrans" presStyleCnt="0"/>
      <dgm:spPr/>
    </dgm:pt>
    <dgm:pt modelId="{F904E84A-1ADC-4C57-B031-4C5013C9FA92}" type="pres">
      <dgm:prSet presAssocID="{C2665995-B3E3-46A7-B364-C7E495B02FE0}" presName="compNode" presStyleCnt="0"/>
      <dgm:spPr/>
    </dgm:pt>
    <dgm:pt modelId="{AA14F0D2-204E-45A7-B2A2-7A25E93F1756}" type="pres">
      <dgm:prSet presAssocID="{C2665995-B3E3-46A7-B364-C7E495B02F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with solid fill"/>
        </a:ext>
      </dgm:extLst>
    </dgm:pt>
    <dgm:pt modelId="{AC817636-2A2B-4906-837C-6CDA6C8AE852}" type="pres">
      <dgm:prSet presAssocID="{C2665995-B3E3-46A7-B364-C7E495B02FE0}" presName="spaceRect" presStyleCnt="0"/>
      <dgm:spPr/>
    </dgm:pt>
    <dgm:pt modelId="{5D3E1418-F49A-4D8F-8A12-94BA9203FB82}" type="pres">
      <dgm:prSet presAssocID="{C2665995-B3E3-46A7-B364-C7E495B02FE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1B4F400-C02F-42EB-A84F-B7EB4454F7A7}" srcId="{927CC25D-7DCF-475F-9878-EC8FDBD8D266}" destId="{19AC7DAD-AD0F-4417-9F43-C49C86670733}" srcOrd="1" destOrd="0" parTransId="{B16B472C-A920-4D55-AFF7-BCC9486EB2F2}" sibTransId="{46B49F82-A96B-4883-82B9-44981389FDD3}"/>
    <dgm:cxn modelId="{3E04FB0A-2543-4DFF-98FB-D4652808D281}" type="presOf" srcId="{4444AC7A-7753-49D0-B94A-484482839F2C}" destId="{EEA91E41-608F-4044-9AEE-3799951D94B3}" srcOrd="0" destOrd="0" presId="urn:microsoft.com/office/officeart/2018/2/layout/IconLabelList"/>
    <dgm:cxn modelId="{AF8CE92F-AF91-46F4-BAC8-3119F63F015E}" srcId="{927CC25D-7DCF-475F-9878-EC8FDBD8D266}" destId="{4444AC7A-7753-49D0-B94A-484482839F2C}" srcOrd="0" destOrd="0" parTransId="{188A0131-4B2F-4AD7-A1A5-1EFF960E8207}" sibTransId="{D78C4C8D-9383-4543-AE65-AB18EF100551}"/>
    <dgm:cxn modelId="{0E237C3E-ACD5-4CC5-982D-071CA00A054C}" type="presOf" srcId="{C2665995-B3E3-46A7-B364-C7E495B02FE0}" destId="{5D3E1418-F49A-4D8F-8A12-94BA9203FB82}" srcOrd="0" destOrd="0" presId="urn:microsoft.com/office/officeart/2018/2/layout/IconLabelList"/>
    <dgm:cxn modelId="{A492F742-1C4A-4EDD-9F61-1D6820BD17B9}" type="presOf" srcId="{927CC25D-7DCF-475F-9878-EC8FDBD8D266}" destId="{B2891259-0F5F-4F5D-8CFE-754C436690CD}" srcOrd="0" destOrd="0" presId="urn:microsoft.com/office/officeart/2018/2/layout/IconLabelList"/>
    <dgm:cxn modelId="{70EA2B70-FE43-4CAF-8296-8A6C3C54B7E6}" srcId="{927CC25D-7DCF-475F-9878-EC8FDBD8D266}" destId="{3772AB62-01CA-4881-86CA-31984D5B40A6}" srcOrd="3" destOrd="0" parTransId="{CD566D51-8FF5-4BA1-B27A-DDC52B92FBD0}" sibTransId="{77A810B4-236F-4F06-8905-749F69CE49A3}"/>
    <dgm:cxn modelId="{1FD31E57-83D9-42BC-B8E7-AAE6EA56A729}" type="presOf" srcId="{3772AB62-01CA-4881-86CA-31984D5B40A6}" destId="{72D02E97-A0D2-4DF8-B9EA-2F8735CD111E}" srcOrd="0" destOrd="0" presId="urn:microsoft.com/office/officeart/2018/2/layout/IconLabelList"/>
    <dgm:cxn modelId="{BFD4058A-CFBA-4857-A04E-F3C00CBFC0BB}" srcId="{927CC25D-7DCF-475F-9878-EC8FDBD8D266}" destId="{C2665995-B3E3-46A7-B364-C7E495B02FE0}" srcOrd="4" destOrd="0" parTransId="{721E8546-BC7D-4BDE-97CC-52194C11ABDD}" sibTransId="{C1BF3B1F-E273-41CF-9442-9C4A8C182DD7}"/>
    <dgm:cxn modelId="{EBA8A190-CDF2-482A-B1F9-12B7DF51F93D}" srcId="{927CC25D-7DCF-475F-9878-EC8FDBD8D266}" destId="{A234CB6C-FE9B-4E11-812C-BA75BF0A76E8}" srcOrd="2" destOrd="0" parTransId="{6D8AAC5C-D9FD-4102-9C2B-DF0D96D27C64}" sibTransId="{F1383DD5-2D01-4580-8DFB-FDE680D7E7A2}"/>
    <dgm:cxn modelId="{800BC5D0-DF50-4C86-89FA-ABA8F03EF133}" type="presOf" srcId="{A234CB6C-FE9B-4E11-812C-BA75BF0A76E8}" destId="{7E0D6F6C-1AB1-4303-B8B7-F1723E96D271}" srcOrd="0" destOrd="0" presId="urn:microsoft.com/office/officeart/2018/2/layout/IconLabelList"/>
    <dgm:cxn modelId="{ED00FDD0-31E1-4F23-A98D-DB5CF5E881AF}" type="presOf" srcId="{19AC7DAD-AD0F-4417-9F43-C49C86670733}" destId="{D14BB6D4-97D9-495E-87C7-02E94BD169CA}" srcOrd="0" destOrd="0" presId="urn:microsoft.com/office/officeart/2018/2/layout/IconLabelList"/>
    <dgm:cxn modelId="{3C4CD543-6F28-4ADB-86E5-654A9A7B15A8}" type="presParOf" srcId="{B2891259-0F5F-4F5D-8CFE-754C436690CD}" destId="{BABB2B56-67B1-4EB2-AE28-3848EAD93190}" srcOrd="0" destOrd="0" presId="urn:microsoft.com/office/officeart/2018/2/layout/IconLabelList"/>
    <dgm:cxn modelId="{B689BBD4-0A24-4DF0-B649-CFAC016DCC5F}" type="presParOf" srcId="{BABB2B56-67B1-4EB2-AE28-3848EAD93190}" destId="{4367F58A-9D3A-4134-ACBE-590A5A22AC68}" srcOrd="0" destOrd="0" presId="urn:microsoft.com/office/officeart/2018/2/layout/IconLabelList"/>
    <dgm:cxn modelId="{59D3F273-DA11-4B74-806F-CB549EBFB936}" type="presParOf" srcId="{BABB2B56-67B1-4EB2-AE28-3848EAD93190}" destId="{873138B9-B0FE-4135-8008-841585B1604C}" srcOrd="1" destOrd="0" presId="urn:microsoft.com/office/officeart/2018/2/layout/IconLabelList"/>
    <dgm:cxn modelId="{FD068E4B-C01C-432B-83D8-D203AAE57346}" type="presParOf" srcId="{BABB2B56-67B1-4EB2-AE28-3848EAD93190}" destId="{EEA91E41-608F-4044-9AEE-3799951D94B3}" srcOrd="2" destOrd="0" presId="urn:microsoft.com/office/officeart/2018/2/layout/IconLabelList"/>
    <dgm:cxn modelId="{E5023D96-984F-4102-8D97-CA724EED07BA}" type="presParOf" srcId="{B2891259-0F5F-4F5D-8CFE-754C436690CD}" destId="{F5020520-A54B-40BD-9D65-4391A86ABE4B}" srcOrd="1" destOrd="0" presId="urn:microsoft.com/office/officeart/2018/2/layout/IconLabelList"/>
    <dgm:cxn modelId="{ECC64D60-8D85-469D-8FEE-DB77B4831138}" type="presParOf" srcId="{B2891259-0F5F-4F5D-8CFE-754C436690CD}" destId="{D84EC4A9-93AD-477C-92B0-BEC63E1F4F48}" srcOrd="2" destOrd="0" presId="urn:microsoft.com/office/officeart/2018/2/layout/IconLabelList"/>
    <dgm:cxn modelId="{B2F954F2-9B4C-42A4-BB45-BFDE7E1D186C}" type="presParOf" srcId="{D84EC4A9-93AD-477C-92B0-BEC63E1F4F48}" destId="{C2B330CE-4278-4C4F-A09E-526B425B81B7}" srcOrd="0" destOrd="0" presId="urn:microsoft.com/office/officeart/2018/2/layout/IconLabelList"/>
    <dgm:cxn modelId="{3A451C5B-BA7F-47F0-9536-0A5C28BC4E3C}" type="presParOf" srcId="{D84EC4A9-93AD-477C-92B0-BEC63E1F4F48}" destId="{5AC3D076-FB78-4EA6-852C-6D294F36C0EA}" srcOrd="1" destOrd="0" presId="urn:microsoft.com/office/officeart/2018/2/layout/IconLabelList"/>
    <dgm:cxn modelId="{F18A99CB-C9FB-4BC8-8F66-6D6BCD28B65C}" type="presParOf" srcId="{D84EC4A9-93AD-477C-92B0-BEC63E1F4F48}" destId="{D14BB6D4-97D9-495E-87C7-02E94BD169CA}" srcOrd="2" destOrd="0" presId="urn:microsoft.com/office/officeart/2018/2/layout/IconLabelList"/>
    <dgm:cxn modelId="{F013E8FB-BCB2-4032-8D2F-C6E89D5BFF8B}" type="presParOf" srcId="{B2891259-0F5F-4F5D-8CFE-754C436690CD}" destId="{A3C0AD5A-F14F-44BB-AD19-6253F723413C}" srcOrd="3" destOrd="0" presId="urn:microsoft.com/office/officeart/2018/2/layout/IconLabelList"/>
    <dgm:cxn modelId="{7266FB7C-895A-4DEE-9CD0-145796FEA661}" type="presParOf" srcId="{B2891259-0F5F-4F5D-8CFE-754C436690CD}" destId="{B99DFC15-B749-4F23-8A3F-B6860CA85875}" srcOrd="4" destOrd="0" presId="urn:microsoft.com/office/officeart/2018/2/layout/IconLabelList"/>
    <dgm:cxn modelId="{1B75B7B6-53E8-4E94-9105-5E5A7FF9E11E}" type="presParOf" srcId="{B99DFC15-B749-4F23-8A3F-B6860CA85875}" destId="{7048FF9F-754F-4AD3-9F60-B7E981C92B91}" srcOrd="0" destOrd="0" presId="urn:microsoft.com/office/officeart/2018/2/layout/IconLabelList"/>
    <dgm:cxn modelId="{A43850CE-EE14-4C16-87B0-073F18A512BE}" type="presParOf" srcId="{B99DFC15-B749-4F23-8A3F-B6860CA85875}" destId="{7B35029D-93DC-480A-A9D3-06EA17CFDB55}" srcOrd="1" destOrd="0" presId="urn:microsoft.com/office/officeart/2018/2/layout/IconLabelList"/>
    <dgm:cxn modelId="{41EE7602-8F05-4F18-B6DE-2316264236FF}" type="presParOf" srcId="{B99DFC15-B749-4F23-8A3F-B6860CA85875}" destId="{7E0D6F6C-1AB1-4303-B8B7-F1723E96D271}" srcOrd="2" destOrd="0" presId="urn:microsoft.com/office/officeart/2018/2/layout/IconLabelList"/>
    <dgm:cxn modelId="{5871FCD7-3E5A-4C58-A312-0DFED1D6E40A}" type="presParOf" srcId="{B2891259-0F5F-4F5D-8CFE-754C436690CD}" destId="{1F3B81C9-D17D-4539-AAF8-684F0B0FB3AE}" srcOrd="5" destOrd="0" presId="urn:microsoft.com/office/officeart/2018/2/layout/IconLabelList"/>
    <dgm:cxn modelId="{29BBF4FD-9D55-4277-B865-68C38B6A6DAF}" type="presParOf" srcId="{B2891259-0F5F-4F5D-8CFE-754C436690CD}" destId="{EC6DEE74-0682-44DA-95CA-308CFCC11515}" srcOrd="6" destOrd="0" presId="urn:microsoft.com/office/officeart/2018/2/layout/IconLabelList"/>
    <dgm:cxn modelId="{D1292D72-3CF8-41FC-A470-BA51287CA890}" type="presParOf" srcId="{EC6DEE74-0682-44DA-95CA-308CFCC11515}" destId="{9420FB51-EB7F-42C5-864F-EDC3AA3580F0}" srcOrd="0" destOrd="0" presId="urn:microsoft.com/office/officeart/2018/2/layout/IconLabelList"/>
    <dgm:cxn modelId="{A44B1BD0-F6FA-4FE6-93DA-63F24C8BDEF3}" type="presParOf" srcId="{EC6DEE74-0682-44DA-95CA-308CFCC11515}" destId="{9FA681D3-8B7F-4A0E-8669-F1E3EEC30EED}" srcOrd="1" destOrd="0" presId="urn:microsoft.com/office/officeart/2018/2/layout/IconLabelList"/>
    <dgm:cxn modelId="{7EB8D10B-CAF5-413D-9BB5-203AD017A9CB}" type="presParOf" srcId="{EC6DEE74-0682-44DA-95CA-308CFCC11515}" destId="{72D02E97-A0D2-4DF8-B9EA-2F8735CD111E}" srcOrd="2" destOrd="0" presId="urn:microsoft.com/office/officeart/2018/2/layout/IconLabelList"/>
    <dgm:cxn modelId="{DADC13FF-8C95-4865-B536-84BC84FF4DBF}" type="presParOf" srcId="{B2891259-0F5F-4F5D-8CFE-754C436690CD}" destId="{A0C94607-48F4-48A3-B14C-2DFEE74EAD75}" srcOrd="7" destOrd="0" presId="urn:microsoft.com/office/officeart/2018/2/layout/IconLabelList"/>
    <dgm:cxn modelId="{CA1E05F4-2F90-46BD-8A28-ACF84DB24BDA}" type="presParOf" srcId="{B2891259-0F5F-4F5D-8CFE-754C436690CD}" destId="{F904E84A-1ADC-4C57-B031-4C5013C9FA92}" srcOrd="8" destOrd="0" presId="urn:microsoft.com/office/officeart/2018/2/layout/IconLabelList"/>
    <dgm:cxn modelId="{A2323D53-D7EC-45E3-8F36-2A96F97C7E86}" type="presParOf" srcId="{F904E84A-1ADC-4C57-B031-4C5013C9FA92}" destId="{AA14F0D2-204E-45A7-B2A2-7A25E93F1756}" srcOrd="0" destOrd="0" presId="urn:microsoft.com/office/officeart/2018/2/layout/IconLabelList"/>
    <dgm:cxn modelId="{E9AC8847-115B-4F59-91FD-286EC0279120}" type="presParOf" srcId="{F904E84A-1ADC-4C57-B031-4C5013C9FA92}" destId="{AC817636-2A2B-4906-837C-6CDA6C8AE852}" srcOrd="1" destOrd="0" presId="urn:microsoft.com/office/officeart/2018/2/layout/IconLabelList"/>
    <dgm:cxn modelId="{FB1D0DE0-0C47-41FF-AACE-353BAF894058}" type="presParOf" srcId="{F904E84A-1ADC-4C57-B031-4C5013C9FA92}" destId="{5D3E1418-F49A-4D8F-8A12-94BA9203FB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3523D1-E1B4-4CD8-9592-3357F9BD382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8A5D1A-80F8-4B81-BEF3-32B195C2CB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Built-in Security Features:</a:t>
          </a:r>
        </a:p>
      </dgm:t>
    </dgm:pt>
    <dgm:pt modelId="{1DD39E9E-0D94-406F-AC86-1D101886D5CE}" type="parTrans" cxnId="{574C81E7-6239-4543-AD9D-FC2C6F53AA91}">
      <dgm:prSet/>
      <dgm:spPr/>
      <dgm:t>
        <a:bodyPr/>
        <a:lstStyle/>
        <a:p>
          <a:endParaRPr lang="en-US"/>
        </a:p>
      </dgm:t>
    </dgm:pt>
    <dgm:pt modelId="{8377E207-740C-456D-9224-CFD4048ED888}" type="sibTrans" cxnId="{574C81E7-6239-4543-AD9D-FC2C6F53AA91}">
      <dgm:prSet/>
      <dgm:spPr/>
      <dgm:t>
        <a:bodyPr/>
        <a:lstStyle/>
        <a:p>
          <a:endParaRPr lang="en-US"/>
        </a:p>
      </dgm:t>
    </dgm:pt>
    <dgm:pt modelId="{C3529FF1-0C03-43EA-B755-ACF3DB6E69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SSL certificates: Free and managed SSL for your custom domains.</a:t>
          </a:r>
        </a:p>
      </dgm:t>
    </dgm:pt>
    <dgm:pt modelId="{6FD5C0E8-47B2-42D8-9D87-97BFF505A938}" type="parTrans" cxnId="{C6E0EFFC-DF69-45CB-ABDF-988B1D1E8A72}">
      <dgm:prSet/>
      <dgm:spPr/>
      <dgm:t>
        <a:bodyPr/>
        <a:lstStyle/>
        <a:p>
          <a:endParaRPr lang="en-US"/>
        </a:p>
      </dgm:t>
    </dgm:pt>
    <dgm:pt modelId="{DC950158-E539-41A6-A51D-5044C7050F31}" type="sibTrans" cxnId="{C6E0EFFC-DF69-45CB-ABDF-988B1D1E8A72}">
      <dgm:prSet/>
      <dgm:spPr/>
      <dgm:t>
        <a:bodyPr/>
        <a:lstStyle/>
        <a:p>
          <a:endParaRPr lang="en-US"/>
        </a:p>
      </dgm:t>
    </dgm:pt>
    <dgm:pt modelId="{527C9FFB-E95E-4F4D-9469-51FFDA7E9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DDoS Protection: Azure’s infrastructure provides automatic protection against Distributed Denial of Service (DDoS) attacks.</a:t>
          </a:r>
        </a:p>
      </dgm:t>
    </dgm:pt>
    <dgm:pt modelId="{34A8DC7C-7622-4494-B64C-EB27C0B1C75E}" type="parTrans" cxnId="{A5F03CAE-8613-4FEC-B0F1-F2B4699EB625}">
      <dgm:prSet/>
      <dgm:spPr/>
      <dgm:t>
        <a:bodyPr/>
        <a:lstStyle/>
        <a:p>
          <a:endParaRPr lang="en-US"/>
        </a:p>
      </dgm:t>
    </dgm:pt>
    <dgm:pt modelId="{B060F229-5757-4B3E-99CE-DFE6518C7567}" type="sibTrans" cxnId="{A5F03CAE-8613-4FEC-B0F1-F2B4699EB625}">
      <dgm:prSet/>
      <dgm:spPr/>
      <dgm:t>
        <a:bodyPr/>
        <a:lstStyle/>
        <a:p>
          <a:endParaRPr lang="en-US"/>
        </a:p>
      </dgm:t>
    </dgm:pt>
    <dgm:pt modelId="{B185C8AC-B9E0-429A-AAF7-C8AAB69D9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IP Address Restrictions: Configure IP restrictions to allow or block traffic.</a:t>
          </a:r>
        </a:p>
      </dgm:t>
    </dgm:pt>
    <dgm:pt modelId="{7454CD16-3FA0-426D-A448-0D1A6892028E}" type="parTrans" cxnId="{2CB885FE-6D54-4221-BCBD-4D03497E288B}">
      <dgm:prSet/>
      <dgm:spPr/>
      <dgm:t>
        <a:bodyPr/>
        <a:lstStyle/>
        <a:p>
          <a:endParaRPr lang="en-US"/>
        </a:p>
      </dgm:t>
    </dgm:pt>
    <dgm:pt modelId="{5A22AFB7-E91E-45C6-A134-01EF192016EB}" type="sibTrans" cxnId="{2CB885FE-6D54-4221-BCBD-4D03497E288B}">
      <dgm:prSet/>
      <dgm:spPr/>
      <dgm:t>
        <a:bodyPr/>
        <a:lstStyle/>
        <a:p>
          <a:endParaRPr lang="en-US"/>
        </a:p>
      </dgm:t>
    </dgm:pt>
    <dgm:pt modelId="{0B18133B-8F71-4EDA-AE90-3D995A6D2E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Identity and Access Control:</a:t>
          </a:r>
        </a:p>
      </dgm:t>
    </dgm:pt>
    <dgm:pt modelId="{EE1162D1-F7F3-47DE-B004-BBC05456AD95}" type="parTrans" cxnId="{F96034BB-5540-41ED-98CC-BC6600E32BEE}">
      <dgm:prSet/>
      <dgm:spPr/>
      <dgm:t>
        <a:bodyPr/>
        <a:lstStyle/>
        <a:p>
          <a:endParaRPr lang="en-US"/>
        </a:p>
      </dgm:t>
    </dgm:pt>
    <dgm:pt modelId="{9C98EBA5-35FF-496A-A907-026D733E4E2B}" type="sibTrans" cxnId="{F96034BB-5540-41ED-98CC-BC6600E32BEE}">
      <dgm:prSet/>
      <dgm:spPr/>
      <dgm:t>
        <a:bodyPr/>
        <a:lstStyle/>
        <a:p>
          <a:endParaRPr lang="en-US"/>
        </a:p>
      </dgm:t>
    </dgm:pt>
    <dgm:pt modelId="{F9F54E46-551F-4EC8-8BFA-F4AF3DB6CA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Microsoft Entra ID for secure authentication (OAuth, SAML, OpenID Connect).</a:t>
          </a:r>
        </a:p>
      </dgm:t>
    </dgm:pt>
    <dgm:pt modelId="{DA30A530-1A45-4535-AABA-7C19BC3F7389}" type="parTrans" cxnId="{E81EE0EF-30AA-44EE-ADCD-76D2440F5FFE}">
      <dgm:prSet/>
      <dgm:spPr/>
      <dgm:t>
        <a:bodyPr/>
        <a:lstStyle/>
        <a:p>
          <a:endParaRPr lang="en-US"/>
        </a:p>
      </dgm:t>
    </dgm:pt>
    <dgm:pt modelId="{E4B6518F-C06F-4F59-9A9D-4513FBB78038}" type="sibTrans" cxnId="{E81EE0EF-30AA-44EE-ADCD-76D2440F5FFE}">
      <dgm:prSet/>
      <dgm:spPr/>
      <dgm:t>
        <a:bodyPr/>
        <a:lstStyle/>
        <a:p>
          <a:endParaRPr lang="en-US"/>
        </a:p>
      </dgm:t>
    </dgm:pt>
    <dgm:pt modelId="{23EE8703-0B33-4D82-BB38-C84D9B1988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Managed identities: Use built-in managed service identities to access Azure resources securely.</a:t>
          </a:r>
        </a:p>
      </dgm:t>
    </dgm:pt>
    <dgm:pt modelId="{E27F039F-4499-41B0-BD8C-1CAC62647419}" type="parTrans" cxnId="{F9F80F57-4566-47F1-B104-D8B18ED2735E}">
      <dgm:prSet/>
      <dgm:spPr/>
      <dgm:t>
        <a:bodyPr/>
        <a:lstStyle/>
        <a:p>
          <a:endParaRPr lang="en-US"/>
        </a:p>
      </dgm:t>
    </dgm:pt>
    <dgm:pt modelId="{B0072AF8-6DDD-4572-9089-3A2928F2378F}" type="sibTrans" cxnId="{F9F80F57-4566-47F1-B104-D8B18ED2735E}">
      <dgm:prSet/>
      <dgm:spPr/>
      <dgm:t>
        <a:bodyPr/>
        <a:lstStyle/>
        <a:p>
          <a:endParaRPr lang="en-US"/>
        </a:p>
      </dgm:t>
    </dgm:pt>
    <dgm:pt modelId="{40C25FF7-8A93-4E93-A8F4-3131EF50A6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Compliance Certifications:</a:t>
          </a:r>
        </a:p>
      </dgm:t>
    </dgm:pt>
    <dgm:pt modelId="{E02E2CFB-1FF7-4026-8B85-38A72564D7BF}" type="parTrans" cxnId="{91983F4D-9385-45AA-AAD8-926B3628D747}">
      <dgm:prSet/>
      <dgm:spPr/>
      <dgm:t>
        <a:bodyPr/>
        <a:lstStyle/>
        <a:p>
          <a:endParaRPr lang="en-US"/>
        </a:p>
      </dgm:t>
    </dgm:pt>
    <dgm:pt modelId="{A269DE05-257C-4107-8087-717978A4803C}" type="sibTrans" cxnId="{91983F4D-9385-45AA-AAD8-926B3628D747}">
      <dgm:prSet/>
      <dgm:spPr/>
      <dgm:t>
        <a:bodyPr/>
        <a:lstStyle/>
        <a:p>
          <a:endParaRPr lang="en-US"/>
        </a:p>
      </dgm:t>
    </dgm:pt>
    <dgm:pt modelId="{158C5191-B7A0-4FE6-A0DE-B1617F6F4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Meets multiple global compliance standards, including HIPAA, GDPR, ISO, and SOC.</a:t>
          </a:r>
        </a:p>
      </dgm:t>
    </dgm:pt>
    <dgm:pt modelId="{24E1D56C-A49F-42CC-85A6-DC9AA1091E56}" type="parTrans" cxnId="{0F6453B7-B008-478C-B0FF-0368B95F5349}">
      <dgm:prSet/>
      <dgm:spPr/>
      <dgm:t>
        <a:bodyPr/>
        <a:lstStyle/>
        <a:p>
          <a:endParaRPr lang="en-US"/>
        </a:p>
      </dgm:t>
    </dgm:pt>
    <dgm:pt modelId="{5FEA2FD6-E5D2-4398-A0C2-EC4DEB4CE0FE}" type="sibTrans" cxnId="{0F6453B7-B008-478C-B0FF-0368B95F5349}">
      <dgm:prSet/>
      <dgm:spPr/>
      <dgm:t>
        <a:bodyPr/>
        <a:lstStyle/>
        <a:p>
          <a:endParaRPr lang="en-US"/>
        </a:p>
      </dgm:t>
    </dgm:pt>
    <dgm:pt modelId="{674C34F1-C2D1-4236-BA3B-80519009B638}" type="pres">
      <dgm:prSet presAssocID="{913523D1-E1B4-4CD8-9592-3357F9BD3820}" presName="root" presStyleCnt="0">
        <dgm:presLayoutVars>
          <dgm:dir/>
          <dgm:resizeHandles val="exact"/>
        </dgm:presLayoutVars>
      </dgm:prSet>
      <dgm:spPr/>
    </dgm:pt>
    <dgm:pt modelId="{57D961BD-53EC-4F13-B626-EB9434224192}" type="pres">
      <dgm:prSet presAssocID="{4A8A5D1A-80F8-4B81-BEF3-32B195C2CB41}" presName="compNode" presStyleCnt="0"/>
      <dgm:spPr/>
    </dgm:pt>
    <dgm:pt modelId="{6716ED0C-9C31-4F56-AD80-541DDDCD568B}" type="pres">
      <dgm:prSet presAssocID="{4A8A5D1A-80F8-4B81-BEF3-32B195C2CB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A609EE1-FD96-4F22-A33E-06983BE34A7D}" type="pres">
      <dgm:prSet presAssocID="{4A8A5D1A-80F8-4B81-BEF3-32B195C2CB41}" presName="iconSpace" presStyleCnt="0"/>
      <dgm:spPr/>
    </dgm:pt>
    <dgm:pt modelId="{1A64A8D9-2C2E-4846-80AA-E2ACA9DACD58}" type="pres">
      <dgm:prSet presAssocID="{4A8A5D1A-80F8-4B81-BEF3-32B195C2CB41}" presName="parTx" presStyleLbl="revTx" presStyleIdx="0" presStyleCnt="6">
        <dgm:presLayoutVars>
          <dgm:chMax val="0"/>
          <dgm:chPref val="0"/>
        </dgm:presLayoutVars>
      </dgm:prSet>
      <dgm:spPr/>
    </dgm:pt>
    <dgm:pt modelId="{D6BEEE1E-3CD1-492D-94EE-0BE6A77AADF9}" type="pres">
      <dgm:prSet presAssocID="{4A8A5D1A-80F8-4B81-BEF3-32B195C2CB41}" presName="txSpace" presStyleCnt="0"/>
      <dgm:spPr/>
    </dgm:pt>
    <dgm:pt modelId="{B8D37A7F-9967-4486-8740-0665418A2D86}" type="pres">
      <dgm:prSet presAssocID="{4A8A5D1A-80F8-4B81-BEF3-32B195C2CB41}" presName="desTx" presStyleLbl="revTx" presStyleIdx="1" presStyleCnt="6">
        <dgm:presLayoutVars/>
      </dgm:prSet>
      <dgm:spPr/>
    </dgm:pt>
    <dgm:pt modelId="{3DD4D11A-C99C-4D68-B163-70528B790C5F}" type="pres">
      <dgm:prSet presAssocID="{8377E207-740C-456D-9224-CFD4048ED888}" presName="sibTrans" presStyleCnt="0"/>
      <dgm:spPr/>
    </dgm:pt>
    <dgm:pt modelId="{BCB91FAE-CD6E-41BC-883D-0BA223B42490}" type="pres">
      <dgm:prSet presAssocID="{0B18133B-8F71-4EDA-AE90-3D995A6D2EB1}" presName="compNode" presStyleCnt="0"/>
      <dgm:spPr/>
    </dgm:pt>
    <dgm:pt modelId="{C44FEBCB-506F-46D3-961B-DC53A6759278}" type="pres">
      <dgm:prSet presAssocID="{0B18133B-8F71-4EDA-AE90-3D995A6D2E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FF0E8E60-16BC-4312-952B-69E7AD6A82C8}" type="pres">
      <dgm:prSet presAssocID="{0B18133B-8F71-4EDA-AE90-3D995A6D2EB1}" presName="iconSpace" presStyleCnt="0"/>
      <dgm:spPr/>
    </dgm:pt>
    <dgm:pt modelId="{1F93056C-B703-46DA-B64C-8555CD3E2850}" type="pres">
      <dgm:prSet presAssocID="{0B18133B-8F71-4EDA-AE90-3D995A6D2EB1}" presName="parTx" presStyleLbl="revTx" presStyleIdx="2" presStyleCnt="6">
        <dgm:presLayoutVars>
          <dgm:chMax val="0"/>
          <dgm:chPref val="0"/>
        </dgm:presLayoutVars>
      </dgm:prSet>
      <dgm:spPr/>
    </dgm:pt>
    <dgm:pt modelId="{2F0B4C34-69CE-4C89-B9D2-F9850366D137}" type="pres">
      <dgm:prSet presAssocID="{0B18133B-8F71-4EDA-AE90-3D995A6D2EB1}" presName="txSpace" presStyleCnt="0"/>
      <dgm:spPr/>
    </dgm:pt>
    <dgm:pt modelId="{96D56801-8798-44A4-98A7-ADA54ADD8BAF}" type="pres">
      <dgm:prSet presAssocID="{0B18133B-8F71-4EDA-AE90-3D995A6D2EB1}" presName="desTx" presStyleLbl="revTx" presStyleIdx="3" presStyleCnt="6">
        <dgm:presLayoutVars/>
      </dgm:prSet>
      <dgm:spPr/>
    </dgm:pt>
    <dgm:pt modelId="{4E034599-EDCD-4263-8BC7-6C82CC7A2AD0}" type="pres">
      <dgm:prSet presAssocID="{9C98EBA5-35FF-496A-A907-026D733E4E2B}" presName="sibTrans" presStyleCnt="0"/>
      <dgm:spPr/>
    </dgm:pt>
    <dgm:pt modelId="{A88CA3F2-DD10-443C-8705-D33CAC256990}" type="pres">
      <dgm:prSet presAssocID="{40C25FF7-8A93-4E93-A8F4-3131EF50A661}" presName="compNode" presStyleCnt="0"/>
      <dgm:spPr/>
    </dgm:pt>
    <dgm:pt modelId="{9031AD7F-61DC-4894-9E1F-8140C91FCB9E}" type="pres">
      <dgm:prSet presAssocID="{40C25FF7-8A93-4E93-A8F4-3131EF50A6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754E909-6DAE-4E99-A5DC-E3A5ADF4DAF9}" type="pres">
      <dgm:prSet presAssocID="{40C25FF7-8A93-4E93-A8F4-3131EF50A661}" presName="iconSpace" presStyleCnt="0"/>
      <dgm:spPr/>
    </dgm:pt>
    <dgm:pt modelId="{683CAE8D-FA1F-4C91-880A-06F6F8A89083}" type="pres">
      <dgm:prSet presAssocID="{40C25FF7-8A93-4E93-A8F4-3131EF50A661}" presName="parTx" presStyleLbl="revTx" presStyleIdx="4" presStyleCnt="6">
        <dgm:presLayoutVars>
          <dgm:chMax val="0"/>
          <dgm:chPref val="0"/>
        </dgm:presLayoutVars>
      </dgm:prSet>
      <dgm:spPr/>
    </dgm:pt>
    <dgm:pt modelId="{FA496298-AEA7-4C7D-A24E-5EFF3EAB1C5B}" type="pres">
      <dgm:prSet presAssocID="{40C25FF7-8A93-4E93-A8F4-3131EF50A661}" presName="txSpace" presStyleCnt="0"/>
      <dgm:spPr/>
    </dgm:pt>
    <dgm:pt modelId="{156F48A8-F0BA-439F-B3D5-AD87C01B8482}" type="pres">
      <dgm:prSet presAssocID="{40C25FF7-8A93-4E93-A8F4-3131EF50A661}" presName="desTx" presStyleLbl="revTx" presStyleIdx="5" presStyleCnt="6">
        <dgm:presLayoutVars/>
      </dgm:prSet>
      <dgm:spPr/>
    </dgm:pt>
  </dgm:ptLst>
  <dgm:cxnLst>
    <dgm:cxn modelId="{FBB11B09-B265-4AA1-B636-3F39E13511C6}" type="presOf" srcId="{4A8A5D1A-80F8-4B81-BEF3-32B195C2CB41}" destId="{1A64A8D9-2C2E-4846-80AA-E2ACA9DACD58}" srcOrd="0" destOrd="0" presId="urn:microsoft.com/office/officeart/2018/5/layout/CenteredIconLabelDescriptionList"/>
    <dgm:cxn modelId="{5EE33818-4B01-4187-AD7E-3135743D2707}" type="presOf" srcId="{527C9FFB-E95E-4F4D-9469-51FFDA7E94BA}" destId="{B8D37A7F-9967-4486-8740-0665418A2D86}" srcOrd="0" destOrd="1" presId="urn:microsoft.com/office/officeart/2018/5/layout/CenteredIconLabelDescriptionList"/>
    <dgm:cxn modelId="{EA32C569-0930-4C75-86C9-79B75473D44A}" type="presOf" srcId="{23EE8703-0B33-4D82-BB38-C84D9B1988E9}" destId="{96D56801-8798-44A4-98A7-ADA54ADD8BAF}" srcOrd="0" destOrd="1" presId="urn:microsoft.com/office/officeart/2018/5/layout/CenteredIconLabelDescriptionList"/>
    <dgm:cxn modelId="{9640444B-4EE6-49D1-9A4C-925EBC909CA0}" type="presOf" srcId="{B185C8AC-B9E0-429A-AAF7-C8AAB69D942C}" destId="{B8D37A7F-9967-4486-8740-0665418A2D86}" srcOrd="0" destOrd="2" presId="urn:microsoft.com/office/officeart/2018/5/layout/CenteredIconLabelDescriptionList"/>
    <dgm:cxn modelId="{91983F4D-9385-45AA-AAD8-926B3628D747}" srcId="{913523D1-E1B4-4CD8-9592-3357F9BD3820}" destId="{40C25FF7-8A93-4E93-A8F4-3131EF50A661}" srcOrd="2" destOrd="0" parTransId="{E02E2CFB-1FF7-4026-8B85-38A72564D7BF}" sibTransId="{A269DE05-257C-4107-8087-717978A4803C}"/>
    <dgm:cxn modelId="{D32A0D55-77FD-4658-B782-678D105A515C}" type="presOf" srcId="{913523D1-E1B4-4CD8-9592-3357F9BD3820}" destId="{674C34F1-C2D1-4236-BA3B-80519009B638}" srcOrd="0" destOrd="0" presId="urn:microsoft.com/office/officeart/2018/5/layout/CenteredIconLabelDescriptionList"/>
    <dgm:cxn modelId="{F9F80F57-4566-47F1-B104-D8B18ED2735E}" srcId="{0B18133B-8F71-4EDA-AE90-3D995A6D2EB1}" destId="{23EE8703-0B33-4D82-BB38-C84D9B1988E9}" srcOrd="1" destOrd="0" parTransId="{E27F039F-4499-41B0-BD8C-1CAC62647419}" sibTransId="{B0072AF8-6DDD-4572-9089-3A2928F2378F}"/>
    <dgm:cxn modelId="{F0CEBD77-0DBB-481D-B2BC-CB89506B77E3}" type="presOf" srcId="{0B18133B-8F71-4EDA-AE90-3D995A6D2EB1}" destId="{1F93056C-B703-46DA-B64C-8555CD3E2850}" srcOrd="0" destOrd="0" presId="urn:microsoft.com/office/officeart/2018/5/layout/CenteredIconLabelDescriptionList"/>
    <dgm:cxn modelId="{5EE5E27B-74A4-49BD-8D8D-C58317C2E3C7}" type="presOf" srcId="{F9F54E46-551F-4EC8-8BFA-F4AF3DB6CA98}" destId="{96D56801-8798-44A4-98A7-ADA54ADD8BAF}" srcOrd="0" destOrd="0" presId="urn:microsoft.com/office/officeart/2018/5/layout/CenteredIconLabelDescriptionList"/>
    <dgm:cxn modelId="{62DE5194-51A2-432A-A0EE-55813BB9F629}" type="presOf" srcId="{C3529FF1-0C03-43EA-B755-ACF3DB6E69EA}" destId="{B8D37A7F-9967-4486-8740-0665418A2D86}" srcOrd="0" destOrd="0" presId="urn:microsoft.com/office/officeart/2018/5/layout/CenteredIconLabelDescriptionList"/>
    <dgm:cxn modelId="{A129B8A1-0325-495D-AD46-070CF31F6818}" type="presOf" srcId="{40C25FF7-8A93-4E93-A8F4-3131EF50A661}" destId="{683CAE8D-FA1F-4C91-880A-06F6F8A89083}" srcOrd="0" destOrd="0" presId="urn:microsoft.com/office/officeart/2018/5/layout/CenteredIconLabelDescriptionList"/>
    <dgm:cxn modelId="{A5F03CAE-8613-4FEC-B0F1-F2B4699EB625}" srcId="{4A8A5D1A-80F8-4B81-BEF3-32B195C2CB41}" destId="{527C9FFB-E95E-4F4D-9469-51FFDA7E94BA}" srcOrd="1" destOrd="0" parTransId="{34A8DC7C-7622-4494-B64C-EB27C0B1C75E}" sibTransId="{B060F229-5757-4B3E-99CE-DFE6518C7567}"/>
    <dgm:cxn modelId="{0F6453B7-B008-478C-B0FF-0368B95F5349}" srcId="{40C25FF7-8A93-4E93-A8F4-3131EF50A661}" destId="{158C5191-B7A0-4FE6-A0DE-B1617F6F4C05}" srcOrd="0" destOrd="0" parTransId="{24E1D56C-A49F-42CC-85A6-DC9AA1091E56}" sibTransId="{5FEA2FD6-E5D2-4398-A0C2-EC4DEB4CE0FE}"/>
    <dgm:cxn modelId="{F96034BB-5540-41ED-98CC-BC6600E32BEE}" srcId="{913523D1-E1B4-4CD8-9592-3357F9BD3820}" destId="{0B18133B-8F71-4EDA-AE90-3D995A6D2EB1}" srcOrd="1" destOrd="0" parTransId="{EE1162D1-F7F3-47DE-B004-BBC05456AD95}" sibTransId="{9C98EBA5-35FF-496A-A907-026D733E4E2B}"/>
    <dgm:cxn modelId="{574C81E7-6239-4543-AD9D-FC2C6F53AA91}" srcId="{913523D1-E1B4-4CD8-9592-3357F9BD3820}" destId="{4A8A5D1A-80F8-4B81-BEF3-32B195C2CB41}" srcOrd="0" destOrd="0" parTransId="{1DD39E9E-0D94-406F-AC86-1D101886D5CE}" sibTransId="{8377E207-740C-456D-9224-CFD4048ED888}"/>
    <dgm:cxn modelId="{782460EB-1AA2-4941-B36B-6C75C1F5D497}" type="presOf" srcId="{158C5191-B7A0-4FE6-A0DE-B1617F6F4C05}" destId="{156F48A8-F0BA-439F-B3D5-AD87C01B8482}" srcOrd="0" destOrd="0" presId="urn:microsoft.com/office/officeart/2018/5/layout/CenteredIconLabelDescriptionList"/>
    <dgm:cxn modelId="{E81EE0EF-30AA-44EE-ADCD-76D2440F5FFE}" srcId="{0B18133B-8F71-4EDA-AE90-3D995A6D2EB1}" destId="{F9F54E46-551F-4EC8-8BFA-F4AF3DB6CA98}" srcOrd="0" destOrd="0" parTransId="{DA30A530-1A45-4535-AABA-7C19BC3F7389}" sibTransId="{E4B6518F-C06F-4F59-9A9D-4513FBB78038}"/>
    <dgm:cxn modelId="{C6E0EFFC-DF69-45CB-ABDF-988B1D1E8A72}" srcId="{4A8A5D1A-80F8-4B81-BEF3-32B195C2CB41}" destId="{C3529FF1-0C03-43EA-B755-ACF3DB6E69EA}" srcOrd="0" destOrd="0" parTransId="{6FD5C0E8-47B2-42D8-9D87-97BFF505A938}" sibTransId="{DC950158-E539-41A6-A51D-5044C7050F31}"/>
    <dgm:cxn modelId="{2CB885FE-6D54-4221-BCBD-4D03497E288B}" srcId="{4A8A5D1A-80F8-4B81-BEF3-32B195C2CB41}" destId="{B185C8AC-B9E0-429A-AAF7-C8AAB69D942C}" srcOrd="2" destOrd="0" parTransId="{7454CD16-3FA0-426D-A448-0D1A6892028E}" sibTransId="{5A22AFB7-E91E-45C6-A134-01EF192016EB}"/>
    <dgm:cxn modelId="{F00412DF-46EF-497A-9978-84F228AA7D66}" type="presParOf" srcId="{674C34F1-C2D1-4236-BA3B-80519009B638}" destId="{57D961BD-53EC-4F13-B626-EB9434224192}" srcOrd="0" destOrd="0" presId="urn:microsoft.com/office/officeart/2018/5/layout/CenteredIconLabelDescriptionList"/>
    <dgm:cxn modelId="{6A68F23E-A69E-4E28-A71A-09F8AE4CE101}" type="presParOf" srcId="{57D961BD-53EC-4F13-B626-EB9434224192}" destId="{6716ED0C-9C31-4F56-AD80-541DDDCD568B}" srcOrd="0" destOrd="0" presId="urn:microsoft.com/office/officeart/2018/5/layout/CenteredIconLabelDescriptionList"/>
    <dgm:cxn modelId="{638C14FA-DA7D-4FE3-B289-5F8F06528C83}" type="presParOf" srcId="{57D961BD-53EC-4F13-B626-EB9434224192}" destId="{AA609EE1-FD96-4F22-A33E-06983BE34A7D}" srcOrd="1" destOrd="0" presId="urn:microsoft.com/office/officeart/2018/5/layout/CenteredIconLabelDescriptionList"/>
    <dgm:cxn modelId="{8811009C-C3DC-4052-A5BD-92556EA70276}" type="presParOf" srcId="{57D961BD-53EC-4F13-B626-EB9434224192}" destId="{1A64A8D9-2C2E-4846-80AA-E2ACA9DACD58}" srcOrd="2" destOrd="0" presId="urn:microsoft.com/office/officeart/2018/5/layout/CenteredIconLabelDescriptionList"/>
    <dgm:cxn modelId="{AB39B820-7EE9-4CDD-AA5F-3E40BFC4F34C}" type="presParOf" srcId="{57D961BD-53EC-4F13-B626-EB9434224192}" destId="{D6BEEE1E-3CD1-492D-94EE-0BE6A77AADF9}" srcOrd="3" destOrd="0" presId="urn:microsoft.com/office/officeart/2018/5/layout/CenteredIconLabelDescriptionList"/>
    <dgm:cxn modelId="{5E038DF0-D70F-42BE-8550-92F7E5BE6193}" type="presParOf" srcId="{57D961BD-53EC-4F13-B626-EB9434224192}" destId="{B8D37A7F-9967-4486-8740-0665418A2D86}" srcOrd="4" destOrd="0" presId="urn:microsoft.com/office/officeart/2018/5/layout/CenteredIconLabelDescriptionList"/>
    <dgm:cxn modelId="{84C0BBF7-FCAF-41CE-AC31-25A1CC68B95D}" type="presParOf" srcId="{674C34F1-C2D1-4236-BA3B-80519009B638}" destId="{3DD4D11A-C99C-4D68-B163-70528B790C5F}" srcOrd="1" destOrd="0" presId="urn:microsoft.com/office/officeart/2018/5/layout/CenteredIconLabelDescriptionList"/>
    <dgm:cxn modelId="{EBB9B79F-8A41-4BB2-89DD-131D8257DE70}" type="presParOf" srcId="{674C34F1-C2D1-4236-BA3B-80519009B638}" destId="{BCB91FAE-CD6E-41BC-883D-0BA223B42490}" srcOrd="2" destOrd="0" presId="urn:microsoft.com/office/officeart/2018/5/layout/CenteredIconLabelDescriptionList"/>
    <dgm:cxn modelId="{22180390-1447-47D7-A15D-517A28C60E8E}" type="presParOf" srcId="{BCB91FAE-CD6E-41BC-883D-0BA223B42490}" destId="{C44FEBCB-506F-46D3-961B-DC53A6759278}" srcOrd="0" destOrd="0" presId="urn:microsoft.com/office/officeart/2018/5/layout/CenteredIconLabelDescriptionList"/>
    <dgm:cxn modelId="{832100A3-5845-41A5-A836-D9BDB05479E4}" type="presParOf" srcId="{BCB91FAE-CD6E-41BC-883D-0BA223B42490}" destId="{FF0E8E60-16BC-4312-952B-69E7AD6A82C8}" srcOrd="1" destOrd="0" presId="urn:microsoft.com/office/officeart/2018/5/layout/CenteredIconLabelDescriptionList"/>
    <dgm:cxn modelId="{93372702-11AD-4A70-8DB1-09E97C276868}" type="presParOf" srcId="{BCB91FAE-CD6E-41BC-883D-0BA223B42490}" destId="{1F93056C-B703-46DA-B64C-8555CD3E2850}" srcOrd="2" destOrd="0" presId="urn:microsoft.com/office/officeart/2018/5/layout/CenteredIconLabelDescriptionList"/>
    <dgm:cxn modelId="{EC6BD3B7-514C-4E4D-93C0-EF6BAB46A190}" type="presParOf" srcId="{BCB91FAE-CD6E-41BC-883D-0BA223B42490}" destId="{2F0B4C34-69CE-4C89-B9D2-F9850366D137}" srcOrd="3" destOrd="0" presId="urn:microsoft.com/office/officeart/2018/5/layout/CenteredIconLabelDescriptionList"/>
    <dgm:cxn modelId="{F7516689-92AE-49E1-AC4C-B0E7A9A569BD}" type="presParOf" srcId="{BCB91FAE-CD6E-41BC-883D-0BA223B42490}" destId="{96D56801-8798-44A4-98A7-ADA54ADD8BAF}" srcOrd="4" destOrd="0" presId="urn:microsoft.com/office/officeart/2018/5/layout/CenteredIconLabelDescriptionList"/>
    <dgm:cxn modelId="{F73DB10B-4BCA-428A-AC6A-F1AFD2B34AE9}" type="presParOf" srcId="{674C34F1-C2D1-4236-BA3B-80519009B638}" destId="{4E034599-EDCD-4263-8BC7-6C82CC7A2AD0}" srcOrd="3" destOrd="0" presId="urn:microsoft.com/office/officeart/2018/5/layout/CenteredIconLabelDescriptionList"/>
    <dgm:cxn modelId="{C3AA04B8-FEE0-4029-BE5A-1F2AD4ADE9E6}" type="presParOf" srcId="{674C34F1-C2D1-4236-BA3B-80519009B638}" destId="{A88CA3F2-DD10-443C-8705-D33CAC256990}" srcOrd="4" destOrd="0" presId="urn:microsoft.com/office/officeart/2018/5/layout/CenteredIconLabelDescriptionList"/>
    <dgm:cxn modelId="{C34902F6-BF0B-460E-A55D-722C182F0461}" type="presParOf" srcId="{A88CA3F2-DD10-443C-8705-D33CAC256990}" destId="{9031AD7F-61DC-4894-9E1F-8140C91FCB9E}" srcOrd="0" destOrd="0" presId="urn:microsoft.com/office/officeart/2018/5/layout/CenteredIconLabelDescriptionList"/>
    <dgm:cxn modelId="{99F445DC-1B41-47E3-9F0A-66050757880F}" type="presParOf" srcId="{A88CA3F2-DD10-443C-8705-D33CAC256990}" destId="{7754E909-6DAE-4E99-A5DC-E3A5ADF4DAF9}" srcOrd="1" destOrd="0" presId="urn:microsoft.com/office/officeart/2018/5/layout/CenteredIconLabelDescriptionList"/>
    <dgm:cxn modelId="{CC1748C6-78FF-4B5A-AE06-E8DAEB447E21}" type="presParOf" srcId="{A88CA3F2-DD10-443C-8705-D33CAC256990}" destId="{683CAE8D-FA1F-4C91-880A-06F6F8A89083}" srcOrd="2" destOrd="0" presId="urn:microsoft.com/office/officeart/2018/5/layout/CenteredIconLabelDescriptionList"/>
    <dgm:cxn modelId="{4D5FF5D6-17D1-4EE1-BC30-DCF2FC4465FB}" type="presParOf" srcId="{A88CA3F2-DD10-443C-8705-D33CAC256990}" destId="{FA496298-AEA7-4C7D-A24E-5EFF3EAB1C5B}" srcOrd="3" destOrd="0" presId="urn:microsoft.com/office/officeart/2018/5/layout/CenteredIconLabelDescriptionList"/>
    <dgm:cxn modelId="{08D81BDD-BE3A-4B1F-958A-96306F8753B4}" type="presParOf" srcId="{A88CA3F2-DD10-443C-8705-D33CAC256990}" destId="{156F48A8-F0BA-439F-B3D5-AD87C01B848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9E664E-EFEB-43C0-9206-38E5C644C352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C48F4E-5292-4E58-B844-C844FD12A486}">
      <dgm:prSet/>
      <dgm:spPr/>
      <dgm:t>
        <a:bodyPr/>
        <a:lstStyle/>
        <a:p>
          <a:r>
            <a:rPr lang="en-US"/>
            <a:t>Connect</a:t>
          </a:r>
        </a:p>
      </dgm:t>
    </dgm:pt>
    <dgm:pt modelId="{45286DAB-9F6F-43FB-90DC-4E1F1492A430}" type="parTrans" cxnId="{70374429-E98F-4543-A50E-91BB24E98CAF}">
      <dgm:prSet/>
      <dgm:spPr/>
      <dgm:t>
        <a:bodyPr/>
        <a:lstStyle/>
        <a:p>
          <a:endParaRPr lang="en-US"/>
        </a:p>
      </dgm:t>
    </dgm:pt>
    <dgm:pt modelId="{3E1CDC2A-7CAB-41AF-A122-F57CEE066370}" type="sibTrans" cxnId="{70374429-E98F-4543-A50E-91BB24E98CAF}">
      <dgm:prSet/>
      <dgm:spPr/>
      <dgm:t>
        <a:bodyPr/>
        <a:lstStyle/>
        <a:p>
          <a:endParaRPr lang="en-US"/>
        </a:p>
      </dgm:t>
    </dgm:pt>
    <dgm:pt modelId="{8B9B28CA-33D5-4CF6-A979-DC1840DA5322}">
      <dgm:prSet/>
      <dgm:spPr/>
      <dgm:t>
        <a:bodyPr/>
        <a:lstStyle/>
        <a:p>
          <a:r>
            <a:rPr lang="en-US"/>
            <a:t>Hybrid Connections: Securely connect your Azure apps to on-premise resources, databases, or VMs without complex VPN configurations.</a:t>
          </a:r>
        </a:p>
      </dgm:t>
    </dgm:pt>
    <dgm:pt modelId="{B0031C3C-BCF5-487F-9889-1C2B45973BCB}" type="parTrans" cxnId="{A492AC72-1297-45EB-828C-5D1CD33F3242}">
      <dgm:prSet/>
      <dgm:spPr/>
      <dgm:t>
        <a:bodyPr/>
        <a:lstStyle/>
        <a:p>
          <a:endParaRPr lang="en-US"/>
        </a:p>
      </dgm:t>
    </dgm:pt>
    <dgm:pt modelId="{9FDFF7C5-A4FF-4D24-AA3E-6AEEB62BBB32}" type="sibTrans" cxnId="{A492AC72-1297-45EB-828C-5D1CD33F3242}">
      <dgm:prSet/>
      <dgm:spPr/>
      <dgm:t>
        <a:bodyPr/>
        <a:lstStyle/>
        <a:p>
          <a:endParaRPr lang="en-US"/>
        </a:p>
      </dgm:t>
    </dgm:pt>
    <dgm:pt modelId="{FC51057F-CDC4-4FF6-8D1E-463D8666EF14}">
      <dgm:prSet/>
      <dgm:spPr/>
      <dgm:t>
        <a:bodyPr/>
        <a:lstStyle/>
        <a:p>
          <a:r>
            <a:rPr lang="en-US"/>
            <a:t>Integrate</a:t>
          </a:r>
        </a:p>
      </dgm:t>
    </dgm:pt>
    <dgm:pt modelId="{100447B3-0F3A-4BB4-9F60-5ABE663E509A}" type="parTrans" cxnId="{7DC5CA30-830E-4067-B783-71371F74492A}">
      <dgm:prSet/>
      <dgm:spPr/>
      <dgm:t>
        <a:bodyPr/>
        <a:lstStyle/>
        <a:p>
          <a:endParaRPr lang="en-US"/>
        </a:p>
      </dgm:t>
    </dgm:pt>
    <dgm:pt modelId="{33D0010C-28F8-416B-B28B-76E627331CF6}" type="sibTrans" cxnId="{7DC5CA30-830E-4067-B783-71371F74492A}">
      <dgm:prSet/>
      <dgm:spPr/>
      <dgm:t>
        <a:bodyPr/>
        <a:lstStyle/>
        <a:p>
          <a:endParaRPr lang="en-US"/>
        </a:p>
      </dgm:t>
    </dgm:pt>
    <dgm:pt modelId="{B9892E82-8C11-448B-B350-A86EFE21E2CC}">
      <dgm:prSet/>
      <dgm:spPr/>
      <dgm:t>
        <a:bodyPr/>
        <a:lstStyle/>
        <a:p>
          <a:r>
            <a:rPr lang="en-US"/>
            <a:t>Virtual Network (VNet) Integration: Integrate your app with an Azure VNet for secure private network access.</a:t>
          </a:r>
        </a:p>
      </dgm:t>
    </dgm:pt>
    <dgm:pt modelId="{DDF12382-DB95-4E66-A4C5-9337E56A399F}" type="parTrans" cxnId="{37976EA6-0490-4397-8E9C-3DC512973486}">
      <dgm:prSet/>
      <dgm:spPr/>
      <dgm:t>
        <a:bodyPr/>
        <a:lstStyle/>
        <a:p>
          <a:endParaRPr lang="en-US"/>
        </a:p>
      </dgm:t>
    </dgm:pt>
    <dgm:pt modelId="{7DC5C920-F476-4AB2-A65F-A110FD8DC1E3}" type="sibTrans" cxnId="{37976EA6-0490-4397-8E9C-3DC512973486}">
      <dgm:prSet/>
      <dgm:spPr/>
      <dgm:t>
        <a:bodyPr/>
        <a:lstStyle/>
        <a:p>
          <a:endParaRPr lang="en-US"/>
        </a:p>
      </dgm:t>
    </dgm:pt>
    <dgm:pt modelId="{52424A63-9188-403C-B4CB-3C83203CD262}">
      <dgm:prSet/>
      <dgm:spPr/>
      <dgm:t>
        <a:bodyPr/>
        <a:lstStyle/>
        <a:p>
          <a:r>
            <a:rPr lang="en-US"/>
            <a:t>Secure</a:t>
          </a:r>
        </a:p>
      </dgm:t>
    </dgm:pt>
    <dgm:pt modelId="{8B578F9D-F8D5-4D53-9547-88D7CAF72FDA}" type="parTrans" cxnId="{6DACABF8-DCE4-4BBA-917A-9FB623AE8DB2}">
      <dgm:prSet/>
      <dgm:spPr/>
      <dgm:t>
        <a:bodyPr/>
        <a:lstStyle/>
        <a:p>
          <a:endParaRPr lang="en-US"/>
        </a:p>
      </dgm:t>
    </dgm:pt>
    <dgm:pt modelId="{3446D646-EC28-489B-BEA3-22176C5B7E4E}" type="sibTrans" cxnId="{6DACABF8-DCE4-4BBA-917A-9FB623AE8DB2}">
      <dgm:prSet/>
      <dgm:spPr/>
      <dgm:t>
        <a:bodyPr/>
        <a:lstStyle/>
        <a:p>
          <a:endParaRPr lang="en-US"/>
        </a:p>
      </dgm:t>
    </dgm:pt>
    <dgm:pt modelId="{63C06145-913B-4F44-938B-FB8C00017A2C}">
      <dgm:prSet/>
      <dgm:spPr/>
      <dgm:t>
        <a:bodyPr/>
        <a:lstStyle/>
        <a:p>
          <a:r>
            <a:rPr lang="en-US"/>
            <a:t>Private Endpoints: Secure access to your app service with private endpoints, keeping traffic within the Azure network.</a:t>
          </a:r>
        </a:p>
      </dgm:t>
    </dgm:pt>
    <dgm:pt modelId="{9086D181-0375-4DCE-936E-9BD171EA27E4}" type="parTrans" cxnId="{953C3C13-81E0-4547-86C4-9FFEF1DB2C3B}">
      <dgm:prSet/>
      <dgm:spPr/>
      <dgm:t>
        <a:bodyPr/>
        <a:lstStyle/>
        <a:p>
          <a:endParaRPr lang="en-US"/>
        </a:p>
      </dgm:t>
    </dgm:pt>
    <dgm:pt modelId="{2DB61843-0C3E-413D-9270-DF6D61BE0B45}" type="sibTrans" cxnId="{953C3C13-81E0-4547-86C4-9FFEF1DB2C3B}">
      <dgm:prSet/>
      <dgm:spPr/>
      <dgm:t>
        <a:bodyPr/>
        <a:lstStyle/>
        <a:p>
          <a:endParaRPr lang="en-US"/>
        </a:p>
      </dgm:t>
    </dgm:pt>
    <dgm:pt modelId="{04EBA7F5-68D0-40B9-A85D-70BEC671A61F}" type="pres">
      <dgm:prSet presAssocID="{DC9E664E-EFEB-43C0-9206-38E5C644C352}" presName="Name0" presStyleCnt="0">
        <dgm:presLayoutVars>
          <dgm:dir/>
          <dgm:animLvl val="lvl"/>
          <dgm:resizeHandles val="exact"/>
        </dgm:presLayoutVars>
      </dgm:prSet>
      <dgm:spPr/>
    </dgm:pt>
    <dgm:pt modelId="{9E3C060B-C84D-46BD-ADDE-FA87F8914986}" type="pres">
      <dgm:prSet presAssocID="{C3C48F4E-5292-4E58-B844-C844FD12A486}" presName="composite" presStyleCnt="0"/>
      <dgm:spPr/>
    </dgm:pt>
    <dgm:pt modelId="{A406EE11-1F57-4E53-B5E4-6F4CDF67E8A1}" type="pres">
      <dgm:prSet presAssocID="{C3C48F4E-5292-4E58-B844-C844FD12A486}" presName="parTx" presStyleLbl="alignNode1" presStyleIdx="0" presStyleCnt="3">
        <dgm:presLayoutVars>
          <dgm:chMax val="0"/>
          <dgm:chPref val="0"/>
        </dgm:presLayoutVars>
      </dgm:prSet>
      <dgm:spPr/>
    </dgm:pt>
    <dgm:pt modelId="{9AF12D53-BA7B-4F53-BBA9-DC674AFCD2AC}" type="pres">
      <dgm:prSet presAssocID="{C3C48F4E-5292-4E58-B844-C844FD12A486}" presName="desTx" presStyleLbl="alignAccFollowNode1" presStyleIdx="0" presStyleCnt="3">
        <dgm:presLayoutVars/>
      </dgm:prSet>
      <dgm:spPr/>
    </dgm:pt>
    <dgm:pt modelId="{A97ABD6C-9D6E-4C57-A4AC-E02222BFCA1D}" type="pres">
      <dgm:prSet presAssocID="{3E1CDC2A-7CAB-41AF-A122-F57CEE066370}" presName="space" presStyleCnt="0"/>
      <dgm:spPr/>
    </dgm:pt>
    <dgm:pt modelId="{65E4344C-864E-4EC6-89EF-CD9C8A3C8EC2}" type="pres">
      <dgm:prSet presAssocID="{FC51057F-CDC4-4FF6-8D1E-463D8666EF14}" presName="composite" presStyleCnt="0"/>
      <dgm:spPr/>
    </dgm:pt>
    <dgm:pt modelId="{9DCDBD2D-01CD-4E10-A065-1B5C68C41F5A}" type="pres">
      <dgm:prSet presAssocID="{FC51057F-CDC4-4FF6-8D1E-463D8666EF14}" presName="parTx" presStyleLbl="alignNode1" presStyleIdx="1" presStyleCnt="3">
        <dgm:presLayoutVars>
          <dgm:chMax val="0"/>
          <dgm:chPref val="0"/>
        </dgm:presLayoutVars>
      </dgm:prSet>
      <dgm:spPr/>
    </dgm:pt>
    <dgm:pt modelId="{6BF9FBD3-33A2-49C3-8FB1-B8E1E1972547}" type="pres">
      <dgm:prSet presAssocID="{FC51057F-CDC4-4FF6-8D1E-463D8666EF14}" presName="desTx" presStyleLbl="alignAccFollowNode1" presStyleIdx="1" presStyleCnt="3">
        <dgm:presLayoutVars/>
      </dgm:prSet>
      <dgm:spPr/>
    </dgm:pt>
    <dgm:pt modelId="{9834845D-8EA8-4AB7-BC90-E92BB84B5157}" type="pres">
      <dgm:prSet presAssocID="{33D0010C-28F8-416B-B28B-76E627331CF6}" presName="space" presStyleCnt="0"/>
      <dgm:spPr/>
    </dgm:pt>
    <dgm:pt modelId="{0D321953-1C72-43C8-B9E2-B105B4E97A1B}" type="pres">
      <dgm:prSet presAssocID="{52424A63-9188-403C-B4CB-3C83203CD262}" presName="composite" presStyleCnt="0"/>
      <dgm:spPr/>
    </dgm:pt>
    <dgm:pt modelId="{D70E7D78-8B9E-424A-A107-F13114F5DC3F}" type="pres">
      <dgm:prSet presAssocID="{52424A63-9188-403C-B4CB-3C83203CD262}" presName="parTx" presStyleLbl="alignNode1" presStyleIdx="2" presStyleCnt="3">
        <dgm:presLayoutVars>
          <dgm:chMax val="0"/>
          <dgm:chPref val="0"/>
        </dgm:presLayoutVars>
      </dgm:prSet>
      <dgm:spPr/>
    </dgm:pt>
    <dgm:pt modelId="{37151C1F-E1C8-4B1F-9508-CC1A329A25EB}" type="pres">
      <dgm:prSet presAssocID="{52424A63-9188-403C-B4CB-3C83203CD262}" presName="desTx" presStyleLbl="alignAccFollowNode1" presStyleIdx="2" presStyleCnt="3">
        <dgm:presLayoutVars/>
      </dgm:prSet>
      <dgm:spPr/>
    </dgm:pt>
  </dgm:ptLst>
  <dgm:cxnLst>
    <dgm:cxn modelId="{953C3C13-81E0-4547-86C4-9FFEF1DB2C3B}" srcId="{52424A63-9188-403C-B4CB-3C83203CD262}" destId="{63C06145-913B-4F44-938B-FB8C00017A2C}" srcOrd="0" destOrd="0" parTransId="{9086D181-0375-4DCE-936E-9BD171EA27E4}" sibTransId="{2DB61843-0C3E-413D-9270-DF6D61BE0B45}"/>
    <dgm:cxn modelId="{70374429-E98F-4543-A50E-91BB24E98CAF}" srcId="{DC9E664E-EFEB-43C0-9206-38E5C644C352}" destId="{C3C48F4E-5292-4E58-B844-C844FD12A486}" srcOrd="0" destOrd="0" parTransId="{45286DAB-9F6F-43FB-90DC-4E1F1492A430}" sibTransId="{3E1CDC2A-7CAB-41AF-A122-F57CEE066370}"/>
    <dgm:cxn modelId="{7DC5CA30-830E-4067-B783-71371F74492A}" srcId="{DC9E664E-EFEB-43C0-9206-38E5C644C352}" destId="{FC51057F-CDC4-4FF6-8D1E-463D8666EF14}" srcOrd="1" destOrd="0" parTransId="{100447B3-0F3A-4BB4-9F60-5ABE663E509A}" sibTransId="{33D0010C-28F8-416B-B28B-76E627331CF6}"/>
    <dgm:cxn modelId="{FF18D335-214D-4362-B164-258923DB2F80}" type="presOf" srcId="{8B9B28CA-33D5-4CF6-A979-DC1840DA5322}" destId="{9AF12D53-BA7B-4F53-BBA9-DC674AFCD2AC}" srcOrd="0" destOrd="0" presId="urn:microsoft.com/office/officeart/2016/7/layout/HorizontalActionList"/>
    <dgm:cxn modelId="{ADACC85F-4565-4FB6-948A-ABD696DA3F03}" type="presOf" srcId="{C3C48F4E-5292-4E58-B844-C844FD12A486}" destId="{A406EE11-1F57-4E53-B5E4-6F4CDF67E8A1}" srcOrd="0" destOrd="0" presId="urn:microsoft.com/office/officeart/2016/7/layout/HorizontalActionList"/>
    <dgm:cxn modelId="{2F15B34C-2DDE-40CF-B10C-1CB108B0601D}" type="presOf" srcId="{63C06145-913B-4F44-938B-FB8C00017A2C}" destId="{37151C1F-E1C8-4B1F-9508-CC1A329A25EB}" srcOrd="0" destOrd="0" presId="urn:microsoft.com/office/officeart/2016/7/layout/HorizontalActionList"/>
    <dgm:cxn modelId="{A492AC72-1297-45EB-828C-5D1CD33F3242}" srcId="{C3C48F4E-5292-4E58-B844-C844FD12A486}" destId="{8B9B28CA-33D5-4CF6-A979-DC1840DA5322}" srcOrd="0" destOrd="0" parTransId="{B0031C3C-BCF5-487F-9889-1C2B45973BCB}" sibTransId="{9FDFF7C5-A4FF-4D24-AA3E-6AEEB62BBB32}"/>
    <dgm:cxn modelId="{0302C156-1CD9-431C-A0D6-A58483D62A49}" type="presOf" srcId="{B9892E82-8C11-448B-B350-A86EFE21E2CC}" destId="{6BF9FBD3-33A2-49C3-8FB1-B8E1E1972547}" srcOrd="0" destOrd="0" presId="urn:microsoft.com/office/officeart/2016/7/layout/HorizontalActionList"/>
    <dgm:cxn modelId="{37976EA6-0490-4397-8E9C-3DC512973486}" srcId="{FC51057F-CDC4-4FF6-8D1E-463D8666EF14}" destId="{B9892E82-8C11-448B-B350-A86EFE21E2CC}" srcOrd="0" destOrd="0" parTransId="{DDF12382-DB95-4E66-A4C5-9337E56A399F}" sibTransId="{7DC5C920-F476-4AB2-A65F-A110FD8DC1E3}"/>
    <dgm:cxn modelId="{9F8B19C1-E333-48A3-8548-717510DD6241}" type="presOf" srcId="{DC9E664E-EFEB-43C0-9206-38E5C644C352}" destId="{04EBA7F5-68D0-40B9-A85D-70BEC671A61F}" srcOrd="0" destOrd="0" presId="urn:microsoft.com/office/officeart/2016/7/layout/HorizontalActionList"/>
    <dgm:cxn modelId="{0E929DE4-6C94-4491-8569-B903181688BF}" type="presOf" srcId="{52424A63-9188-403C-B4CB-3C83203CD262}" destId="{D70E7D78-8B9E-424A-A107-F13114F5DC3F}" srcOrd="0" destOrd="0" presId="urn:microsoft.com/office/officeart/2016/7/layout/HorizontalActionList"/>
    <dgm:cxn modelId="{715E84EF-299A-47DD-B8D0-7AEE585D8258}" type="presOf" srcId="{FC51057F-CDC4-4FF6-8D1E-463D8666EF14}" destId="{9DCDBD2D-01CD-4E10-A065-1B5C68C41F5A}" srcOrd="0" destOrd="0" presId="urn:microsoft.com/office/officeart/2016/7/layout/HorizontalActionList"/>
    <dgm:cxn modelId="{6DACABF8-DCE4-4BBA-917A-9FB623AE8DB2}" srcId="{DC9E664E-EFEB-43C0-9206-38E5C644C352}" destId="{52424A63-9188-403C-B4CB-3C83203CD262}" srcOrd="2" destOrd="0" parTransId="{8B578F9D-F8D5-4D53-9547-88D7CAF72FDA}" sibTransId="{3446D646-EC28-489B-BEA3-22176C5B7E4E}"/>
    <dgm:cxn modelId="{42EA7BE8-B205-43E3-9D6F-743E97FCA36A}" type="presParOf" srcId="{04EBA7F5-68D0-40B9-A85D-70BEC671A61F}" destId="{9E3C060B-C84D-46BD-ADDE-FA87F8914986}" srcOrd="0" destOrd="0" presId="urn:microsoft.com/office/officeart/2016/7/layout/HorizontalActionList"/>
    <dgm:cxn modelId="{FCF6B333-F289-4FE6-A8A1-CF4629C096E9}" type="presParOf" srcId="{9E3C060B-C84D-46BD-ADDE-FA87F8914986}" destId="{A406EE11-1F57-4E53-B5E4-6F4CDF67E8A1}" srcOrd="0" destOrd="0" presId="urn:microsoft.com/office/officeart/2016/7/layout/HorizontalActionList"/>
    <dgm:cxn modelId="{B4181CBC-CA63-40E0-8CD6-3BD364C9CECE}" type="presParOf" srcId="{9E3C060B-C84D-46BD-ADDE-FA87F8914986}" destId="{9AF12D53-BA7B-4F53-BBA9-DC674AFCD2AC}" srcOrd="1" destOrd="0" presId="urn:microsoft.com/office/officeart/2016/7/layout/HorizontalActionList"/>
    <dgm:cxn modelId="{4D3B603B-6F19-478F-BD80-E13537BDCC75}" type="presParOf" srcId="{04EBA7F5-68D0-40B9-A85D-70BEC671A61F}" destId="{A97ABD6C-9D6E-4C57-A4AC-E02222BFCA1D}" srcOrd="1" destOrd="0" presId="urn:microsoft.com/office/officeart/2016/7/layout/HorizontalActionList"/>
    <dgm:cxn modelId="{87D08926-E29E-438C-8F69-B8DA379249DE}" type="presParOf" srcId="{04EBA7F5-68D0-40B9-A85D-70BEC671A61F}" destId="{65E4344C-864E-4EC6-89EF-CD9C8A3C8EC2}" srcOrd="2" destOrd="0" presId="urn:microsoft.com/office/officeart/2016/7/layout/HorizontalActionList"/>
    <dgm:cxn modelId="{C0B7F554-607C-4FB1-829E-87E7E988A8DD}" type="presParOf" srcId="{65E4344C-864E-4EC6-89EF-CD9C8A3C8EC2}" destId="{9DCDBD2D-01CD-4E10-A065-1B5C68C41F5A}" srcOrd="0" destOrd="0" presId="urn:microsoft.com/office/officeart/2016/7/layout/HorizontalActionList"/>
    <dgm:cxn modelId="{B54911BD-76D5-49AE-A6C8-54FB4C418704}" type="presParOf" srcId="{65E4344C-864E-4EC6-89EF-CD9C8A3C8EC2}" destId="{6BF9FBD3-33A2-49C3-8FB1-B8E1E1972547}" srcOrd="1" destOrd="0" presId="urn:microsoft.com/office/officeart/2016/7/layout/HorizontalActionList"/>
    <dgm:cxn modelId="{293548E4-3B17-443D-9FC6-57254ACEE11C}" type="presParOf" srcId="{04EBA7F5-68D0-40B9-A85D-70BEC671A61F}" destId="{9834845D-8EA8-4AB7-BC90-E92BB84B5157}" srcOrd="3" destOrd="0" presId="urn:microsoft.com/office/officeart/2016/7/layout/HorizontalActionList"/>
    <dgm:cxn modelId="{B603ABA8-45F6-4FC2-BDCC-DA4B7BF67321}" type="presParOf" srcId="{04EBA7F5-68D0-40B9-A85D-70BEC671A61F}" destId="{0D321953-1C72-43C8-B9E2-B105B4E97A1B}" srcOrd="4" destOrd="0" presId="urn:microsoft.com/office/officeart/2016/7/layout/HorizontalActionList"/>
    <dgm:cxn modelId="{BC5F1C8F-9F84-4C37-B3AB-E2A55C4FC55F}" type="presParOf" srcId="{0D321953-1C72-43C8-B9E2-B105B4E97A1B}" destId="{D70E7D78-8B9E-424A-A107-F13114F5DC3F}" srcOrd="0" destOrd="0" presId="urn:microsoft.com/office/officeart/2016/7/layout/HorizontalActionList"/>
    <dgm:cxn modelId="{A58FF344-BC89-492E-A53C-0C3CF1B34895}" type="presParOf" srcId="{0D321953-1C72-43C8-B9E2-B105B4E97A1B}" destId="{37151C1F-E1C8-4B1F-9508-CC1A329A25EB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7AC761-F755-425C-BBF0-4458519173ED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2B62BA-E8C3-469C-B50C-53723AAEEC78}">
      <dgm:prSet/>
      <dgm:spPr/>
      <dgm:t>
        <a:bodyPr/>
        <a:lstStyle/>
        <a:p>
          <a:r>
            <a:rPr lang="en-US"/>
            <a:t>Stateful Workflows: Maintains state across function executions.</a:t>
          </a:r>
        </a:p>
      </dgm:t>
    </dgm:pt>
    <dgm:pt modelId="{C47D9C4F-887F-425A-8926-1418B648A727}" type="parTrans" cxnId="{755927AB-7E86-47FF-911A-903B5B3C75FA}">
      <dgm:prSet/>
      <dgm:spPr/>
      <dgm:t>
        <a:bodyPr/>
        <a:lstStyle/>
        <a:p>
          <a:endParaRPr lang="en-US"/>
        </a:p>
      </dgm:t>
    </dgm:pt>
    <dgm:pt modelId="{C85C856B-B913-438C-A75A-D231921D77B2}" type="sibTrans" cxnId="{755927AB-7E86-47FF-911A-903B5B3C75FA}">
      <dgm:prSet/>
      <dgm:spPr/>
      <dgm:t>
        <a:bodyPr/>
        <a:lstStyle/>
        <a:p>
          <a:endParaRPr lang="en-US"/>
        </a:p>
      </dgm:t>
    </dgm:pt>
    <dgm:pt modelId="{8B9EA23B-A835-404B-B9FA-79B440F7931E}">
      <dgm:prSet/>
      <dgm:spPr/>
      <dgm:t>
        <a:bodyPr/>
        <a:lstStyle/>
        <a:p>
          <a:r>
            <a:rPr lang="en-US"/>
            <a:t>Complex Workflow Handling: Automate scenarios like approval workflows or waiting for external events.</a:t>
          </a:r>
        </a:p>
      </dgm:t>
    </dgm:pt>
    <dgm:pt modelId="{A94E9B89-AD88-4A18-8385-3DE96CFEAEF7}" type="parTrans" cxnId="{19990742-70A5-4E63-BA51-3E3F5C7689B0}">
      <dgm:prSet/>
      <dgm:spPr/>
      <dgm:t>
        <a:bodyPr/>
        <a:lstStyle/>
        <a:p>
          <a:endParaRPr lang="en-US"/>
        </a:p>
      </dgm:t>
    </dgm:pt>
    <dgm:pt modelId="{C7A2CA51-54C7-4ABE-B4E6-833C0E08B8B7}" type="sibTrans" cxnId="{19990742-70A5-4E63-BA51-3E3F5C7689B0}">
      <dgm:prSet/>
      <dgm:spPr/>
      <dgm:t>
        <a:bodyPr/>
        <a:lstStyle/>
        <a:p>
          <a:endParaRPr lang="en-US"/>
        </a:p>
      </dgm:t>
    </dgm:pt>
    <dgm:pt modelId="{7E3D106F-38F9-4984-8CA2-E793BAA3D46F}">
      <dgm:prSet/>
      <dgm:spPr/>
      <dgm:t>
        <a:bodyPr/>
        <a:lstStyle/>
        <a:p>
          <a:r>
            <a:rPr lang="en-US"/>
            <a:t>Reduced Infrastructure Maintenance: Focus on developing logic instead of managing infrastructure.</a:t>
          </a:r>
        </a:p>
      </dgm:t>
    </dgm:pt>
    <dgm:pt modelId="{74C35282-84B3-48BA-8AF4-A58D268A2179}" type="parTrans" cxnId="{15B379E1-FB3A-4704-9049-157C3243E2C0}">
      <dgm:prSet/>
      <dgm:spPr/>
      <dgm:t>
        <a:bodyPr/>
        <a:lstStyle/>
        <a:p>
          <a:endParaRPr lang="en-US"/>
        </a:p>
      </dgm:t>
    </dgm:pt>
    <dgm:pt modelId="{35780B74-96BA-4DBB-81BC-4068C915C1BF}" type="sibTrans" cxnId="{15B379E1-FB3A-4704-9049-157C3243E2C0}">
      <dgm:prSet/>
      <dgm:spPr/>
      <dgm:t>
        <a:bodyPr/>
        <a:lstStyle/>
        <a:p>
          <a:endParaRPr lang="en-US"/>
        </a:p>
      </dgm:t>
    </dgm:pt>
    <dgm:pt modelId="{EB7D8D25-7C7A-47E1-8175-4347DC1D8B54}">
      <dgm:prSet/>
      <dgm:spPr/>
      <dgm:t>
        <a:bodyPr/>
        <a:lstStyle/>
        <a:p>
          <a:r>
            <a:rPr lang="en-US"/>
            <a:t>Cost Efficiency: Pay only when function apps are running.</a:t>
          </a:r>
        </a:p>
      </dgm:t>
    </dgm:pt>
    <dgm:pt modelId="{1526114F-0B58-41DD-BEE5-F044FE012EBC}" type="parTrans" cxnId="{52E35E8F-8DAD-4EED-AC60-6C4843475C12}">
      <dgm:prSet/>
      <dgm:spPr/>
      <dgm:t>
        <a:bodyPr/>
        <a:lstStyle/>
        <a:p>
          <a:endParaRPr lang="en-US"/>
        </a:p>
      </dgm:t>
    </dgm:pt>
    <dgm:pt modelId="{AA8C955F-18B2-4275-AE9B-272280CD3AD6}" type="sibTrans" cxnId="{52E35E8F-8DAD-4EED-AC60-6C4843475C12}">
      <dgm:prSet/>
      <dgm:spPr/>
      <dgm:t>
        <a:bodyPr/>
        <a:lstStyle/>
        <a:p>
          <a:endParaRPr lang="en-US"/>
        </a:p>
      </dgm:t>
    </dgm:pt>
    <dgm:pt modelId="{2BA54E1E-E0E5-4652-880F-7E7705467707}">
      <dgm:prSet/>
      <dgm:spPr/>
      <dgm:t>
        <a:bodyPr/>
        <a:lstStyle/>
        <a:p>
          <a:r>
            <a:rPr lang="en-US"/>
            <a:t>Integration Flexibility: Easily integrates with other Azure services and APIs.</a:t>
          </a:r>
        </a:p>
      </dgm:t>
    </dgm:pt>
    <dgm:pt modelId="{0330A8F9-8A8F-4F3C-AE0F-E1AFB086BDDB}" type="parTrans" cxnId="{4FBDC764-EBC8-4D75-B3EE-FAEFD43E70EA}">
      <dgm:prSet/>
      <dgm:spPr/>
      <dgm:t>
        <a:bodyPr/>
        <a:lstStyle/>
        <a:p>
          <a:endParaRPr lang="en-US"/>
        </a:p>
      </dgm:t>
    </dgm:pt>
    <dgm:pt modelId="{8425BFC8-CAAB-4F38-B5AA-D42BEBEEE000}" type="sibTrans" cxnId="{4FBDC764-EBC8-4D75-B3EE-FAEFD43E70EA}">
      <dgm:prSet/>
      <dgm:spPr/>
      <dgm:t>
        <a:bodyPr/>
        <a:lstStyle/>
        <a:p>
          <a:endParaRPr lang="en-US"/>
        </a:p>
      </dgm:t>
    </dgm:pt>
    <dgm:pt modelId="{BA2EDB00-1B25-45D7-AE51-BA553DC1AB18}" type="pres">
      <dgm:prSet presAssocID="{2A7AC761-F755-425C-BBF0-4458519173ED}" presName="vert0" presStyleCnt="0">
        <dgm:presLayoutVars>
          <dgm:dir/>
          <dgm:animOne val="branch"/>
          <dgm:animLvl val="lvl"/>
        </dgm:presLayoutVars>
      </dgm:prSet>
      <dgm:spPr/>
    </dgm:pt>
    <dgm:pt modelId="{360B59AA-60D1-438F-9585-B0488EB92D65}" type="pres">
      <dgm:prSet presAssocID="{472B62BA-E8C3-469C-B50C-53723AAEEC78}" presName="thickLine" presStyleLbl="alignNode1" presStyleIdx="0" presStyleCnt="5"/>
      <dgm:spPr/>
    </dgm:pt>
    <dgm:pt modelId="{7135FF1A-CB52-459C-9418-E878FE773006}" type="pres">
      <dgm:prSet presAssocID="{472B62BA-E8C3-469C-B50C-53723AAEEC78}" presName="horz1" presStyleCnt="0"/>
      <dgm:spPr/>
    </dgm:pt>
    <dgm:pt modelId="{C37E1962-DA2B-461D-835D-8AB06413A133}" type="pres">
      <dgm:prSet presAssocID="{472B62BA-E8C3-469C-B50C-53723AAEEC78}" presName="tx1" presStyleLbl="revTx" presStyleIdx="0" presStyleCnt="5"/>
      <dgm:spPr/>
    </dgm:pt>
    <dgm:pt modelId="{5FE4F2BC-C170-40B0-A382-D630FEF9C5C4}" type="pres">
      <dgm:prSet presAssocID="{472B62BA-E8C3-469C-B50C-53723AAEEC78}" presName="vert1" presStyleCnt="0"/>
      <dgm:spPr/>
    </dgm:pt>
    <dgm:pt modelId="{B7E14B51-8142-4E24-8B13-F159321EED71}" type="pres">
      <dgm:prSet presAssocID="{8B9EA23B-A835-404B-B9FA-79B440F7931E}" presName="thickLine" presStyleLbl="alignNode1" presStyleIdx="1" presStyleCnt="5"/>
      <dgm:spPr/>
    </dgm:pt>
    <dgm:pt modelId="{74B9708B-87FF-4343-B869-A46D0E45796A}" type="pres">
      <dgm:prSet presAssocID="{8B9EA23B-A835-404B-B9FA-79B440F7931E}" presName="horz1" presStyleCnt="0"/>
      <dgm:spPr/>
    </dgm:pt>
    <dgm:pt modelId="{CD1793E7-87ED-4694-9858-FC5822FF6A41}" type="pres">
      <dgm:prSet presAssocID="{8B9EA23B-A835-404B-B9FA-79B440F7931E}" presName="tx1" presStyleLbl="revTx" presStyleIdx="1" presStyleCnt="5"/>
      <dgm:spPr/>
    </dgm:pt>
    <dgm:pt modelId="{A39E4F72-E68B-4FAE-B774-2490856FCBA1}" type="pres">
      <dgm:prSet presAssocID="{8B9EA23B-A835-404B-B9FA-79B440F7931E}" presName="vert1" presStyleCnt="0"/>
      <dgm:spPr/>
    </dgm:pt>
    <dgm:pt modelId="{55C6695B-C82F-4EE0-8055-FDB71075B5E7}" type="pres">
      <dgm:prSet presAssocID="{7E3D106F-38F9-4984-8CA2-E793BAA3D46F}" presName="thickLine" presStyleLbl="alignNode1" presStyleIdx="2" presStyleCnt="5"/>
      <dgm:spPr/>
    </dgm:pt>
    <dgm:pt modelId="{63B707B8-EDA0-4F75-A413-C3F7DFAADE97}" type="pres">
      <dgm:prSet presAssocID="{7E3D106F-38F9-4984-8CA2-E793BAA3D46F}" presName="horz1" presStyleCnt="0"/>
      <dgm:spPr/>
    </dgm:pt>
    <dgm:pt modelId="{B67CD85E-21BF-4B13-B1C5-FE93F1289C27}" type="pres">
      <dgm:prSet presAssocID="{7E3D106F-38F9-4984-8CA2-E793BAA3D46F}" presName="tx1" presStyleLbl="revTx" presStyleIdx="2" presStyleCnt="5"/>
      <dgm:spPr/>
    </dgm:pt>
    <dgm:pt modelId="{8967A276-C074-473F-8E24-F3F317BE4F6B}" type="pres">
      <dgm:prSet presAssocID="{7E3D106F-38F9-4984-8CA2-E793BAA3D46F}" presName="vert1" presStyleCnt="0"/>
      <dgm:spPr/>
    </dgm:pt>
    <dgm:pt modelId="{8EA850E8-CD6A-428C-AA0F-52DCD419DDEE}" type="pres">
      <dgm:prSet presAssocID="{EB7D8D25-7C7A-47E1-8175-4347DC1D8B54}" presName="thickLine" presStyleLbl="alignNode1" presStyleIdx="3" presStyleCnt="5"/>
      <dgm:spPr/>
    </dgm:pt>
    <dgm:pt modelId="{8E715595-53F9-44C9-A487-4344D239CCB6}" type="pres">
      <dgm:prSet presAssocID="{EB7D8D25-7C7A-47E1-8175-4347DC1D8B54}" presName="horz1" presStyleCnt="0"/>
      <dgm:spPr/>
    </dgm:pt>
    <dgm:pt modelId="{03F8AA41-48EB-4811-89AE-C57FDB897711}" type="pres">
      <dgm:prSet presAssocID="{EB7D8D25-7C7A-47E1-8175-4347DC1D8B54}" presName="tx1" presStyleLbl="revTx" presStyleIdx="3" presStyleCnt="5"/>
      <dgm:spPr/>
    </dgm:pt>
    <dgm:pt modelId="{5FC972CD-6127-433F-84C5-7C013ED0F7B8}" type="pres">
      <dgm:prSet presAssocID="{EB7D8D25-7C7A-47E1-8175-4347DC1D8B54}" presName="vert1" presStyleCnt="0"/>
      <dgm:spPr/>
    </dgm:pt>
    <dgm:pt modelId="{C6F3E1D2-6F10-4DCD-A7FA-29DBB60BDC8D}" type="pres">
      <dgm:prSet presAssocID="{2BA54E1E-E0E5-4652-880F-7E7705467707}" presName="thickLine" presStyleLbl="alignNode1" presStyleIdx="4" presStyleCnt="5"/>
      <dgm:spPr/>
    </dgm:pt>
    <dgm:pt modelId="{BEC9A6DD-9024-4A12-AF39-435848495258}" type="pres">
      <dgm:prSet presAssocID="{2BA54E1E-E0E5-4652-880F-7E7705467707}" presName="horz1" presStyleCnt="0"/>
      <dgm:spPr/>
    </dgm:pt>
    <dgm:pt modelId="{439AAC92-5553-4D70-BC7E-202402B60328}" type="pres">
      <dgm:prSet presAssocID="{2BA54E1E-E0E5-4652-880F-7E7705467707}" presName="tx1" presStyleLbl="revTx" presStyleIdx="4" presStyleCnt="5"/>
      <dgm:spPr/>
    </dgm:pt>
    <dgm:pt modelId="{75E9664A-0C29-4C0B-B309-ABFA7B4335CD}" type="pres">
      <dgm:prSet presAssocID="{2BA54E1E-E0E5-4652-880F-7E7705467707}" presName="vert1" presStyleCnt="0"/>
      <dgm:spPr/>
    </dgm:pt>
  </dgm:ptLst>
  <dgm:cxnLst>
    <dgm:cxn modelId="{BFDEC60D-EDA0-43B6-9E75-66D2D7301CD9}" type="presOf" srcId="{472B62BA-E8C3-469C-B50C-53723AAEEC78}" destId="{C37E1962-DA2B-461D-835D-8AB06413A133}" srcOrd="0" destOrd="0" presId="urn:microsoft.com/office/officeart/2008/layout/LinedList"/>
    <dgm:cxn modelId="{933EFA1A-144C-4B39-8B19-EA82F9F07A26}" type="presOf" srcId="{2A7AC761-F755-425C-BBF0-4458519173ED}" destId="{BA2EDB00-1B25-45D7-AE51-BA553DC1AB18}" srcOrd="0" destOrd="0" presId="urn:microsoft.com/office/officeart/2008/layout/LinedList"/>
    <dgm:cxn modelId="{19990742-70A5-4E63-BA51-3E3F5C7689B0}" srcId="{2A7AC761-F755-425C-BBF0-4458519173ED}" destId="{8B9EA23B-A835-404B-B9FA-79B440F7931E}" srcOrd="1" destOrd="0" parTransId="{A94E9B89-AD88-4A18-8385-3DE96CFEAEF7}" sibTransId="{C7A2CA51-54C7-4ABE-B4E6-833C0E08B8B7}"/>
    <dgm:cxn modelId="{4FBDC764-EBC8-4D75-B3EE-FAEFD43E70EA}" srcId="{2A7AC761-F755-425C-BBF0-4458519173ED}" destId="{2BA54E1E-E0E5-4652-880F-7E7705467707}" srcOrd="4" destOrd="0" parTransId="{0330A8F9-8A8F-4F3C-AE0F-E1AFB086BDDB}" sibTransId="{8425BFC8-CAAB-4F38-B5AA-D42BEBEEE000}"/>
    <dgm:cxn modelId="{61E3E086-11E5-419C-8D2A-BC0075AA3E8F}" type="presOf" srcId="{2BA54E1E-E0E5-4652-880F-7E7705467707}" destId="{439AAC92-5553-4D70-BC7E-202402B60328}" srcOrd="0" destOrd="0" presId="urn:microsoft.com/office/officeart/2008/layout/LinedList"/>
    <dgm:cxn modelId="{52E35E8F-8DAD-4EED-AC60-6C4843475C12}" srcId="{2A7AC761-F755-425C-BBF0-4458519173ED}" destId="{EB7D8D25-7C7A-47E1-8175-4347DC1D8B54}" srcOrd="3" destOrd="0" parTransId="{1526114F-0B58-41DD-BEE5-F044FE012EBC}" sibTransId="{AA8C955F-18B2-4275-AE9B-272280CD3AD6}"/>
    <dgm:cxn modelId="{9BEEAD93-2DD1-4C71-900B-262660F59391}" type="presOf" srcId="{8B9EA23B-A835-404B-B9FA-79B440F7931E}" destId="{CD1793E7-87ED-4694-9858-FC5822FF6A41}" srcOrd="0" destOrd="0" presId="urn:microsoft.com/office/officeart/2008/layout/LinedList"/>
    <dgm:cxn modelId="{755927AB-7E86-47FF-911A-903B5B3C75FA}" srcId="{2A7AC761-F755-425C-BBF0-4458519173ED}" destId="{472B62BA-E8C3-469C-B50C-53723AAEEC78}" srcOrd="0" destOrd="0" parTransId="{C47D9C4F-887F-425A-8926-1418B648A727}" sibTransId="{C85C856B-B913-438C-A75A-D231921D77B2}"/>
    <dgm:cxn modelId="{913CACC1-362F-4982-B2AC-B87A05A859E0}" type="presOf" srcId="{EB7D8D25-7C7A-47E1-8175-4347DC1D8B54}" destId="{03F8AA41-48EB-4811-89AE-C57FDB897711}" srcOrd="0" destOrd="0" presId="urn:microsoft.com/office/officeart/2008/layout/LinedList"/>
    <dgm:cxn modelId="{DE1FFDDF-1245-4B0E-8FF6-A5E0C80F028E}" type="presOf" srcId="{7E3D106F-38F9-4984-8CA2-E793BAA3D46F}" destId="{B67CD85E-21BF-4B13-B1C5-FE93F1289C27}" srcOrd="0" destOrd="0" presId="urn:microsoft.com/office/officeart/2008/layout/LinedList"/>
    <dgm:cxn modelId="{15B379E1-FB3A-4704-9049-157C3243E2C0}" srcId="{2A7AC761-F755-425C-BBF0-4458519173ED}" destId="{7E3D106F-38F9-4984-8CA2-E793BAA3D46F}" srcOrd="2" destOrd="0" parTransId="{74C35282-84B3-48BA-8AF4-A58D268A2179}" sibTransId="{35780B74-96BA-4DBB-81BC-4068C915C1BF}"/>
    <dgm:cxn modelId="{4BF5217C-8DAC-4D5F-9133-1B6991944767}" type="presParOf" srcId="{BA2EDB00-1B25-45D7-AE51-BA553DC1AB18}" destId="{360B59AA-60D1-438F-9585-B0488EB92D65}" srcOrd="0" destOrd="0" presId="urn:microsoft.com/office/officeart/2008/layout/LinedList"/>
    <dgm:cxn modelId="{CBB734DB-4D1C-4065-9DD6-07DA991A683E}" type="presParOf" srcId="{BA2EDB00-1B25-45D7-AE51-BA553DC1AB18}" destId="{7135FF1A-CB52-459C-9418-E878FE773006}" srcOrd="1" destOrd="0" presId="urn:microsoft.com/office/officeart/2008/layout/LinedList"/>
    <dgm:cxn modelId="{C79A92EB-4375-46AA-A3D3-89616F7D2879}" type="presParOf" srcId="{7135FF1A-CB52-459C-9418-E878FE773006}" destId="{C37E1962-DA2B-461D-835D-8AB06413A133}" srcOrd="0" destOrd="0" presId="urn:microsoft.com/office/officeart/2008/layout/LinedList"/>
    <dgm:cxn modelId="{D967B3DF-92DC-4C04-A255-DDC60492DBA9}" type="presParOf" srcId="{7135FF1A-CB52-459C-9418-E878FE773006}" destId="{5FE4F2BC-C170-40B0-A382-D630FEF9C5C4}" srcOrd="1" destOrd="0" presId="urn:microsoft.com/office/officeart/2008/layout/LinedList"/>
    <dgm:cxn modelId="{63F6FD3F-E205-4AE7-B8D0-BF46EAF71B1E}" type="presParOf" srcId="{BA2EDB00-1B25-45D7-AE51-BA553DC1AB18}" destId="{B7E14B51-8142-4E24-8B13-F159321EED71}" srcOrd="2" destOrd="0" presId="urn:microsoft.com/office/officeart/2008/layout/LinedList"/>
    <dgm:cxn modelId="{85549046-DFD1-48BE-9AEE-DC50248B76AD}" type="presParOf" srcId="{BA2EDB00-1B25-45D7-AE51-BA553DC1AB18}" destId="{74B9708B-87FF-4343-B869-A46D0E45796A}" srcOrd="3" destOrd="0" presId="urn:microsoft.com/office/officeart/2008/layout/LinedList"/>
    <dgm:cxn modelId="{D8B5515B-C23E-4186-BEDF-C4443C60C8F8}" type="presParOf" srcId="{74B9708B-87FF-4343-B869-A46D0E45796A}" destId="{CD1793E7-87ED-4694-9858-FC5822FF6A41}" srcOrd="0" destOrd="0" presId="urn:microsoft.com/office/officeart/2008/layout/LinedList"/>
    <dgm:cxn modelId="{20E46BAD-CA0F-40E2-9BD5-EE03C26319D3}" type="presParOf" srcId="{74B9708B-87FF-4343-B869-A46D0E45796A}" destId="{A39E4F72-E68B-4FAE-B774-2490856FCBA1}" srcOrd="1" destOrd="0" presId="urn:microsoft.com/office/officeart/2008/layout/LinedList"/>
    <dgm:cxn modelId="{252065F9-10EE-4F7E-9081-047650E86479}" type="presParOf" srcId="{BA2EDB00-1B25-45D7-AE51-BA553DC1AB18}" destId="{55C6695B-C82F-4EE0-8055-FDB71075B5E7}" srcOrd="4" destOrd="0" presId="urn:microsoft.com/office/officeart/2008/layout/LinedList"/>
    <dgm:cxn modelId="{DEBAB814-7EE1-48EC-A123-4F599D762B29}" type="presParOf" srcId="{BA2EDB00-1B25-45D7-AE51-BA553DC1AB18}" destId="{63B707B8-EDA0-4F75-A413-C3F7DFAADE97}" srcOrd="5" destOrd="0" presId="urn:microsoft.com/office/officeart/2008/layout/LinedList"/>
    <dgm:cxn modelId="{AC2437DD-8A83-40A9-9BE2-92F0D7E619FE}" type="presParOf" srcId="{63B707B8-EDA0-4F75-A413-C3F7DFAADE97}" destId="{B67CD85E-21BF-4B13-B1C5-FE93F1289C27}" srcOrd="0" destOrd="0" presId="urn:microsoft.com/office/officeart/2008/layout/LinedList"/>
    <dgm:cxn modelId="{6ECEA072-CEA8-44E2-8045-9BEB614E0ECA}" type="presParOf" srcId="{63B707B8-EDA0-4F75-A413-C3F7DFAADE97}" destId="{8967A276-C074-473F-8E24-F3F317BE4F6B}" srcOrd="1" destOrd="0" presId="urn:microsoft.com/office/officeart/2008/layout/LinedList"/>
    <dgm:cxn modelId="{FDD9A9D5-22E3-4272-87CC-C6B845D3C20C}" type="presParOf" srcId="{BA2EDB00-1B25-45D7-AE51-BA553DC1AB18}" destId="{8EA850E8-CD6A-428C-AA0F-52DCD419DDEE}" srcOrd="6" destOrd="0" presId="urn:microsoft.com/office/officeart/2008/layout/LinedList"/>
    <dgm:cxn modelId="{AF6E3D62-B502-4A52-AAC5-A20FF5CD2DF4}" type="presParOf" srcId="{BA2EDB00-1B25-45D7-AE51-BA553DC1AB18}" destId="{8E715595-53F9-44C9-A487-4344D239CCB6}" srcOrd="7" destOrd="0" presId="urn:microsoft.com/office/officeart/2008/layout/LinedList"/>
    <dgm:cxn modelId="{B32A9209-0DB2-4518-AADE-DEFEB47F1A0C}" type="presParOf" srcId="{8E715595-53F9-44C9-A487-4344D239CCB6}" destId="{03F8AA41-48EB-4811-89AE-C57FDB897711}" srcOrd="0" destOrd="0" presId="urn:microsoft.com/office/officeart/2008/layout/LinedList"/>
    <dgm:cxn modelId="{5BF87610-D629-452D-9B4B-258A00B825DC}" type="presParOf" srcId="{8E715595-53F9-44C9-A487-4344D239CCB6}" destId="{5FC972CD-6127-433F-84C5-7C013ED0F7B8}" srcOrd="1" destOrd="0" presId="urn:microsoft.com/office/officeart/2008/layout/LinedList"/>
    <dgm:cxn modelId="{C256FE2C-0E3E-4DED-84A0-D9D1819F97D2}" type="presParOf" srcId="{BA2EDB00-1B25-45D7-AE51-BA553DC1AB18}" destId="{C6F3E1D2-6F10-4DCD-A7FA-29DBB60BDC8D}" srcOrd="8" destOrd="0" presId="urn:microsoft.com/office/officeart/2008/layout/LinedList"/>
    <dgm:cxn modelId="{0CC7A25A-28DD-434B-AC53-C6426605593B}" type="presParOf" srcId="{BA2EDB00-1B25-45D7-AE51-BA553DC1AB18}" destId="{BEC9A6DD-9024-4A12-AF39-435848495258}" srcOrd="9" destOrd="0" presId="urn:microsoft.com/office/officeart/2008/layout/LinedList"/>
    <dgm:cxn modelId="{3A6818C9-D1B7-4D0E-B7B8-011854A65F2B}" type="presParOf" srcId="{BEC9A6DD-9024-4A12-AF39-435848495258}" destId="{439AAC92-5553-4D70-BC7E-202402B60328}" srcOrd="0" destOrd="0" presId="urn:microsoft.com/office/officeart/2008/layout/LinedList"/>
    <dgm:cxn modelId="{84DACAD4-7538-4A4D-9B58-BBD4D27866A4}" type="presParOf" srcId="{BEC9A6DD-9024-4A12-AF39-435848495258}" destId="{75E9664A-0C29-4C0B-B309-ABFA7B4335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BEDBF2-3CC3-4861-9125-FFF55BBE460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586D6D-92E4-4091-A7DF-8234149FD869}">
      <dgm:prSet/>
      <dgm:spPr/>
      <dgm:t>
        <a:bodyPr/>
        <a:lstStyle/>
        <a:p>
          <a:r>
            <a:rPr lang="en-US"/>
            <a:t>Function: Start orchestration by triggering an orchestrator function.</a:t>
          </a:r>
        </a:p>
      </dgm:t>
    </dgm:pt>
    <dgm:pt modelId="{5374E9F4-02B2-4DD8-92B2-EBC009CBAFD6}" type="parTrans" cxnId="{BA2D28CE-021F-43EF-9375-F7857501FABF}">
      <dgm:prSet/>
      <dgm:spPr/>
      <dgm:t>
        <a:bodyPr/>
        <a:lstStyle/>
        <a:p>
          <a:endParaRPr lang="en-US"/>
        </a:p>
      </dgm:t>
    </dgm:pt>
    <dgm:pt modelId="{F4D1953B-6D11-466B-9F37-5EB260AEE8E5}" type="sibTrans" cxnId="{BA2D28CE-021F-43EF-9375-F7857501FABF}">
      <dgm:prSet/>
      <dgm:spPr/>
      <dgm:t>
        <a:bodyPr/>
        <a:lstStyle/>
        <a:p>
          <a:endParaRPr lang="en-US"/>
        </a:p>
      </dgm:t>
    </dgm:pt>
    <dgm:pt modelId="{599C0D0B-02F8-4E45-8873-32FA5448C133}">
      <dgm:prSet/>
      <dgm:spPr/>
      <dgm:t>
        <a:bodyPr/>
        <a:lstStyle/>
        <a:p>
          <a:r>
            <a:rPr lang="en-US" dirty="0"/>
            <a:t>Example: Triggered by HTTP, Blob storage, or Queue messages.</a:t>
          </a:r>
        </a:p>
      </dgm:t>
    </dgm:pt>
    <dgm:pt modelId="{C707F8C5-ED9F-4941-960F-BC74740C9D7A}" type="parTrans" cxnId="{D941A4B8-D5F3-4E25-AF57-278387F0BE0A}">
      <dgm:prSet/>
      <dgm:spPr/>
      <dgm:t>
        <a:bodyPr/>
        <a:lstStyle/>
        <a:p>
          <a:endParaRPr lang="en-US"/>
        </a:p>
      </dgm:t>
    </dgm:pt>
    <dgm:pt modelId="{58107E22-0251-4F49-94B2-3699B4C23B9D}" type="sibTrans" cxnId="{D941A4B8-D5F3-4E25-AF57-278387F0BE0A}">
      <dgm:prSet/>
      <dgm:spPr/>
      <dgm:t>
        <a:bodyPr/>
        <a:lstStyle/>
        <a:p>
          <a:endParaRPr lang="en-US"/>
        </a:p>
      </dgm:t>
    </dgm:pt>
    <dgm:pt modelId="{5A9F68C5-3910-4A26-B9E5-F73050844748}">
      <dgm:prSet/>
      <dgm:spPr/>
      <dgm:t>
        <a:bodyPr/>
        <a:lstStyle/>
        <a:p>
          <a:r>
            <a:rPr lang="en-US"/>
            <a:t>Example Code:</a:t>
          </a:r>
        </a:p>
      </dgm:t>
    </dgm:pt>
    <dgm:pt modelId="{9838CAEB-3219-4411-830E-50964E9CB5B5}" type="parTrans" cxnId="{A8160DFD-D9E1-4230-9E5F-92151C393171}">
      <dgm:prSet/>
      <dgm:spPr/>
      <dgm:t>
        <a:bodyPr/>
        <a:lstStyle/>
        <a:p>
          <a:endParaRPr lang="en-US"/>
        </a:p>
      </dgm:t>
    </dgm:pt>
    <dgm:pt modelId="{B4E244FF-9EA7-4D8C-BF03-F4BE19F2248F}" type="sibTrans" cxnId="{A8160DFD-D9E1-4230-9E5F-92151C393171}">
      <dgm:prSet/>
      <dgm:spPr/>
      <dgm:t>
        <a:bodyPr/>
        <a:lstStyle/>
        <a:p>
          <a:endParaRPr lang="en-US"/>
        </a:p>
      </dgm:t>
    </dgm:pt>
    <dgm:pt modelId="{213B7B4C-8489-435E-A430-ACF8E2DD61DA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FunctionName</a:t>
          </a:r>
          <a:r>
            <a:rPr lang="en-US" dirty="0"/>
            <a:t>("</a:t>
          </a:r>
          <a:r>
            <a:rPr lang="en-US" dirty="0" err="1"/>
            <a:t>BlobTriggerStart</a:t>
          </a:r>
          <a:r>
            <a:rPr lang="en-US" dirty="0"/>
            <a:t>")]</a:t>
          </a:r>
        </a:p>
      </dgm:t>
    </dgm:pt>
    <dgm:pt modelId="{9691A197-BA2D-4CA4-B4D6-EB1CD3C69284}" type="parTrans" cxnId="{9DEF8CAE-8EB5-4B55-A29A-18F5A55AEC48}">
      <dgm:prSet/>
      <dgm:spPr/>
      <dgm:t>
        <a:bodyPr/>
        <a:lstStyle/>
        <a:p>
          <a:endParaRPr lang="en-US"/>
        </a:p>
      </dgm:t>
    </dgm:pt>
    <dgm:pt modelId="{3EDDAA27-C17D-423C-BC0A-DD916965F207}" type="sibTrans" cxnId="{9DEF8CAE-8EB5-4B55-A29A-18F5A55AEC48}">
      <dgm:prSet/>
      <dgm:spPr/>
      <dgm:t>
        <a:bodyPr/>
        <a:lstStyle/>
        <a:p>
          <a:endParaRPr lang="en-US"/>
        </a:p>
      </dgm:t>
    </dgm:pt>
    <dgm:pt modelId="{FAB74753-291A-4312-B8C8-4E463722F551}">
      <dgm:prSet/>
      <dgm:spPr/>
      <dgm:t>
        <a:bodyPr/>
        <a:lstStyle/>
        <a:p>
          <a:pPr>
            <a:buNone/>
          </a:pPr>
          <a:r>
            <a:rPr lang="en-US" dirty="0"/>
            <a:t>public static async Task </a:t>
          </a:r>
          <a:r>
            <a:rPr lang="en-US" dirty="0" err="1"/>
            <a:t>BlobTriggerClientFunction</a:t>
          </a:r>
          <a:r>
            <a:rPr lang="en-US" dirty="0"/>
            <a:t>(</a:t>
          </a:r>
        </a:p>
      </dgm:t>
    </dgm:pt>
    <dgm:pt modelId="{EF69082D-F072-417F-8E3C-ECE485EB59AF}" type="parTrans" cxnId="{B01253F6-97E1-4388-BB08-E32B2FC8968F}">
      <dgm:prSet/>
      <dgm:spPr/>
      <dgm:t>
        <a:bodyPr/>
        <a:lstStyle/>
        <a:p>
          <a:endParaRPr lang="en-US"/>
        </a:p>
      </dgm:t>
    </dgm:pt>
    <dgm:pt modelId="{696ECB42-E5F5-4597-BA31-E72C22A15F85}" type="sibTrans" cxnId="{B01253F6-97E1-4388-BB08-E32B2FC8968F}">
      <dgm:prSet/>
      <dgm:spPr/>
      <dgm:t>
        <a:bodyPr/>
        <a:lstStyle/>
        <a:p>
          <a:endParaRPr lang="en-US"/>
        </a:p>
      </dgm:t>
    </dgm:pt>
    <dgm:pt modelId="{A3067E7A-0F77-44AB-A785-45B09F686376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BlobTrigger</a:t>
          </a:r>
          <a:r>
            <a:rPr lang="en-US" dirty="0"/>
            <a:t>("</a:t>
          </a:r>
          <a:r>
            <a:rPr lang="en-US" dirty="0" err="1"/>
            <a:t>photoscontainer</a:t>
          </a:r>
          <a:r>
            <a:rPr lang="en-US" dirty="0"/>
            <a:t>/{name}", Connection ="</a:t>
          </a:r>
          <a:r>
            <a:rPr lang="en-US" dirty="0" err="1"/>
            <a:t>StorageConnectionString</a:t>
          </a:r>
          <a:r>
            <a:rPr lang="en-US" dirty="0"/>
            <a:t>")]</a:t>
          </a:r>
        </a:p>
      </dgm:t>
    </dgm:pt>
    <dgm:pt modelId="{8308A94E-FC27-40D3-8064-B10D3C7A1773}" type="parTrans" cxnId="{6C7AEF94-6FD2-48CC-85AF-5F632A80CD12}">
      <dgm:prSet/>
      <dgm:spPr/>
      <dgm:t>
        <a:bodyPr/>
        <a:lstStyle/>
        <a:p>
          <a:endParaRPr lang="en-US"/>
        </a:p>
      </dgm:t>
    </dgm:pt>
    <dgm:pt modelId="{25E7B044-367C-4292-9343-67AA2436B61C}" type="sibTrans" cxnId="{6C7AEF94-6FD2-48CC-85AF-5F632A80CD12}">
      <dgm:prSet/>
      <dgm:spPr/>
      <dgm:t>
        <a:bodyPr/>
        <a:lstStyle/>
        <a:p>
          <a:endParaRPr lang="en-US"/>
        </a:p>
      </dgm:t>
    </dgm:pt>
    <dgm:pt modelId="{A1682E25-1460-4EFB-9004-411AECDEB65D}">
      <dgm:prSet/>
      <dgm:spPr/>
      <dgm:t>
        <a:bodyPr/>
        <a:lstStyle/>
        <a:p>
          <a:pPr>
            <a:buNone/>
          </a:pPr>
          <a:r>
            <a:rPr lang="en-US" dirty="0" err="1"/>
            <a:t>CloudBlockBlob</a:t>
          </a:r>
          <a:r>
            <a:rPr lang="en-US" dirty="0"/>
            <a:t> </a:t>
          </a:r>
          <a:r>
            <a:rPr lang="en-US" dirty="0" err="1"/>
            <a:t>myBlob</a:t>
          </a:r>
          <a:r>
            <a:rPr lang="en-US" dirty="0"/>
            <a:t>, string name,</a:t>
          </a:r>
        </a:p>
      </dgm:t>
    </dgm:pt>
    <dgm:pt modelId="{8C994327-1F32-4438-9805-B3C674D568EF}" type="parTrans" cxnId="{1B054414-5555-420A-9357-34B191CC8155}">
      <dgm:prSet/>
      <dgm:spPr/>
      <dgm:t>
        <a:bodyPr/>
        <a:lstStyle/>
        <a:p>
          <a:endParaRPr lang="en-US"/>
        </a:p>
      </dgm:t>
    </dgm:pt>
    <dgm:pt modelId="{3A540BF8-7A09-4AC0-B25A-E96C5066921C}" type="sibTrans" cxnId="{1B054414-5555-420A-9357-34B191CC8155}">
      <dgm:prSet/>
      <dgm:spPr/>
      <dgm:t>
        <a:bodyPr/>
        <a:lstStyle/>
        <a:p>
          <a:endParaRPr lang="en-US"/>
        </a:p>
      </dgm:t>
    </dgm:pt>
    <dgm:pt modelId="{ECD7FB1B-58AD-4689-AC5E-5C8B1C63CF01}">
      <dgm:prSet/>
      <dgm:spPr/>
      <dgm:t>
        <a:bodyPr/>
        <a:lstStyle/>
        <a:p>
          <a:pPr>
            <a:buNone/>
          </a:pPr>
          <a:r>
            <a:rPr lang="en-US" dirty="0" err="1"/>
            <a:t>ILogger</a:t>
          </a:r>
          <a:r>
            <a:rPr lang="en-US" dirty="0"/>
            <a:t> log, [</a:t>
          </a:r>
          <a:r>
            <a:rPr lang="en-US" dirty="0" err="1"/>
            <a:t>DurableClient</a:t>
          </a:r>
          <a:r>
            <a:rPr lang="en-US" dirty="0"/>
            <a:t>] </a:t>
          </a:r>
          <a:r>
            <a:rPr lang="en-US" dirty="0" err="1"/>
            <a:t>IDurableOrchestrationClient</a:t>
          </a:r>
          <a:r>
            <a:rPr lang="en-US" dirty="0"/>
            <a:t> starter)</a:t>
          </a:r>
        </a:p>
      </dgm:t>
    </dgm:pt>
    <dgm:pt modelId="{2ABD1469-DEF7-4600-B749-21B50AB810C2}" type="parTrans" cxnId="{A3F883A3-9AEF-48DF-BCB0-B8D6E3CC4656}">
      <dgm:prSet/>
      <dgm:spPr/>
      <dgm:t>
        <a:bodyPr/>
        <a:lstStyle/>
        <a:p>
          <a:endParaRPr lang="en-US"/>
        </a:p>
      </dgm:t>
    </dgm:pt>
    <dgm:pt modelId="{2A09972F-25DC-4275-BC30-BD4AFE1B3FA6}" type="sibTrans" cxnId="{A3F883A3-9AEF-48DF-BCB0-B8D6E3CC4656}">
      <dgm:prSet/>
      <dgm:spPr/>
      <dgm:t>
        <a:bodyPr/>
        <a:lstStyle/>
        <a:p>
          <a:endParaRPr lang="en-US"/>
        </a:p>
      </dgm:t>
    </dgm:pt>
    <dgm:pt modelId="{D9C0C2F3-6C2C-42FC-83A7-84C4E364C256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5A65465B-1B38-443D-AD29-05D374DF35DC}" type="parTrans" cxnId="{3FF8ADA0-BB36-4E13-8BEC-B40077DCA3D7}">
      <dgm:prSet/>
      <dgm:spPr/>
      <dgm:t>
        <a:bodyPr/>
        <a:lstStyle/>
        <a:p>
          <a:endParaRPr lang="en-US"/>
        </a:p>
      </dgm:t>
    </dgm:pt>
    <dgm:pt modelId="{B97881A8-3074-49E3-BA88-11AE5D91D699}" type="sibTrans" cxnId="{3FF8ADA0-BB36-4E13-8BEC-B40077DCA3D7}">
      <dgm:prSet/>
      <dgm:spPr/>
      <dgm:t>
        <a:bodyPr/>
        <a:lstStyle/>
        <a:p>
          <a:endParaRPr lang="en-US"/>
        </a:p>
      </dgm:t>
    </dgm:pt>
    <dgm:pt modelId="{39524027-F77E-44C4-8D65-ECF3D3C79689}">
      <dgm:prSet/>
      <dgm:spPr/>
      <dgm:t>
        <a:bodyPr/>
        <a:lstStyle/>
        <a:p>
          <a:pPr>
            <a:buNone/>
          </a:pPr>
          <a:r>
            <a:rPr lang="en-US" dirty="0"/>
            <a:t>// Function logic</a:t>
          </a:r>
        </a:p>
      </dgm:t>
    </dgm:pt>
    <dgm:pt modelId="{5B65DF3E-3B67-467D-A1D2-58FEDCE21283}" type="parTrans" cxnId="{C6F1C293-8C92-4E22-A87E-5DA2510F2479}">
      <dgm:prSet/>
      <dgm:spPr/>
      <dgm:t>
        <a:bodyPr/>
        <a:lstStyle/>
        <a:p>
          <a:endParaRPr lang="en-US"/>
        </a:p>
      </dgm:t>
    </dgm:pt>
    <dgm:pt modelId="{BEDFE50B-7A92-4BD7-9ADF-D19935FD72E8}" type="sibTrans" cxnId="{C6F1C293-8C92-4E22-A87E-5DA2510F2479}">
      <dgm:prSet/>
      <dgm:spPr/>
      <dgm:t>
        <a:bodyPr/>
        <a:lstStyle/>
        <a:p>
          <a:endParaRPr lang="en-US"/>
        </a:p>
      </dgm:t>
    </dgm:pt>
    <dgm:pt modelId="{83AD3BB0-1AAB-49FE-9614-DB064BD80E40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020C9E7F-B8EF-4CC3-B8C9-43A2326CD120}" type="parTrans" cxnId="{A82D3B09-B035-40A4-9D04-731788EE89FA}">
      <dgm:prSet/>
      <dgm:spPr/>
      <dgm:t>
        <a:bodyPr/>
        <a:lstStyle/>
        <a:p>
          <a:endParaRPr lang="en-US"/>
        </a:p>
      </dgm:t>
    </dgm:pt>
    <dgm:pt modelId="{73C57848-A2E2-441C-A99F-3A117A36BEB7}" type="sibTrans" cxnId="{A82D3B09-B035-40A4-9D04-731788EE89FA}">
      <dgm:prSet/>
      <dgm:spPr/>
      <dgm:t>
        <a:bodyPr/>
        <a:lstStyle/>
        <a:p>
          <a:endParaRPr lang="en-US"/>
        </a:p>
      </dgm:t>
    </dgm:pt>
    <dgm:pt modelId="{7C3FA74D-36EA-4713-AF81-DCCC048A138B}" type="pres">
      <dgm:prSet presAssocID="{A7BEDBF2-3CC3-4861-9125-FFF55BBE460E}" presName="linear" presStyleCnt="0">
        <dgm:presLayoutVars>
          <dgm:dir/>
          <dgm:animLvl val="lvl"/>
          <dgm:resizeHandles val="exact"/>
        </dgm:presLayoutVars>
      </dgm:prSet>
      <dgm:spPr/>
    </dgm:pt>
    <dgm:pt modelId="{E8B3D673-E8D0-4B39-A7F5-B9C3BED081C4}" type="pres">
      <dgm:prSet presAssocID="{85586D6D-92E4-4091-A7DF-8234149FD869}" presName="parentLin" presStyleCnt="0"/>
      <dgm:spPr/>
    </dgm:pt>
    <dgm:pt modelId="{8FE5C2B6-7505-482C-B2F0-AA599351134F}" type="pres">
      <dgm:prSet presAssocID="{85586D6D-92E4-4091-A7DF-8234149FD869}" presName="parentLeftMargin" presStyleLbl="node1" presStyleIdx="0" presStyleCnt="3"/>
      <dgm:spPr/>
    </dgm:pt>
    <dgm:pt modelId="{275F9FE6-0288-485C-8F0B-67EC7917E313}" type="pres">
      <dgm:prSet presAssocID="{85586D6D-92E4-4091-A7DF-8234149FD8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D916D5-ED57-4E34-BC75-37CB177054CC}" type="pres">
      <dgm:prSet presAssocID="{85586D6D-92E4-4091-A7DF-8234149FD869}" presName="negativeSpace" presStyleCnt="0"/>
      <dgm:spPr/>
    </dgm:pt>
    <dgm:pt modelId="{A8AAC866-2098-41BD-A616-35DB2BB5689B}" type="pres">
      <dgm:prSet presAssocID="{85586D6D-92E4-4091-A7DF-8234149FD869}" presName="childText" presStyleLbl="conFgAcc1" presStyleIdx="0" presStyleCnt="3">
        <dgm:presLayoutVars>
          <dgm:bulletEnabled val="1"/>
        </dgm:presLayoutVars>
      </dgm:prSet>
      <dgm:spPr/>
    </dgm:pt>
    <dgm:pt modelId="{D447CA49-13F1-4528-9A33-9CE75D427B65}" type="pres">
      <dgm:prSet presAssocID="{F4D1953B-6D11-466B-9F37-5EB260AEE8E5}" presName="spaceBetweenRectangles" presStyleCnt="0"/>
      <dgm:spPr/>
    </dgm:pt>
    <dgm:pt modelId="{F4FBB0B6-90B0-46AB-807D-951CB09F64B7}" type="pres">
      <dgm:prSet presAssocID="{599C0D0B-02F8-4E45-8873-32FA5448C133}" presName="parentLin" presStyleCnt="0"/>
      <dgm:spPr/>
    </dgm:pt>
    <dgm:pt modelId="{DF431CC5-6FF6-4AD6-A485-6D3BD72E10FE}" type="pres">
      <dgm:prSet presAssocID="{599C0D0B-02F8-4E45-8873-32FA5448C133}" presName="parentLeftMargin" presStyleLbl="node1" presStyleIdx="0" presStyleCnt="3"/>
      <dgm:spPr/>
    </dgm:pt>
    <dgm:pt modelId="{C225B05A-6275-4670-B8F9-CABF53A6562F}" type="pres">
      <dgm:prSet presAssocID="{599C0D0B-02F8-4E45-8873-32FA5448C1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0338B5-8D33-46BB-B7FD-F5E0C1F0296E}" type="pres">
      <dgm:prSet presAssocID="{599C0D0B-02F8-4E45-8873-32FA5448C133}" presName="negativeSpace" presStyleCnt="0"/>
      <dgm:spPr/>
    </dgm:pt>
    <dgm:pt modelId="{BA1F1032-EB34-4EAD-A631-B57643388412}" type="pres">
      <dgm:prSet presAssocID="{599C0D0B-02F8-4E45-8873-32FA5448C133}" presName="childText" presStyleLbl="conFgAcc1" presStyleIdx="1" presStyleCnt="3">
        <dgm:presLayoutVars>
          <dgm:bulletEnabled val="1"/>
        </dgm:presLayoutVars>
      </dgm:prSet>
      <dgm:spPr/>
    </dgm:pt>
    <dgm:pt modelId="{5DF8C592-1F8E-4A74-92F4-01336D042459}" type="pres">
      <dgm:prSet presAssocID="{58107E22-0251-4F49-94B2-3699B4C23B9D}" presName="spaceBetweenRectangles" presStyleCnt="0"/>
      <dgm:spPr/>
    </dgm:pt>
    <dgm:pt modelId="{E2E70D0C-FC26-4B86-AB71-EBC76831B5D3}" type="pres">
      <dgm:prSet presAssocID="{5A9F68C5-3910-4A26-B9E5-F73050844748}" presName="parentLin" presStyleCnt="0"/>
      <dgm:spPr/>
    </dgm:pt>
    <dgm:pt modelId="{FEF97376-23E7-4383-89EE-AE44DCD827CE}" type="pres">
      <dgm:prSet presAssocID="{5A9F68C5-3910-4A26-B9E5-F73050844748}" presName="parentLeftMargin" presStyleLbl="node1" presStyleIdx="1" presStyleCnt="3"/>
      <dgm:spPr/>
    </dgm:pt>
    <dgm:pt modelId="{CE2E9937-E9C7-4E94-A362-AE5ED49D654F}" type="pres">
      <dgm:prSet presAssocID="{5A9F68C5-3910-4A26-B9E5-F7305084474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15DCA0C-9DFE-4544-B27B-3001633B36EA}" type="pres">
      <dgm:prSet presAssocID="{5A9F68C5-3910-4A26-B9E5-F73050844748}" presName="negativeSpace" presStyleCnt="0"/>
      <dgm:spPr/>
    </dgm:pt>
    <dgm:pt modelId="{06B97FB8-C6D4-490B-8A67-1557353B1661}" type="pres">
      <dgm:prSet presAssocID="{5A9F68C5-3910-4A26-B9E5-F73050844748}" presName="childText" presStyleLbl="conFgAcc1" presStyleIdx="2" presStyleCnt="3" custScaleY="154039">
        <dgm:presLayoutVars>
          <dgm:bulletEnabled val="1"/>
        </dgm:presLayoutVars>
      </dgm:prSet>
      <dgm:spPr/>
    </dgm:pt>
  </dgm:ptLst>
  <dgm:cxnLst>
    <dgm:cxn modelId="{A82D3B09-B035-40A4-9D04-731788EE89FA}" srcId="{5A9F68C5-3910-4A26-B9E5-F73050844748}" destId="{83AD3BB0-1AAB-49FE-9614-DB064BD80E40}" srcOrd="7" destOrd="0" parTransId="{020C9E7F-B8EF-4CC3-B8C9-43A2326CD120}" sibTransId="{73C57848-A2E2-441C-A99F-3A117A36BEB7}"/>
    <dgm:cxn modelId="{DE53510C-0D89-44E4-8832-0E08E18824A0}" type="presOf" srcId="{5A9F68C5-3910-4A26-B9E5-F73050844748}" destId="{CE2E9937-E9C7-4E94-A362-AE5ED49D654F}" srcOrd="1" destOrd="0" presId="urn:microsoft.com/office/officeart/2005/8/layout/list1"/>
    <dgm:cxn modelId="{1B054414-5555-420A-9357-34B191CC8155}" srcId="{5A9F68C5-3910-4A26-B9E5-F73050844748}" destId="{A1682E25-1460-4EFB-9004-411AECDEB65D}" srcOrd="3" destOrd="0" parTransId="{8C994327-1F32-4438-9805-B3C674D568EF}" sibTransId="{3A540BF8-7A09-4AC0-B25A-E96C5066921C}"/>
    <dgm:cxn modelId="{7DD9F323-5D11-4287-9F73-F3A83DE88AA1}" type="presOf" srcId="{5A9F68C5-3910-4A26-B9E5-F73050844748}" destId="{FEF97376-23E7-4383-89EE-AE44DCD827CE}" srcOrd="0" destOrd="0" presId="urn:microsoft.com/office/officeart/2005/8/layout/list1"/>
    <dgm:cxn modelId="{8BFC9125-0E12-46BD-A3E6-7AFA4BD04421}" type="presOf" srcId="{39524027-F77E-44C4-8D65-ECF3D3C79689}" destId="{06B97FB8-C6D4-490B-8A67-1557353B1661}" srcOrd="0" destOrd="6" presId="urn:microsoft.com/office/officeart/2005/8/layout/list1"/>
    <dgm:cxn modelId="{8557D947-413C-4E23-8297-4070D79EFB9B}" type="presOf" srcId="{213B7B4C-8489-435E-A430-ACF8E2DD61DA}" destId="{06B97FB8-C6D4-490B-8A67-1557353B1661}" srcOrd="0" destOrd="0" presId="urn:microsoft.com/office/officeart/2005/8/layout/list1"/>
    <dgm:cxn modelId="{3D9B2868-4603-4682-B0FE-1A190AFE4D8B}" type="presOf" srcId="{85586D6D-92E4-4091-A7DF-8234149FD869}" destId="{8FE5C2B6-7505-482C-B2F0-AA599351134F}" srcOrd="0" destOrd="0" presId="urn:microsoft.com/office/officeart/2005/8/layout/list1"/>
    <dgm:cxn modelId="{56CDEA49-47FA-4B0C-B5CC-5739C8C75CCA}" type="presOf" srcId="{599C0D0B-02F8-4E45-8873-32FA5448C133}" destId="{DF431CC5-6FF6-4AD6-A485-6D3BD72E10FE}" srcOrd="0" destOrd="0" presId="urn:microsoft.com/office/officeart/2005/8/layout/list1"/>
    <dgm:cxn modelId="{5FD45575-9711-4611-8020-A9237DC7A4E1}" type="presOf" srcId="{ECD7FB1B-58AD-4689-AC5E-5C8B1C63CF01}" destId="{06B97FB8-C6D4-490B-8A67-1557353B1661}" srcOrd="0" destOrd="4" presId="urn:microsoft.com/office/officeart/2005/8/layout/list1"/>
    <dgm:cxn modelId="{C6F1C293-8C92-4E22-A87E-5DA2510F2479}" srcId="{5A9F68C5-3910-4A26-B9E5-F73050844748}" destId="{39524027-F77E-44C4-8D65-ECF3D3C79689}" srcOrd="6" destOrd="0" parTransId="{5B65DF3E-3B67-467D-A1D2-58FEDCE21283}" sibTransId="{BEDFE50B-7A92-4BD7-9ADF-D19935FD72E8}"/>
    <dgm:cxn modelId="{6C7AEF94-6FD2-48CC-85AF-5F632A80CD12}" srcId="{5A9F68C5-3910-4A26-B9E5-F73050844748}" destId="{A3067E7A-0F77-44AB-A785-45B09F686376}" srcOrd="2" destOrd="0" parTransId="{8308A94E-FC27-40D3-8064-B10D3C7A1773}" sibTransId="{25E7B044-367C-4292-9343-67AA2436B61C}"/>
    <dgm:cxn modelId="{5950E896-C58D-4706-A99A-710F9D33C63A}" type="presOf" srcId="{A7BEDBF2-3CC3-4861-9125-FFF55BBE460E}" destId="{7C3FA74D-36EA-4713-AF81-DCCC048A138B}" srcOrd="0" destOrd="0" presId="urn:microsoft.com/office/officeart/2005/8/layout/list1"/>
    <dgm:cxn modelId="{2BD2CD98-2D6A-4B10-945B-60B20ADAEEB2}" type="presOf" srcId="{D9C0C2F3-6C2C-42FC-83A7-84C4E364C256}" destId="{06B97FB8-C6D4-490B-8A67-1557353B1661}" srcOrd="0" destOrd="5" presId="urn:microsoft.com/office/officeart/2005/8/layout/list1"/>
    <dgm:cxn modelId="{3FF8ADA0-BB36-4E13-8BEC-B40077DCA3D7}" srcId="{5A9F68C5-3910-4A26-B9E5-F73050844748}" destId="{D9C0C2F3-6C2C-42FC-83A7-84C4E364C256}" srcOrd="5" destOrd="0" parTransId="{5A65465B-1B38-443D-AD29-05D374DF35DC}" sibTransId="{B97881A8-3074-49E3-BA88-11AE5D91D699}"/>
    <dgm:cxn modelId="{723D2EA2-E143-47F9-B08D-51D499D0EF72}" type="presOf" srcId="{85586D6D-92E4-4091-A7DF-8234149FD869}" destId="{275F9FE6-0288-485C-8F0B-67EC7917E313}" srcOrd="1" destOrd="0" presId="urn:microsoft.com/office/officeart/2005/8/layout/list1"/>
    <dgm:cxn modelId="{A3F883A3-9AEF-48DF-BCB0-B8D6E3CC4656}" srcId="{5A9F68C5-3910-4A26-B9E5-F73050844748}" destId="{ECD7FB1B-58AD-4689-AC5E-5C8B1C63CF01}" srcOrd="4" destOrd="0" parTransId="{2ABD1469-DEF7-4600-B749-21B50AB810C2}" sibTransId="{2A09972F-25DC-4275-BC30-BD4AFE1B3FA6}"/>
    <dgm:cxn modelId="{9DEF8CAE-8EB5-4B55-A29A-18F5A55AEC48}" srcId="{5A9F68C5-3910-4A26-B9E5-F73050844748}" destId="{213B7B4C-8489-435E-A430-ACF8E2DD61DA}" srcOrd="0" destOrd="0" parTransId="{9691A197-BA2D-4CA4-B4D6-EB1CD3C69284}" sibTransId="{3EDDAA27-C17D-423C-BC0A-DD916965F207}"/>
    <dgm:cxn modelId="{AA59F5B7-4CF2-4DF9-88F2-490D3CF7F4BB}" type="presOf" srcId="{FAB74753-291A-4312-B8C8-4E463722F551}" destId="{06B97FB8-C6D4-490B-8A67-1557353B1661}" srcOrd="0" destOrd="1" presId="urn:microsoft.com/office/officeart/2005/8/layout/list1"/>
    <dgm:cxn modelId="{D941A4B8-D5F3-4E25-AF57-278387F0BE0A}" srcId="{A7BEDBF2-3CC3-4861-9125-FFF55BBE460E}" destId="{599C0D0B-02F8-4E45-8873-32FA5448C133}" srcOrd="1" destOrd="0" parTransId="{C707F8C5-ED9F-4941-960F-BC74740C9D7A}" sibTransId="{58107E22-0251-4F49-94B2-3699B4C23B9D}"/>
    <dgm:cxn modelId="{BA2D28CE-021F-43EF-9375-F7857501FABF}" srcId="{A7BEDBF2-3CC3-4861-9125-FFF55BBE460E}" destId="{85586D6D-92E4-4091-A7DF-8234149FD869}" srcOrd="0" destOrd="0" parTransId="{5374E9F4-02B2-4DD8-92B2-EBC009CBAFD6}" sibTransId="{F4D1953B-6D11-466B-9F37-5EB260AEE8E5}"/>
    <dgm:cxn modelId="{6AAB22D4-CFF3-4770-8528-27AAEEDCACE7}" type="presOf" srcId="{A3067E7A-0F77-44AB-A785-45B09F686376}" destId="{06B97FB8-C6D4-490B-8A67-1557353B1661}" srcOrd="0" destOrd="2" presId="urn:microsoft.com/office/officeart/2005/8/layout/list1"/>
    <dgm:cxn modelId="{30F501E0-A498-40E1-9D7A-6934DFF41172}" type="presOf" srcId="{599C0D0B-02F8-4E45-8873-32FA5448C133}" destId="{C225B05A-6275-4670-B8F9-CABF53A6562F}" srcOrd="1" destOrd="0" presId="urn:microsoft.com/office/officeart/2005/8/layout/list1"/>
    <dgm:cxn modelId="{F9DA08EC-2FF6-4521-993B-0C8D198045AC}" type="presOf" srcId="{A1682E25-1460-4EFB-9004-411AECDEB65D}" destId="{06B97FB8-C6D4-490B-8A67-1557353B1661}" srcOrd="0" destOrd="3" presId="urn:microsoft.com/office/officeart/2005/8/layout/list1"/>
    <dgm:cxn modelId="{DF4B89EE-25FB-4F4E-95BD-32A94F2B8629}" type="presOf" srcId="{83AD3BB0-1AAB-49FE-9614-DB064BD80E40}" destId="{06B97FB8-C6D4-490B-8A67-1557353B1661}" srcOrd="0" destOrd="7" presId="urn:microsoft.com/office/officeart/2005/8/layout/list1"/>
    <dgm:cxn modelId="{B01253F6-97E1-4388-BB08-E32B2FC8968F}" srcId="{5A9F68C5-3910-4A26-B9E5-F73050844748}" destId="{FAB74753-291A-4312-B8C8-4E463722F551}" srcOrd="1" destOrd="0" parTransId="{EF69082D-F072-417F-8E3C-ECE485EB59AF}" sibTransId="{696ECB42-E5F5-4597-BA31-E72C22A15F85}"/>
    <dgm:cxn modelId="{A8160DFD-D9E1-4230-9E5F-92151C393171}" srcId="{A7BEDBF2-3CC3-4861-9125-FFF55BBE460E}" destId="{5A9F68C5-3910-4A26-B9E5-F73050844748}" srcOrd="2" destOrd="0" parTransId="{9838CAEB-3219-4411-830E-50964E9CB5B5}" sibTransId="{B4E244FF-9EA7-4D8C-BF03-F4BE19F2248F}"/>
    <dgm:cxn modelId="{C2506209-C2E4-45D0-B38F-2D4755AC02B0}" type="presParOf" srcId="{7C3FA74D-36EA-4713-AF81-DCCC048A138B}" destId="{E8B3D673-E8D0-4B39-A7F5-B9C3BED081C4}" srcOrd="0" destOrd="0" presId="urn:microsoft.com/office/officeart/2005/8/layout/list1"/>
    <dgm:cxn modelId="{47449ABA-746A-46FC-8B10-F93E2FF29204}" type="presParOf" srcId="{E8B3D673-E8D0-4B39-A7F5-B9C3BED081C4}" destId="{8FE5C2B6-7505-482C-B2F0-AA599351134F}" srcOrd="0" destOrd="0" presId="urn:microsoft.com/office/officeart/2005/8/layout/list1"/>
    <dgm:cxn modelId="{BA0C2041-BCD5-49ED-BF7E-3614EDF964CF}" type="presParOf" srcId="{E8B3D673-E8D0-4B39-A7F5-B9C3BED081C4}" destId="{275F9FE6-0288-485C-8F0B-67EC7917E313}" srcOrd="1" destOrd="0" presId="urn:microsoft.com/office/officeart/2005/8/layout/list1"/>
    <dgm:cxn modelId="{541AC21A-3E00-4DA8-B7FE-6C61946FD204}" type="presParOf" srcId="{7C3FA74D-36EA-4713-AF81-DCCC048A138B}" destId="{93D916D5-ED57-4E34-BC75-37CB177054CC}" srcOrd="1" destOrd="0" presId="urn:microsoft.com/office/officeart/2005/8/layout/list1"/>
    <dgm:cxn modelId="{F5176607-688D-4EF6-9786-D647976B9F91}" type="presParOf" srcId="{7C3FA74D-36EA-4713-AF81-DCCC048A138B}" destId="{A8AAC866-2098-41BD-A616-35DB2BB5689B}" srcOrd="2" destOrd="0" presId="urn:microsoft.com/office/officeart/2005/8/layout/list1"/>
    <dgm:cxn modelId="{9E50B2F3-6F5A-4304-B75A-A752AE155DE3}" type="presParOf" srcId="{7C3FA74D-36EA-4713-AF81-DCCC048A138B}" destId="{D447CA49-13F1-4528-9A33-9CE75D427B65}" srcOrd="3" destOrd="0" presId="urn:microsoft.com/office/officeart/2005/8/layout/list1"/>
    <dgm:cxn modelId="{8A9C0412-B0DD-459A-B6D3-7E0F0D397486}" type="presParOf" srcId="{7C3FA74D-36EA-4713-AF81-DCCC048A138B}" destId="{F4FBB0B6-90B0-46AB-807D-951CB09F64B7}" srcOrd="4" destOrd="0" presId="urn:microsoft.com/office/officeart/2005/8/layout/list1"/>
    <dgm:cxn modelId="{77F24869-D6B6-4A42-A9F5-D561B46CBE9A}" type="presParOf" srcId="{F4FBB0B6-90B0-46AB-807D-951CB09F64B7}" destId="{DF431CC5-6FF6-4AD6-A485-6D3BD72E10FE}" srcOrd="0" destOrd="0" presId="urn:microsoft.com/office/officeart/2005/8/layout/list1"/>
    <dgm:cxn modelId="{F8C8B4CE-82EB-4F66-8A06-BC282714D782}" type="presParOf" srcId="{F4FBB0B6-90B0-46AB-807D-951CB09F64B7}" destId="{C225B05A-6275-4670-B8F9-CABF53A6562F}" srcOrd="1" destOrd="0" presId="urn:microsoft.com/office/officeart/2005/8/layout/list1"/>
    <dgm:cxn modelId="{29BA54A2-AA4C-4506-8C6C-2484E9E9BCED}" type="presParOf" srcId="{7C3FA74D-36EA-4713-AF81-DCCC048A138B}" destId="{0C0338B5-8D33-46BB-B7FD-F5E0C1F0296E}" srcOrd="5" destOrd="0" presId="urn:microsoft.com/office/officeart/2005/8/layout/list1"/>
    <dgm:cxn modelId="{13F2C870-859A-4A01-B2FD-53D586469B87}" type="presParOf" srcId="{7C3FA74D-36EA-4713-AF81-DCCC048A138B}" destId="{BA1F1032-EB34-4EAD-A631-B57643388412}" srcOrd="6" destOrd="0" presId="urn:microsoft.com/office/officeart/2005/8/layout/list1"/>
    <dgm:cxn modelId="{FA4957C1-EAFC-409B-9741-8B0C362E8993}" type="presParOf" srcId="{7C3FA74D-36EA-4713-AF81-DCCC048A138B}" destId="{5DF8C592-1F8E-4A74-92F4-01336D042459}" srcOrd="7" destOrd="0" presId="urn:microsoft.com/office/officeart/2005/8/layout/list1"/>
    <dgm:cxn modelId="{D66858B0-4CDB-4910-BD40-5899C5BFE725}" type="presParOf" srcId="{7C3FA74D-36EA-4713-AF81-DCCC048A138B}" destId="{E2E70D0C-FC26-4B86-AB71-EBC76831B5D3}" srcOrd="8" destOrd="0" presId="urn:microsoft.com/office/officeart/2005/8/layout/list1"/>
    <dgm:cxn modelId="{F093C137-B830-44ED-AD66-F282D94BE3DF}" type="presParOf" srcId="{E2E70D0C-FC26-4B86-AB71-EBC76831B5D3}" destId="{FEF97376-23E7-4383-89EE-AE44DCD827CE}" srcOrd="0" destOrd="0" presId="urn:microsoft.com/office/officeart/2005/8/layout/list1"/>
    <dgm:cxn modelId="{74F76A39-52A9-467A-BF61-DA6A59966795}" type="presParOf" srcId="{E2E70D0C-FC26-4B86-AB71-EBC76831B5D3}" destId="{CE2E9937-E9C7-4E94-A362-AE5ED49D654F}" srcOrd="1" destOrd="0" presId="urn:microsoft.com/office/officeart/2005/8/layout/list1"/>
    <dgm:cxn modelId="{CF3950D8-2674-4D96-9224-29ACBF33DF9D}" type="presParOf" srcId="{7C3FA74D-36EA-4713-AF81-DCCC048A138B}" destId="{815DCA0C-9DFE-4544-B27B-3001633B36EA}" srcOrd="9" destOrd="0" presId="urn:microsoft.com/office/officeart/2005/8/layout/list1"/>
    <dgm:cxn modelId="{91F814A3-D46E-4F43-85E3-32B849A81B17}" type="presParOf" srcId="{7C3FA74D-36EA-4713-AF81-DCCC048A138B}" destId="{06B97FB8-C6D4-490B-8A67-1557353B16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A4218B-5BAA-4FFC-8835-3DB29901DBD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9958D5-B1A0-4E1A-95C4-751272DEE2D8}">
      <dgm:prSet/>
      <dgm:spPr/>
      <dgm:t>
        <a:bodyPr/>
        <a:lstStyle/>
        <a:p>
          <a:r>
            <a:rPr lang="en-US"/>
            <a:t>Role: Defines the sequence of tasks and workflow.</a:t>
          </a:r>
        </a:p>
      </dgm:t>
    </dgm:pt>
    <dgm:pt modelId="{EA18195A-F879-4B24-BA0C-94EA8C45B471}" type="parTrans" cxnId="{1F1AB1C2-04AC-40CC-986E-8F1FDF840223}">
      <dgm:prSet/>
      <dgm:spPr/>
      <dgm:t>
        <a:bodyPr/>
        <a:lstStyle/>
        <a:p>
          <a:endParaRPr lang="en-US"/>
        </a:p>
      </dgm:t>
    </dgm:pt>
    <dgm:pt modelId="{E38FE7A0-F28E-42C3-9B62-E6B1937BBD15}" type="sibTrans" cxnId="{1F1AB1C2-04AC-40CC-986E-8F1FDF840223}">
      <dgm:prSet/>
      <dgm:spPr/>
      <dgm:t>
        <a:bodyPr/>
        <a:lstStyle/>
        <a:p>
          <a:endParaRPr lang="en-US"/>
        </a:p>
      </dgm:t>
    </dgm:pt>
    <dgm:pt modelId="{20557E55-FECD-469F-A0E9-EF9F884723C0}">
      <dgm:prSet/>
      <dgm:spPr/>
      <dgm:t>
        <a:bodyPr/>
        <a:lstStyle/>
        <a:p>
          <a:r>
            <a:rPr lang="en-US"/>
            <a:t>Characteristics: Must be deterministic.</a:t>
          </a:r>
        </a:p>
      </dgm:t>
    </dgm:pt>
    <dgm:pt modelId="{1510D570-5CA1-438B-927C-D9A2943CEBB7}" type="parTrans" cxnId="{A1808B21-BBC4-452B-8E88-86996F3F3030}">
      <dgm:prSet/>
      <dgm:spPr/>
      <dgm:t>
        <a:bodyPr/>
        <a:lstStyle/>
        <a:p>
          <a:endParaRPr lang="en-US"/>
        </a:p>
      </dgm:t>
    </dgm:pt>
    <dgm:pt modelId="{AC1D85B4-5220-42E1-BD51-AA079224FCE5}" type="sibTrans" cxnId="{A1808B21-BBC4-452B-8E88-86996F3F3030}">
      <dgm:prSet/>
      <dgm:spPr/>
      <dgm:t>
        <a:bodyPr/>
        <a:lstStyle/>
        <a:p>
          <a:endParaRPr lang="en-US"/>
        </a:p>
      </dgm:t>
    </dgm:pt>
    <dgm:pt modelId="{99FBDD1C-5D81-4F38-9407-B236097A5F0E}">
      <dgm:prSet/>
      <dgm:spPr/>
      <dgm:t>
        <a:bodyPr/>
        <a:lstStyle/>
        <a:p>
          <a:r>
            <a:rPr lang="en-US"/>
            <a:t>Tasks: Can include activity functions, sub-orchestrations, and external events.</a:t>
          </a:r>
        </a:p>
      </dgm:t>
    </dgm:pt>
    <dgm:pt modelId="{A15618AF-67C9-4A5C-940D-D881AD8CCD0E}" type="parTrans" cxnId="{E26B962B-C4B0-4064-9DEA-FED38941C82C}">
      <dgm:prSet/>
      <dgm:spPr/>
      <dgm:t>
        <a:bodyPr/>
        <a:lstStyle/>
        <a:p>
          <a:endParaRPr lang="en-US"/>
        </a:p>
      </dgm:t>
    </dgm:pt>
    <dgm:pt modelId="{1268EC03-079F-4D31-B30D-B46ADDF3D7C4}" type="sibTrans" cxnId="{E26B962B-C4B0-4064-9DEA-FED38941C82C}">
      <dgm:prSet/>
      <dgm:spPr/>
      <dgm:t>
        <a:bodyPr/>
        <a:lstStyle/>
        <a:p>
          <a:endParaRPr lang="en-US"/>
        </a:p>
      </dgm:t>
    </dgm:pt>
    <dgm:pt modelId="{6B921F70-41F6-4146-BFA0-538DF8FF47F8}">
      <dgm:prSet/>
      <dgm:spPr/>
      <dgm:t>
        <a:bodyPr/>
        <a:lstStyle/>
        <a:p>
          <a:r>
            <a:rPr lang="en-US"/>
            <a:t>Example Code:</a:t>
          </a:r>
        </a:p>
      </dgm:t>
    </dgm:pt>
    <dgm:pt modelId="{82FCCA19-AD49-4139-977D-BD96806C613D}" type="parTrans" cxnId="{274C937D-38A5-4361-A8C6-24A9EF49AB48}">
      <dgm:prSet/>
      <dgm:spPr/>
      <dgm:t>
        <a:bodyPr/>
        <a:lstStyle/>
        <a:p>
          <a:endParaRPr lang="en-US"/>
        </a:p>
      </dgm:t>
    </dgm:pt>
    <dgm:pt modelId="{9D8F94C5-7046-4F52-B36D-A8190E2B59DA}" type="sibTrans" cxnId="{274C937D-38A5-4361-A8C6-24A9EF49AB48}">
      <dgm:prSet/>
      <dgm:spPr/>
      <dgm:t>
        <a:bodyPr/>
        <a:lstStyle/>
        <a:p>
          <a:endParaRPr lang="en-US"/>
        </a:p>
      </dgm:t>
    </dgm:pt>
    <dgm:pt modelId="{BD60C2D9-6F3C-4C60-B683-CF3F83A8A66D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FunctionName</a:t>
          </a:r>
          <a:r>
            <a:rPr lang="en-US" dirty="0"/>
            <a:t>("</a:t>
          </a:r>
          <a:r>
            <a:rPr lang="en-US" dirty="0" err="1"/>
            <a:t>StorageOrchestrator</a:t>
          </a:r>
          <a:r>
            <a:rPr lang="en-US" dirty="0"/>
            <a:t>")]</a:t>
          </a:r>
        </a:p>
      </dgm:t>
    </dgm:pt>
    <dgm:pt modelId="{EB3A9847-CA43-46A8-83E2-354C4B5DEEF6}" type="parTrans" cxnId="{913774DE-0495-48C3-B243-B4AB09D461E3}">
      <dgm:prSet/>
      <dgm:spPr/>
      <dgm:t>
        <a:bodyPr/>
        <a:lstStyle/>
        <a:p>
          <a:endParaRPr lang="en-US"/>
        </a:p>
      </dgm:t>
    </dgm:pt>
    <dgm:pt modelId="{140252F9-2BDD-435C-AD89-988B05D5BCF8}" type="sibTrans" cxnId="{913774DE-0495-48C3-B243-B4AB09D461E3}">
      <dgm:prSet/>
      <dgm:spPr/>
      <dgm:t>
        <a:bodyPr/>
        <a:lstStyle/>
        <a:p>
          <a:endParaRPr lang="en-US"/>
        </a:p>
      </dgm:t>
    </dgm:pt>
    <dgm:pt modelId="{16B3D6DE-537C-4520-B8C6-1B5347FB3A63}">
      <dgm:prSet/>
      <dgm:spPr/>
      <dgm:t>
        <a:bodyPr/>
        <a:lstStyle/>
        <a:p>
          <a:pPr>
            <a:buNone/>
          </a:pPr>
          <a:r>
            <a:rPr lang="en-US" dirty="0"/>
            <a:t>public static async Task&lt;string&gt; </a:t>
          </a:r>
          <a:r>
            <a:rPr lang="en-US" dirty="0" err="1"/>
            <a:t>RunOrchestrator</a:t>
          </a:r>
          <a:r>
            <a:rPr lang="en-US" dirty="0"/>
            <a:t>(</a:t>
          </a:r>
        </a:p>
      </dgm:t>
    </dgm:pt>
    <dgm:pt modelId="{8A8BF11E-5C12-4D9D-B1A9-7693F401793F}" type="parTrans" cxnId="{890FA517-1145-4C59-9938-16755AD5FB54}">
      <dgm:prSet/>
      <dgm:spPr/>
      <dgm:t>
        <a:bodyPr/>
        <a:lstStyle/>
        <a:p>
          <a:endParaRPr lang="en-US"/>
        </a:p>
      </dgm:t>
    </dgm:pt>
    <dgm:pt modelId="{96EA9F37-603F-4D97-ADB2-98217959FEA6}" type="sibTrans" cxnId="{890FA517-1145-4C59-9938-16755AD5FB54}">
      <dgm:prSet/>
      <dgm:spPr/>
      <dgm:t>
        <a:bodyPr/>
        <a:lstStyle/>
        <a:p>
          <a:endParaRPr lang="en-US"/>
        </a:p>
      </dgm:t>
    </dgm:pt>
    <dgm:pt modelId="{0B966030-7DE0-4968-B0AA-0A4A6DC53B47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OrchestrationTrigger</a:t>
          </a:r>
          <a:r>
            <a:rPr lang="en-US" dirty="0"/>
            <a:t>] </a:t>
          </a:r>
          <a:r>
            <a:rPr lang="en-US" dirty="0" err="1"/>
            <a:t>IDurableOrchestrationContext</a:t>
          </a:r>
          <a:r>
            <a:rPr lang="en-US" dirty="0"/>
            <a:t> context, </a:t>
          </a:r>
          <a:r>
            <a:rPr lang="en-US" dirty="0" err="1"/>
            <a:t>ILogger</a:t>
          </a:r>
          <a:r>
            <a:rPr lang="en-US" dirty="0"/>
            <a:t> log)</a:t>
          </a:r>
        </a:p>
      </dgm:t>
    </dgm:pt>
    <dgm:pt modelId="{3AD40303-0C22-4666-A4CE-AFE777823981}" type="parTrans" cxnId="{1F0268EF-DAB2-4CD1-B2EE-8DEB09005749}">
      <dgm:prSet/>
      <dgm:spPr/>
      <dgm:t>
        <a:bodyPr/>
        <a:lstStyle/>
        <a:p>
          <a:endParaRPr lang="en-US"/>
        </a:p>
      </dgm:t>
    </dgm:pt>
    <dgm:pt modelId="{4F666B49-091E-419A-9A1B-98724CE24A48}" type="sibTrans" cxnId="{1F0268EF-DAB2-4CD1-B2EE-8DEB09005749}">
      <dgm:prSet/>
      <dgm:spPr/>
      <dgm:t>
        <a:bodyPr/>
        <a:lstStyle/>
        <a:p>
          <a:endParaRPr lang="en-US"/>
        </a:p>
      </dgm:t>
    </dgm:pt>
    <dgm:pt modelId="{E1E836DB-7DCE-4BEE-BF9D-729E0396DE72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831D1DEA-71F9-40F8-AC79-EAA96F41275E}" type="parTrans" cxnId="{19F060CF-BDDB-4756-801B-4695D97BAF97}">
      <dgm:prSet/>
      <dgm:spPr/>
      <dgm:t>
        <a:bodyPr/>
        <a:lstStyle/>
        <a:p>
          <a:endParaRPr lang="en-US"/>
        </a:p>
      </dgm:t>
    </dgm:pt>
    <dgm:pt modelId="{3348344A-FFD3-409C-8AEE-D4BCB9582397}" type="sibTrans" cxnId="{19F060CF-BDDB-4756-801B-4695D97BAF97}">
      <dgm:prSet/>
      <dgm:spPr/>
      <dgm:t>
        <a:bodyPr/>
        <a:lstStyle/>
        <a:p>
          <a:endParaRPr lang="en-US"/>
        </a:p>
      </dgm:t>
    </dgm:pt>
    <dgm:pt modelId="{62D100A3-1F2F-495C-B7D6-0E1A16E87583}">
      <dgm:prSet/>
      <dgm:spPr/>
      <dgm:t>
        <a:bodyPr/>
        <a:lstStyle/>
        <a:p>
          <a:pPr>
            <a:buNone/>
          </a:pPr>
          <a:r>
            <a:rPr lang="en-US" dirty="0"/>
            <a:t>// Function logic</a:t>
          </a:r>
        </a:p>
      </dgm:t>
    </dgm:pt>
    <dgm:pt modelId="{9EB3B2E5-14F5-4ACF-A7C2-BC95790794A1}" type="parTrans" cxnId="{8D5DD031-9337-455B-A2EB-7BE4F617A1E5}">
      <dgm:prSet/>
      <dgm:spPr/>
      <dgm:t>
        <a:bodyPr/>
        <a:lstStyle/>
        <a:p>
          <a:endParaRPr lang="en-US"/>
        </a:p>
      </dgm:t>
    </dgm:pt>
    <dgm:pt modelId="{48A34405-4CD7-44C1-B7D9-4238D936D1EC}" type="sibTrans" cxnId="{8D5DD031-9337-455B-A2EB-7BE4F617A1E5}">
      <dgm:prSet/>
      <dgm:spPr/>
      <dgm:t>
        <a:bodyPr/>
        <a:lstStyle/>
        <a:p>
          <a:endParaRPr lang="en-US"/>
        </a:p>
      </dgm:t>
    </dgm:pt>
    <dgm:pt modelId="{2B0292E3-99BC-48DE-93DC-3DD2E62858F2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F0013ED6-BC53-48BE-8694-1D9F0B30D17C}" type="parTrans" cxnId="{235DF747-86CE-4AB5-BBE7-B0065DC9D43D}">
      <dgm:prSet/>
      <dgm:spPr/>
      <dgm:t>
        <a:bodyPr/>
        <a:lstStyle/>
        <a:p>
          <a:endParaRPr lang="en-US"/>
        </a:p>
      </dgm:t>
    </dgm:pt>
    <dgm:pt modelId="{02AD2105-4E88-4416-8A8E-957AC4C1D8BA}" type="sibTrans" cxnId="{235DF747-86CE-4AB5-BBE7-B0065DC9D43D}">
      <dgm:prSet/>
      <dgm:spPr/>
      <dgm:t>
        <a:bodyPr/>
        <a:lstStyle/>
        <a:p>
          <a:endParaRPr lang="en-US"/>
        </a:p>
      </dgm:t>
    </dgm:pt>
    <dgm:pt modelId="{0654E275-30EB-4017-9688-8C0CB17EAC66}" type="pres">
      <dgm:prSet presAssocID="{D4A4218B-5BAA-4FFC-8835-3DB29901DBD3}" presName="linear" presStyleCnt="0">
        <dgm:presLayoutVars>
          <dgm:animLvl val="lvl"/>
          <dgm:resizeHandles val="exact"/>
        </dgm:presLayoutVars>
      </dgm:prSet>
      <dgm:spPr/>
    </dgm:pt>
    <dgm:pt modelId="{F9AD1B7F-85EE-4F57-9237-CE260248F4E0}" type="pres">
      <dgm:prSet presAssocID="{4F9958D5-B1A0-4E1A-95C4-751272DEE2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CEB3AF-258F-4F59-8201-F5770D3E023D}" type="pres">
      <dgm:prSet presAssocID="{E38FE7A0-F28E-42C3-9B62-E6B1937BBD15}" presName="spacer" presStyleCnt="0"/>
      <dgm:spPr/>
    </dgm:pt>
    <dgm:pt modelId="{49242B9B-3348-4E2E-8828-62248E1D4AA0}" type="pres">
      <dgm:prSet presAssocID="{20557E55-FECD-469F-A0E9-EF9F884723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980859-1506-489C-B913-E9ED2A2EF9B3}" type="pres">
      <dgm:prSet presAssocID="{AC1D85B4-5220-42E1-BD51-AA079224FCE5}" presName="spacer" presStyleCnt="0"/>
      <dgm:spPr/>
    </dgm:pt>
    <dgm:pt modelId="{6B81E89E-00F8-4997-86B4-B72691073DE5}" type="pres">
      <dgm:prSet presAssocID="{99FBDD1C-5D81-4F38-9407-B236097A5F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CE43CB-73EA-4F4A-A486-E8BDB5670518}" type="pres">
      <dgm:prSet presAssocID="{1268EC03-079F-4D31-B30D-B46ADDF3D7C4}" presName="spacer" presStyleCnt="0"/>
      <dgm:spPr/>
    </dgm:pt>
    <dgm:pt modelId="{63207EC5-44CF-461D-AD62-B99C7D10C0F5}" type="pres">
      <dgm:prSet presAssocID="{6B921F70-41F6-4146-BFA0-538DF8FF47F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E8F0C81-A0AB-4A05-A609-E6FB9378731E}" type="pres">
      <dgm:prSet presAssocID="{6B921F70-41F6-4146-BFA0-538DF8FF47F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90FA517-1145-4C59-9938-16755AD5FB54}" srcId="{6B921F70-41F6-4146-BFA0-538DF8FF47F8}" destId="{16B3D6DE-537C-4520-B8C6-1B5347FB3A63}" srcOrd="1" destOrd="0" parTransId="{8A8BF11E-5C12-4D9D-B1A9-7693F401793F}" sibTransId="{96EA9F37-603F-4D97-ADB2-98217959FEA6}"/>
    <dgm:cxn modelId="{A1808B21-BBC4-452B-8E88-86996F3F3030}" srcId="{D4A4218B-5BAA-4FFC-8835-3DB29901DBD3}" destId="{20557E55-FECD-469F-A0E9-EF9F884723C0}" srcOrd="1" destOrd="0" parTransId="{1510D570-5CA1-438B-927C-D9A2943CEBB7}" sibTransId="{AC1D85B4-5220-42E1-BD51-AA079224FCE5}"/>
    <dgm:cxn modelId="{E26B962B-C4B0-4064-9DEA-FED38941C82C}" srcId="{D4A4218B-5BAA-4FFC-8835-3DB29901DBD3}" destId="{99FBDD1C-5D81-4F38-9407-B236097A5F0E}" srcOrd="2" destOrd="0" parTransId="{A15618AF-67C9-4A5C-940D-D881AD8CCD0E}" sibTransId="{1268EC03-079F-4D31-B30D-B46ADDF3D7C4}"/>
    <dgm:cxn modelId="{BE3F4A31-0076-4F4A-B432-DD384B257138}" type="presOf" srcId="{0B966030-7DE0-4968-B0AA-0A4A6DC53B47}" destId="{BE8F0C81-A0AB-4A05-A609-E6FB9378731E}" srcOrd="0" destOrd="2" presId="urn:microsoft.com/office/officeart/2005/8/layout/vList2"/>
    <dgm:cxn modelId="{8D5DD031-9337-455B-A2EB-7BE4F617A1E5}" srcId="{6B921F70-41F6-4146-BFA0-538DF8FF47F8}" destId="{62D100A3-1F2F-495C-B7D6-0E1A16E87583}" srcOrd="4" destOrd="0" parTransId="{9EB3B2E5-14F5-4ACF-A7C2-BC95790794A1}" sibTransId="{48A34405-4CD7-44C1-B7D9-4238D936D1EC}"/>
    <dgm:cxn modelId="{4CD2BB3C-5A50-461E-BB52-54BD3550677E}" type="presOf" srcId="{E1E836DB-7DCE-4BEE-BF9D-729E0396DE72}" destId="{BE8F0C81-A0AB-4A05-A609-E6FB9378731E}" srcOrd="0" destOrd="3" presId="urn:microsoft.com/office/officeart/2005/8/layout/vList2"/>
    <dgm:cxn modelId="{8A9C103D-D7FD-43DB-AB19-92108D8B3EF0}" type="presOf" srcId="{20557E55-FECD-469F-A0E9-EF9F884723C0}" destId="{49242B9B-3348-4E2E-8828-62248E1D4AA0}" srcOrd="0" destOrd="0" presId="urn:microsoft.com/office/officeart/2005/8/layout/vList2"/>
    <dgm:cxn modelId="{D4B14A5D-6F2C-4F35-8AB2-41849EE1F0A2}" type="presOf" srcId="{62D100A3-1F2F-495C-B7D6-0E1A16E87583}" destId="{BE8F0C81-A0AB-4A05-A609-E6FB9378731E}" srcOrd="0" destOrd="4" presId="urn:microsoft.com/office/officeart/2005/8/layout/vList2"/>
    <dgm:cxn modelId="{2FE49A63-1EA3-49CB-A022-F1BFC90BB8C8}" type="presOf" srcId="{4F9958D5-B1A0-4E1A-95C4-751272DEE2D8}" destId="{F9AD1B7F-85EE-4F57-9237-CE260248F4E0}" srcOrd="0" destOrd="0" presId="urn:microsoft.com/office/officeart/2005/8/layout/vList2"/>
    <dgm:cxn modelId="{235DF747-86CE-4AB5-BBE7-B0065DC9D43D}" srcId="{6B921F70-41F6-4146-BFA0-538DF8FF47F8}" destId="{2B0292E3-99BC-48DE-93DC-3DD2E62858F2}" srcOrd="5" destOrd="0" parTransId="{F0013ED6-BC53-48BE-8694-1D9F0B30D17C}" sibTransId="{02AD2105-4E88-4416-8A8E-957AC4C1D8BA}"/>
    <dgm:cxn modelId="{839F0649-7473-441E-8D23-127509B4BBAF}" type="presOf" srcId="{2B0292E3-99BC-48DE-93DC-3DD2E62858F2}" destId="{BE8F0C81-A0AB-4A05-A609-E6FB9378731E}" srcOrd="0" destOrd="5" presId="urn:microsoft.com/office/officeart/2005/8/layout/vList2"/>
    <dgm:cxn modelId="{274C937D-38A5-4361-A8C6-24A9EF49AB48}" srcId="{D4A4218B-5BAA-4FFC-8835-3DB29901DBD3}" destId="{6B921F70-41F6-4146-BFA0-538DF8FF47F8}" srcOrd="3" destOrd="0" parTransId="{82FCCA19-AD49-4139-977D-BD96806C613D}" sibTransId="{9D8F94C5-7046-4F52-B36D-A8190E2B59DA}"/>
    <dgm:cxn modelId="{4CD92B91-99A2-4B4F-91E6-0070AAD9036E}" type="presOf" srcId="{D4A4218B-5BAA-4FFC-8835-3DB29901DBD3}" destId="{0654E275-30EB-4017-9688-8C0CB17EAC66}" srcOrd="0" destOrd="0" presId="urn:microsoft.com/office/officeart/2005/8/layout/vList2"/>
    <dgm:cxn modelId="{5B6087C1-E773-422D-9AFB-BD5F7F264B66}" type="presOf" srcId="{BD60C2D9-6F3C-4C60-B683-CF3F83A8A66D}" destId="{BE8F0C81-A0AB-4A05-A609-E6FB9378731E}" srcOrd="0" destOrd="0" presId="urn:microsoft.com/office/officeart/2005/8/layout/vList2"/>
    <dgm:cxn modelId="{1F1AB1C2-04AC-40CC-986E-8F1FDF840223}" srcId="{D4A4218B-5BAA-4FFC-8835-3DB29901DBD3}" destId="{4F9958D5-B1A0-4E1A-95C4-751272DEE2D8}" srcOrd="0" destOrd="0" parTransId="{EA18195A-F879-4B24-BA0C-94EA8C45B471}" sibTransId="{E38FE7A0-F28E-42C3-9B62-E6B1937BBD15}"/>
    <dgm:cxn modelId="{19F060CF-BDDB-4756-801B-4695D97BAF97}" srcId="{6B921F70-41F6-4146-BFA0-538DF8FF47F8}" destId="{E1E836DB-7DCE-4BEE-BF9D-729E0396DE72}" srcOrd="3" destOrd="0" parTransId="{831D1DEA-71F9-40F8-AC79-EAA96F41275E}" sibTransId="{3348344A-FFD3-409C-8AEE-D4BCB9582397}"/>
    <dgm:cxn modelId="{C40D2FD1-9D08-4F1E-A67B-8F4F8DFC5409}" type="presOf" srcId="{6B921F70-41F6-4146-BFA0-538DF8FF47F8}" destId="{63207EC5-44CF-461D-AD62-B99C7D10C0F5}" srcOrd="0" destOrd="0" presId="urn:microsoft.com/office/officeart/2005/8/layout/vList2"/>
    <dgm:cxn modelId="{883778DA-C538-4AD5-A32B-66E70EF3807A}" type="presOf" srcId="{16B3D6DE-537C-4520-B8C6-1B5347FB3A63}" destId="{BE8F0C81-A0AB-4A05-A609-E6FB9378731E}" srcOrd="0" destOrd="1" presId="urn:microsoft.com/office/officeart/2005/8/layout/vList2"/>
    <dgm:cxn modelId="{913774DE-0495-48C3-B243-B4AB09D461E3}" srcId="{6B921F70-41F6-4146-BFA0-538DF8FF47F8}" destId="{BD60C2D9-6F3C-4C60-B683-CF3F83A8A66D}" srcOrd="0" destOrd="0" parTransId="{EB3A9847-CA43-46A8-83E2-354C4B5DEEF6}" sibTransId="{140252F9-2BDD-435C-AD89-988B05D5BCF8}"/>
    <dgm:cxn modelId="{823B12E6-442A-4FA8-B346-44B1BCDF34FD}" type="presOf" srcId="{99FBDD1C-5D81-4F38-9407-B236097A5F0E}" destId="{6B81E89E-00F8-4997-86B4-B72691073DE5}" srcOrd="0" destOrd="0" presId="urn:microsoft.com/office/officeart/2005/8/layout/vList2"/>
    <dgm:cxn modelId="{1F0268EF-DAB2-4CD1-B2EE-8DEB09005749}" srcId="{6B921F70-41F6-4146-BFA0-538DF8FF47F8}" destId="{0B966030-7DE0-4968-B0AA-0A4A6DC53B47}" srcOrd="2" destOrd="0" parTransId="{3AD40303-0C22-4666-A4CE-AFE777823981}" sibTransId="{4F666B49-091E-419A-9A1B-98724CE24A48}"/>
    <dgm:cxn modelId="{B8C9B713-4E02-48DB-BDD0-CA4624C3831B}" type="presParOf" srcId="{0654E275-30EB-4017-9688-8C0CB17EAC66}" destId="{F9AD1B7F-85EE-4F57-9237-CE260248F4E0}" srcOrd="0" destOrd="0" presId="urn:microsoft.com/office/officeart/2005/8/layout/vList2"/>
    <dgm:cxn modelId="{A606B1DD-F93C-469C-882C-0D5DF29D201B}" type="presParOf" srcId="{0654E275-30EB-4017-9688-8C0CB17EAC66}" destId="{4DCEB3AF-258F-4F59-8201-F5770D3E023D}" srcOrd="1" destOrd="0" presId="urn:microsoft.com/office/officeart/2005/8/layout/vList2"/>
    <dgm:cxn modelId="{6F54CB6C-CC51-4C2E-8304-B318C43AA44B}" type="presParOf" srcId="{0654E275-30EB-4017-9688-8C0CB17EAC66}" destId="{49242B9B-3348-4E2E-8828-62248E1D4AA0}" srcOrd="2" destOrd="0" presId="urn:microsoft.com/office/officeart/2005/8/layout/vList2"/>
    <dgm:cxn modelId="{E651A831-B87C-455F-9BC6-B6CEBA7E5290}" type="presParOf" srcId="{0654E275-30EB-4017-9688-8C0CB17EAC66}" destId="{5F980859-1506-489C-B913-E9ED2A2EF9B3}" srcOrd="3" destOrd="0" presId="urn:microsoft.com/office/officeart/2005/8/layout/vList2"/>
    <dgm:cxn modelId="{03266BBE-367E-4796-A5AC-089D932FCB46}" type="presParOf" srcId="{0654E275-30EB-4017-9688-8C0CB17EAC66}" destId="{6B81E89E-00F8-4997-86B4-B72691073DE5}" srcOrd="4" destOrd="0" presId="urn:microsoft.com/office/officeart/2005/8/layout/vList2"/>
    <dgm:cxn modelId="{67D0646D-1796-4EF4-AF62-2D8E7DCE1372}" type="presParOf" srcId="{0654E275-30EB-4017-9688-8C0CB17EAC66}" destId="{C0CE43CB-73EA-4F4A-A486-E8BDB5670518}" srcOrd="5" destOrd="0" presId="urn:microsoft.com/office/officeart/2005/8/layout/vList2"/>
    <dgm:cxn modelId="{ABFCF362-5850-43D8-8F9F-78E52DBACC54}" type="presParOf" srcId="{0654E275-30EB-4017-9688-8C0CB17EAC66}" destId="{63207EC5-44CF-461D-AD62-B99C7D10C0F5}" srcOrd="6" destOrd="0" presId="urn:microsoft.com/office/officeart/2005/8/layout/vList2"/>
    <dgm:cxn modelId="{2F4EDEA3-6AA6-46F7-87F9-699980E327FA}" type="presParOf" srcId="{0654E275-30EB-4017-9688-8C0CB17EAC66}" destId="{BE8F0C81-A0AB-4A05-A609-E6FB9378731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05D5B77-5CAB-4F24-93E9-8AF7A22EB4B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0A7D52-6390-49C8-8751-3EF4848373ED}">
      <dgm:prSet/>
      <dgm:spPr/>
      <dgm:t>
        <a:bodyPr/>
        <a:lstStyle/>
        <a:p>
          <a:r>
            <a:rPr lang="en-US"/>
            <a:t>Role: Execute individual tasks within a workflow.</a:t>
          </a:r>
        </a:p>
      </dgm:t>
    </dgm:pt>
    <dgm:pt modelId="{13C391ED-4E1D-4C80-8FEF-58E24BD7D35D}" type="parTrans" cxnId="{177C90C6-3EED-44E4-9BF8-F23E98F9C3B3}">
      <dgm:prSet/>
      <dgm:spPr/>
      <dgm:t>
        <a:bodyPr/>
        <a:lstStyle/>
        <a:p>
          <a:endParaRPr lang="en-US"/>
        </a:p>
      </dgm:t>
    </dgm:pt>
    <dgm:pt modelId="{DF14ECB0-1AAD-4AB3-A3C8-0F7FE8EA6CE9}" type="sibTrans" cxnId="{177C90C6-3EED-44E4-9BF8-F23E98F9C3B3}">
      <dgm:prSet/>
      <dgm:spPr/>
      <dgm:t>
        <a:bodyPr/>
        <a:lstStyle/>
        <a:p>
          <a:endParaRPr lang="en-US"/>
        </a:p>
      </dgm:t>
    </dgm:pt>
    <dgm:pt modelId="{B365780B-F82B-4CA3-9615-BC2548A4248E}">
      <dgm:prSet/>
      <dgm:spPr/>
      <dgm:t>
        <a:bodyPr/>
        <a:lstStyle/>
        <a:p>
          <a:r>
            <a:rPr lang="en-US"/>
            <a:t>Characteristics: Short-lived and specific to a task.</a:t>
          </a:r>
        </a:p>
      </dgm:t>
    </dgm:pt>
    <dgm:pt modelId="{41DAAB05-FCBC-43F3-A2BB-C583579BC4C2}" type="parTrans" cxnId="{3D5A7B1D-5D3F-45CF-A05F-15A3F5384310}">
      <dgm:prSet/>
      <dgm:spPr/>
      <dgm:t>
        <a:bodyPr/>
        <a:lstStyle/>
        <a:p>
          <a:endParaRPr lang="en-US"/>
        </a:p>
      </dgm:t>
    </dgm:pt>
    <dgm:pt modelId="{68574C3C-7B08-4BC2-A35F-EE1588C85630}" type="sibTrans" cxnId="{3D5A7B1D-5D3F-45CF-A05F-15A3F5384310}">
      <dgm:prSet/>
      <dgm:spPr/>
      <dgm:t>
        <a:bodyPr/>
        <a:lstStyle/>
        <a:p>
          <a:endParaRPr lang="en-US"/>
        </a:p>
      </dgm:t>
    </dgm:pt>
    <dgm:pt modelId="{D7BC4597-059C-4A5A-85BE-723BE001DE3C}">
      <dgm:prSet/>
      <dgm:spPr/>
      <dgm:t>
        <a:bodyPr/>
        <a:lstStyle/>
        <a:p>
          <a:r>
            <a:rPr lang="en-US"/>
            <a:t>Usage: Can run in parallel or sequentially.</a:t>
          </a:r>
        </a:p>
      </dgm:t>
    </dgm:pt>
    <dgm:pt modelId="{0D13C893-DDA7-4573-A1A6-F7935638BB22}" type="parTrans" cxnId="{0DAA5467-5C9A-459C-8BC7-0E895FD831B8}">
      <dgm:prSet/>
      <dgm:spPr/>
      <dgm:t>
        <a:bodyPr/>
        <a:lstStyle/>
        <a:p>
          <a:endParaRPr lang="en-US"/>
        </a:p>
      </dgm:t>
    </dgm:pt>
    <dgm:pt modelId="{D27609BA-CDB5-4777-8BDB-F1FD4788D4C9}" type="sibTrans" cxnId="{0DAA5467-5C9A-459C-8BC7-0E895FD831B8}">
      <dgm:prSet/>
      <dgm:spPr/>
      <dgm:t>
        <a:bodyPr/>
        <a:lstStyle/>
        <a:p>
          <a:endParaRPr lang="en-US"/>
        </a:p>
      </dgm:t>
    </dgm:pt>
    <dgm:pt modelId="{625065B7-B059-47D5-935D-8DEB4EE5190D}">
      <dgm:prSet/>
      <dgm:spPr/>
      <dgm:t>
        <a:bodyPr/>
        <a:lstStyle/>
        <a:p>
          <a:r>
            <a:rPr lang="en-US"/>
            <a:t>Example Code:</a:t>
          </a:r>
        </a:p>
      </dgm:t>
    </dgm:pt>
    <dgm:pt modelId="{DC4E5FFE-9DBB-46FA-9F6C-22E7D3CED724}" type="parTrans" cxnId="{5EB2C2BE-E375-4F57-9994-50781F44FA56}">
      <dgm:prSet/>
      <dgm:spPr/>
      <dgm:t>
        <a:bodyPr/>
        <a:lstStyle/>
        <a:p>
          <a:endParaRPr lang="en-US"/>
        </a:p>
      </dgm:t>
    </dgm:pt>
    <dgm:pt modelId="{2EF40989-F8E0-4839-A562-CAB41EDC3BC7}" type="sibTrans" cxnId="{5EB2C2BE-E375-4F57-9994-50781F44FA56}">
      <dgm:prSet/>
      <dgm:spPr/>
      <dgm:t>
        <a:bodyPr/>
        <a:lstStyle/>
        <a:p>
          <a:endParaRPr lang="en-US"/>
        </a:p>
      </dgm:t>
    </dgm:pt>
    <dgm:pt modelId="{E7A82662-0AFA-4EA7-A321-5254E548B9B5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FunctionName</a:t>
          </a:r>
          <a:r>
            <a:rPr lang="en-US" dirty="0"/>
            <a:t>("</a:t>
          </a:r>
          <a:r>
            <a:rPr lang="en-US" dirty="0" err="1"/>
            <a:t>SendMessageToServiceBusQueue</a:t>
          </a:r>
          <a:r>
            <a:rPr lang="en-US" dirty="0"/>
            <a:t>")]</a:t>
          </a:r>
        </a:p>
      </dgm:t>
    </dgm:pt>
    <dgm:pt modelId="{B8F89D46-C61F-46DF-8EF6-8D93E8282DBE}" type="parTrans" cxnId="{94F5903F-9590-4D4A-8218-FE2F2B885FEB}">
      <dgm:prSet/>
      <dgm:spPr/>
      <dgm:t>
        <a:bodyPr/>
        <a:lstStyle/>
        <a:p>
          <a:endParaRPr lang="en-US"/>
        </a:p>
      </dgm:t>
    </dgm:pt>
    <dgm:pt modelId="{2FAF75A7-168A-400B-86F3-830AB4924A29}" type="sibTrans" cxnId="{94F5903F-9590-4D4A-8218-FE2F2B885FEB}">
      <dgm:prSet/>
      <dgm:spPr/>
      <dgm:t>
        <a:bodyPr/>
        <a:lstStyle/>
        <a:p>
          <a:endParaRPr lang="en-US"/>
        </a:p>
      </dgm:t>
    </dgm:pt>
    <dgm:pt modelId="{46F660C6-70DB-4279-BC74-B76B244FC4B6}">
      <dgm:prSet/>
      <dgm:spPr/>
      <dgm:t>
        <a:bodyPr/>
        <a:lstStyle/>
        <a:p>
          <a:pPr>
            <a:buNone/>
          </a:pPr>
          <a:r>
            <a:rPr lang="en-US" dirty="0"/>
            <a:t>public static async Task&lt;string&gt; </a:t>
          </a:r>
          <a:r>
            <a:rPr lang="en-US" dirty="0" err="1"/>
            <a:t>SendMessageToAzureServiceBusQueueAsync</a:t>
          </a:r>
          <a:r>
            <a:rPr lang="en-US" dirty="0"/>
            <a:t>(</a:t>
          </a:r>
        </a:p>
      </dgm:t>
    </dgm:pt>
    <dgm:pt modelId="{EB910579-0D90-4165-B057-5BF5009EDD83}" type="parTrans" cxnId="{79042E19-A27A-472E-8D65-61E1BD746E28}">
      <dgm:prSet/>
      <dgm:spPr/>
      <dgm:t>
        <a:bodyPr/>
        <a:lstStyle/>
        <a:p>
          <a:endParaRPr lang="en-US"/>
        </a:p>
      </dgm:t>
    </dgm:pt>
    <dgm:pt modelId="{83ACCDF4-C520-40F3-9517-5E6C860A9B2C}" type="sibTrans" cxnId="{79042E19-A27A-472E-8D65-61E1BD746E28}">
      <dgm:prSet/>
      <dgm:spPr/>
      <dgm:t>
        <a:bodyPr/>
        <a:lstStyle/>
        <a:p>
          <a:endParaRPr lang="en-US"/>
        </a:p>
      </dgm:t>
    </dgm:pt>
    <dgm:pt modelId="{2B63B2FC-4ADC-4314-AC8C-4586F6BFAC1C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ActivityTrigger</a:t>
          </a:r>
          <a:r>
            <a:rPr lang="en-US" dirty="0"/>
            <a:t>] </a:t>
          </a:r>
          <a:r>
            <a:rPr lang="en-US" dirty="0" err="1"/>
            <a:t>CloudBlobItem</a:t>
          </a:r>
          <a:r>
            <a:rPr lang="en-US" dirty="0"/>
            <a:t> </a:t>
          </a:r>
          <a:r>
            <a:rPr lang="en-US" dirty="0" err="1"/>
            <a:t>uploadedBlob</a:t>
          </a:r>
          <a:r>
            <a:rPr lang="en-US" dirty="0"/>
            <a:t>, </a:t>
          </a:r>
          <a:r>
            <a:rPr lang="en-US" dirty="0" err="1"/>
            <a:t>ILogger</a:t>
          </a:r>
          <a:r>
            <a:rPr lang="en-US" dirty="0"/>
            <a:t> log, </a:t>
          </a:r>
          <a:r>
            <a:rPr lang="en-US" dirty="0" err="1"/>
            <a:t>ExecutionContext</a:t>
          </a:r>
          <a:r>
            <a:rPr lang="en-US" dirty="0"/>
            <a:t> </a:t>
          </a:r>
          <a:r>
            <a:rPr lang="en-US" dirty="0" err="1"/>
            <a:t>executionContext</a:t>
          </a:r>
          <a:r>
            <a:rPr lang="en-US" dirty="0"/>
            <a:t>)</a:t>
          </a:r>
        </a:p>
      </dgm:t>
    </dgm:pt>
    <dgm:pt modelId="{9BBD4E1A-BD5B-4E7B-9BD0-FB3DF8D79568}" type="parTrans" cxnId="{52D931F7-AF16-44D1-AB39-BC62B7D69890}">
      <dgm:prSet/>
      <dgm:spPr/>
      <dgm:t>
        <a:bodyPr/>
        <a:lstStyle/>
        <a:p>
          <a:endParaRPr lang="en-US"/>
        </a:p>
      </dgm:t>
    </dgm:pt>
    <dgm:pt modelId="{36CE9A6B-B68A-451D-9F4B-C76B500217CF}" type="sibTrans" cxnId="{52D931F7-AF16-44D1-AB39-BC62B7D69890}">
      <dgm:prSet/>
      <dgm:spPr/>
      <dgm:t>
        <a:bodyPr/>
        <a:lstStyle/>
        <a:p>
          <a:endParaRPr lang="en-US"/>
        </a:p>
      </dgm:t>
    </dgm:pt>
    <dgm:pt modelId="{F65C508A-6D7F-4250-A6F3-020FB366BD44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FEDE4EF7-C1A5-4DE7-80F4-373C0F05C9BB}" type="parTrans" cxnId="{7C5B1102-4DF9-4D79-B40E-8CEF451664CA}">
      <dgm:prSet/>
      <dgm:spPr/>
      <dgm:t>
        <a:bodyPr/>
        <a:lstStyle/>
        <a:p>
          <a:endParaRPr lang="en-US"/>
        </a:p>
      </dgm:t>
    </dgm:pt>
    <dgm:pt modelId="{7CF9F685-E113-4943-95CF-51403558BCA6}" type="sibTrans" cxnId="{7C5B1102-4DF9-4D79-B40E-8CEF451664CA}">
      <dgm:prSet/>
      <dgm:spPr/>
      <dgm:t>
        <a:bodyPr/>
        <a:lstStyle/>
        <a:p>
          <a:endParaRPr lang="en-US"/>
        </a:p>
      </dgm:t>
    </dgm:pt>
    <dgm:pt modelId="{8933C303-4491-4075-88D7-7E12C438382F}">
      <dgm:prSet/>
      <dgm:spPr/>
      <dgm:t>
        <a:bodyPr/>
        <a:lstStyle/>
        <a:p>
          <a:pPr>
            <a:buNone/>
          </a:pPr>
          <a:r>
            <a:rPr lang="en-US"/>
            <a:t>// Function logic</a:t>
          </a:r>
        </a:p>
      </dgm:t>
    </dgm:pt>
    <dgm:pt modelId="{B2CBAF71-C020-4CB1-9B73-87CED7EF625E}" type="parTrans" cxnId="{826A1E07-9405-4060-BB14-80821993C544}">
      <dgm:prSet/>
      <dgm:spPr/>
      <dgm:t>
        <a:bodyPr/>
        <a:lstStyle/>
        <a:p>
          <a:endParaRPr lang="en-US"/>
        </a:p>
      </dgm:t>
    </dgm:pt>
    <dgm:pt modelId="{07D647A1-66C7-4E45-B484-07A468DD143C}" type="sibTrans" cxnId="{826A1E07-9405-4060-BB14-80821993C544}">
      <dgm:prSet/>
      <dgm:spPr/>
      <dgm:t>
        <a:bodyPr/>
        <a:lstStyle/>
        <a:p>
          <a:endParaRPr lang="en-US"/>
        </a:p>
      </dgm:t>
    </dgm:pt>
    <dgm:pt modelId="{B7035F85-EE43-4105-BC77-06C7DD138455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680C85B7-FAFF-4B52-88EB-433ADC82BCF0}" type="parTrans" cxnId="{AB557561-E28F-432D-9E9B-EC00F058B485}">
      <dgm:prSet/>
      <dgm:spPr/>
      <dgm:t>
        <a:bodyPr/>
        <a:lstStyle/>
        <a:p>
          <a:endParaRPr lang="en-US"/>
        </a:p>
      </dgm:t>
    </dgm:pt>
    <dgm:pt modelId="{F0276DC8-70D6-412E-8102-46FCC81D8163}" type="sibTrans" cxnId="{AB557561-E28F-432D-9E9B-EC00F058B485}">
      <dgm:prSet/>
      <dgm:spPr/>
      <dgm:t>
        <a:bodyPr/>
        <a:lstStyle/>
        <a:p>
          <a:endParaRPr lang="en-US"/>
        </a:p>
      </dgm:t>
    </dgm:pt>
    <dgm:pt modelId="{0A26262C-39CF-4ED9-B8C8-5159E20245C3}" type="pres">
      <dgm:prSet presAssocID="{405D5B77-5CAB-4F24-93E9-8AF7A22EB4B3}" presName="linear" presStyleCnt="0">
        <dgm:presLayoutVars>
          <dgm:animLvl val="lvl"/>
          <dgm:resizeHandles val="exact"/>
        </dgm:presLayoutVars>
      </dgm:prSet>
      <dgm:spPr/>
    </dgm:pt>
    <dgm:pt modelId="{DBD4AC10-331E-4FA5-9B1F-7902BE7BC27E}" type="pres">
      <dgm:prSet presAssocID="{FB0A7D52-6390-49C8-8751-3EF4848373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D252AB-8942-4B0D-BDFC-6EF26FAE7A55}" type="pres">
      <dgm:prSet presAssocID="{DF14ECB0-1AAD-4AB3-A3C8-0F7FE8EA6CE9}" presName="spacer" presStyleCnt="0"/>
      <dgm:spPr/>
    </dgm:pt>
    <dgm:pt modelId="{636AE5B9-C7C3-4B66-A0CE-83688E531661}" type="pres">
      <dgm:prSet presAssocID="{B365780B-F82B-4CA3-9615-BC2548A424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475EE8-17CF-400F-9F7F-0F45DBD2835D}" type="pres">
      <dgm:prSet presAssocID="{68574C3C-7B08-4BC2-A35F-EE1588C85630}" presName="spacer" presStyleCnt="0"/>
      <dgm:spPr/>
    </dgm:pt>
    <dgm:pt modelId="{2B40DF25-61F5-4097-A115-243EFAF913AE}" type="pres">
      <dgm:prSet presAssocID="{D7BC4597-059C-4A5A-85BE-723BE001DE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9A2D6A-D574-46CE-830F-7837FE51525B}" type="pres">
      <dgm:prSet presAssocID="{D27609BA-CDB5-4777-8BDB-F1FD4788D4C9}" presName="spacer" presStyleCnt="0"/>
      <dgm:spPr/>
    </dgm:pt>
    <dgm:pt modelId="{13E18141-DBC6-4DE4-870C-4A5CE78CBEBC}" type="pres">
      <dgm:prSet presAssocID="{625065B7-B059-47D5-935D-8DEB4EE5190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7D5DAD3-2DCA-458A-B99E-787F01E67601}" type="pres">
      <dgm:prSet presAssocID="{625065B7-B059-47D5-935D-8DEB4EE5190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C5B1102-4DF9-4D79-B40E-8CEF451664CA}" srcId="{625065B7-B059-47D5-935D-8DEB4EE5190D}" destId="{F65C508A-6D7F-4250-A6F3-020FB366BD44}" srcOrd="3" destOrd="0" parTransId="{FEDE4EF7-C1A5-4DE7-80F4-373C0F05C9BB}" sibTransId="{7CF9F685-E113-4943-95CF-51403558BCA6}"/>
    <dgm:cxn modelId="{826A1E07-9405-4060-BB14-80821993C544}" srcId="{625065B7-B059-47D5-935D-8DEB4EE5190D}" destId="{8933C303-4491-4075-88D7-7E12C438382F}" srcOrd="4" destOrd="0" parTransId="{B2CBAF71-C020-4CB1-9B73-87CED7EF625E}" sibTransId="{07D647A1-66C7-4E45-B484-07A468DD143C}"/>
    <dgm:cxn modelId="{5DD9A50A-1F50-48EB-8D40-2083E8E88B4B}" type="presOf" srcId="{405D5B77-5CAB-4F24-93E9-8AF7A22EB4B3}" destId="{0A26262C-39CF-4ED9-B8C8-5159E20245C3}" srcOrd="0" destOrd="0" presId="urn:microsoft.com/office/officeart/2005/8/layout/vList2"/>
    <dgm:cxn modelId="{064DE413-FAA9-4FA7-9019-5155A4507BBF}" type="presOf" srcId="{D7BC4597-059C-4A5A-85BE-723BE001DE3C}" destId="{2B40DF25-61F5-4097-A115-243EFAF913AE}" srcOrd="0" destOrd="0" presId="urn:microsoft.com/office/officeart/2005/8/layout/vList2"/>
    <dgm:cxn modelId="{79042E19-A27A-472E-8D65-61E1BD746E28}" srcId="{625065B7-B059-47D5-935D-8DEB4EE5190D}" destId="{46F660C6-70DB-4279-BC74-B76B244FC4B6}" srcOrd="1" destOrd="0" parTransId="{EB910579-0D90-4165-B057-5BF5009EDD83}" sibTransId="{83ACCDF4-C520-40F3-9517-5E6C860A9B2C}"/>
    <dgm:cxn modelId="{3D5A7B1D-5D3F-45CF-A05F-15A3F5384310}" srcId="{405D5B77-5CAB-4F24-93E9-8AF7A22EB4B3}" destId="{B365780B-F82B-4CA3-9615-BC2548A4248E}" srcOrd="1" destOrd="0" parTransId="{41DAAB05-FCBC-43F3-A2BB-C583579BC4C2}" sibTransId="{68574C3C-7B08-4BC2-A35F-EE1588C85630}"/>
    <dgm:cxn modelId="{A026381F-90A1-4C64-9868-229CE581B6E8}" type="presOf" srcId="{B7035F85-EE43-4105-BC77-06C7DD138455}" destId="{C7D5DAD3-2DCA-458A-B99E-787F01E67601}" srcOrd="0" destOrd="5" presId="urn:microsoft.com/office/officeart/2005/8/layout/vList2"/>
    <dgm:cxn modelId="{4DD2FE3B-4B90-4BAB-B0B7-940C0247C2BD}" type="presOf" srcId="{FB0A7D52-6390-49C8-8751-3EF4848373ED}" destId="{DBD4AC10-331E-4FA5-9B1F-7902BE7BC27E}" srcOrd="0" destOrd="0" presId="urn:microsoft.com/office/officeart/2005/8/layout/vList2"/>
    <dgm:cxn modelId="{94F5903F-9590-4D4A-8218-FE2F2B885FEB}" srcId="{625065B7-B059-47D5-935D-8DEB4EE5190D}" destId="{E7A82662-0AFA-4EA7-A321-5254E548B9B5}" srcOrd="0" destOrd="0" parTransId="{B8F89D46-C61F-46DF-8EF6-8D93E8282DBE}" sibTransId="{2FAF75A7-168A-400B-86F3-830AB4924A29}"/>
    <dgm:cxn modelId="{AB557561-E28F-432D-9E9B-EC00F058B485}" srcId="{625065B7-B059-47D5-935D-8DEB4EE5190D}" destId="{B7035F85-EE43-4105-BC77-06C7DD138455}" srcOrd="5" destOrd="0" parTransId="{680C85B7-FAFF-4B52-88EB-433ADC82BCF0}" sibTransId="{F0276DC8-70D6-412E-8102-46FCC81D8163}"/>
    <dgm:cxn modelId="{0DAA5467-5C9A-459C-8BC7-0E895FD831B8}" srcId="{405D5B77-5CAB-4F24-93E9-8AF7A22EB4B3}" destId="{D7BC4597-059C-4A5A-85BE-723BE001DE3C}" srcOrd="2" destOrd="0" parTransId="{0D13C893-DDA7-4573-A1A6-F7935638BB22}" sibTransId="{D27609BA-CDB5-4777-8BDB-F1FD4788D4C9}"/>
    <dgm:cxn modelId="{0D156655-AEBE-4CCA-8A57-01EC04090C0F}" type="presOf" srcId="{2B63B2FC-4ADC-4314-AC8C-4586F6BFAC1C}" destId="{C7D5DAD3-2DCA-458A-B99E-787F01E67601}" srcOrd="0" destOrd="2" presId="urn:microsoft.com/office/officeart/2005/8/layout/vList2"/>
    <dgm:cxn modelId="{6D88F08D-9AFF-4D21-BD97-F6E713D3F18D}" type="presOf" srcId="{8933C303-4491-4075-88D7-7E12C438382F}" destId="{C7D5DAD3-2DCA-458A-B99E-787F01E67601}" srcOrd="0" destOrd="4" presId="urn:microsoft.com/office/officeart/2005/8/layout/vList2"/>
    <dgm:cxn modelId="{18FF399D-6294-438A-B86F-DD63FA167B91}" type="presOf" srcId="{B365780B-F82B-4CA3-9615-BC2548A4248E}" destId="{636AE5B9-C7C3-4B66-A0CE-83688E531661}" srcOrd="0" destOrd="0" presId="urn:microsoft.com/office/officeart/2005/8/layout/vList2"/>
    <dgm:cxn modelId="{5D2B359E-4EA6-4DA8-A272-8EE441EA6478}" type="presOf" srcId="{E7A82662-0AFA-4EA7-A321-5254E548B9B5}" destId="{C7D5DAD3-2DCA-458A-B99E-787F01E67601}" srcOrd="0" destOrd="0" presId="urn:microsoft.com/office/officeart/2005/8/layout/vList2"/>
    <dgm:cxn modelId="{122D92A6-BCA6-4A08-8568-831B842E35F0}" type="presOf" srcId="{F65C508A-6D7F-4250-A6F3-020FB366BD44}" destId="{C7D5DAD3-2DCA-458A-B99E-787F01E67601}" srcOrd="0" destOrd="3" presId="urn:microsoft.com/office/officeart/2005/8/layout/vList2"/>
    <dgm:cxn modelId="{5EB2C2BE-E375-4F57-9994-50781F44FA56}" srcId="{405D5B77-5CAB-4F24-93E9-8AF7A22EB4B3}" destId="{625065B7-B059-47D5-935D-8DEB4EE5190D}" srcOrd="3" destOrd="0" parTransId="{DC4E5FFE-9DBB-46FA-9F6C-22E7D3CED724}" sibTransId="{2EF40989-F8E0-4839-A562-CAB41EDC3BC7}"/>
    <dgm:cxn modelId="{177C90C6-3EED-44E4-9BF8-F23E98F9C3B3}" srcId="{405D5B77-5CAB-4F24-93E9-8AF7A22EB4B3}" destId="{FB0A7D52-6390-49C8-8751-3EF4848373ED}" srcOrd="0" destOrd="0" parTransId="{13C391ED-4E1D-4C80-8FEF-58E24BD7D35D}" sibTransId="{DF14ECB0-1AAD-4AB3-A3C8-0F7FE8EA6CE9}"/>
    <dgm:cxn modelId="{1D495EC9-A878-4CC9-8A4A-FD49D792C108}" type="presOf" srcId="{625065B7-B059-47D5-935D-8DEB4EE5190D}" destId="{13E18141-DBC6-4DE4-870C-4A5CE78CBEBC}" srcOrd="0" destOrd="0" presId="urn:microsoft.com/office/officeart/2005/8/layout/vList2"/>
    <dgm:cxn modelId="{26483CDF-793F-4E76-88C1-FE7E8A4C4884}" type="presOf" srcId="{46F660C6-70DB-4279-BC74-B76B244FC4B6}" destId="{C7D5DAD3-2DCA-458A-B99E-787F01E67601}" srcOrd="0" destOrd="1" presId="urn:microsoft.com/office/officeart/2005/8/layout/vList2"/>
    <dgm:cxn modelId="{52D931F7-AF16-44D1-AB39-BC62B7D69890}" srcId="{625065B7-B059-47D5-935D-8DEB4EE5190D}" destId="{2B63B2FC-4ADC-4314-AC8C-4586F6BFAC1C}" srcOrd="2" destOrd="0" parTransId="{9BBD4E1A-BD5B-4E7B-9BD0-FB3DF8D79568}" sibTransId="{36CE9A6B-B68A-451D-9F4B-C76B500217CF}"/>
    <dgm:cxn modelId="{5063EFB5-5139-403C-8918-6FAB9B3B242F}" type="presParOf" srcId="{0A26262C-39CF-4ED9-B8C8-5159E20245C3}" destId="{DBD4AC10-331E-4FA5-9B1F-7902BE7BC27E}" srcOrd="0" destOrd="0" presId="urn:microsoft.com/office/officeart/2005/8/layout/vList2"/>
    <dgm:cxn modelId="{EE3D83CC-A9A8-444D-870B-B47D5685A681}" type="presParOf" srcId="{0A26262C-39CF-4ED9-B8C8-5159E20245C3}" destId="{48D252AB-8942-4B0D-BDFC-6EF26FAE7A55}" srcOrd="1" destOrd="0" presId="urn:microsoft.com/office/officeart/2005/8/layout/vList2"/>
    <dgm:cxn modelId="{BE460D4E-1C8D-4FB3-B0FA-8EC82A0A03AA}" type="presParOf" srcId="{0A26262C-39CF-4ED9-B8C8-5159E20245C3}" destId="{636AE5B9-C7C3-4B66-A0CE-83688E531661}" srcOrd="2" destOrd="0" presId="urn:microsoft.com/office/officeart/2005/8/layout/vList2"/>
    <dgm:cxn modelId="{7B14229A-5BD3-403A-81DF-F87B878C4042}" type="presParOf" srcId="{0A26262C-39CF-4ED9-B8C8-5159E20245C3}" destId="{9F475EE8-17CF-400F-9F7F-0F45DBD2835D}" srcOrd="3" destOrd="0" presId="urn:microsoft.com/office/officeart/2005/8/layout/vList2"/>
    <dgm:cxn modelId="{2157765F-BF1A-4C74-8B09-4565581C30F7}" type="presParOf" srcId="{0A26262C-39CF-4ED9-B8C8-5159E20245C3}" destId="{2B40DF25-61F5-4097-A115-243EFAF913AE}" srcOrd="4" destOrd="0" presId="urn:microsoft.com/office/officeart/2005/8/layout/vList2"/>
    <dgm:cxn modelId="{BB141C59-E265-405C-97CD-32760BDE52F0}" type="presParOf" srcId="{0A26262C-39CF-4ED9-B8C8-5159E20245C3}" destId="{5C9A2D6A-D574-46CE-830F-7837FE51525B}" srcOrd="5" destOrd="0" presId="urn:microsoft.com/office/officeart/2005/8/layout/vList2"/>
    <dgm:cxn modelId="{9419ADDD-7D49-4F89-AA52-397BABCFEE9D}" type="presParOf" srcId="{0A26262C-39CF-4ED9-B8C8-5159E20245C3}" destId="{13E18141-DBC6-4DE4-870C-4A5CE78CBEBC}" srcOrd="6" destOrd="0" presId="urn:microsoft.com/office/officeart/2005/8/layout/vList2"/>
    <dgm:cxn modelId="{D76B66B6-D950-423A-B0DA-F286CBF71471}" type="presParOf" srcId="{0A26262C-39CF-4ED9-B8C8-5159E20245C3}" destId="{C7D5DAD3-2DCA-458A-B99E-787F01E6760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48C596-E9FC-4920-AF6A-1BB2B31BD0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DAC97F57-D72C-4A2D-83A5-075803D731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</a:t>
          </a:r>
        </a:p>
      </dgm:t>
    </dgm:pt>
    <dgm:pt modelId="{5AB39A5D-A0D1-40E1-8AA5-94DA0DDE8167}" type="parTrans" cxnId="{DA39F7DD-9258-43B2-B889-09B46E39B517}">
      <dgm:prSet/>
      <dgm:spPr/>
      <dgm:t>
        <a:bodyPr/>
        <a:lstStyle/>
        <a:p>
          <a:endParaRPr lang="en-US"/>
        </a:p>
      </dgm:t>
    </dgm:pt>
    <dgm:pt modelId="{7D7A27EF-DDF2-4172-B488-FF92C275749E}" type="sibTrans" cxnId="{DA39F7DD-9258-43B2-B889-09B46E39B517}">
      <dgm:prSet/>
      <dgm:spPr/>
      <dgm:t>
        <a:bodyPr/>
        <a:lstStyle/>
        <a:p>
          <a:endParaRPr lang="en-US"/>
        </a:p>
      </dgm:t>
    </dgm:pt>
    <dgm:pt modelId="{F847A93A-50E3-4502-9643-C0F4A1BD0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Handles many concurrent requests</a:t>
          </a:r>
        </a:p>
      </dgm:t>
    </dgm:pt>
    <dgm:pt modelId="{31247696-F39C-4E06-9B22-62CF9E4A60D0}" type="parTrans" cxnId="{2755B628-59C8-4EF4-AF5C-B4889CA1EFD4}">
      <dgm:prSet/>
      <dgm:spPr/>
      <dgm:t>
        <a:bodyPr/>
        <a:lstStyle/>
        <a:p>
          <a:endParaRPr lang="en-US"/>
        </a:p>
      </dgm:t>
    </dgm:pt>
    <dgm:pt modelId="{CA52F709-0C4B-466A-AF2E-00040E4E6840}" type="sibTrans" cxnId="{2755B628-59C8-4EF4-AF5C-B4889CA1EFD4}">
      <dgm:prSet/>
      <dgm:spPr/>
      <dgm:t>
        <a:bodyPr/>
        <a:lstStyle/>
        <a:p>
          <a:endParaRPr lang="en-US"/>
        </a:p>
      </dgm:t>
    </dgm:pt>
    <dgm:pt modelId="{FE2E52F7-7984-4475-B46E-28695EA9C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Scales dynamically to meet demand</a:t>
          </a:r>
        </a:p>
      </dgm:t>
    </dgm:pt>
    <dgm:pt modelId="{F018473C-C491-4B22-9149-AC2315BF2DE5}" type="parTrans" cxnId="{F890C592-34B4-4FE2-8C72-2C1D1F2DF1DE}">
      <dgm:prSet/>
      <dgm:spPr/>
      <dgm:t>
        <a:bodyPr/>
        <a:lstStyle/>
        <a:p>
          <a:endParaRPr lang="en-US"/>
        </a:p>
      </dgm:t>
    </dgm:pt>
    <dgm:pt modelId="{E668665D-E8E6-4C05-99F8-E2FC3C13EAFF}" type="sibTrans" cxnId="{F890C592-34B4-4FE2-8C72-2C1D1F2DF1DE}">
      <dgm:prSet/>
      <dgm:spPr/>
      <dgm:t>
        <a:bodyPr/>
        <a:lstStyle/>
        <a:p>
          <a:endParaRPr lang="en-US"/>
        </a:p>
      </dgm:t>
    </dgm:pt>
    <dgm:pt modelId="{1A1BFB10-8FAF-4550-BD2E-FB935798A8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Reliability</a:t>
          </a:r>
        </a:p>
      </dgm:t>
    </dgm:pt>
    <dgm:pt modelId="{C672AEC6-991A-492D-AB61-E8F607CC990A}" type="parTrans" cxnId="{29792030-8AF7-42A4-8634-52E711B17691}">
      <dgm:prSet/>
      <dgm:spPr/>
      <dgm:t>
        <a:bodyPr/>
        <a:lstStyle/>
        <a:p>
          <a:endParaRPr lang="en-US"/>
        </a:p>
      </dgm:t>
    </dgm:pt>
    <dgm:pt modelId="{60697D00-B92C-43EA-99E2-9155A65301A3}" type="sibTrans" cxnId="{29792030-8AF7-42A4-8634-52E711B17691}">
      <dgm:prSet/>
      <dgm:spPr/>
      <dgm:t>
        <a:bodyPr/>
        <a:lstStyle/>
        <a:p>
          <a:endParaRPr lang="en-US"/>
        </a:p>
      </dgm:t>
    </dgm:pt>
    <dgm:pt modelId="{3DB2DB14-F2F3-4836-A72D-A2F3900D13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Durable state storage</a:t>
          </a:r>
        </a:p>
      </dgm:t>
    </dgm:pt>
    <dgm:pt modelId="{C9AEA79D-D277-43FE-AB1F-2817D65974A9}" type="parTrans" cxnId="{056A8DC0-DB3C-4878-9419-DF036091D980}">
      <dgm:prSet/>
      <dgm:spPr/>
      <dgm:t>
        <a:bodyPr/>
        <a:lstStyle/>
        <a:p>
          <a:endParaRPr lang="en-US"/>
        </a:p>
      </dgm:t>
    </dgm:pt>
    <dgm:pt modelId="{5D045426-BEF3-46D6-9784-05910EB401FF}" type="sibTrans" cxnId="{056A8DC0-DB3C-4878-9419-DF036091D980}">
      <dgm:prSet/>
      <dgm:spPr/>
      <dgm:t>
        <a:bodyPr/>
        <a:lstStyle/>
        <a:p>
          <a:endParaRPr lang="en-US"/>
        </a:p>
      </dgm:t>
    </dgm:pt>
    <dgm:pt modelId="{307CBAC8-5AC5-425B-84CA-6930EA52F8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Highly available and fault-tolerant</a:t>
          </a:r>
        </a:p>
      </dgm:t>
    </dgm:pt>
    <dgm:pt modelId="{3346D501-73B3-4C6E-963F-41555C9F1257}" type="parTrans" cxnId="{E9CC95D4-5CE0-4C5F-A164-83700D8143A4}">
      <dgm:prSet/>
      <dgm:spPr/>
      <dgm:t>
        <a:bodyPr/>
        <a:lstStyle/>
        <a:p>
          <a:endParaRPr lang="en-US"/>
        </a:p>
      </dgm:t>
    </dgm:pt>
    <dgm:pt modelId="{B25E38AA-6D3A-4825-BE02-2780E5C95C7A}" type="sibTrans" cxnId="{E9CC95D4-5CE0-4C5F-A164-83700D8143A4}">
      <dgm:prSet/>
      <dgm:spPr/>
      <dgm:t>
        <a:bodyPr/>
        <a:lstStyle/>
        <a:p>
          <a:endParaRPr lang="en-US"/>
        </a:p>
      </dgm:t>
    </dgm:pt>
    <dgm:pt modelId="{37A1E649-061A-4232-9B37-963D938390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Consistency</a:t>
          </a:r>
        </a:p>
      </dgm:t>
    </dgm:pt>
    <dgm:pt modelId="{F420408F-FEE4-4F9D-8690-CAA22BEA230F}" type="parTrans" cxnId="{3B74ED18-9FCA-4986-87A2-9D2D17C6AB5B}">
      <dgm:prSet/>
      <dgm:spPr/>
      <dgm:t>
        <a:bodyPr/>
        <a:lstStyle/>
        <a:p>
          <a:endParaRPr lang="en-US"/>
        </a:p>
      </dgm:t>
    </dgm:pt>
    <dgm:pt modelId="{845E5636-36A0-4B71-912E-F08B2A32CE59}" type="sibTrans" cxnId="{3B74ED18-9FCA-4986-87A2-9D2D17C6AB5B}">
      <dgm:prSet/>
      <dgm:spPr/>
      <dgm:t>
        <a:bodyPr/>
        <a:lstStyle/>
        <a:p>
          <a:endParaRPr lang="en-US"/>
        </a:p>
      </dgm:t>
    </dgm:pt>
    <dgm:pt modelId="{2F0922D8-19E6-4327-B665-048FD37807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Optimistic concurrency control</a:t>
          </a:r>
        </a:p>
      </dgm:t>
    </dgm:pt>
    <dgm:pt modelId="{46A5F4D9-273C-4B53-9828-DDF4187CDE2B}" type="parTrans" cxnId="{95EA85B0-3565-4AE1-B992-1C5DCBFD7325}">
      <dgm:prSet/>
      <dgm:spPr/>
      <dgm:t>
        <a:bodyPr/>
        <a:lstStyle/>
        <a:p>
          <a:endParaRPr lang="en-US"/>
        </a:p>
      </dgm:t>
    </dgm:pt>
    <dgm:pt modelId="{610907CB-2F1D-4AE1-B1BE-6F23F7F27C41}" type="sibTrans" cxnId="{95EA85B0-3565-4AE1-B992-1C5DCBFD7325}">
      <dgm:prSet/>
      <dgm:spPr/>
      <dgm:t>
        <a:bodyPr/>
        <a:lstStyle/>
        <a:p>
          <a:endParaRPr lang="en-US"/>
        </a:p>
      </dgm:t>
    </dgm:pt>
    <dgm:pt modelId="{9ABB58BF-077E-4D1F-A497-0259A14705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correct order of updates</a:t>
          </a:r>
        </a:p>
      </dgm:t>
    </dgm:pt>
    <dgm:pt modelId="{6CE96EC3-8DCB-4249-8CD2-545117AD2B85}" type="parTrans" cxnId="{64B57A43-82A3-429A-84FE-7B303A2B5C90}">
      <dgm:prSet/>
      <dgm:spPr/>
      <dgm:t>
        <a:bodyPr/>
        <a:lstStyle/>
        <a:p>
          <a:endParaRPr lang="en-US"/>
        </a:p>
      </dgm:t>
    </dgm:pt>
    <dgm:pt modelId="{26D71619-218C-40D5-BD8E-6D5EE3137716}" type="sibTrans" cxnId="{64B57A43-82A3-429A-84FE-7B303A2B5C90}">
      <dgm:prSet/>
      <dgm:spPr/>
      <dgm:t>
        <a:bodyPr/>
        <a:lstStyle/>
        <a:p>
          <a:endParaRPr lang="en-US"/>
        </a:p>
      </dgm:t>
    </dgm:pt>
    <dgm:pt modelId="{F3455013-8E03-478B-B8DD-B53284665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Encapsulation</a:t>
          </a:r>
        </a:p>
      </dgm:t>
    </dgm:pt>
    <dgm:pt modelId="{056CD6A0-3DE8-47BC-AFC6-19B91BDA876A}" type="parTrans" cxnId="{FD5A5B21-8B85-4E15-98ED-144406EBBB66}">
      <dgm:prSet/>
      <dgm:spPr/>
      <dgm:t>
        <a:bodyPr/>
        <a:lstStyle/>
        <a:p>
          <a:endParaRPr lang="en-US"/>
        </a:p>
      </dgm:t>
    </dgm:pt>
    <dgm:pt modelId="{E1E3403C-31DE-4741-87FE-708740A85D16}" type="sibTrans" cxnId="{FD5A5B21-8B85-4E15-98ED-144406EBBB66}">
      <dgm:prSet/>
      <dgm:spPr/>
      <dgm:t>
        <a:bodyPr/>
        <a:lstStyle/>
        <a:p>
          <a:endParaRPr lang="en-US"/>
        </a:p>
      </dgm:t>
    </dgm:pt>
    <dgm:pt modelId="{5FA6405A-6EC0-4DD5-B53A-1D199FE6F0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Encapsulates logic and state in a single class</a:t>
          </a:r>
        </a:p>
      </dgm:t>
    </dgm:pt>
    <dgm:pt modelId="{BFF812D6-BA25-409E-B7B2-4C82B011CA4E}" type="parTrans" cxnId="{602FB377-836C-491A-ADB0-680FA2E0B573}">
      <dgm:prSet/>
      <dgm:spPr/>
      <dgm:t>
        <a:bodyPr/>
        <a:lstStyle/>
        <a:p>
          <a:endParaRPr lang="en-US"/>
        </a:p>
      </dgm:t>
    </dgm:pt>
    <dgm:pt modelId="{E87B5C9E-7F08-42A4-A90A-5856293FC913}" type="sibTrans" cxnId="{602FB377-836C-491A-ADB0-680FA2E0B573}">
      <dgm:prSet/>
      <dgm:spPr/>
      <dgm:t>
        <a:bodyPr/>
        <a:lstStyle/>
        <a:p>
          <a:endParaRPr lang="en-US"/>
        </a:p>
      </dgm:t>
    </dgm:pt>
    <dgm:pt modelId="{180EC43A-BE74-470E-B758-97EC7E7D07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Easier to maintain and evolve</a:t>
          </a:r>
        </a:p>
      </dgm:t>
    </dgm:pt>
    <dgm:pt modelId="{4869CCF9-2574-4132-8E9C-8C5F0F38CED5}" type="parTrans" cxnId="{E351089C-D885-4E73-9A46-7AB54D42B74F}">
      <dgm:prSet/>
      <dgm:spPr/>
      <dgm:t>
        <a:bodyPr/>
        <a:lstStyle/>
        <a:p>
          <a:endParaRPr lang="en-US"/>
        </a:p>
      </dgm:t>
    </dgm:pt>
    <dgm:pt modelId="{6CEBD47C-1536-49B5-93A7-07EE82CD53C3}" type="sibTrans" cxnId="{E351089C-D885-4E73-9A46-7AB54D42B74F}">
      <dgm:prSet/>
      <dgm:spPr/>
      <dgm:t>
        <a:bodyPr/>
        <a:lstStyle/>
        <a:p>
          <a:endParaRPr lang="en-US"/>
        </a:p>
      </dgm:t>
    </dgm:pt>
    <dgm:pt modelId="{0F33CD74-D2B7-4F18-A13A-81D1A6764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Reusability</a:t>
          </a:r>
        </a:p>
      </dgm:t>
    </dgm:pt>
    <dgm:pt modelId="{D552FDEA-7581-4418-A8C7-EF269C1B1434}" type="parTrans" cxnId="{2D9BE752-4F45-4949-9834-5567972B91D9}">
      <dgm:prSet/>
      <dgm:spPr/>
      <dgm:t>
        <a:bodyPr/>
        <a:lstStyle/>
        <a:p>
          <a:endParaRPr lang="en-US"/>
        </a:p>
      </dgm:t>
    </dgm:pt>
    <dgm:pt modelId="{245B5EFA-2A0F-41D6-9436-69D23DC1BCA6}" type="sibTrans" cxnId="{2D9BE752-4F45-4949-9834-5567972B91D9}">
      <dgm:prSet/>
      <dgm:spPr/>
      <dgm:t>
        <a:bodyPr/>
        <a:lstStyle/>
        <a:p>
          <a:endParaRPr lang="en-US"/>
        </a:p>
      </dgm:t>
    </dgm:pt>
    <dgm:pt modelId="{7A5C75D3-051F-4A46-8C8D-64A16D9828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used across multiple workflows</a:t>
          </a:r>
        </a:p>
      </dgm:t>
    </dgm:pt>
    <dgm:pt modelId="{BFFC0052-3D53-462F-91DD-EB8AE7E44B90}" type="parTrans" cxnId="{88B5CCB5-8493-42EE-91AC-5374BB3F6790}">
      <dgm:prSet/>
      <dgm:spPr/>
      <dgm:t>
        <a:bodyPr/>
        <a:lstStyle/>
        <a:p>
          <a:endParaRPr lang="en-US"/>
        </a:p>
      </dgm:t>
    </dgm:pt>
    <dgm:pt modelId="{220068B9-9C21-4710-A6B8-87A9710771C1}" type="sibTrans" cxnId="{88B5CCB5-8493-42EE-91AC-5374BB3F6790}">
      <dgm:prSet/>
      <dgm:spPr/>
      <dgm:t>
        <a:bodyPr/>
        <a:lstStyle/>
        <a:p>
          <a:endParaRPr lang="en-US"/>
        </a:p>
      </dgm:t>
    </dgm:pt>
    <dgm:pt modelId="{F383D72C-091D-42A5-B5F7-6FEAC02EAC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Reuse stateful entities in different parts of an application</a:t>
          </a:r>
        </a:p>
      </dgm:t>
    </dgm:pt>
    <dgm:pt modelId="{65175750-32CB-4247-95BE-70C0AA4D179E}" type="parTrans" cxnId="{82C3358A-5982-40BC-8E3E-1BEE4A3E000B}">
      <dgm:prSet/>
      <dgm:spPr/>
      <dgm:t>
        <a:bodyPr/>
        <a:lstStyle/>
        <a:p>
          <a:endParaRPr lang="en-US"/>
        </a:p>
      </dgm:t>
    </dgm:pt>
    <dgm:pt modelId="{77487CFD-6A51-4F39-94A8-7249EF353201}" type="sibTrans" cxnId="{82C3358A-5982-40BC-8E3E-1BEE4A3E000B}">
      <dgm:prSet/>
      <dgm:spPr/>
      <dgm:t>
        <a:bodyPr/>
        <a:lstStyle/>
        <a:p>
          <a:endParaRPr lang="en-US"/>
        </a:p>
      </dgm:t>
    </dgm:pt>
    <dgm:pt modelId="{808C7168-3A5E-4BE3-BCEF-0B0937CE4BD1}" type="pres">
      <dgm:prSet presAssocID="{5148C596-E9FC-4920-AF6A-1BB2B31BD09B}" presName="root" presStyleCnt="0">
        <dgm:presLayoutVars>
          <dgm:dir/>
          <dgm:resizeHandles val="exact"/>
        </dgm:presLayoutVars>
      </dgm:prSet>
      <dgm:spPr/>
    </dgm:pt>
    <dgm:pt modelId="{4B0C256A-CF76-4EDD-B501-240C361B7777}" type="pres">
      <dgm:prSet presAssocID="{DAC97F57-D72C-4A2D-83A5-075803D731E1}" presName="compNode" presStyleCnt="0"/>
      <dgm:spPr/>
    </dgm:pt>
    <dgm:pt modelId="{2A41FB47-D901-4321-8F15-53CDBB72D49D}" type="pres">
      <dgm:prSet presAssocID="{DAC97F57-D72C-4A2D-83A5-075803D731E1}" presName="bgRect" presStyleLbl="bgShp" presStyleIdx="0" presStyleCnt="5"/>
      <dgm:spPr/>
    </dgm:pt>
    <dgm:pt modelId="{338E601C-4486-4733-9510-9369DA339252}" type="pres">
      <dgm:prSet presAssocID="{DAC97F57-D72C-4A2D-83A5-075803D731E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B6E3986-6555-4327-BFCE-5256B35605C5}" type="pres">
      <dgm:prSet presAssocID="{DAC97F57-D72C-4A2D-83A5-075803D731E1}" presName="spaceRect" presStyleCnt="0"/>
      <dgm:spPr/>
    </dgm:pt>
    <dgm:pt modelId="{45F10963-74D8-4390-BB52-A4552D24521B}" type="pres">
      <dgm:prSet presAssocID="{DAC97F57-D72C-4A2D-83A5-075803D731E1}" presName="parTx" presStyleLbl="revTx" presStyleIdx="0" presStyleCnt="10">
        <dgm:presLayoutVars>
          <dgm:chMax val="0"/>
          <dgm:chPref val="0"/>
        </dgm:presLayoutVars>
      </dgm:prSet>
      <dgm:spPr/>
    </dgm:pt>
    <dgm:pt modelId="{FA3D61CA-4CC0-4631-9CEE-3EE9A6913F4C}" type="pres">
      <dgm:prSet presAssocID="{DAC97F57-D72C-4A2D-83A5-075803D731E1}" presName="desTx" presStyleLbl="revTx" presStyleIdx="1" presStyleCnt="10">
        <dgm:presLayoutVars/>
      </dgm:prSet>
      <dgm:spPr/>
    </dgm:pt>
    <dgm:pt modelId="{A95BAC92-FEDF-4A76-93A3-20493270AAC9}" type="pres">
      <dgm:prSet presAssocID="{7D7A27EF-DDF2-4172-B488-FF92C275749E}" presName="sibTrans" presStyleCnt="0"/>
      <dgm:spPr/>
    </dgm:pt>
    <dgm:pt modelId="{7CC05B4B-237B-4F22-BFCA-7612FCA9477E}" type="pres">
      <dgm:prSet presAssocID="{1A1BFB10-8FAF-4550-BD2E-FB935798A82E}" presName="compNode" presStyleCnt="0"/>
      <dgm:spPr/>
    </dgm:pt>
    <dgm:pt modelId="{79E5829A-3B23-4B2E-8C47-7C55DB33981C}" type="pres">
      <dgm:prSet presAssocID="{1A1BFB10-8FAF-4550-BD2E-FB935798A82E}" presName="bgRect" presStyleLbl="bgShp" presStyleIdx="1" presStyleCnt="5"/>
      <dgm:spPr/>
    </dgm:pt>
    <dgm:pt modelId="{E794E0CA-95B1-4F59-9196-999B12DA3129}" type="pres">
      <dgm:prSet presAssocID="{1A1BFB10-8FAF-4550-BD2E-FB935798A82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9650E7E-DD35-4813-B4C5-B48B60D27A49}" type="pres">
      <dgm:prSet presAssocID="{1A1BFB10-8FAF-4550-BD2E-FB935798A82E}" presName="spaceRect" presStyleCnt="0"/>
      <dgm:spPr/>
    </dgm:pt>
    <dgm:pt modelId="{ACE21C33-4650-405D-864D-26D27EC9522B}" type="pres">
      <dgm:prSet presAssocID="{1A1BFB10-8FAF-4550-BD2E-FB935798A82E}" presName="parTx" presStyleLbl="revTx" presStyleIdx="2" presStyleCnt="10">
        <dgm:presLayoutVars>
          <dgm:chMax val="0"/>
          <dgm:chPref val="0"/>
        </dgm:presLayoutVars>
      </dgm:prSet>
      <dgm:spPr/>
    </dgm:pt>
    <dgm:pt modelId="{B24107FE-92A5-4A4D-BFFA-CE06FB9F2195}" type="pres">
      <dgm:prSet presAssocID="{1A1BFB10-8FAF-4550-BD2E-FB935798A82E}" presName="desTx" presStyleLbl="revTx" presStyleIdx="3" presStyleCnt="10">
        <dgm:presLayoutVars/>
      </dgm:prSet>
      <dgm:spPr/>
    </dgm:pt>
    <dgm:pt modelId="{656FA711-C55B-4E5F-B3A3-9D7C705EB3B2}" type="pres">
      <dgm:prSet presAssocID="{60697D00-B92C-43EA-99E2-9155A65301A3}" presName="sibTrans" presStyleCnt="0"/>
      <dgm:spPr/>
    </dgm:pt>
    <dgm:pt modelId="{D3E7D1B5-67C5-4664-9DD5-CA29026BBDF2}" type="pres">
      <dgm:prSet presAssocID="{37A1E649-061A-4232-9B37-963D93839053}" presName="compNode" presStyleCnt="0"/>
      <dgm:spPr/>
    </dgm:pt>
    <dgm:pt modelId="{F7793742-9BA0-4E39-B6C8-F355D34618FA}" type="pres">
      <dgm:prSet presAssocID="{37A1E649-061A-4232-9B37-963D93839053}" presName="bgRect" presStyleLbl="bgShp" presStyleIdx="2" presStyleCnt="5"/>
      <dgm:spPr/>
    </dgm:pt>
    <dgm:pt modelId="{79556627-F24D-4A6B-B82A-7224120D9ED9}" type="pres">
      <dgm:prSet presAssocID="{37A1E649-061A-4232-9B37-963D938390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3FD3C05-ABB0-441A-8294-7E84DDFFE4C5}" type="pres">
      <dgm:prSet presAssocID="{37A1E649-061A-4232-9B37-963D93839053}" presName="spaceRect" presStyleCnt="0"/>
      <dgm:spPr/>
    </dgm:pt>
    <dgm:pt modelId="{72A9FBDC-1CB3-4220-B3E5-CDB78BF27EE4}" type="pres">
      <dgm:prSet presAssocID="{37A1E649-061A-4232-9B37-963D93839053}" presName="parTx" presStyleLbl="revTx" presStyleIdx="4" presStyleCnt="10">
        <dgm:presLayoutVars>
          <dgm:chMax val="0"/>
          <dgm:chPref val="0"/>
        </dgm:presLayoutVars>
      </dgm:prSet>
      <dgm:spPr/>
    </dgm:pt>
    <dgm:pt modelId="{F5D491A1-39DC-4613-8C92-5BB93A2FC971}" type="pres">
      <dgm:prSet presAssocID="{37A1E649-061A-4232-9B37-963D93839053}" presName="desTx" presStyleLbl="revTx" presStyleIdx="5" presStyleCnt="10">
        <dgm:presLayoutVars/>
      </dgm:prSet>
      <dgm:spPr/>
    </dgm:pt>
    <dgm:pt modelId="{54C64CE2-6C45-413A-9D67-8E9D75C073E0}" type="pres">
      <dgm:prSet presAssocID="{845E5636-36A0-4B71-912E-F08B2A32CE59}" presName="sibTrans" presStyleCnt="0"/>
      <dgm:spPr/>
    </dgm:pt>
    <dgm:pt modelId="{C9711863-C54E-4CD5-80A2-C7C5F99D5037}" type="pres">
      <dgm:prSet presAssocID="{F3455013-8E03-478B-B8DD-B532846656CE}" presName="compNode" presStyleCnt="0"/>
      <dgm:spPr/>
    </dgm:pt>
    <dgm:pt modelId="{6437B58D-7364-410D-BDFE-0B6C7224EA69}" type="pres">
      <dgm:prSet presAssocID="{F3455013-8E03-478B-B8DD-B532846656CE}" presName="bgRect" presStyleLbl="bgShp" presStyleIdx="3" presStyleCnt="5"/>
      <dgm:spPr/>
    </dgm:pt>
    <dgm:pt modelId="{EFC0E377-23CC-498E-8C37-0EA9E73F0282}" type="pres">
      <dgm:prSet presAssocID="{F3455013-8E03-478B-B8DD-B532846656C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C693B42-F5AA-407C-AC55-4344ECFCF638}" type="pres">
      <dgm:prSet presAssocID="{F3455013-8E03-478B-B8DD-B532846656CE}" presName="spaceRect" presStyleCnt="0"/>
      <dgm:spPr/>
    </dgm:pt>
    <dgm:pt modelId="{59A4BB28-FEDE-4A80-B16B-F59E2F084729}" type="pres">
      <dgm:prSet presAssocID="{F3455013-8E03-478B-B8DD-B532846656CE}" presName="parTx" presStyleLbl="revTx" presStyleIdx="6" presStyleCnt="10">
        <dgm:presLayoutVars>
          <dgm:chMax val="0"/>
          <dgm:chPref val="0"/>
        </dgm:presLayoutVars>
      </dgm:prSet>
      <dgm:spPr/>
    </dgm:pt>
    <dgm:pt modelId="{D8B7FD5D-E130-4173-9BC2-B12F199D633E}" type="pres">
      <dgm:prSet presAssocID="{F3455013-8E03-478B-B8DD-B532846656CE}" presName="desTx" presStyleLbl="revTx" presStyleIdx="7" presStyleCnt="10">
        <dgm:presLayoutVars/>
      </dgm:prSet>
      <dgm:spPr/>
    </dgm:pt>
    <dgm:pt modelId="{F2E2A123-0774-4338-97BA-FA96602B813A}" type="pres">
      <dgm:prSet presAssocID="{E1E3403C-31DE-4741-87FE-708740A85D16}" presName="sibTrans" presStyleCnt="0"/>
      <dgm:spPr/>
    </dgm:pt>
    <dgm:pt modelId="{8C8C47E3-E095-4FE4-B3BC-AEB40D04D7B2}" type="pres">
      <dgm:prSet presAssocID="{0F33CD74-D2B7-4F18-A13A-81D1A6764E92}" presName="compNode" presStyleCnt="0"/>
      <dgm:spPr/>
    </dgm:pt>
    <dgm:pt modelId="{725C43A5-BE51-4184-A697-A0D7A8B11BC0}" type="pres">
      <dgm:prSet presAssocID="{0F33CD74-D2B7-4F18-A13A-81D1A6764E92}" presName="bgRect" presStyleLbl="bgShp" presStyleIdx="4" presStyleCnt="5"/>
      <dgm:spPr/>
    </dgm:pt>
    <dgm:pt modelId="{9EBEB4E3-81E6-48EB-9351-2DE17306F479}" type="pres">
      <dgm:prSet presAssocID="{0F33CD74-D2B7-4F18-A13A-81D1A6764E9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B100E76-55AA-4B55-B8AB-12364E34C597}" type="pres">
      <dgm:prSet presAssocID="{0F33CD74-D2B7-4F18-A13A-81D1A6764E92}" presName="spaceRect" presStyleCnt="0"/>
      <dgm:spPr/>
    </dgm:pt>
    <dgm:pt modelId="{99480168-80F1-4973-90D2-6DFDD5905C14}" type="pres">
      <dgm:prSet presAssocID="{0F33CD74-D2B7-4F18-A13A-81D1A6764E92}" presName="parTx" presStyleLbl="revTx" presStyleIdx="8" presStyleCnt="10">
        <dgm:presLayoutVars>
          <dgm:chMax val="0"/>
          <dgm:chPref val="0"/>
        </dgm:presLayoutVars>
      </dgm:prSet>
      <dgm:spPr/>
    </dgm:pt>
    <dgm:pt modelId="{8342643F-A7CA-420D-A26A-C0E1E3992644}" type="pres">
      <dgm:prSet presAssocID="{0F33CD74-D2B7-4F18-A13A-81D1A6764E92}" presName="desTx" presStyleLbl="revTx" presStyleIdx="9" presStyleCnt="10">
        <dgm:presLayoutVars/>
      </dgm:prSet>
      <dgm:spPr/>
    </dgm:pt>
  </dgm:ptLst>
  <dgm:cxnLst>
    <dgm:cxn modelId="{4F123D09-FA0F-4B3B-B905-4847236D6660}" type="presOf" srcId="{DAC97F57-D72C-4A2D-83A5-075803D731E1}" destId="{45F10963-74D8-4390-BB52-A4552D24521B}" srcOrd="0" destOrd="0" presId="urn:microsoft.com/office/officeart/2018/2/layout/IconVerticalSolidList"/>
    <dgm:cxn modelId="{3B74ED18-9FCA-4986-87A2-9D2D17C6AB5B}" srcId="{5148C596-E9FC-4920-AF6A-1BB2B31BD09B}" destId="{37A1E649-061A-4232-9B37-963D93839053}" srcOrd="2" destOrd="0" parTransId="{F420408F-FEE4-4F9D-8690-CAA22BEA230F}" sibTransId="{845E5636-36A0-4B71-912E-F08B2A32CE59}"/>
    <dgm:cxn modelId="{DC32431D-77A4-42C6-B964-F0D2D60B2773}" type="presOf" srcId="{307CBAC8-5AC5-425B-84CA-6930EA52F8F4}" destId="{B24107FE-92A5-4A4D-BFFA-CE06FB9F2195}" srcOrd="0" destOrd="1" presId="urn:microsoft.com/office/officeart/2018/2/layout/IconVerticalSolidList"/>
    <dgm:cxn modelId="{DB9FD21E-39C7-44DC-A211-B44E6EEE54AE}" type="presOf" srcId="{2F0922D8-19E6-4327-B665-048FD37807FC}" destId="{F5D491A1-39DC-4613-8C92-5BB93A2FC971}" srcOrd="0" destOrd="0" presId="urn:microsoft.com/office/officeart/2018/2/layout/IconVerticalSolidList"/>
    <dgm:cxn modelId="{FD5A5B21-8B85-4E15-98ED-144406EBBB66}" srcId="{5148C596-E9FC-4920-AF6A-1BB2B31BD09B}" destId="{F3455013-8E03-478B-B8DD-B532846656CE}" srcOrd="3" destOrd="0" parTransId="{056CD6A0-3DE8-47BC-AFC6-19B91BDA876A}" sibTransId="{E1E3403C-31DE-4741-87FE-708740A85D16}"/>
    <dgm:cxn modelId="{2755B628-59C8-4EF4-AF5C-B4889CA1EFD4}" srcId="{DAC97F57-D72C-4A2D-83A5-075803D731E1}" destId="{F847A93A-50E3-4502-9643-C0F4A1BD0491}" srcOrd="0" destOrd="0" parTransId="{31247696-F39C-4E06-9B22-62CF9E4A60D0}" sibTransId="{CA52F709-0C4B-466A-AF2E-00040E4E6840}"/>
    <dgm:cxn modelId="{DA8F572F-AAA5-494D-A788-D135F5C7BA27}" type="presOf" srcId="{F383D72C-091D-42A5-B5F7-6FEAC02EACEC}" destId="{8342643F-A7CA-420D-A26A-C0E1E3992644}" srcOrd="0" destOrd="1" presId="urn:microsoft.com/office/officeart/2018/2/layout/IconVerticalSolidList"/>
    <dgm:cxn modelId="{29792030-8AF7-42A4-8634-52E711B17691}" srcId="{5148C596-E9FC-4920-AF6A-1BB2B31BD09B}" destId="{1A1BFB10-8FAF-4550-BD2E-FB935798A82E}" srcOrd="1" destOrd="0" parTransId="{C672AEC6-991A-492D-AB61-E8F607CC990A}" sibTransId="{60697D00-B92C-43EA-99E2-9155A65301A3}"/>
    <dgm:cxn modelId="{4496263F-56E8-4554-954A-B14A984709F7}" type="presOf" srcId="{0F33CD74-D2B7-4F18-A13A-81D1A6764E92}" destId="{99480168-80F1-4973-90D2-6DFDD5905C14}" srcOrd="0" destOrd="0" presId="urn:microsoft.com/office/officeart/2018/2/layout/IconVerticalSolidList"/>
    <dgm:cxn modelId="{64B57A43-82A3-429A-84FE-7B303A2B5C90}" srcId="{37A1E649-061A-4232-9B37-963D93839053}" destId="{9ABB58BF-077E-4D1F-A497-0259A147053F}" srcOrd="1" destOrd="0" parTransId="{6CE96EC3-8DCB-4249-8CD2-545117AD2B85}" sibTransId="{26D71619-218C-40D5-BD8E-6D5EE3137716}"/>
    <dgm:cxn modelId="{2B904A44-5B95-4EC3-9EBE-F7046AB5C0EB}" type="presOf" srcId="{9ABB58BF-077E-4D1F-A497-0259A147053F}" destId="{F5D491A1-39DC-4613-8C92-5BB93A2FC971}" srcOrd="0" destOrd="1" presId="urn:microsoft.com/office/officeart/2018/2/layout/IconVerticalSolidList"/>
    <dgm:cxn modelId="{A7DA8747-C960-44F3-9087-E71ECC90FC36}" type="presOf" srcId="{F847A93A-50E3-4502-9643-C0F4A1BD0491}" destId="{FA3D61CA-4CC0-4631-9CEE-3EE9A6913F4C}" srcOrd="0" destOrd="0" presId="urn:microsoft.com/office/officeart/2018/2/layout/IconVerticalSolidList"/>
    <dgm:cxn modelId="{2D9BE752-4F45-4949-9834-5567972B91D9}" srcId="{5148C596-E9FC-4920-AF6A-1BB2B31BD09B}" destId="{0F33CD74-D2B7-4F18-A13A-81D1A6764E92}" srcOrd="4" destOrd="0" parTransId="{D552FDEA-7581-4418-A8C7-EF269C1B1434}" sibTransId="{245B5EFA-2A0F-41D6-9436-69D23DC1BCA6}"/>
    <dgm:cxn modelId="{602FB377-836C-491A-ADB0-680FA2E0B573}" srcId="{F3455013-8E03-478B-B8DD-B532846656CE}" destId="{5FA6405A-6EC0-4DD5-B53A-1D199FE6F015}" srcOrd="0" destOrd="0" parTransId="{BFF812D6-BA25-409E-B7B2-4C82B011CA4E}" sibTransId="{E87B5C9E-7F08-42A4-A90A-5856293FC913}"/>
    <dgm:cxn modelId="{C9309A7A-CB73-458F-BEC4-D35FF0A5D752}" type="presOf" srcId="{3DB2DB14-F2F3-4836-A72D-A2F3900D1303}" destId="{B24107FE-92A5-4A4D-BFFA-CE06FB9F2195}" srcOrd="0" destOrd="0" presId="urn:microsoft.com/office/officeart/2018/2/layout/IconVerticalSolidList"/>
    <dgm:cxn modelId="{163B497C-B5BA-4FEF-82AE-C693A78C89EE}" type="presOf" srcId="{37A1E649-061A-4232-9B37-963D93839053}" destId="{72A9FBDC-1CB3-4220-B3E5-CDB78BF27EE4}" srcOrd="0" destOrd="0" presId="urn:microsoft.com/office/officeart/2018/2/layout/IconVerticalSolidList"/>
    <dgm:cxn modelId="{E520337D-BAA3-4AB3-B11D-D249855E3259}" type="presOf" srcId="{FE2E52F7-7984-4475-B46E-28695EA9CE5E}" destId="{FA3D61CA-4CC0-4631-9CEE-3EE9A6913F4C}" srcOrd="0" destOrd="1" presId="urn:microsoft.com/office/officeart/2018/2/layout/IconVerticalSolidList"/>
    <dgm:cxn modelId="{82C3358A-5982-40BC-8E3E-1BEE4A3E000B}" srcId="{0F33CD74-D2B7-4F18-A13A-81D1A6764E92}" destId="{F383D72C-091D-42A5-B5F7-6FEAC02EACEC}" srcOrd="1" destOrd="0" parTransId="{65175750-32CB-4247-95BE-70C0AA4D179E}" sibTransId="{77487CFD-6A51-4F39-94A8-7249EF353201}"/>
    <dgm:cxn modelId="{F890C592-34B4-4FE2-8C72-2C1D1F2DF1DE}" srcId="{DAC97F57-D72C-4A2D-83A5-075803D731E1}" destId="{FE2E52F7-7984-4475-B46E-28695EA9CE5E}" srcOrd="1" destOrd="0" parTransId="{F018473C-C491-4B22-9149-AC2315BF2DE5}" sibTransId="{E668665D-E8E6-4C05-99F8-E2FC3C13EAFF}"/>
    <dgm:cxn modelId="{E351089C-D885-4E73-9A46-7AB54D42B74F}" srcId="{F3455013-8E03-478B-B8DD-B532846656CE}" destId="{180EC43A-BE74-470E-B758-97EC7E7D0710}" srcOrd="1" destOrd="0" parTransId="{4869CCF9-2574-4132-8E9C-8C5F0F38CED5}" sibTransId="{6CEBD47C-1536-49B5-93A7-07EE82CD53C3}"/>
    <dgm:cxn modelId="{C9CCDEAA-C126-43F3-8042-CC3C68D16660}" type="presOf" srcId="{5FA6405A-6EC0-4DD5-B53A-1D199FE6F015}" destId="{D8B7FD5D-E130-4173-9BC2-B12F199D633E}" srcOrd="0" destOrd="0" presId="urn:microsoft.com/office/officeart/2018/2/layout/IconVerticalSolidList"/>
    <dgm:cxn modelId="{202E57AC-A43B-463E-B37B-94638DF36917}" type="presOf" srcId="{1A1BFB10-8FAF-4550-BD2E-FB935798A82E}" destId="{ACE21C33-4650-405D-864D-26D27EC9522B}" srcOrd="0" destOrd="0" presId="urn:microsoft.com/office/officeart/2018/2/layout/IconVerticalSolidList"/>
    <dgm:cxn modelId="{95EA85B0-3565-4AE1-B992-1C5DCBFD7325}" srcId="{37A1E649-061A-4232-9B37-963D93839053}" destId="{2F0922D8-19E6-4327-B665-048FD37807FC}" srcOrd="0" destOrd="0" parTransId="{46A5F4D9-273C-4B53-9828-DDF4187CDE2B}" sibTransId="{610907CB-2F1D-4AE1-B1BE-6F23F7F27C41}"/>
    <dgm:cxn modelId="{88B5CCB5-8493-42EE-91AC-5374BB3F6790}" srcId="{0F33CD74-D2B7-4F18-A13A-81D1A6764E92}" destId="{7A5C75D3-051F-4A46-8C8D-64A16D98282F}" srcOrd="0" destOrd="0" parTransId="{BFFC0052-3D53-462F-91DD-EB8AE7E44B90}" sibTransId="{220068B9-9C21-4710-A6B8-87A9710771C1}"/>
    <dgm:cxn modelId="{039546C0-8E64-4872-9D43-F74E2B9314CE}" type="presOf" srcId="{F3455013-8E03-478B-B8DD-B532846656CE}" destId="{59A4BB28-FEDE-4A80-B16B-F59E2F084729}" srcOrd="0" destOrd="0" presId="urn:microsoft.com/office/officeart/2018/2/layout/IconVerticalSolidList"/>
    <dgm:cxn modelId="{056A8DC0-DB3C-4878-9419-DF036091D980}" srcId="{1A1BFB10-8FAF-4550-BD2E-FB935798A82E}" destId="{3DB2DB14-F2F3-4836-A72D-A2F3900D1303}" srcOrd="0" destOrd="0" parTransId="{C9AEA79D-D277-43FE-AB1F-2817D65974A9}" sibTransId="{5D045426-BEF3-46D6-9784-05910EB401FF}"/>
    <dgm:cxn modelId="{3D1529CC-3FDC-42EF-A9B4-FD04CCB2EC23}" type="presOf" srcId="{180EC43A-BE74-470E-B758-97EC7E7D0710}" destId="{D8B7FD5D-E130-4173-9BC2-B12F199D633E}" srcOrd="0" destOrd="1" presId="urn:microsoft.com/office/officeart/2018/2/layout/IconVerticalSolidList"/>
    <dgm:cxn modelId="{F78A90D2-9B9B-4CBC-9818-A2497C4D9EEA}" type="presOf" srcId="{5148C596-E9FC-4920-AF6A-1BB2B31BD09B}" destId="{808C7168-3A5E-4BE3-BCEF-0B0937CE4BD1}" srcOrd="0" destOrd="0" presId="urn:microsoft.com/office/officeart/2018/2/layout/IconVerticalSolidList"/>
    <dgm:cxn modelId="{E9CC95D4-5CE0-4C5F-A164-83700D8143A4}" srcId="{1A1BFB10-8FAF-4550-BD2E-FB935798A82E}" destId="{307CBAC8-5AC5-425B-84CA-6930EA52F8F4}" srcOrd="1" destOrd="0" parTransId="{3346D501-73B3-4C6E-963F-41555C9F1257}" sibTransId="{B25E38AA-6D3A-4825-BE02-2780E5C95C7A}"/>
    <dgm:cxn modelId="{DA39F7DD-9258-43B2-B889-09B46E39B517}" srcId="{5148C596-E9FC-4920-AF6A-1BB2B31BD09B}" destId="{DAC97F57-D72C-4A2D-83A5-075803D731E1}" srcOrd="0" destOrd="0" parTransId="{5AB39A5D-A0D1-40E1-8AA5-94DA0DDE8167}" sibTransId="{7D7A27EF-DDF2-4172-B488-FF92C275749E}"/>
    <dgm:cxn modelId="{1CCCAFFF-E4C7-4FB2-96BA-FEC5E79CD092}" type="presOf" srcId="{7A5C75D3-051F-4A46-8C8D-64A16D98282F}" destId="{8342643F-A7CA-420D-A26A-C0E1E3992644}" srcOrd="0" destOrd="0" presId="urn:microsoft.com/office/officeart/2018/2/layout/IconVerticalSolidList"/>
    <dgm:cxn modelId="{FF9796E4-197A-4F5E-900B-9064FF00E98E}" type="presParOf" srcId="{808C7168-3A5E-4BE3-BCEF-0B0937CE4BD1}" destId="{4B0C256A-CF76-4EDD-B501-240C361B7777}" srcOrd="0" destOrd="0" presId="urn:microsoft.com/office/officeart/2018/2/layout/IconVerticalSolidList"/>
    <dgm:cxn modelId="{65D4B069-1B51-4246-8A80-2CE8CC94EF64}" type="presParOf" srcId="{4B0C256A-CF76-4EDD-B501-240C361B7777}" destId="{2A41FB47-D901-4321-8F15-53CDBB72D49D}" srcOrd="0" destOrd="0" presId="urn:microsoft.com/office/officeart/2018/2/layout/IconVerticalSolidList"/>
    <dgm:cxn modelId="{956AC899-AD5E-451C-ABD5-8F2CD800DB3D}" type="presParOf" srcId="{4B0C256A-CF76-4EDD-B501-240C361B7777}" destId="{338E601C-4486-4733-9510-9369DA339252}" srcOrd="1" destOrd="0" presId="urn:microsoft.com/office/officeart/2018/2/layout/IconVerticalSolidList"/>
    <dgm:cxn modelId="{6A7AE9E6-1559-4804-8BE7-41113D1ADA41}" type="presParOf" srcId="{4B0C256A-CF76-4EDD-B501-240C361B7777}" destId="{4B6E3986-6555-4327-BFCE-5256B35605C5}" srcOrd="2" destOrd="0" presId="urn:microsoft.com/office/officeart/2018/2/layout/IconVerticalSolidList"/>
    <dgm:cxn modelId="{12D519CA-A639-4605-A81E-5521D9C764E5}" type="presParOf" srcId="{4B0C256A-CF76-4EDD-B501-240C361B7777}" destId="{45F10963-74D8-4390-BB52-A4552D24521B}" srcOrd="3" destOrd="0" presId="urn:microsoft.com/office/officeart/2018/2/layout/IconVerticalSolidList"/>
    <dgm:cxn modelId="{0536EF5E-3ABD-47DA-B718-CD3400F5875F}" type="presParOf" srcId="{4B0C256A-CF76-4EDD-B501-240C361B7777}" destId="{FA3D61CA-4CC0-4631-9CEE-3EE9A6913F4C}" srcOrd="4" destOrd="0" presId="urn:microsoft.com/office/officeart/2018/2/layout/IconVerticalSolidList"/>
    <dgm:cxn modelId="{81D429DF-BF61-41EE-ABA4-042A90FBB837}" type="presParOf" srcId="{808C7168-3A5E-4BE3-BCEF-0B0937CE4BD1}" destId="{A95BAC92-FEDF-4A76-93A3-20493270AAC9}" srcOrd="1" destOrd="0" presId="urn:microsoft.com/office/officeart/2018/2/layout/IconVerticalSolidList"/>
    <dgm:cxn modelId="{5DDBDCD9-2ED3-44FE-90EA-FD8A948AB908}" type="presParOf" srcId="{808C7168-3A5E-4BE3-BCEF-0B0937CE4BD1}" destId="{7CC05B4B-237B-4F22-BFCA-7612FCA9477E}" srcOrd="2" destOrd="0" presId="urn:microsoft.com/office/officeart/2018/2/layout/IconVerticalSolidList"/>
    <dgm:cxn modelId="{3FD16DC8-EC01-4F40-A761-F6663E898FD5}" type="presParOf" srcId="{7CC05B4B-237B-4F22-BFCA-7612FCA9477E}" destId="{79E5829A-3B23-4B2E-8C47-7C55DB33981C}" srcOrd="0" destOrd="0" presId="urn:microsoft.com/office/officeart/2018/2/layout/IconVerticalSolidList"/>
    <dgm:cxn modelId="{B5757151-4353-4327-BE8E-B5EF4CD1CB1B}" type="presParOf" srcId="{7CC05B4B-237B-4F22-BFCA-7612FCA9477E}" destId="{E794E0CA-95B1-4F59-9196-999B12DA3129}" srcOrd="1" destOrd="0" presId="urn:microsoft.com/office/officeart/2018/2/layout/IconVerticalSolidList"/>
    <dgm:cxn modelId="{FF44D3E2-1F59-43D6-BFCE-796722F9C9C7}" type="presParOf" srcId="{7CC05B4B-237B-4F22-BFCA-7612FCA9477E}" destId="{99650E7E-DD35-4813-B4C5-B48B60D27A49}" srcOrd="2" destOrd="0" presId="urn:microsoft.com/office/officeart/2018/2/layout/IconVerticalSolidList"/>
    <dgm:cxn modelId="{82D10328-ABC8-43FB-A97D-B100361FB5D4}" type="presParOf" srcId="{7CC05B4B-237B-4F22-BFCA-7612FCA9477E}" destId="{ACE21C33-4650-405D-864D-26D27EC9522B}" srcOrd="3" destOrd="0" presId="urn:microsoft.com/office/officeart/2018/2/layout/IconVerticalSolidList"/>
    <dgm:cxn modelId="{E8D1713B-7804-4325-8639-7C75C5D42D02}" type="presParOf" srcId="{7CC05B4B-237B-4F22-BFCA-7612FCA9477E}" destId="{B24107FE-92A5-4A4D-BFFA-CE06FB9F2195}" srcOrd="4" destOrd="0" presId="urn:microsoft.com/office/officeart/2018/2/layout/IconVerticalSolidList"/>
    <dgm:cxn modelId="{E6D8670A-7B94-418F-9F3C-A9E8C62F6BA1}" type="presParOf" srcId="{808C7168-3A5E-4BE3-BCEF-0B0937CE4BD1}" destId="{656FA711-C55B-4E5F-B3A3-9D7C705EB3B2}" srcOrd="3" destOrd="0" presId="urn:microsoft.com/office/officeart/2018/2/layout/IconVerticalSolidList"/>
    <dgm:cxn modelId="{D2E45F2C-E3F4-405D-889B-E3FFC1A01DA0}" type="presParOf" srcId="{808C7168-3A5E-4BE3-BCEF-0B0937CE4BD1}" destId="{D3E7D1B5-67C5-4664-9DD5-CA29026BBDF2}" srcOrd="4" destOrd="0" presId="urn:microsoft.com/office/officeart/2018/2/layout/IconVerticalSolidList"/>
    <dgm:cxn modelId="{ADE63D51-506E-4BB1-B5A2-ACA7561E2517}" type="presParOf" srcId="{D3E7D1B5-67C5-4664-9DD5-CA29026BBDF2}" destId="{F7793742-9BA0-4E39-B6C8-F355D34618FA}" srcOrd="0" destOrd="0" presId="urn:microsoft.com/office/officeart/2018/2/layout/IconVerticalSolidList"/>
    <dgm:cxn modelId="{71AB8BCB-F444-4DE9-845D-3BEBD4467991}" type="presParOf" srcId="{D3E7D1B5-67C5-4664-9DD5-CA29026BBDF2}" destId="{79556627-F24D-4A6B-B82A-7224120D9ED9}" srcOrd="1" destOrd="0" presId="urn:microsoft.com/office/officeart/2018/2/layout/IconVerticalSolidList"/>
    <dgm:cxn modelId="{649F4604-5C37-4E2A-8216-8EE0368DA01F}" type="presParOf" srcId="{D3E7D1B5-67C5-4664-9DD5-CA29026BBDF2}" destId="{F3FD3C05-ABB0-441A-8294-7E84DDFFE4C5}" srcOrd="2" destOrd="0" presId="urn:microsoft.com/office/officeart/2018/2/layout/IconVerticalSolidList"/>
    <dgm:cxn modelId="{465FE13E-57C3-4E3C-BCE2-A164B460AB09}" type="presParOf" srcId="{D3E7D1B5-67C5-4664-9DD5-CA29026BBDF2}" destId="{72A9FBDC-1CB3-4220-B3E5-CDB78BF27EE4}" srcOrd="3" destOrd="0" presId="urn:microsoft.com/office/officeart/2018/2/layout/IconVerticalSolidList"/>
    <dgm:cxn modelId="{8D78D8CF-073D-40CD-8E2C-47996A447F3D}" type="presParOf" srcId="{D3E7D1B5-67C5-4664-9DD5-CA29026BBDF2}" destId="{F5D491A1-39DC-4613-8C92-5BB93A2FC971}" srcOrd="4" destOrd="0" presId="urn:microsoft.com/office/officeart/2018/2/layout/IconVerticalSolidList"/>
    <dgm:cxn modelId="{8C905B7E-D286-4AF0-A31C-112C3BCC3D56}" type="presParOf" srcId="{808C7168-3A5E-4BE3-BCEF-0B0937CE4BD1}" destId="{54C64CE2-6C45-413A-9D67-8E9D75C073E0}" srcOrd="5" destOrd="0" presId="urn:microsoft.com/office/officeart/2018/2/layout/IconVerticalSolidList"/>
    <dgm:cxn modelId="{2C3D83D9-01D9-4E9D-82C0-28915A254D44}" type="presParOf" srcId="{808C7168-3A5E-4BE3-BCEF-0B0937CE4BD1}" destId="{C9711863-C54E-4CD5-80A2-C7C5F99D5037}" srcOrd="6" destOrd="0" presId="urn:microsoft.com/office/officeart/2018/2/layout/IconVerticalSolidList"/>
    <dgm:cxn modelId="{F698BBC1-5DD7-444C-8459-79C8DBE4FCA4}" type="presParOf" srcId="{C9711863-C54E-4CD5-80A2-C7C5F99D5037}" destId="{6437B58D-7364-410D-BDFE-0B6C7224EA69}" srcOrd="0" destOrd="0" presId="urn:microsoft.com/office/officeart/2018/2/layout/IconVerticalSolidList"/>
    <dgm:cxn modelId="{B905A4A9-A77C-4537-BF5B-B87939DB48DE}" type="presParOf" srcId="{C9711863-C54E-4CD5-80A2-C7C5F99D5037}" destId="{EFC0E377-23CC-498E-8C37-0EA9E73F0282}" srcOrd="1" destOrd="0" presId="urn:microsoft.com/office/officeart/2018/2/layout/IconVerticalSolidList"/>
    <dgm:cxn modelId="{FD14375C-820C-45B3-AE97-BE646B51C88C}" type="presParOf" srcId="{C9711863-C54E-4CD5-80A2-C7C5F99D5037}" destId="{1C693B42-F5AA-407C-AC55-4344ECFCF638}" srcOrd="2" destOrd="0" presId="urn:microsoft.com/office/officeart/2018/2/layout/IconVerticalSolidList"/>
    <dgm:cxn modelId="{D38FD0AC-17AC-4510-A12A-0652CE8BAED6}" type="presParOf" srcId="{C9711863-C54E-4CD5-80A2-C7C5F99D5037}" destId="{59A4BB28-FEDE-4A80-B16B-F59E2F084729}" srcOrd="3" destOrd="0" presId="urn:microsoft.com/office/officeart/2018/2/layout/IconVerticalSolidList"/>
    <dgm:cxn modelId="{14E7E785-27B9-4441-9D8C-19A984277B86}" type="presParOf" srcId="{C9711863-C54E-4CD5-80A2-C7C5F99D5037}" destId="{D8B7FD5D-E130-4173-9BC2-B12F199D633E}" srcOrd="4" destOrd="0" presId="urn:microsoft.com/office/officeart/2018/2/layout/IconVerticalSolidList"/>
    <dgm:cxn modelId="{8C32BE52-5954-40AA-AC9F-44D9242D3769}" type="presParOf" srcId="{808C7168-3A5E-4BE3-BCEF-0B0937CE4BD1}" destId="{F2E2A123-0774-4338-97BA-FA96602B813A}" srcOrd="7" destOrd="0" presId="urn:microsoft.com/office/officeart/2018/2/layout/IconVerticalSolidList"/>
    <dgm:cxn modelId="{01DA8B57-D993-4B51-A9BD-1898C28E2458}" type="presParOf" srcId="{808C7168-3A5E-4BE3-BCEF-0B0937CE4BD1}" destId="{8C8C47E3-E095-4FE4-B3BC-AEB40D04D7B2}" srcOrd="8" destOrd="0" presId="urn:microsoft.com/office/officeart/2018/2/layout/IconVerticalSolidList"/>
    <dgm:cxn modelId="{EE94D03C-46ED-4163-99C4-85FCB8BFF550}" type="presParOf" srcId="{8C8C47E3-E095-4FE4-B3BC-AEB40D04D7B2}" destId="{725C43A5-BE51-4184-A697-A0D7A8B11BC0}" srcOrd="0" destOrd="0" presId="urn:microsoft.com/office/officeart/2018/2/layout/IconVerticalSolidList"/>
    <dgm:cxn modelId="{39C5E4C0-CD3A-4860-AB0B-035E0AECDC65}" type="presParOf" srcId="{8C8C47E3-E095-4FE4-B3BC-AEB40D04D7B2}" destId="{9EBEB4E3-81E6-48EB-9351-2DE17306F479}" srcOrd="1" destOrd="0" presId="urn:microsoft.com/office/officeart/2018/2/layout/IconVerticalSolidList"/>
    <dgm:cxn modelId="{715AE718-673B-4AD7-97ED-14F88881A455}" type="presParOf" srcId="{8C8C47E3-E095-4FE4-B3BC-AEB40D04D7B2}" destId="{CB100E76-55AA-4B55-B8AB-12364E34C597}" srcOrd="2" destOrd="0" presId="urn:microsoft.com/office/officeart/2018/2/layout/IconVerticalSolidList"/>
    <dgm:cxn modelId="{753894C8-4130-433A-8A86-7474D303EEDC}" type="presParOf" srcId="{8C8C47E3-E095-4FE4-B3BC-AEB40D04D7B2}" destId="{99480168-80F1-4973-90D2-6DFDD5905C14}" srcOrd="3" destOrd="0" presId="urn:microsoft.com/office/officeart/2018/2/layout/IconVerticalSolidList"/>
    <dgm:cxn modelId="{6CB858E9-1F36-4B91-926D-779BC0EC77D1}" type="presParOf" srcId="{8C8C47E3-E095-4FE4-B3BC-AEB40D04D7B2}" destId="{8342643F-A7CA-420D-A26A-C0E1E399264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D9BFB19-4FBE-4D5B-839C-5954F52CE971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0219EB-8697-4C60-86EA-4A01F4CDADDB}">
      <dgm:prSet/>
      <dgm:spPr/>
      <dgm:t>
        <a:bodyPr/>
        <a:lstStyle/>
        <a:p>
          <a:r>
            <a:rPr lang="en-US"/>
            <a:t>Stateful: Orchestrator and Entity Functions</a:t>
          </a:r>
        </a:p>
      </dgm:t>
    </dgm:pt>
    <dgm:pt modelId="{80D541F7-3DA6-4868-9778-2E48429F97B2}" type="parTrans" cxnId="{9F58B815-8295-48BD-9F9D-2B2408C08E36}">
      <dgm:prSet/>
      <dgm:spPr/>
      <dgm:t>
        <a:bodyPr/>
        <a:lstStyle/>
        <a:p>
          <a:endParaRPr lang="en-US"/>
        </a:p>
      </dgm:t>
    </dgm:pt>
    <dgm:pt modelId="{39D9BAAE-DEDE-4C2E-855F-4919143CCBC8}" type="sibTrans" cxnId="{9F58B815-8295-48BD-9F9D-2B2408C08E36}">
      <dgm:prSet/>
      <dgm:spPr/>
      <dgm:t>
        <a:bodyPr/>
        <a:lstStyle/>
        <a:p>
          <a:endParaRPr lang="en-US"/>
        </a:p>
      </dgm:t>
    </dgm:pt>
    <dgm:pt modelId="{A7C9270D-A9F4-475A-9C22-129C69F69039}">
      <dgm:prSet/>
      <dgm:spPr/>
      <dgm:t>
        <a:bodyPr/>
        <a:lstStyle/>
        <a:p>
          <a:r>
            <a:rPr lang="en-US"/>
            <a:t>Stateless: Client and Activity Functions</a:t>
          </a:r>
        </a:p>
      </dgm:t>
    </dgm:pt>
    <dgm:pt modelId="{3E56F9F2-1D27-4B5C-83AA-D775C58875DA}" type="parTrans" cxnId="{B5A6473F-5FCE-4968-8DC4-E2F1D1425A62}">
      <dgm:prSet/>
      <dgm:spPr/>
      <dgm:t>
        <a:bodyPr/>
        <a:lstStyle/>
        <a:p>
          <a:endParaRPr lang="en-US"/>
        </a:p>
      </dgm:t>
    </dgm:pt>
    <dgm:pt modelId="{D11F4509-0895-4FF3-A60A-63F2A6C40C91}" type="sibTrans" cxnId="{B5A6473F-5FCE-4968-8DC4-E2F1D1425A62}">
      <dgm:prSet/>
      <dgm:spPr/>
      <dgm:t>
        <a:bodyPr/>
        <a:lstStyle/>
        <a:p>
          <a:endParaRPr lang="en-US"/>
        </a:p>
      </dgm:t>
    </dgm:pt>
    <dgm:pt modelId="{86813DBB-EE2F-4737-AA0E-6EB90FD4FE17}" type="pres">
      <dgm:prSet presAssocID="{3D9BFB19-4FBE-4D5B-839C-5954F52CE97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285565D-A897-4A04-8BEA-7A56BDBE177A}" type="pres">
      <dgm:prSet presAssocID="{AA0219EB-8697-4C60-86EA-4A01F4CDADDB}" presName="root" presStyleCnt="0"/>
      <dgm:spPr/>
    </dgm:pt>
    <dgm:pt modelId="{8A39B195-4819-4BD0-9F51-6FEAEC3FF6CB}" type="pres">
      <dgm:prSet presAssocID="{AA0219EB-8697-4C60-86EA-4A01F4CDADDB}" presName="rootComposite" presStyleCnt="0"/>
      <dgm:spPr/>
    </dgm:pt>
    <dgm:pt modelId="{F4D87FB6-5A65-4DCF-9BC0-E2682313B47D}" type="pres">
      <dgm:prSet presAssocID="{AA0219EB-8697-4C60-86EA-4A01F4CDADDB}" presName="rootText" presStyleLbl="node1" presStyleIdx="0" presStyleCnt="2"/>
      <dgm:spPr/>
    </dgm:pt>
    <dgm:pt modelId="{9BC5923B-EC82-4976-A23D-DF2F05B0047D}" type="pres">
      <dgm:prSet presAssocID="{AA0219EB-8697-4C60-86EA-4A01F4CDADDB}" presName="rootConnector" presStyleLbl="node1" presStyleIdx="0" presStyleCnt="2"/>
      <dgm:spPr/>
    </dgm:pt>
    <dgm:pt modelId="{F67AAF36-3CC6-4513-9B2B-EEB01DABC39A}" type="pres">
      <dgm:prSet presAssocID="{AA0219EB-8697-4C60-86EA-4A01F4CDADDB}" presName="childShape" presStyleCnt="0"/>
      <dgm:spPr/>
    </dgm:pt>
    <dgm:pt modelId="{19A44A1C-6531-47BE-BD26-70FEC7AB299E}" type="pres">
      <dgm:prSet presAssocID="{A7C9270D-A9F4-475A-9C22-129C69F69039}" presName="root" presStyleCnt="0"/>
      <dgm:spPr/>
    </dgm:pt>
    <dgm:pt modelId="{2B6806BA-F42F-443D-8647-F7F25B3D4945}" type="pres">
      <dgm:prSet presAssocID="{A7C9270D-A9F4-475A-9C22-129C69F69039}" presName="rootComposite" presStyleCnt="0"/>
      <dgm:spPr/>
    </dgm:pt>
    <dgm:pt modelId="{F3DF76C2-48EC-43AD-BB6A-7C97BBC29CE0}" type="pres">
      <dgm:prSet presAssocID="{A7C9270D-A9F4-475A-9C22-129C69F69039}" presName="rootText" presStyleLbl="node1" presStyleIdx="1" presStyleCnt="2"/>
      <dgm:spPr/>
    </dgm:pt>
    <dgm:pt modelId="{DAE76FC6-9B44-4918-9101-CFA145D8D5A3}" type="pres">
      <dgm:prSet presAssocID="{A7C9270D-A9F4-475A-9C22-129C69F69039}" presName="rootConnector" presStyleLbl="node1" presStyleIdx="1" presStyleCnt="2"/>
      <dgm:spPr/>
    </dgm:pt>
    <dgm:pt modelId="{E965E7F1-9288-44E4-A18C-80827FB5A7EB}" type="pres">
      <dgm:prSet presAssocID="{A7C9270D-A9F4-475A-9C22-129C69F69039}" presName="childShape" presStyleCnt="0"/>
      <dgm:spPr/>
    </dgm:pt>
  </dgm:ptLst>
  <dgm:cxnLst>
    <dgm:cxn modelId="{06EF9100-8328-4764-BD62-0B303E306164}" type="presOf" srcId="{AA0219EB-8697-4C60-86EA-4A01F4CDADDB}" destId="{9BC5923B-EC82-4976-A23D-DF2F05B0047D}" srcOrd="1" destOrd="0" presId="urn:microsoft.com/office/officeart/2005/8/layout/hierarchy3"/>
    <dgm:cxn modelId="{9F58B815-8295-48BD-9F9D-2B2408C08E36}" srcId="{3D9BFB19-4FBE-4D5B-839C-5954F52CE971}" destId="{AA0219EB-8697-4C60-86EA-4A01F4CDADDB}" srcOrd="0" destOrd="0" parTransId="{80D541F7-3DA6-4868-9778-2E48429F97B2}" sibTransId="{39D9BAAE-DEDE-4C2E-855F-4919143CCBC8}"/>
    <dgm:cxn modelId="{368D6E1B-9C2D-42BA-935F-C20CD7E1C88B}" type="presOf" srcId="{AA0219EB-8697-4C60-86EA-4A01F4CDADDB}" destId="{F4D87FB6-5A65-4DCF-9BC0-E2682313B47D}" srcOrd="0" destOrd="0" presId="urn:microsoft.com/office/officeart/2005/8/layout/hierarchy3"/>
    <dgm:cxn modelId="{B5A6473F-5FCE-4968-8DC4-E2F1D1425A62}" srcId="{3D9BFB19-4FBE-4D5B-839C-5954F52CE971}" destId="{A7C9270D-A9F4-475A-9C22-129C69F69039}" srcOrd="1" destOrd="0" parTransId="{3E56F9F2-1D27-4B5C-83AA-D775C58875DA}" sibTransId="{D11F4509-0895-4FF3-A60A-63F2A6C40C91}"/>
    <dgm:cxn modelId="{947CC873-F6F8-4149-8246-ABCF83EEE658}" type="presOf" srcId="{3D9BFB19-4FBE-4D5B-839C-5954F52CE971}" destId="{86813DBB-EE2F-4737-AA0E-6EB90FD4FE17}" srcOrd="0" destOrd="0" presId="urn:microsoft.com/office/officeart/2005/8/layout/hierarchy3"/>
    <dgm:cxn modelId="{5AB45E57-89F4-4D9A-9997-D1F81B2687E8}" type="presOf" srcId="{A7C9270D-A9F4-475A-9C22-129C69F69039}" destId="{DAE76FC6-9B44-4918-9101-CFA145D8D5A3}" srcOrd="1" destOrd="0" presId="urn:microsoft.com/office/officeart/2005/8/layout/hierarchy3"/>
    <dgm:cxn modelId="{4DA321A0-DD02-4DBD-9880-8FAADDD7D7DB}" type="presOf" srcId="{A7C9270D-A9F4-475A-9C22-129C69F69039}" destId="{F3DF76C2-48EC-43AD-BB6A-7C97BBC29CE0}" srcOrd="0" destOrd="0" presId="urn:microsoft.com/office/officeart/2005/8/layout/hierarchy3"/>
    <dgm:cxn modelId="{17CD6563-4E5C-4822-923E-506CD926E1BC}" type="presParOf" srcId="{86813DBB-EE2F-4737-AA0E-6EB90FD4FE17}" destId="{B285565D-A897-4A04-8BEA-7A56BDBE177A}" srcOrd="0" destOrd="0" presId="urn:microsoft.com/office/officeart/2005/8/layout/hierarchy3"/>
    <dgm:cxn modelId="{F694A068-C378-47E0-A09A-4617F44D92CC}" type="presParOf" srcId="{B285565D-A897-4A04-8BEA-7A56BDBE177A}" destId="{8A39B195-4819-4BD0-9F51-6FEAEC3FF6CB}" srcOrd="0" destOrd="0" presId="urn:microsoft.com/office/officeart/2005/8/layout/hierarchy3"/>
    <dgm:cxn modelId="{5D86A626-FCB0-45B8-BB87-560C10517F4A}" type="presParOf" srcId="{8A39B195-4819-4BD0-9F51-6FEAEC3FF6CB}" destId="{F4D87FB6-5A65-4DCF-9BC0-E2682313B47D}" srcOrd="0" destOrd="0" presId="urn:microsoft.com/office/officeart/2005/8/layout/hierarchy3"/>
    <dgm:cxn modelId="{DE98A671-B350-4241-BD4E-FFEDC4FF8F9F}" type="presParOf" srcId="{8A39B195-4819-4BD0-9F51-6FEAEC3FF6CB}" destId="{9BC5923B-EC82-4976-A23D-DF2F05B0047D}" srcOrd="1" destOrd="0" presId="urn:microsoft.com/office/officeart/2005/8/layout/hierarchy3"/>
    <dgm:cxn modelId="{315A1A90-4684-4FCF-B4E3-0EF56E4FE696}" type="presParOf" srcId="{B285565D-A897-4A04-8BEA-7A56BDBE177A}" destId="{F67AAF36-3CC6-4513-9B2B-EEB01DABC39A}" srcOrd="1" destOrd="0" presId="urn:microsoft.com/office/officeart/2005/8/layout/hierarchy3"/>
    <dgm:cxn modelId="{87844BE1-A7A9-491B-BE77-AEB9B7CEFCD5}" type="presParOf" srcId="{86813DBB-EE2F-4737-AA0E-6EB90FD4FE17}" destId="{19A44A1C-6531-47BE-BD26-70FEC7AB299E}" srcOrd="1" destOrd="0" presId="urn:microsoft.com/office/officeart/2005/8/layout/hierarchy3"/>
    <dgm:cxn modelId="{9A4662F5-4B4A-4560-9452-B0798350C864}" type="presParOf" srcId="{19A44A1C-6531-47BE-BD26-70FEC7AB299E}" destId="{2B6806BA-F42F-443D-8647-F7F25B3D4945}" srcOrd="0" destOrd="0" presId="urn:microsoft.com/office/officeart/2005/8/layout/hierarchy3"/>
    <dgm:cxn modelId="{DC259E4A-8B54-4F53-AC0D-2983E807EEF2}" type="presParOf" srcId="{2B6806BA-F42F-443D-8647-F7F25B3D4945}" destId="{F3DF76C2-48EC-43AD-BB6A-7C97BBC29CE0}" srcOrd="0" destOrd="0" presId="urn:microsoft.com/office/officeart/2005/8/layout/hierarchy3"/>
    <dgm:cxn modelId="{13775BFA-8481-482D-8BF2-EDD7D2D13810}" type="presParOf" srcId="{2B6806BA-F42F-443D-8647-F7F25B3D4945}" destId="{DAE76FC6-9B44-4918-9101-CFA145D8D5A3}" srcOrd="1" destOrd="0" presId="urn:microsoft.com/office/officeart/2005/8/layout/hierarchy3"/>
    <dgm:cxn modelId="{1E4516E7-AEB9-4DB7-9C90-14B1F0CBE29C}" type="presParOf" srcId="{19A44A1C-6531-47BE-BD26-70FEC7AB299E}" destId="{E965E7F1-9288-44E4-A18C-80827FB5A7E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6FB7B84-D4A9-4D1A-A41A-7C6508D3B65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82FA1E-9C4C-4EFA-8512-FAF57E6A933C}">
      <dgm:prSet/>
      <dgm:spPr/>
      <dgm:t>
        <a:bodyPr/>
        <a:lstStyle/>
        <a:p>
          <a:r>
            <a:rPr lang="en-US" dirty="0"/>
            <a:t>Sequential execution of functions</a:t>
          </a:r>
        </a:p>
      </dgm:t>
    </dgm:pt>
    <dgm:pt modelId="{F1BA8A33-EAFF-4005-BF22-CDDB5088CEB1}" type="parTrans" cxnId="{6E7F032A-39D4-4C9D-AB77-8863F8EF09C2}">
      <dgm:prSet/>
      <dgm:spPr/>
      <dgm:t>
        <a:bodyPr/>
        <a:lstStyle/>
        <a:p>
          <a:endParaRPr lang="en-US"/>
        </a:p>
      </dgm:t>
    </dgm:pt>
    <dgm:pt modelId="{7011BE6C-AE95-4DA9-8740-86CEC9DB44A9}" type="sibTrans" cxnId="{6E7F032A-39D4-4C9D-AB77-8863F8EF09C2}">
      <dgm:prSet/>
      <dgm:spPr/>
      <dgm:t>
        <a:bodyPr/>
        <a:lstStyle/>
        <a:p>
          <a:endParaRPr lang="en-US"/>
        </a:p>
      </dgm:t>
    </dgm:pt>
    <dgm:pt modelId="{836F3CDC-F3A3-4DFA-84AB-92CB53C267C9}">
      <dgm:prSet/>
      <dgm:spPr/>
      <dgm:t>
        <a:bodyPr/>
        <a:lstStyle/>
        <a:p>
          <a:r>
            <a:rPr lang="en-US" dirty="0"/>
            <a:t>Each function’s output is the next function’s input</a:t>
          </a:r>
        </a:p>
      </dgm:t>
    </dgm:pt>
    <dgm:pt modelId="{94339D8D-3740-42AF-9BC2-5A79AD87367E}" type="parTrans" cxnId="{46FEB99E-7897-4918-8E35-CA0005D641A6}">
      <dgm:prSet/>
      <dgm:spPr/>
      <dgm:t>
        <a:bodyPr/>
        <a:lstStyle/>
        <a:p>
          <a:endParaRPr lang="en-US"/>
        </a:p>
      </dgm:t>
    </dgm:pt>
    <dgm:pt modelId="{09659A60-EEF1-45D1-8A75-4D906EB6E482}" type="sibTrans" cxnId="{46FEB99E-7897-4918-8E35-CA0005D641A6}">
      <dgm:prSet/>
      <dgm:spPr/>
      <dgm:t>
        <a:bodyPr/>
        <a:lstStyle/>
        <a:p>
          <a:endParaRPr lang="en-US"/>
        </a:p>
      </dgm:t>
    </dgm:pt>
    <dgm:pt modelId="{419A5746-2845-403F-B28B-ECE71EE464F1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[</a:t>
          </a:r>
          <a:r>
            <a:rPr lang="en-US" dirty="0" err="1"/>
            <a:t>FunctionName</a:t>
          </a:r>
          <a:r>
            <a:rPr lang="en-US" dirty="0"/>
            <a:t>("</a:t>
          </a:r>
          <a:r>
            <a:rPr lang="en-US" dirty="0" err="1"/>
            <a:t>FunctionChainingExample</a:t>
          </a:r>
          <a:r>
            <a:rPr lang="en-US" dirty="0"/>
            <a:t>")]</a:t>
          </a:r>
        </a:p>
      </dgm:t>
    </dgm:pt>
    <dgm:pt modelId="{2CAF6C30-9E45-4892-8456-A8AD39E1EB95}" type="parTrans" cxnId="{4BC6357E-7DEB-45C7-821C-4CAA57EAFB26}">
      <dgm:prSet/>
      <dgm:spPr/>
      <dgm:t>
        <a:bodyPr/>
        <a:lstStyle/>
        <a:p>
          <a:endParaRPr lang="en-US"/>
        </a:p>
      </dgm:t>
    </dgm:pt>
    <dgm:pt modelId="{2B084343-FA08-4F65-BD70-2023AB6B9445}" type="sibTrans" cxnId="{4BC6357E-7DEB-45C7-821C-4CAA57EAFB26}">
      <dgm:prSet/>
      <dgm:spPr/>
      <dgm:t>
        <a:bodyPr/>
        <a:lstStyle/>
        <a:p>
          <a:endParaRPr lang="en-US"/>
        </a:p>
      </dgm:t>
    </dgm:pt>
    <dgm:pt modelId="{DC389A1C-5DCD-4547-B505-04D57B4922B3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public static async Task&lt;object&gt; Run([</a:t>
          </a:r>
          <a:r>
            <a:rPr lang="en-US" dirty="0" err="1"/>
            <a:t>OrchestrationTrigger</a:t>
          </a:r>
          <a:r>
            <a:rPr lang="en-US" dirty="0"/>
            <a:t>] </a:t>
          </a:r>
          <a:r>
            <a:rPr lang="en-US" dirty="0" err="1"/>
            <a:t>IDurableOrchestrationContext</a:t>
          </a:r>
          <a:r>
            <a:rPr lang="en-US" dirty="0"/>
            <a:t> context)</a:t>
          </a:r>
        </a:p>
      </dgm:t>
    </dgm:pt>
    <dgm:pt modelId="{FD45B344-2467-4F42-B797-3216B5DB80D8}" type="parTrans" cxnId="{67E44B87-2432-4DBA-9439-1498B22E62E6}">
      <dgm:prSet/>
      <dgm:spPr/>
      <dgm:t>
        <a:bodyPr/>
        <a:lstStyle/>
        <a:p>
          <a:endParaRPr lang="en-US"/>
        </a:p>
      </dgm:t>
    </dgm:pt>
    <dgm:pt modelId="{D39DB26B-B1DA-420C-ACB1-5BDD9C6A16EE}" type="sibTrans" cxnId="{67E44B87-2432-4DBA-9439-1498B22E62E6}">
      <dgm:prSet/>
      <dgm:spPr/>
      <dgm:t>
        <a:bodyPr/>
        <a:lstStyle/>
        <a:p>
          <a:endParaRPr lang="en-US"/>
        </a:p>
      </dgm:t>
    </dgm:pt>
    <dgm:pt modelId="{3981732B-F70F-4B4B-BA1E-3E6D0185EBC0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{</a:t>
          </a:r>
        </a:p>
      </dgm:t>
    </dgm:pt>
    <dgm:pt modelId="{5AAA5160-A5E0-4340-B1D1-A3E09873B2A5}" type="parTrans" cxnId="{013E3155-EB1C-4069-8418-AAB7D74C2BEB}">
      <dgm:prSet/>
      <dgm:spPr/>
      <dgm:t>
        <a:bodyPr/>
        <a:lstStyle/>
        <a:p>
          <a:endParaRPr lang="en-US"/>
        </a:p>
      </dgm:t>
    </dgm:pt>
    <dgm:pt modelId="{9A8579E5-371B-4B27-81ED-123822457F6B}" type="sibTrans" cxnId="{013E3155-EB1C-4069-8418-AAB7D74C2BEB}">
      <dgm:prSet/>
      <dgm:spPr/>
      <dgm:t>
        <a:bodyPr/>
        <a:lstStyle/>
        <a:p>
          <a:endParaRPr lang="en-US"/>
        </a:p>
      </dgm:t>
    </dgm:pt>
    <dgm:pt modelId="{ABDB3A11-27CE-417E-89E8-C3B3AB165739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var res1 = await </a:t>
          </a:r>
          <a:r>
            <a:rPr lang="en-US" dirty="0" err="1"/>
            <a:t>context.CallActivityAsync</a:t>
          </a:r>
          <a:r>
            <a:rPr lang="en-US" dirty="0"/>
            <a:t>&lt;object&gt;("myfunc1", null);</a:t>
          </a:r>
        </a:p>
      </dgm:t>
    </dgm:pt>
    <dgm:pt modelId="{4B59CEB0-9BBE-4F07-9B78-4C7336817712}" type="parTrans" cxnId="{91143BE1-1DE8-4348-8421-3027FDFCD18A}">
      <dgm:prSet/>
      <dgm:spPr/>
      <dgm:t>
        <a:bodyPr/>
        <a:lstStyle/>
        <a:p>
          <a:endParaRPr lang="en-US"/>
        </a:p>
      </dgm:t>
    </dgm:pt>
    <dgm:pt modelId="{DF2D1459-0A1D-4653-8376-0F3AC46479C6}" type="sibTrans" cxnId="{91143BE1-1DE8-4348-8421-3027FDFCD18A}">
      <dgm:prSet/>
      <dgm:spPr/>
      <dgm:t>
        <a:bodyPr/>
        <a:lstStyle/>
        <a:p>
          <a:endParaRPr lang="en-US"/>
        </a:p>
      </dgm:t>
    </dgm:pt>
    <dgm:pt modelId="{0DC620CD-CEC9-4210-969C-87DC1BD97AD0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var res2 = await </a:t>
          </a:r>
          <a:r>
            <a:rPr lang="en-US" dirty="0" err="1"/>
            <a:t>context.CallActivityAsync</a:t>
          </a:r>
          <a:r>
            <a:rPr lang="en-US" dirty="0"/>
            <a:t>&lt;object&gt;("myfunc2", res1);</a:t>
          </a:r>
        </a:p>
      </dgm:t>
    </dgm:pt>
    <dgm:pt modelId="{6DDB82AE-5EB4-4EC9-8F0A-FFE0B5DC247B}" type="parTrans" cxnId="{8AAFC894-71D8-4F3C-9F2F-1EC635B4B590}">
      <dgm:prSet/>
      <dgm:spPr/>
      <dgm:t>
        <a:bodyPr/>
        <a:lstStyle/>
        <a:p>
          <a:endParaRPr lang="en-US"/>
        </a:p>
      </dgm:t>
    </dgm:pt>
    <dgm:pt modelId="{E1CE1968-CE57-4F41-8DA5-28A560D5052A}" type="sibTrans" cxnId="{8AAFC894-71D8-4F3C-9F2F-1EC635B4B590}">
      <dgm:prSet/>
      <dgm:spPr/>
      <dgm:t>
        <a:bodyPr/>
        <a:lstStyle/>
        <a:p>
          <a:endParaRPr lang="en-US"/>
        </a:p>
      </dgm:t>
    </dgm:pt>
    <dgm:pt modelId="{5601BAAA-5BB1-4CE2-91A1-9A9E7BF20C27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var </a:t>
          </a:r>
          <a:r>
            <a:rPr lang="en-US" dirty="0" err="1"/>
            <a:t>finalresult</a:t>
          </a:r>
          <a:r>
            <a:rPr lang="en-US" dirty="0"/>
            <a:t> = await </a:t>
          </a:r>
          <a:r>
            <a:rPr lang="en-US" dirty="0" err="1"/>
            <a:t>context.CallActivityAsync</a:t>
          </a:r>
          <a:r>
            <a:rPr lang="en-US" dirty="0"/>
            <a:t>&lt;object&gt;("myfunc3", res2);</a:t>
          </a:r>
        </a:p>
      </dgm:t>
    </dgm:pt>
    <dgm:pt modelId="{665E3905-9318-4FCC-9EFA-315062079DDD}" type="parTrans" cxnId="{B9B88D2F-9B1C-46B8-B4B7-243A7CC78955}">
      <dgm:prSet/>
      <dgm:spPr/>
      <dgm:t>
        <a:bodyPr/>
        <a:lstStyle/>
        <a:p>
          <a:endParaRPr lang="en-US"/>
        </a:p>
      </dgm:t>
    </dgm:pt>
    <dgm:pt modelId="{F425698E-E9DF-4E50-A8BF-39A46A2C437E}" type="sibTrans" cxnId="{B9B88D2F-9B1C-46B8-B4B7-243A7CC78955}">
      <dgm:prSet/>
      <dgm:spPr/>
      <dgm:t>
        <a:bodyPr/>
        <a:lstStyle/>
        <a:p>
          <a:endParaRPr lang="en-US"/>
        </a:p>
      </dgm:t>
    </dgm:pt>
    <dgm:pt modelId="{F45FC6DA-4CCB-405B-9811-BD7EEAD59C0F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return await </a:t>
          </a:r>
          <a:r>
            <a:rPr lang="en-US" dirty="0" err="1"/>
            <a:t>context.CallActivityAsync</a:t>
          </a:r>
          <a:r>
            <a:rPr lang="en-US" dirty="0"/>
            <a:t>&lt;object&gt;("myfunc4", </a:t>
          </a:r>
          <a:r>
            <a:rPr lang="en-US" dirty="0" err="1"/>
            <a:t>finalresult</a:t>
          </a:r>
          <a:r>
            <a:rPr lang="en-US" dirty="0"/>
            <a:t>);</a:t>
          </a:r>
        </a:p>
      </dgm:t>
    </dgm:pt>
    <dgm:pt modelId="{982C1F63-5408-4AF8-AD1E-F6A4BAD4ECA0}" type="parTrans" cxnId="{A18EEE73-A88F-4672-A22D-FD8948BBACC0}">
      <dgm:prSet/>
      <dgm:spPr/>
      <dgm:t>
        <a:bodyPr/>
        <a:lstStyle/>
        <a:p>
          <a:endParaRPr lang="en-US"/>
        </a:p>
      </dgm:t>
    </dgm:pt>
    <dgm:pt modelId="{3B85F5E8-DFD9-4451-B0E4-157CC6B0DCC4}" type="sibTrans" cxnId="{A18EEE73-A88F-4672-A22D-FD8948BBACC0}">
      <dgm:prSet/>
      <dgm:spPr/>
      <dgm:t>
        <a:bodyPr/>
        <a:lstStyle/>
        <a:p>
          <a:endParaRPr lang="en-US"/>
        </a:p>
      </dgm:t>
    </dgm:pt>
    <dgm:pt modelId="{BE040AB8-0DC3-434B-98AB-12F594C8C593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}</a:t>
          </a:r>
        </a:p>
      </dgm:t>
    </dgm:pt>
    <dgm:pt modelId="{7CAC737E-198B-4BAD-9E99-02007696CFAB}" type="parTrans" cxnId="{EFCC0DDC-75DC-4761-9C55-4910579A13DF}">
      <dgm:prSet/>
      <dgm:spPr/>
      <dgm:t>
        <a:bodyPr/>
        <a:lstStyle/>
        <a:p>
          <a:endParaRPr lang="en-US"/>
        </a:p>
      </dgm:t>
    </dgm:pt>
    <dgm:pt modelId="{D919EFCB-702B-4214-A8B4-1E0AA8DB8E96}" type="sibTrans" cxnId="{EFCC0DDC-75DC-4761-9C55-4910579A13DF}">
      <dgm:prSet/>
      <dgm:spPr/>
      <dgm:t>
        <a:bodyPr/>
        <a:lstStyle/>
        <a:p>
          <a:endParaRPr lang="en-US"/>
        </a:p>
      </dgm:t>
    </dgm:pt>
    <dgm:pt modelId="{4501A0A9-EDCA-4744-8577-6DCEB18AE3C8}" type="pres">
      <dgm:prSet presAssocID="{46FB7B84-D4A9-4D1A-A41A-7C6508D3B655}" presName="linear" presStyleCnt="0">
        <dgm:presLayoutVars>
          <dgm:animLvl val="lvl"/>
          <dgm:resizeHandles val="exact"/>
        </dgm:presLayoutVars>
      </dgm:prSet>
      <dgm:spPr/>
    </dgm:pt>
    <dgm:pt modelId="{C4041969-F988-4E37-A37F-49D68C4FB317}" type="pres">
      <dgm:prSet presAssocID="{8D82FA1E-9C4C-4EFA-8512-FAF57E6A93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D45CD0-E57E-4138-97F6-6A75825A5627}" type="pres">
      <dgm:prSet presAssocID="{7011BE6C-AE95-4DA9-8740-86CEC9DB44A9}" presName="spacer" presStyleCnt="0"/>
      <dgm:spPr/>
    </dgm:pt>
    <dgm:pt modelId="{B4EA920B-46EA-4EAA-B720-1BEB76EEE262}" type="pres">
      <dgm:prSet presAssocID="{836F3CDC-F3A3-4DFA-84AB-92CB53C267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A359796-9128-4355-8141-86BC2B15102B}" type="pres">
      <dgm:prSet presAssocID="{836F3CDC-F3A3-4DFA-84AB-92CB53C267C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3B64E24-DC72-43A1-9FC2-95F4312B8120}" type="presOf" srcId="{F45FC6DA-4CCB-405B-9811-BD7EEAD59C0F}" destId="{0A359796-9128-4355-8141-86BC2B15102B}" srcOrd="0" destOrd="6" presId="urn:microsoft.com/office/officeart/2005/8/layout/vList2"/>
    <dgm:cxn modelId="{6E7F032A-39D4-4C9D-AB77-8863F8EF09C2}" srcId="{46FB7B84-D4A9-4D1A-A41A-7C6508D3B655}" destId="{8D82FA1E-9C4C-4EFA-8512-FAF57E6A933C}" srcOrd="0" destOrd="0" parTransId="{F1BA8A33-EAFF-4005-BF22-CDDB5088CEB1}" sibTransId="{7011BE6C-AE95-4DA9-8740-86CEC9DB44A9}"/>
    <dgm:cxn modelId="{82856C2B-C1D8-49E8-893F-4E8314EC0CAC}" type="presOf" srcId="{ABDB3A11-27CE-417E-89E8-C3B3AB165739}" destId="{0A359796-9128-4355-8141-86BC2B15102B}" srcOrd="0" destOrd="3" presId="urn:microsoft.com/office/officeart/2005/8/layout/vList2"/>
    <dgm:cxn modelId="{B9B88D2F-9B1C-46B8-B4B7-243A7CC78955}" srcId="{836F3CDC-F3A3-4DFA-84AB-92CB53C267C9}" destId="{5601BAAA-5BB1-4CE2-91A1-9A9E7BF20C27}" srcOrd="5" destOrd="0" parTransId="{665E3905-9318-4FCC-9EFA-315062079DDD}" sibTransId="{F425698E-E9DF-4E50-A8BF-39A46A2C437E}"/>
    <dgm:cxn modelId="{88423033-3B87-40FC-BC25-433DE24F882E}" type="presOf" srcId="{8D82FA1E-9C4C-4EFA-8512-FAF57E6A933C}" destId="{C4041969-F988-4E37-A37F-49D68C4FB317}" srcOrd="0" destOrd="0" presId="urn:microsoft.com/office/officeart/2005/8/layout/vList2"/>
    <dgm:cxn modelId="{886DAF60-44B8-4C3A-ABFB-290800367F7C}" type="presOf" srcId="{46FB7B84-D4A9-4D1A-A41A-7C6508D3B655}" destId="{4501A0A9-EDCA-4744-8577-6DCEB18AE3C8}" srcOrd="0" destOrd="0" presId="urn:microsoft.com/office/officeart/2005/8/layout/vList2"/>
    <dgm:cxn modelId="{92D04946-D3C6-4737-9C00-A34C2288E6E1}" type="presOf" srcId="{0DC620CD-CEC9-4210-969C-87DC1BD97AD0}" destId="{0A359796-9128-4355-8141-86BC2B15102B}" srcOrd="0" destOrd="4" presId="urn:microsoft.com/office/officeart/2005/8/layout/vList2"/>
    <dgm:cxn modelId="{A18EEE73-A88F-4672-A22D-FD8948BBACC0}" srcId="{836F3CDC-F3A3-4DFA-84AB-92CB53C267C9}" destId="{F45FC6DA-4CCB-405B-9811-BD7EEAD59C0F}" srcOrd="6" destOrd="0" parTransId="{982C1F63-5408-4AF8-AD1E-F6A4BAD4ECA0}" sibTransId="{3B85F5E8-DFD9-4451-B0E4-157CC6B0DCC4}"/>
    <dgm:cxn modelId="{013E3155-EB1C-4069-8418-AAB7D74C2BEB}" srcId="{836F3CDC-F3A3-4DFA-84AB-92CB53C267C9}" destId="{3981732B-F70F-4B4B-BA1E-3E6D0185EBC0}" srcOrd="2" destOrd="0" parTransId="{5AAA5160-A5E0-4340-B1D1-A3E09873B2A5}" sibTransId="{9A8579E5-371B-4B27-81ED-123822457F6B}"/>
    <dgm:cxn modelId="{08E9C575-61AA-4EB6-AEF9-EECD3048A5D3}" type="presOf" srcId="{3981732B-F70F-4B4B-BA1E-3E6D0185EBC0}" destId="{0A359796-9128-4355-8141-86BC2B15102B}" srcOrd="0" destOrd="2" presId="urn:microsoft.com/office/officeart/2005/8/layout/vList2"/>
    <dgm:cxn modelId="{4BC6357E-7DEB-45C7-821C-4CAA57EAFB26}" srcId="{836F3CDC-F3A3-4DFA-84AB-92CB53C267C9}" destId="{419A5746-2845-403F-B28B-ECE71EE464F1}" srcOrd="0" destOrd="0" parTransId="{2CAF6C30-9E45-4892-8456-A8AD39E1EB95}" sibTransId="{2B084343-FA08-4F65-BD70-2023AB6B9445}"/>
    <dgm:cxn modelId="{67E44B87-2432-4DBA-9439-1498B22E62E6}" srcId="{836F3CDC-F3A3-4DFA-84AB-92CB53C267C9}" destId="{DC389A1C-5DCD-4547-B505-04D57B4922B3}" srcOrd="1" destOrd="0" parTransId="{FD45B344-2467-4F42-B797-3216B5DB80D8}" sibTransId="{D39DB26B-B1DA-420C-ACB1-5BDD9C6A16EE}"/>
    <dgm:cxn modelId="{CDF54D8E-F6A0-41C9-BB7B-18A28A887C8B}" type="presOf" srcId="{836F3CDC-F3A3-4DFA-84AB-92CB53C267C9}" destId="{B4EA920B-46EA-4EAA-B720-1BEB76EEE262}" srcOrd="0" destOrd="0" presId="urn:microsoft.com/office/officeart/2005/8/layout/vList2"/>
    <dgm:cxn modelId="{8AAFC894-71D8-4F3C-9F2F-1EC635B4B590}" srcId="{836F3CDC-F3A3-4DFA-84AB-92CB53C267C9}" destId="{0DC620CD-CEC9-4210-969C-87DC1BD97AD0}" srcOrd="4" destOrd="0" parTransId="{6DDB82AE-5EB4-4EC9-8F0A-FFE0B5DC247B}" sibTransId="{E1CE1968-CE57-4F41-8DA5-28A560D5052A}"/>
    <dgm:cxn modelId="{D35CAC99-92D3-4BD0-88D3-7ECBE7956D31}" type="presOf" srcId="{5601BAAA-5BB1-4CE2-91A1-9A9E7BF20C27}" destId="{0A359796-9128-4355-8141-86BC2B15102B}" srcOrd="0" destOrd="5" presId="urn:microsoft.com/office/officeart/2005/8/layout/vList2"/>
    <dgm:cxn modelId="{46FEB99E-7897-4918-8E35-CA0005D641A6}" srcId="{46FB7B84-D4A9-4D1A-A41A-7C6508D3B655}" destId="{836F3CDC-F3A3-4DFA-84AB-92CB53C267C9}" srcOrd="1" destOrd="0" parTransId="{94339D8D-3740-42AF-9BC2-5A79AD87367E}" sibTransId="{09659A60-EEF1-45D1-8A75-4D906EB6E482}"/>
    <dgm:cxn modelId="{4B63F9C3-E35C-4F6A-9543-AE4FE6F80B0D}" type="presOf" srcId="{419A5746-2845-403F-B28B-ECE71EE464F1}" destId="{0A359796-9128-4355-8141-86BC2B15102B}" srcOrd="0" destOrd="0" presId="urn:microsoft.com/office/officeart/2005/8/layout/vList2"/>
    <dgm:cxn modelId="{0CE929D2-74D8-4203-A21E-9BF07E3E24EA}" type="presOf" srcId="{BE040AB8-0DC3-434B-98AB-12F594C8C593}" destId="{0A359796-9128-4355-8141-86BC2B15102B}" srcOrd="0" destOrd="7" presId="urn:microsoft.com/office/officeart/2005/8/layout/vList2"/>
    <dgm:cxn modelId="{107D61D5-DB62-4FED-9520-A0FB9EBD6B35}" type="presOf" srcId="{DC389A1C-5DCD-4547-B505-04D57B4922B3}" destId="{0A359796-9128-4355-8141-86BC2B15102B}" srcOrd="0" destOrd="1" presId="urn:microsoft.com/office/officeart/2005/8/layout/vList2"/>
    <dgm:cxn modelId="{EFCC0DDC-75DC-4761-9C55-4910579A13DF}" srcId="{836F3CDC-F3A3-4DFA-84AB-92CB53C267C9}" destId="{BE040AB8-0DC3-434B-98AB-12F594C8C593}" srcOrd="7" destOrd="0" parTransId="{7CAC737E-198B-4BAD-9E99-02007696CFAB}" sibTransId="{D919EFCB-702B-4214-A8B4-1E0AA8DB8E96}"/>
    <dgm:cxn modelId="{91143BE1-1DE8-4348-8421-3027FDFCD18A}" srcId="{836F3CDC-F3A3-4DFA-84AB-92CB53C267C9}" destId="{ABDB3A11-27CE-417E-89E8-C3B3AB165739}" srcOrd="3" destOrd="0" parTransId="{4B59CEB0-9BBE-4F07-9B78-4C7336817712}" sibTransId="{DF2D1459-0A1D-4653-8376-0F3AC46479C6}"/>
    <dgm:cxn modelId="{A151AD6C-CE50-404C-89E0-77CB189A547C}" type="presParOf" srcId="{4501A0A9-EDCA-4744-8577-6DCEB18AE3C8}" destId="{C4041969-F988-4E37-A37F-49D68C4FB317}" srcOrd="0" destOrd="0" presId="urn:microsoft.com/office/officeart/2005/8/layout/vList2"/>
    <dgm:cxn modelId="{DA7E7385-D461-49B9-BC9C-B2D668A093B9}" type="presParOf" srcId="{4501A0A9-EDCA-4744-8577-6DCEB18AE3C8}" destId="{CBD45CD0-E57E-4138-97F6-6A75825A5627}" srcOrd="1" destOrd="0" presId="urn:microsoft.com/office/officeart/2005/8/layout/vList2"/>
    <dgm:cxn modelId="{92016576-019E-4EC6-89A4-776B7C2EEC84}" type="presParOf" srcId="{4501A0A9-EDCA-4744-8577-6DCEB18AE3C8}" destId="{B4EA920B-46EA-4EAA-B720-1BEB76EEE262}" srcOrd="2" destOrd="0" presId="urn:microsoft.com/office/officeart/2005/8/layout/vList2"/>
    <dgm:cxn modelId="{EDBF7823-4090-44AC-8C7E-95AA92F1A3A4}" type="presParOf" srcId="{4501A0A9-EDCA-4744-8577-6DCEB18AE3C8}" destId="{0A359796-9128-4355-8141-86BC2B15102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6D485A-53F4-43D2-BAE0-719A0D6F7AB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D4A180-ECF6-44E4-AF57-FAF7F5F238FC}">
      <dgm:prSet/>
      <dgm:spPr/>
      <dgm:t>
        <a:bodyPr/>
        <a:lstStyle/>
        <a:p>
          <a:r>
            <a:rPr lang="en-US"/>
            <a:t>Executes multiple functions in parallel</a:t>
          </a:r>
        </a:p>
      </dgm:t>
    </dgm:pt>
    <dgm:pt modelId="{535F107D-707C-4ECE-B043-37AA5F778E60}" type="parTrans" cxnId="{D355AF2C-ECBC-4FA2-9E5F-46ED2CBC9B3D}">
      <dgm:prSet/>
      <dgm:spPr/>
      <dgm:t>
        <a:bodyPr/>
        <a:lstStyle/>
        <a:p>
          <a:endParaRPr lang="en-US"/>
        </a:p>
      </dgm:t>
    </dgm:pt>
    <dgm:pt modelId="{0B37F624-D7FB-49D0-8E85-A1AE19973E88}" type="sibTrans" cxnId="{D355AF2C-ECBC-4FA2-9E5F-46ED2CBC9B3D}">
      <dgm:prSet/>
      <dgm:spPr/>
      <dgm:t>
        <a:bodyPr/>
        <a:lstStyle/>
        <a:p>
          <a:endParaRPr lang="en-US"/>
        </a:p>
      </dgm:t>
    </dgm:pt>
    <dgm:pt modelId="{DF3F1EC4-8872-41AF-8C42-1B4A6B26862A}">
      <dgm:prSet/>
      <dgm:spPr/>
      <dgm:t>
        <a:bodyPr/>
        <a:lstStyle/>
        <a:p>
          <a:r>
            <a:rPr lang="en-US"/>
            <a:t>Aggregates results</a:t>
          </a:r>
        </a:p>
      </dgm:t>
    </dgm:pt>
    <dgm:pt modelId="{C246ECB0-E0E5-4302-82F9-4F7638F56DD6}" type="parTrans" cxnId="{01B3766C-0358-4963-AA85-CCDD145F6470}">
      <dgm:prSet/>
      <dgm:spPr/>
      <dgm:t>
        <a:bodyPr/>
        <a:lstStyle/>
        <a:p>
          <a:endParaRPr lang="en-US"/>
        </a:p>
      </dgm:t>
    </dgm:pt>
    <dgm:pt modelId="{DEF1B66E-6654-4CA0-9DC5-F206B19721C0}" type="sibTrans" cxnId="{01B3766C-0358-4963-AA85-CCDD145F6470}">
      <dgm:prSet/>
      <dgm:spPr/>
      <dgm:t>
        <a:bodyPr/>
        <a:lstStyle/>
        <a:p>
          <a:endParaRPr lang="en-US"/>
        </a:p>
      </dgm:t>
    </dgm:pt>
    <dgm:pt modelId="{731EB77A-A2CE-4C6B-B9CA-18176BD38FA1}">
      <dgm:prSet/>
      <dgm:spPr/>
      <dgm:t>
        <a:bodyPr/>
        <a:lstStyle/>
        <a:p>
          <a:pPr>
            <a:buNone/>
          </a:pPr>
          <a:r>
            <a:rPr lang="en-US" dirty="0"/>
            <a:t>[</a:t>
          </a:r>
          <a:r>
            <a:rPr lang="en-US" dirty="0" err="1"/>
            <a:t>FunctionName</a:t>
          </a:r>
          <a:r>
            <a:rPr lang="en-US" dirty="0"/>
            <a:t>("</a:t>
          </a:r>
          <a:r>
            <a:rPr lang="en-US" dirty="0" err="1"/>
            <a:t>FanOutFanInExample</a:t>
          </a:r>
          <a:r>
            <a:rPr lang="en-US" dirty="0"/>
            <a:t>")]</a:t>
          </a:r>
        </a:p>
      </dgm:t>
    </dgm:pt>
    <dgm:pt modelId="{6E9C52FF-317D-499C-AFA9-409FB087DF33}" type="parTrans" cxnId="{8035A0B3-D58A-44A0-BE55-D3A4AB485DA3}">
      <dgm:prSet/>
      <dgm:spPr/>
      <dgm:t>
        <a:bodyPr/>
        <a:lstStyle/>
        <a:p>
          <a:endParaRPr lang="en-US"/>
        </a:p>
      </dgm:t>
    </dgm:pt>
    <dgm:pt modelId="{AC8CBDB7-13DE-447B-88F4-2AEB3BCB875B}" type="sibTrans" cxnId="{8035A0B3-D58A-44A0-BE55-D3A4AB485DA3}">
      <dgm:prSet/>
      <dgm:spPr/>
      <dgm:t>
        <a:bodyPr/>
        <a:lstStyle/>
        <a:p>
          <a:endParaRPr lang="en-US"/>
        </a:p>
      </dgm:t>
    </dgm:pt>
    <dgm:pt modelId="{2749E328-3568-429F-AB4D-2A07AAA8F788}">
      <dgm:prSet/>
      <dgm:spPr/>
      <dgm:t>
        <a:bodyPr/>
        <a:lstStyle/>
        <a:p>
          <a:pPr>
            <a:buNone/>
          </a:pPr>
          <a:r>
            <a:rPr lang="en-US" dirty="0"/>
            <a:t>public static async Task Run([</a:t>
          </a:r>
          <a:r>
            <a:rPr lang="en-US" dirty="0" err="1"/>
            <a:t>OrchestrationTrigger</a:t>
          </a:r>
          <a:r>
            <a:rPr lang="en-US" dirty="0"/>
            <a:t>] </a:t>
          </a:r>
          <a:r>
            <a:rPr lang="en-US" dirty="0" err="1"/>
            <a:t>IDurableOrchestrationContext</a:t>
          </a:r>
          <a:r>
            <a:rPr lang="en-US" dirty="0"/>
            <a:t> context)</a:t>
          </a:r>
        </a:p>
      </dgm:t>
    </dgm:pt>
    <dgm:pt modelId="{CE2DD91D-06E7-4AAD-A4A2-79F0329E39DC}" type="parTrans" cxnId="{FE3C7368-3A2F-4C58-A23A-C03AE3ABBB4D}">
      <dgm:prSet/>
      <dgm:spPr/>
      <dgm:t>
        <a:bodyPr/>
        <a:lstStyle/>
        <a:p>
          <a:endParaRPr lang="en-US"/>
        </a:p>
      </dgm:t>
    </dgm:pt>
    <dgm:pt modelId="{626155A8-33C3-45B2-A80B-FEE06EC16D66}" type="sibTrans" cxnId="{FE3C7368-3A2F-4C58-A23A-C03AE3ABBB4D}">
      <dgm:prSet/>
      <dgm:spPr/>
      <dgm:t>
        <a:bodyPr/>
        <a:lstStyle/>
        <a:p>
          <a:endParaRPr lang="en-US"/>
        </a:p>
      </dgm:t>
    </dgm:pt>
    <dgm:pt modelId="{7FED5494-09B9-4341-B003-0BF00EFBDCBA}">
      <dgm:prSet/>
      <dgm:spPr/>
      <dgm:t>
        <a:bodyPr/>
        <a:lstStyle/>
        <a:p>
          <a:pPr>
            <a:buNone/>
          </a:pPr>
          <a:r>
            <a:rPr lang="en-US"/>
            <a:t>{</a:t>
          </a:r>
        </a:p>
      </dgm:t>
    </dgm:pt>
    <dgm:pt modelId="{62540283-D65A-4D99-80B6-1297410D5D97}" type="parTrans" cxnId="{BE3DBB41-6327-480E-8E04-8C2AC9CADA46}">
      <dgm:prSet/>
      <dgm:spPr/>
      <dgm:t>
        <a:bodyPr/>
        <a:lstStyle/>
        <a:p>
          <a:endParaRPr lang="en-US"/>
        </a:p>
      </dgm:t>
    </dgm:pt>
    <dgm:pt modelId="{81337F5A-77D1-434D-859B-4870D683941E}" type="sibTrans" cxnId="{BE3DBB41-6327-480E-8E04-8C2AC9CADA46}">
      <dgm:prSet/>
      <dgm:spPr/>
      <dgm:t>
        <a:bodyPr/>
        <a:lstStyle/>
        <a:p>
          <a:endParaRPr lang="en-US"/>
        </a:p>
      </dgm:t>
    </dgm:pt>
    <dgm:pt modelId="{E05A2991-1593-41CC-9A1C-125273104ACF}">
      <dgm:prSet/>
      <dgm:spPr/>
      <dgm:t>
        <a:bodyPr/>
        <a:lstStyle/>
        <a:p>
          <a:pPr>
            <a:buNone/>
          </a:pPr>
          <a:r>
            <a:rPr lang="en-US"/>
            <a:t>var parallelTasks = new List&lt;Task&lt;int&gt;&gt;();</a:t>
          </a:r>
        </a:p>
      </dgm:t>
    </dgm:pt>
    <dgm:pt modelId="{486540C6-7EAF-4C11-B043-DE2838651467}" type="parTrans" cxnId="{FE9E2DA4-A4E9-421E-B5FF-C39E6DD35371}">
      <dgm:prSet/>
      <dgm:spPr/>
      <dgm:t>
        <a:bodyPr/>
        <a:lstStyle/>
        <a:p>
          <a:endParaRPr lang="en-US"/>
        </a:p>
      </dgm:t>
    </dgm:pt>
    <dgm:pt modelId="{551E15CA-0C9A-4A2C-9B3A-E552EC63336F}" type="sibTrans" cxnId="{FE9E2DA4-A4E9-421E-B5FF-C39E6DD35371}">
      <dgm:prSet/>
      <dgm:spPr/>
      <dgm:t>
        <a:bodyPr/>
        <a:lstStyle/>
        <a:p>
          <a:endParaRPr lang="en-US"/>
        </a:p>
      </dgm:t>
    </dgm:pt>
    <dgm:pt modelId="{950086DC-935F-40EF-81A5-740FFCFC9D5D}">
      <dgm:prSet/>
      <dgm:spPr/>
      <dgm:t>
        <a:bodyPr/>
        <a:lstStyle/>
        <a:p>
          <a:pPr>
            <a:buNone/>
          </a:pPr>
          <a:r>
            <a:rPr lang="en-US"/>
            <a:t>object[] workBatch = await context.CallActivityAsync&lt;object[]&gt;("F1", null);</a:t>
          </a:r>
        </a:p>
      </dgm:t>
    </dgm:pt>
    <dgm:pt modelId="{F7362514-58C4-4A50-B96C-656F05B33F06}" type="parTrans" cxnId="{184E151E-EB33-465C-B7C6-A1A0B876D2D3}">
      <dgm:prSet/>
      <dgm:spPr/>
      <dgm:t>
        <a:bodyPr/>
        <a:lstStyle/>
        <a:p>
          <a:endParaRPr lang="en-US"/>
        </a:p>
      </dgm:t>
    </dgm:pt>
    <dgm:pt modelId="{748F2999-9863-417C-8424-31F9885BB0ED}" type="sibTrans" cxnId="{184E151E-EB33-465C-B7C6-A1A0B876D2D3}">
      <dgm:prSet/>
      <dgm:spPr/>
      <dgm:t>
        <a:bodyPr/>
        <a:lstStyle/>
        <a:p>
          <a:endParaRPr lang="en-US"/>
        </a:p>
      </dgm:t>
    </dgm:pt>
    <dgm:pt modelId="{64AEC0D6-7EA2-44FD-BB78-B7895B559200}">
      <dgm:prSet/>
      <dgm:spPr/>
      <dgm:t>
        <a:bodyPr/>
        <a:lstStyle/>
        <a:p>
          <a:pPr>
            <a:buNone/>
          </a:pPr>
          <a:r>
            <a:rPr lang="en-US"/>
            <a:t>for (int i = 0; i &lt; workBatch.Length; i++)</a:t>
          </a:r>
        </a:p>
      </dgm:t>
    </dgm:pt>
    <dgm:pt modelId="{28D6A5AB-E117-4297-9D38-0C69B34A6A19}" type="parTrans" cxnId="{CEFAC06E-8335-4899-896C-1F6E4136C7F9}">
      <dgm:prSet/>
      <dgm:spPr/>
      <dgm:t>
        <a:bodyPr/>
        <a:lstStyle/>
        <a:p>
          <a:endParaRPr lang="en-US"/>
        </a:p>
      </dgm:t>
    </dgm:pt>
    <dgm:pt modelId="{E8B65DB4-3D98-4696-B790-B698AFAF41EC}" type="sibTrans" cxnId="{CEFAC06E-8335-4899-896C-1F6E4136C7F9}">
      <dgm:prSet/>
      <dgm:spPr/>
      <dgm:t>
        <a:bodyPr/>
        <a:lstStyle/>
        <a:p>
          <a:endParaRPr lang="en-US"/>
        </a:p>
      </dgm:t>
    </dgm:pt>
    <dgm:pt modelId="{587A29FD-12CB-4AA7-90EA-554C7CF1EB4A}">
      <dgm:prSet/>
      <dgm:spPr/>
      <dgm:t>
        <a:bodyPr/>
        <a:lstStyle/>
        <a:p>
          <a:pPr>
            <a:buNone/>
          </a:pPr>
          <a:r>
            <a:rPr lang="en-US"/>
            <a:t>{</a:t>
          </a:r>
        </a:p>
      </dgm:t>
    </dgm:pt>
    <dgm:pt modelId="{879BFD9A-D9FE-4B22-A03B-375499287B67}" type="parTrans" cxnId="{5F9B258F-F80B-49E5-AB93-A5E0B4E0A90C}">
      <dgm:prSet/>
      <dgm:spPr/>
      <dgm:t>
        <a:bodyPr/>
        <a:lstStyle/>
        <a:p>
          <a:endParaRPr lang="en-US"/>
        </a:p>
      </dgm:t>
    </dgm:pt>
    <dgm:pt modelId="{9C926208-6CCF-4CDE-9CDC-6FE12B540DE0}" type="sibTrans" cxnId="{5F9B258F-F80B-49E5-AB93-A5E0B4E0A90C}">
      <dgm:prSet/>
      <dgm:spPr/>
      <dgm:t>
        <a:bodyPr/>
        <a:lstStyle/>
        <a:p>
          <a:endParaRPr lang="en-US"/>
        </a:p>
      </dgm:t>
    </dgm:pt>
    <dgm:pt modelId="{FF919974-7619-4BD6-81C6-57F51C7EFE88}">
      <dgm:prSet/>
      <dgm:spPr/>
      <dgm:t>
        <a:bodyPr/>
        <a:lstStyle/>
        <a:p>
          <a:pPr>
            <a:buNone/>
          </a:pPr>
          <a:r>
            <a:rPr lang="en-US" dirty="0"/>
            <a:t>Task&lt;int&gt; task = </a:t>
          </a:r>
          <a:r>
            <a:rPr lang="en-US" dirty="0" err="1"/>
            <a:t>context.CallActivityAsync</a:t>
          </a:r>
          <a:r>
            <a:rPr lang="en-US" dirty="0"/>
            <a:t>&lt;int&gt;("F2", </a:t>
          </a:r>
          <a:r>
            <a:rPr lang="en-US" dirty="0" err="1"/>
            <a:t>workBatch</a:t>
          </a:r>
          <a:r>
            <a:rPr lang="en-US" dirty="0"/>
            <a:t>[</a:t>
          </a:r>
          <a:r>
            <a:rPr lang="en-US" dirty="0" err="1"/>
            <a:t>i</a:t>
          </a:r>
          <a:r>
            <a:rPr lang="en-US" dirty="0"/>
            <a:t>]);</a:t>
          </a:r>
        </a:p>
      </dgm:t>
    </dgm:pt>
    <dgm:pt modelId="{39C75C2E-C6B9-4071-B631-C5FA5828860A}" type="parTrans" cxnId="{A4181A82-A2C9-4853-99BB-9ACC073E7B13}">
      <dgm:prSet/>
      <dgm:spPr/>
      <dgm:t>
        <a:bodyPr/>
        <a:lstStyle/>
        <a:p>
          <a:endParaRPr lang="en-US"/>
        </a:p>
      </dgm:t>
    </dgm:pt>
    <dgm:pt modelId="{9ABDE591-A9D2-4D14-AA1E-FE6B5CF83BE8}" type="sibTrans" cxnId="{A4181A82-A2C9-4853-99BB-9ACC073E7B13}">
      <dgm:prSet/>
      <dgm:spPr/>
      <dgm:t>
        <a:bodyPr/>
        <a:lstStyle/>
        <a:p>
          <a:endParaRPr lang="en-US"/>
        </a:p>
      </dgm:t>
    </dgm:pt>
    <dgm:pt modelId="{F6A3EB91-F32C-46CB-971E-14858406C352}">
      <dgm:prSet/>
      <dgm:spPr/>
      <dgm:t>
        <a:bodyPr/>
        <a:lstStyle/>
        <a:p>
          <a:pPr>
            <a:buNone/>
          </a:pPr>
          <a:r>
            <a:rPr lang="en-US"/>
            <a:t>parallelTasks.Add(task);</a:t>
          </a:r>
        </a:p>
      </dgm:t>
    </dgm:pt>
    <dgm:pt modelId="{C9855745-CD02-4C3F-8CAC-30230376BD80}" type="parTrans" cxnId="{0298F657-3FC9-414C-A279-E85DC796EA2E}">
      <dgm:prSet/>
      <dgm:spPr/>
      <dgm:t>
        <a:bodyPr/>
        <a:lstStyle/>
        <a:p>
          <a:endParaRPr lang="en-US"/>
        </a:p>
      </dgm:t>
    </dgm:pt>
    <dgm:pt modelId="{178B73AC-8E04-4BC4-BA55-6FF0E40ED895}" type="sibTrans" cxnId="{0298F657-3FC9-414C-A279-E85DC796EA2E}">
      <dgm:prSet/>
      <dgm:spPr/>
      <dgm:t>
        <a:bodyPr/>
        <a:lstStyle/>
        <a:p>
          <a:endParaRPr lang="en-US"/>
        </a:p>
      </dgm:t>
    </dgm:pt>
    <dgm:pt modelId="{BF1B99C3-68B5-4DB3-BD4B-463246246ECA}">
      <dgm:prSet/>
      <dgm:spPr/>
      <dgm:t>
        <a:bodyPr/>
        <a:lstStyle/>
        <a:p>
          <a:pPr>
            <a:buNone/>
          </a:pPr>
          <a:r>
            <a:rPr lang="en-US"/>
            <a:t>}</a:t>
          </a:r>
        </a:p>
      </dgm:t>
    </dgm:pt>
    <dgm:pt modelId="{29C4B52B-B82A-4906-B061-D11B63F34AFB}" type="parTrans" cxnId="{0AA13DD2-E0A7-4925-A5EF-CE922AE17F4A}">
      <dgm:prSet/>
      <dgm:spPr/>
      <dgm:t>
        <a:bodyPr/>
        <a:lstStyle/>
        <a:p>
          <a:endParaRPr lang="en-US"/>
        </a:p>
      </dgm:t>
    </dgm:pt>
    <dgm:pt modelId="{D65DC28C-4865-4889-8B61-593848B60078}" type="sibTrans" cxnId="{0AA13DD2-E0A7-4925-A5EF-CE922AE17F4A}">
      <dgm:prSet/>
      <dgm:spPr/>
      <dgm:t>
        <a:bodyPr/>
        <a:lstStyle/>
        <a:p>
          <a:endParaRPr lang="en-US"/>
        </a:p>
      </dgm:t>
    </dgm:pt>
    <dgm:pt modelId="{9BEF50FD-9220-4FC4-904B-A3F669047E30}">
      <dgm:prSet/>
      <dgm:spPr/>
      <dgm:t>
        <a:bodyPr/>
        <a:lstStyle/>
        <a:p>
          <a:pPr>
            <a:buNone/>
          </a:pPr>
          <a:r>
            <a:rPr lang="en-US"/>
            <a:t>await Task.WhenAll(parallelTasks);</a:t>
          </a:r>
        </a:p>
      </dgm:t>
    </dgm:pt>
    <dgm:pt modelId="{5C1B6B42-3C51-4290-A169-E9C9E8F83473}" type="parTrans" cxnId="{4B6B5235-15B8-4F83-B3D5-4849F8856DBA}">
      <dgm:prSet/>
      <dgm:spPr/>
      <dgm:t>
        <a:bodyPr/>
        <a:lstStyle/>
        <a:p>
          <a:endParaRPr lang="en-US"/>
        </a:p>
      </dgm:t>
    </dgm:pt>
    <dgm:pt modelId="{62F3B75C-45BD-4FF1-A81D-A93C444A620B}" type="sibTrans" cxnId="{4B6B5235-15B8-4F83-B3D5-4849F8856DBA}">
      <dgm:prSet/>
      <dgm:spPr/>
      <dgm:t>
        <a:bodyPr/>
        <a:lstStyle/>
        <a:p>
          <a:endParaRPr lang="en-US"/>
        </a:p>
      </dgm:t>
    </dgm:pt>
    <dgm:pt modelId="{6B1CCB06-1292-43D4-B5ED-A53D25B74F6F}">
      <dgm:prSet/>
      <dgm:spPr/>
      <dgm:t>
        <a:bodyPr/>
        <a:lstStyle/>
        <a:p>
          <a:pPr>
            <a:buNone/>
          </a:pPr>
          <a:r>
            <a:rPr lang="en-US"/>
            <a:t>int sum = parallelTasks.Sum(t =&gt; t.Result);</a:t>
          </a:r>
        </a:p>
      </dgm:t>
    </dgm:pt>
    <dgm:pt modelId="{2CF0FD10-26C1-46FC-ABEE-20C133E65F19}" type="parTrans" cxnId="{E5A8FF55-E144-4079-A6CA-53B98AA8D8EB}">
      <dgm:prSet/>
      <dgm:spPr/>
      <dgm:t>
        <a:bodyPr/>
        <a:lstStyle/>
        <a:p>
          <a:endParaRPr lang="en-US"/>
        </a:p>
      </dgm:t>
    </dgm:pt>
    <dgm:pt modelId="{375CDED3-843A-4AE0-B6E0-EA0428F5FF72}" type="sibTrans" cxnId="{E5A8FF55-E144-4079-A6CA-53B98AA8D8EB}">
      <dgm:prSet/>
      <dgm:spPr/>
      <dgm:t>
        <a:bodyPr/>
        <a:lstStyle/>
        <a:p>
          <a:endParaRPr lang="en-US"/>
        </a:p>
      </dgm:t>
    </dgm:pt>
    <dgm:pt modelId="{499F2D9D-5BFE-40D7-AD4D-326856060E47}">
      <dgm:prSet/>
      <dgm:spPr/>
      <dgm:t>
        <a:bodyPr/>
        <a:lstStyle/>
        <a:p>
          <a:pPr>
            <a:buNone/>
          </a:pPr>
          <a:r>
            <a:rPr lang="en-US"/>
            <a:t>await context.CallActivityAsync("F3", sum);</a:t>
          </a:r>
        </a:p>
      </dgm:t>
    </dgm:pt>
    <dgm:pt modelId="{93B37385-DC13-4444-80E5-95B57797B535}" type="parTrans" cxnId="{D276A94E-33C9-488F-A9B9-3B2946D602D5}">
      <dgm:prSet/>
      <dgm:spPr/>
      <dgm:t>
        <a:bodyPr/>
        <a:lstStyle/>
        <a:p>
          <a:endParaRPr lang="en-US"/>
        </a:p>
      </dgm:t>
    </dgm:pt>
    <dgm:pt modelId="{8F4D0259-9607-401C-977E-E1F1242A507C}" type="sibTrans" cxnId="{D276A94E-33C9-488F-A9B9-3B2946D602D5}">
      <dgm:prSet/>
      <dgm:spPr/>
      <dgm:t>
        <a:bodyPr/>
        <a:lstStyle/>
        <a:p>
          <a:endParaRPr lang="en-US"/>
        </a:p>
      </dgm:t>
    </dgm:pt>
    <dgm:pt modelId="{DBA8C719-036F-48F4-9F5A-2D4939801D4E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4C3826A4-6030-43A5-96D7-354442A4CF77}" type="parTrans" cxnId="{5C531B33-CA9A-45C4-8968-9A72BF2D06AB}">
      <dgm:prSet/>
      <dgm:spPr/>
      <dgm:t>
        <a:bodyPr/>
        <a:lstStyle/>
        <a:p>
          <a:endParaRPr lang="en-US"/>
        </a:p>
      </dgm:t>
    </dgm:pt>
    <dgm:pt modelId="{2990D4BD-E057-48CD-AD0C-EE07AB974CE0}" type="sibTrans" cxnId="{5C531B33-CA9A-45C4-8968-9A72BF2D06AB}">
      <dgm:prSet/>
      <dgm:spPr/>
      <dgm:t>
        <a:bodyPr/>
        <a:lstStyle/>
        <a:p>
          <a:endParaRPr lang="en-US"/>
        </a:p>
      </dgm:t>
    </dgm:pt>
    <dgm:pt modelId="{4D89EFB0-E283-4BB1-BE92-3111653546BE}" type="pres">
      <dgm:prSet presAssocID="{C26D485A-53F4-43D2-BAE0-719A0D6F7AB2}" presName="linear" presStyleCnt="0">
        <dgm:presLayoutVars>
          <dgm:animLvl val="lvl"/>
          <dgm:resizeHandles val="exact"/>
        </dgm:presLayoutVars>
      </dgm:prSet>
      <dgm:spPr/>
    </dgm:pt>
    <dgm:pt modelId="{317A30C1-B535-4BE8-8469-EB32B9B44D4C}" type="pres">
      <dgm:prSet presAssocID="{11D4A180-ECF6-44E4-AF57-FAF7F5F238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A4FF60-1865-4063-9E94-D3C9BDC70BF4}" type="pres">
      <dgm:prSet presAssocID="{0B37F624-D7FB-49D0-8E85-A1AE19973E88}" presName="spacer" presStyleCnt="0"/>
      <dgm:spPr/>
    </dgm:pt>
    <dgm:pt modelId="{A3951BD6-5423-48DE-8069-8385EFE6ADEF}" type="pres">
      <dgm:prSet presAssocID="{DF3F1EC4-8872-41AF-8C42-1B4A6B26862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4ECC4A5-4D6D-4DD4-B208-CFD2F8B1113F}" type="pres">
      <dgm:prSet presAssocID="{DF3F1EC4-8872-41AF-8C42-1B4A6B26862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12EED0E-9F04-47C1-A944-B4A905450A93}" type="presOf" srcId="{2749E328-3568-429F-AB4D-2A07AAA8F788}" destId="{A4ECC4A5-4D6D-4DD4-B208-CFD2F8B1113F}" srcOrd="0" destOrd="1" presId="urn:microsoft.com/office/officeart/2005/8/layout/vList2"/>
    <dgm:cxn modelId="{6ED48B16-31F3-4971-83C8-61B48F0FD243}" type="presOf" srcId="{BF1B99C3-68B5-4DB3-BD4B-463246246ECA}" destId="{A4ECC4A5-4D6D-4DD4-B208-CFD2F8B1113F}" srcOrd="0" destOrd="9" presId="urn:microsoft.com/office/officeart/2005/8/layout/vList2"/>
    <dgm:cxn modelId="{184E151E-EB33-465C-B7C6-A1A0B876D2D3}" srcId="{DF3F1EC4-8872-41AF-8C42-1B4A6B26862A}" destId="{950086DC-935F-40EF-81A5-740FFCFC9D5D}" srcOrd="4" destOrd="0" parTransId="{F7362514-58C4-4A50-B96C-656F05B33F06}" sibTransId="{748F2999-9863-417C-8424-31F9885BB0ED}"/>
    <dgm:cxn modelId="{D355AF2C-ECBC-4FA2-9E5F-46ED2CBC9B3D}" srcId="{C26D485A-53F4-43D2-BAE0-719A0D6F7AB2}" destId="{11D4A180-ECF6-44E4-AF57-FAF7F5F238FC}" srcOrd="0" destOrd="0" parTransId="{535F107D-707C-4ECE-B043-37AA5F778E60}" sibTransId="{0B37F624-D7FB-49D0-8E85-A1AE19973E88}"/>
    <dgm:cxn modelId="{5C531B33-CA9A-45C4-8968-9A72BF2D06AB}" srcId="{DF3F1EC4-8872-41AF-8C42-1B4A6B26862A}" destId="{DBA8C719-036F-48F4-9F5A-2D4939801D4E}" srcOrd="13" destOrd="0" parTransId="{4C3826A4-6030-43A5-96D7-354442A4CF77}" sibTransId="{2990D4BD-E057-48CD-AD0C-EE07AB974CE0}"/>
    <dgm:cxn modelId="{4B6B5235-15B8-4F83-B3D5-4849F8856DBA}" srcId="{DF3F1EC4-8872-41AF-8C42-1B4A6B26862A}" destId="{9BEF50FD-9220-4FC4-904B-A3F669047E30}" srcOrd="10" destOrd="0" parTransId="{5C1B6B42-3C51-4290-A169-E9C9E8F83473}" sibTransId="{62F3B75C-45BD-4FF1-A81D-A93C444A620B}"/>
    <dgm:cxn modelId="{650B893D-42C8-40E7-B12D-70B67D71C0A2}" type="presOf" srcId="{950086DC-935F-40EF-81A5-740FFCFC9D5D}" destId="{A4ECC4A5-4D6D-4DD4-B208-CFD2F8B1113F}" srcOrd="0" destOrd="4" presId="urn:microsoft.com/office/officeart/2005/8/layout/vList2"/>
    <dgm:cxn modelId="{B4D50D40-EBC8-4A4E-AB3A-F59129FBA036}" type="presOf" srcId="{F6A3EB91-F32C-46CB-971E-14858406C352}" destId="{A4ECC4A5-4D6D-4DD4-B208-CFD2F8B1113F}" srcOrd="0" destOrd="8" presId="urn:microsoft.com/office/officeart/2005/8/layout/vList2"/>
    <dgm:cxn modelId="{1660E85B-24C1-410C-BC8B-7C06F553EBC9}" type="presOf" srcId="{C26D485A-53F4-43D2-BAE0-719A0D6F7AB2}" destId="{4D89EFB0-E283-4BB1-BE92-3111653546BE}" srcOrd="0" destOrd="0" presId="urn:microsoft.com/office/officeart/2005/8/layout/vList2"/>
    <dgm:cxn modelId="{BE3DBB41-6327-480E-8E04-8C2AC9CADA46}" srcId="{DF3F1EC4-8872-41AF-8C42-1B4A6B26862A}" destId="{7FED5494-09B9-4341-B003-0BF00EFBDCBA}" srcOrd="2" destOrd="0" parTransId="{62540283-D65A-4D99-80B6-1297410D5D97}" sibTransId="{81337F5A-77D1-434D-859B-4870D683941E}"/>
    <dgm:cxn modelId="{ED751464-7DC5-4D1B-BF06-E5B9691F85EA}" type="presOf" srcId="{11D4A180-ECF6-44E4-AF57-FAF7F5F238FC}" destId="{317A30C1-B535-4BE8-8469-EB32B9B44D4C}" srcOrd="0" destOrd="0" presId="urn:microsoft.com/office/officeart/2005/8/layout/vList2"/>
    <dgm:cxn modelId="{EABADA45-31F7-4ABE-9855-137249E54CEF}" type="presOf" srcId="{9BEF50FD-9220-4FC4-904B-A3F669047E30}" destId="{A4ECC4A5-4D6D-4DD4-B208-CFD2F8B1113F}" srcOrd="0" destOrd="10" presId="urn:microsoft.com/office/officeart/2005/8/layout/vList2"/>
    <dgm:cxn modelId="{FE3C7368-3A2F-4C58-A23A-C03AE3ABBB4D}" srcId="{DF3F1EC4-8872-41AF-8C42-1B4A6B26862A}" destId="{2749E328-3568-429F-AB4D-2A07AAA8F788}" srcOrd="1" destOrd="0" parTransId="{CE2DD91D-06E7-4AAD-A4A2-79F0329E39DC}" sibTransId="{626155A8-33C3-45B2-A80B-FEE06EC16D66}"/>
    <dgm:cxn modelId="{82C2E648-B77F-40F6-86AC-015AE4BAF35D}" type="presOf" srcId="{499F2D9D-5BFE-40D7-AD4D-326856060E47}" destId="{A4ECC4A5-4D6D-4DD4-B208-CFD2F8B1113F}" srcOrd="0" destOrd="12" presId="urn:microsoft.com/office/officeart/2005/8/layout/vList2"/>
    <dgm:cxn modelId="{01B3766C-0358-4963-AA85-CCDD145F6470}" srcId="{C26D485A-53F4-43D2-BAE0-719A0D6F7AB2}" destId="{DF3F1EC4-8872-41AF-8C42-1B4A6B26862A}" srcOrd="1" destOrd="0" parTransId="{C246ECB0-E0E5-4302-82F9-4F7638F56DD6}" sibTransId="{DEF1B66E-6654-4CA0-9DC5-F206B19721C0}"/>
    <dgm:cxn modelId="{D276A94E-33C9-488F-A9B9-3B2946D602D5}" srcId="{DF3F1EC4-8872-41AF-8C42-1B4A6B26862A}" destId="{499F2D9D-5BFE-40D7-AD4D-326856060E47}" srcOrd="12" destOrd="0" parTransId="{93B37385-DC13-4444-80E5-95B57797B535}" sibTransId="{8F4D0259-9607-401C-977E-E1F1242A507C}"/>
    <dgm:cxn modelId="{CEFAC06E-8335-4899-896C-1F6E4136C7F9}" srcId="{DF3F1EC4-8872-41AF-8C42-1B4A6B26862A}" destId="{64AEC0D6-7EA2-44FD-BB78-B7895B559200}" srcOrd="5" destOrd="0" parTransId="{28D6A5AB-E117-4297-9D38-0C69B34A6A19}" sibTransId="{E8B65DB4-3D98-4696-B790-B698AFAF41EC}"/>
    <dgm:cxn modelId="{DA79E971-CF0A-4183-A958-7610936105AF}" type="presOf" srcId="{587A29FD-12CB-4AA7-90EA-554C7CF1EB4A}" destId="{A4ECC4A5-4D6D-4DD4-B208-CFD2F8B1113F}" srcOrd="0" destOrd="6" presId="urn:microsoft.com/office/officeart/2005/8/layout/vList2"/>
    <dgm:cxn modelId="{E5A8FF55-E144-4079-A6CA-53B98AA8D8EB}" srcId="{DF3F1EC4-8872-41AF-8C42-1B4A6B26862A}" destId="{6B1CCB06-1292-43D4-B5ED-A53D25B74F6F}" srcOrd="11" destOrd="0" parTransId="{2CF0FD10-26C1-46FC-ABEE-20C133E65F19}" sibTransId="{375CDED3-843A-4AE0-B6E0-EA0428F5FF72}"/>
    <dgm:cxn modelId="{0298F657-3FC9-414C-A279-E85DC796EA2E}" srcId="{DF3F1EC4-8872-41AF-8C42-1B4A6B26862A}" destId="{F6A3EB91-F32C-46CB-971E-14858406C352}" srcOrd="8" destOrd="0" parTransId="{C9855745-CD02-4C3F-8CAC-30230376BD80}" sibTransId="{178B73AC-8E04-4BC4-BA55-6FF0E40ED895}"/>
    <dgm:cxn modelId="{BAB23559-C025-4121-9F70-E7F22B0D61BD}" type="presOf" srcId="{DF3F1EC4-8872-41AF-8C42-1B4A6B26862A}" destId="{A3951BD6-5423-48DE-8069-8385EFE6ADEF}" srcOrd="0" destOrd="0" presId="urn:microsoft.com/office/officeart/2005/8/layout/vList2"/>
    <dgm:cxn modelId="{A4181A82-A2C9-4853-99BB-9ACC073E7B13}" srcId="{DF3F1EC4-8872-41AF-8C42-1B4A6B26862A}" destId="{FF919974-7619-4BD6-81C6-57F51C7EFE88}" srcOrd="7" destOrd="0" parTransId="{39C75C2E-C6B9-4071-B631-C5FA5828860A}" sibTransId="{9ABDE591-A9D2-4D14-AA1E-FE6B5CF83BE8}"/>
    <dgm:cxn modelId="{5F9B258F-F80B-49E5-AB93-A5E0B4E0A90C}" srcId="{DF3F1EC4-8872-41AF-8C42-1B4A6B26862A}" destId="{587A29FD-12CB-4AA7-90EA-554C7CF1EB4A}" srcOrd="6" destOrd="0" parTransId="{879BFD9A-D9FE-4B22-A03B-375499287B67}" sibTransId="{9C926208-6CCF-4CDE-9CDC-6FE12B540DE0}"/>
    <dgm:cxn modelId="{F1573698-8CA1-4D90-8D79-492E9A248D65}" type="presOf" srcId="{731EB77A-A2CE-4C6B-B9CA-18176BD38FA1}" destId="{A4ECC4A5-4D6D-4DD4-B208-CFD2F8B1113F}" srcOrd="0" destOrd="0" presId="urn:microsoft.com/office/officeart/2005/8/layout/vList2"/>
    <dgm:cxn modelId="{FE9E2DA4-A4E9-421E-B5FF-C39E6DD35371}" srcId="{DF3F1EC4-8872-41AF-8C42-1B4A6B26862A}" destId="{E05A2991-1593-41CC-9A1C-125273104ACF}" srcOrd="3" destOrd="0" parTransId="{486540C6-7EAF-4C11-B043-DE2838651467}" sibTransId="{551E15CA-0C9A-4A2C-9B3A-E552EC63336F}"/>
    <dgm:cxn modelId="{075D92B1-EA9A-4628-93B4-F8F92DCA5058}" type="presOf" srcId="{DBA8C719-036F-48F4-9F5A-2D4939801D4E}" destId="{A4ECC4A5-4D6D-4DD4-B208-CFD2F8B1113F}" srcOrd="0" destOrd="13" presId="urn:microsoft.com/office/officeart/2005/8/layout/vList2"/>
    <dgm:cxn modelId="{8035A0B3-D58A-44A0-BE55-D3A4AB485DA3}" srcId="{DF3F1EC4-8872-41AF-8C42-1B4A6B26862A}" destId="{731EB77A-A2CE-4C6B-B9CA-18176BD38FA1}" srcOrd="0" destOrd="0" parTransId="{6E9C52FF-317D-499C-AFA9-409FB087DF33}" sibTransId="{AC8CBDB7-13DE-447B-88F4-2AEB3BCB875B}"/>
    <dgm:cxn modelId="{3AF786CD-D066-4DB6-ACF1-CA8DB8EFBF15}" type="presOf" srcId="{6B1CCB06-1292-43D4-B5ED-A53D25B74F6F}" destId="{A4ECC4A5-4D6D-4DD4-B208-CFD2F8B1113F}" srcOrd="0" destOrd="11" presId="urn:microsoft.com/office/officeart/2005/8/layout/vList2"/>
    <dgm:cxn modelId="{F903C1CF-BA6F-4D23-BB99-E1CCCADC82B9}" type="presOf" srcId="{64AEC0D6-7EA2-44FD-BB78-B7895B559200}" destId="{A4ECC4A5-4D6D-4DD4-B208-CFD2F8B1113F}" srcOrd="0" destOrd="5" presId="urn:microsoft.com/office/officeart/2005/8/layout/vList2"/>
    <dgm:cxn modelId="{0AA13DD2-E0A7-4925-A5EF-CE922AE17F4A}" srcId="{DF3F1EC4-8872-41AF-8C42-1B4A6B26862A}" destId="{BF1B99C3-68B5-4DB3-BD4B-463246246ECA}" srcOrd="9" destOrd="0" parTransId="{29C4B52B-B82A-4906-B061-D11B63F34AFB}" sibTransId="{D65DC28C-4865-4889-8B61-593848B60078}"/>
    <dgm:cxn modelId="{D56110EB-ADC9-4493-A89D-35EB749364EF}" type="presOf" srcId="{FF919974-7619-4BD6-81C6-57F51C7EFE88}" destId="{A4ECC4A5-4D6D-4DD4-B208-CFD2F8B1113F}" srcOrd="0" destOrd="7" presId="urn:microsoft.com/office/officeart/2005/8/layout/vList2"/>
    <dgm:cxn modelId="{446742F9-9F01-4B7B-A373-7CD2A1905419}" type="presOf" srcId="{7FED5494-09B9-4341-B003-0BF00EFBDCBA}" destId="{A4ECC4A5-4D6D-4DD4-B208-CFD2F8B1113F}" srcOrd="0" destOrd="2" presId="urn:microsoft.com/office/officeart/2005/8/layout/vList2"/>
    <dgm:cxn modelId="{B83853FA-EA8E-4E19-97C4-729918ED8717}" type="presOf" srcId="{E05A2991-1593-41CC-9A1C-125273104ACF}" destId="{A4ECC4A5-4D6D-4DD4-B208-CFD2F8B1113F}" srcOrd="0" destOrd="3" presId="urn:microsoft.com/office/officeart/2005/8/layout/vList2"/>
    <dgm:cxn modelId="{94C38D96-4133-4ECD-8658-05970EF6B4AA}" type="presParOf" srcId="{4D89EFB0-E283-4BB1-BE92-3111653546BE}" destId="{317A30C1-B535-4BE8-8469-EB32B9B44D4C}" srcOrd="0" destOrd="0" presId="urn:microsoft.com/office/officeart/2005/8/layout/vList2"/>
    <dgm:cxn modelId="{8054C471-B106-4DA5-BC81-05529376B787}" type="presParOf" srcId="{4D89EFB0-E283-4BB1-BE92-3111653546BE}" destId="{CCA4FF60-1865-4063-9E94-D3C9BDC70BF4}" srcOrd="1" destOrd="0" presId="urn:microsoft.com/office/officeart/2005/8/layout/vList2"/>
    <dgm:cxn modelId="{D4EA74BA-D0CB-4E44-B49B-E42073C53EED}" type="presParOf" srcId="{4D89EFB0-E283-4BB1-BE92-3111653546BE}" destId="{A3951BD6-5423-48DE-8069-8385EFE6ADEF}" srcOrd="2" destOrd="0" presId="urn:microsoft.com/office/officeart/2005/8/layout/vList2"/>
    <dgm:cxn modelId="{39A9F1C0-E657-4BEE-B18F-86917708620C}" type="presParOf" srcId="{4D89EFB0-E283-4BB1-BE92-3111653546BE}" destId="{A4ECC4A5-4D6D-4DD4-B208-CFD2F8B1113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93237F-D628-42AA-8BD5-C59FE86F647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B857BB-6D36-48A5-901D-93BDBD1A9474}">
      <dgm:prSet/>
      <dgm:spPr/>
      <dgm:t>
        <a:bodyPr/>
        <a:lstStyle/>
        <a:p>
          <a:r>
            <a:rPr lang="en-US"/>
            <a:t>Scalability: Design functions to handle varying loads and leverage autoscaling features.</a:t>
          </a:r>
        </a:p>
      </dgm:t>
    </dgm:pt>
    <dgm:pt modelId="{B81DBA8C-9B0B-473A-B7B1-AC98334FB916}" type="parTrans" cxnId="{28017A34-B955-480D-B842-ECF74CE73689}">
      <dgm:prSet/>
      <dgm:spPr/>
      <dgm:t>
        <a:bodyPr/>
        <a:lstStyle/>
        <a:p>
          <a:endParaRPr lang="en-US"/>
        </a:p>
      </dgm:t>
    </dgm:pt>
    <dgm:pt modelId="{F8AC8EA4-F56A-4C86-83B4-CBEDE7B56C19}" type="sibTrans" cxnId="{28017A34-B955-480D-B842-ECF74CE73689}">
      <dgm:prSet/>
      <dgm:spPr/>
      <dgm:t>
        <a:bodyPr/>
        <a:lstStyle/>
        <a:p>
          <a:endParaRPr lang="en-US"/>
        </a:p>
      </dgm:t>
    </dgm:pt>
    <dgm:pt modelId="{3906B7BE-001B-4966-B5EE-7CE52E6F04C7}">
      <dgm:prSet/>
      <dgm:spPr/>
      <dgm:t>
        <a:bodyPr/>
        <a:lstStyle/>
        <a:p>
          <a:r>
            <a:rPr lang="en-US"/>
            <a:t>Error Handling: Implement robust error handling and retry policies.</a:t>
          </a:r>
        </a:p>
      </dgm:t>
    </dgm:pt>
    <dgm:pt modelId="{AA552608-AEFB-41C3-8AEE-4229F89EBC84}" type="parTrans" cxnId="{51A301B6-E6CA-4F0D-9C6A-7F8BD5767073}">
      <dgm:prSet/>
      <dgm:spPr/>
      <dgm:t>
        <a:bodyPr/>
        <a:lstStyle/>
        <a:p>
          <a:endParaRPr lang="en-US"/>
        </a:p>
      </dgm:t>
    </dgm:pt>
    <dgm:pt modelId="{DD33ADB2-E476-44B9-B8EB-598FE947EB09}" type="sibTrans" cxnId="{51A301B6-E6CA-4F0D-9C6A-7F8BD5767073}">
      <dgm:prSet/>
      <dgm:spPr/>
      <dgm:t>
        <a:bodyPr/>
        <a:lstStyle/>
        <a:p>
          <a:endParaRPr lang="en-US"/>
        </a:p>
      </dgm:t>
    </dgm:pt>
    <dgm:pt modelId="{7780ED97-E2C2-4EE8-A2D1-DD53E23A77AE}">
      <dgm:prSet/>
      <dgm:spPr/>
      <dgm:t>
        <a:bodyPr/>
        <a:lstStyle/>
        <a:p>
          <a:r>
            <a:rPr lang="en-US"/>
            <a:t>Monitoring and Logging: Use Azure Monitor and Application Insights for monitoring and debugging.</a:t>
          </a:r>
        </a:p>
      </dgm:t>
    </dgm:pt>
    <dgm:pt modelId="{3E7F44AC-96FB-429F-8B1D-0B54458FF0C3}" type="parTrans" cxnId="{89DBB81D-1FB1-4BF0-8003-628439E02D0A}">
      <dgm:prSet/>
      <dgm:spPr/>
      <dgm:t>
        <a:bodyPr/>
        <a:lstStyle/>
        <a:p>
          <a:endParaRPr lang="en-US"/>
        </a:p>
      </dgm:t>
    </dgm:pt>
    <dgm:pt modelId="{60AD7597-0793-4D39-B503-1DE97B4686F5}" type="sibTrans" cxnId="{89DBB81D-1FB1-4BF0-8003-628439E02D0A}">
      <dgm:prSet/>
      <dgm:spPr/>
      <dgm:t>
        <a:bodyPr/>
        <a:lstStyle/>
        <a:p>
          <a:endParaRPr lang="en-US"/>
        </a:p>
      </dgm:t>
    </dgm:pt>
    <dgm:pt modelId="{AD15F9DA-A9ED-41F6-9AFD-092A579135F7}">
      <dgm:prSet/>
      <dgm:spPr/>
      <dgm:t>
        <a:bodyPr/>
        <a:lstStyle/>
        <a:p>
          <a:r>
            <a:rPr lang="en-US"/>
            <a:t>Security: Secure your functions with appropriate authentication and authorization.</a:t>
          </a:r>
        </a:p>
      </dgm:t>
    </dgm:pt>
    <dgm:pt modelId="{309256B4-2E15-4AC3-8D28-49FAF2BC67AF}" type="parTrans" cxnId="{A4DC7747-BEE2-418A-9821-5DBF3937DA12}">
      <dgm:prSet/>
      <dgm:spPr/>
      <dgm:t>
        <a:bodyPr/>
        <a:lstStyle/>
        <a:p>
          <a:endParaRPr lang="en-US"/>
        </a:p>
      </dgm:t>
    </dgm:pt>
    <dgm:pt modelId="{0D02155E-4E44-4E3C-AEBE-8B0DA597EC23}" type="sibTrans" cxnId="{A4DC7747-BEE2-418A-9821-5DBF3937DA12}">
      <dgm:prSet/>
      <dgm:spPr/>
      <dgm:t>
        <a:bodyPr/>
        <a:lstStyle/>
        <a:p>
          <a:endParaRPr lang="en-US"/>
        </a:p>
      </dgm:t>
    </dgm:pt>
    <dgm:pt modelId="{76D05852-B906-4F8A-BA91-E2D95831A436}" type="pres">
      <dgm:prSet presAssocID="{8993237F-D628-42AA-8BD5-C59FE86F6479}" presName="linear" presStyleCnt="0">
        <dgm:presLayoutVars>
          <dgm:animLvl val="lvl"/>
          <dgm:resizeHandles val="exact"/>
        </dgm:presLayoutVars>
      </dgm:prSet>
      <dgm:spPr/>
    </dgm:pt>
    <dgm:pt modelId="{981099D9-CE56-4171-B49E-D28B56C04204}" type="pres">
      <dgm:prSet presAssocID="{F7B857BB-6D36-48A5-901D-93BDBD1A94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8209AF-EDBE-42A4-9C19-52B7EA377379}" type="pres">
      <dgm:prSet presAssocID="{F8AC8EA4-F56A-4C86-83B4-CBEDE7B56C19}" presName="spacer" presStyleCnt="0"/>
      <dgm:spPr/>
    </dgm:pt>
    <dgm:pt modelId="{939BBA41-C385-48CC-8D62-3804D5C4F420}" type="pres">
      <dgm:prSet presAssocID="{3906B7BE-001B-4966-B5EE-7CE52E6F04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8D70A2-3262-4A96-927F-ED05E420AB18}" type="pres">
      <dgm:prSet presAssocID="{DD33ADB2-E476-44B9-B8EB-598FE947EB09}" presName="spacer" presStyleCnt="0"/>
      <dgm:spPr/>
    </dgm:pt>
    <dgm:pt modelId="{F9F3B4A7-D368-4B51-A54E-295E2C520580}" type="pres">
      <dgm:prSet presAssocID="{7780ED97-E2C2-4EE8-A2D1-DD53E23A77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BA5D9A-F674-473D-9AFB-BC2193979C81}" type="pres">
      <dgm:prSet presAssocID="{60AD7597-0793-4D39-B503-1DE97B4686F5}" presName="spacer" presStyleCnt="0"/>
      <dgm:spPr/>
    </dgm:pt>
    <dgm:pt modelId="{93D90B26-5385-42A2-8B06-1655EB07E5CF}" type="pres">
      <dgm:prSet presAssocID="{AD15F9DA-A9ED-41F6-9AFD-092A579135F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138A15-DDDD-4B5E-822C-C3D8ECDA5ED3}" type="presOf" srcId="{F7B857BB-6D36-48A5-901D-93BDBD1A9474}" destId="{981099D9-CE56-4171-B49E-D28B56C04204}" srcOrd="0" destOrd="0" presId="urn:microsoft.com/office/officeart/2005/8/layout/vList2"/>
    <dgm:cxn modelId="{89DBB81D-1FB1-4BF0-8003-628439E02D0A}" srcId="{8993237F-D628-42AA-8BD5-C59FE86F6479}" destId="{7780ED97-E2C2-4EE8-A2D1-DD53E23A77AE}" srcOrd="2" destOrd="0" parTransId="{3E7F44AC-96FB-429F-8B1D-0B54458FF0C3}" sibTransId="{60AD7597-0793-4D39-B503-1DE97B4686F5}"/>
    <dgm:cxn modelId="{28017A34-B955-480D-B842-ECF74CE73689}" srcId="{8993237F-D628-42AA-8BD5-C59FE86F6479}" destId="{F7B857BB-6D36-48A5-901D-93BDBD1A9474}" srcOrd="0" destOrd="0" parTransId="{B81DBA8C-9B0B-473A-B7B1-AC98334FB916}" sibTransId="{F8AC8EA4-F56A-4C86-83B4-CBEDE7B56C19}"/>
    <dgm:cxn modelId="{FF329F3F-F293-435F-8A0A-EBED8F60E36D}" type="presOf" srcId="{AD15F9DA-A9ED-41F6-9AFD-092A579135F7}" destId="{93D90B26-5385-42A2-8B06-1655EB07E5CF}" srcOrd="0" destOrd="0" presId="urn:microsoft.com/office/officeart/2005/8/layout/vList2"/>
    <dgm:cxn modelId="{97BA0E63-7AFC-42C4-9845-B85932D85B55}" type="presOf" srcId="{3906B7BE-001B-4966-B5EE-7CE52E6F04C7}" destId="{939BBA41-C385-48CC-8D62-3804D5C4F420}" srcOrd="0" destOrd="0" presId="urn:microsoft.com/office/officeart/2005/8/layout/vList2"/>
    <dgm:cxn modelId="{A4DC7747-BEE2-418A-9821-5DBF3937DA12}" srcId="{8993237F-D628-42AA-8BD5-C59FE86F6479}" destId="{AD15F9DA-A9ED-41F6-9AFD-092A579135F7}" srcOrd="3" destOrd="0" parTransId="{309256B4-2E15-4AC3-8D28-49FAF2BC67AF}" sibTransId="{0D02155E-4E44-4E3C-AEBE-8B0DA597EC23}"/>
    <dgm:cxn modelId="{1DDF314D-350E-4EF2-9367-E394F38CA476}" type="presOf" srcId="{7780ED97-E2C2-4EE8-A2D1-DD53E23A77AE}" destId="{F9F3B4A7-D368-4B51-A54E-295E2C520580}" srcOrd="0" destOrd="0" presId="urn:microsoft.com/office/officeart/2005/8/layout/vList2"/>
    <dgm:cxn modelId="{51A301B6-E6CA-4F0D-9C6A-7F8BD5767073}" srcId="{8993237F-D628-42AA-8BD5-C59FE86F6479}" destId="{3906B7BE-001B-4966-B5EE-7CE52E6F04C7}" srcOrd="1" destOrd="0" parTransId="{AA552608-AEFB-41C3-8AEE-4229F89EBC84}" sibTransId="{DD33ADB2-E476-44B9-B8EB-598FE947EB09}"/>
    <dgm:cxn modelId="{B6010BCB-8AC7-4165-8DE9-A82B1DA42BA9}" type="presOf" srcId="{8993237F-D628-42AA-8BD5-C59FE86F6479}" destId="{76D05852-B906-4F8A-BA91-E2D95831A436}" srcOrd="0" destOrd="0" presId="urn:microsoft.com/office/officeart/2005/8/layout/vList2"/>
    <dgm:cxn modelId="{61C0041C-8B37-48BA-A101-F2D12C6582D5}" type="presParOf" srcId="{76D05852-B906-4F8A-BA91-E2D95831A436}" destId="{981099D9-CE56-4171-B49E-D28B56C04204}" srcOrd="0" destOrd="0" presId="urn:microsoft.com/office/officeart/2005/8/layout/vList2"/>
    <dgm:cxn modelId="{D5D333D4-8C83-4A4C-8424-CEA49C70550D}" type="presParOf" srcId="{76D05852-B906-4F8A-BA91-E2D95831A436}" destId="{118209AF-EDBE-42A4-9C19-52B7EA377379}" srcOrd="1" destOrd="0" presId="urn:microsoft.com/office/officeart/2005/8/layout/vList2"/>
    <dgm:cxn modelId="{38C210C7-C17E-48F8-8CA8-B4E62A42687B}" type="presParOf" srcId="{76D05852-B906-4F8A-BA91-E2D95831A436}" destId="{939BBA41-C385-48CC-8D62-3804D5C4F420}" srcOrd="2" destOrd="0" presId="urn:microsoft.com/office/officeart/2005/8/layout/vList2"/>
    <dgm:cxn modelId="{33331D4B-6F04-4D0D-BBA8-7BC7190B2E1B}" type="presParOf" srcId="{76D05852-B906-4F8A-BA91-E2D95831A436}" destId="{958D70A2-3262-4A96-927F-ED05E420AB18}" srcOrd="3" destOrd="0" presId="urn:microsoft.com/office/officeart/2005/8/layout/vList2"/>
    <dgm:cxn modelId="{4F2DAA4B-2C3D-479D-BC10-2C898F3B4697}" type="presParOf" srcId="{76D05852-B906-4F8A-BA91-E2D95831A436}" destId="{F9F3B4A7-D368-4B51-A54E-295E2C520580}" srcOrd="4" destOrd="0" presId="urn:microsoft.com/office/officeart/2005/8/layout/vList2"/>
    <dgm:cxn modelId="{1379FF14-2C33-4DF5-9B4F-2AF04F87DCD5}" type="presParOf" srcId="{76D05852-B906-4F8A-BA91-E2D95831A436}" destId="{A9BA5D9A-F674-473D-9AFB-BC2193979C81}" srcOrd="5" destOrd="0" presId="urn:microsoft.com/office/officeart/2005/8/layout/vList2"/>
    <dgm:cxn modelId="{4B11B654-FB9A-43F8-A2EA-E7725FFD0DD8}" type="presParOf" srcId="{76D05852-B906-4F8A-BA91-E2D95831A436}" destId="{93D90B26-5385-42A2-8B06-1655EB07E5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7F58A-9D3A-4134-ACBE-590A5A22AC68}">
      <dsp:nvSpPr>
        <dsp:cNvPr id="0" name=""/>
        <dsp:cNvSpPr/>
      </dsp:nvSpPr>
      <dsp:spPr>
        <a:xfrm>
          <a:off x="879974" y="92737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91E41-608F-4044-9AEE-3799951D94B3}">
      <dsp:nvSpPr>
        <dsp:cNvPr id="0" name=""/>
        <dsp:cNvSpPr/>
      </dsp:nvSpPr>
      <dsp:spPr>
        <a:xfrm>
          <a:off x="384974" y="203190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Language and Framework Support: Supports .NET, Java, Node.js, PHP, Python, Ruby, and Docker.</a:t>
          </a:r>
        </a:p>
      </dsp:txBody>
      <dsp:txXfrm>
        <a:off x="384974" y="2031908"/>
        <a:ext cx="1800000" cy="855000"/>
      </dsp:txXfrm>
    </dsp:sp>
    <dsp:sp modelId="{C2B330CE-4278-4C4F-A09E-526B425B81B7}">
      <dsp:nvSpPr>
        <dsp:cNvPr id="0" name=""/>
        <dsp:cNvSpPr/>
      </dsp:nvSpPr>
      <dsp:spPr>
        <a:xfrm>
          <a:off x="2994974" y="92737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BB6D4-97D9-495E-87C7-02E94BD169CA}">
      <dsp:nvSpPr>
        <dsp:cNvPr id="0" name=""/>
        <dsp:cNvSpPr/>
      </dsp:nvSpPr>
      <dsp:spPr>
        <a:xfrm>
          <a:off x="2499974" y="203190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Environment Flexibility: Easily deploy applications in containers using Docker or integrate with Azure Kubernetes Service (AKS).</a:t>
          </a:r>
        </a:p>
      </dsp:txBody>
      <dsp:txXfrm>
        <a:off x="2499974" y="2031908"/>
        <a:ext cx="1800000" cy="855000"/>
      </dsp:txXfrm>
    </dsp:sp>
    <dsp:sp modelId="{7048FF9F-754F-4AD3-9F60-B7E981C92B91}">
      <dsp:nvSpPr>
        <dsp:cNvPr id="0" name=""/>
        <dsp:cNvSpPr/>
      </dsp:nvSpPr>
      <dsp:spPr>
        <a:xfrm>
          <a:off x="5109975" y="92737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D6F6C-1AB1-4303-B8B7-F1723E96D271}">
      <dsp:nvSpPr>
        <dsp:cNvPr id="0" name=""/>
        <dsp:cNvSpPr/>
      </dsp:nvSpPr>
      <dsp:spPr>
        <a:xfrm>
          <a:off x="4614975" y="203190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Auto-Patching and Load Balancing: Automatic OS and framework patching to secure apps and prevent downtime.</a:t>
          </a:r>
        </a:p>
      </dsp:txBody>
      <dsp:txXfrm>
        <a:off x="4614975" y="2031908"/>
        <a:ext cx="1800000" cy="855000"/>
      </dsp:txXfrm>
    </dsp:sp>
    <dsp:sp modelId="{9420FB51-EB7F-42C5-864F-EDC3AA3580F0}">
      <dsp:nvSpPr>
        <dsp:cNvPr id="0" name=""/>
        <dsp:cNvSpPr/>
      </dsp:nvSpPr>
      <dsp:spPr>
        <a:xfrm>
          <a:off x="7224975" y="92737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02E97-A0D2-4DF8-B9EA-2F8735CD111E}">
      <dsp:nvSpPr>
        <dsp:cNvPr id="0" name=""/>
        <dsp:cNvSpPr/>
      </dsp:nvSpPr>
      <dsp:spPr>
        <a:xfrm>
          <a:off x="6729975" y="203190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Global Deployment: Easily deploy your app globally for better availability using Azure’s global data centers.</a:t>
          </a:r>
        </a:p>
      </dsp:txBody>
      <dsp:txXfrm>
        <a:off x="6729975" y="2031908"/>
        <a:ext cx="1800000" cy="855000"/>
      </dsp:txXfrm>
    </dsp:sp>
    <dsp:sp modelId="{AA14F0D2-204E-45A7-B2A2-7A25E93F1756}">
      <dsp:nvSpPr>
        <dsp:cNvPr id="0" name=""/>
        <dsp:cNvSpPr/>
      </dsp:nvSpPr>
      <dsp:spPr>
        <a:xfrm>
          <a:off x="9339975" y="92737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E1418-F49A-4D8F-8A12-94BA9203FB82}">
      <dsp:nvSpPr>
        <dsp:cNvPr id="0" name=""/>
        <dsp:cNvSpPr/>
      </dsp:nvSpPr>
      <dsp:spPr>
        <a:xfrm>
          <a:off x="8844975" y="203190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Integrated Monitoring: Use Azure Monitor and Application Insights for diagnostics and performance tracking.</a:t>
          </a:r>
        </a:p>
      </dsp:txBody>
      <dsp:txXfrm>
        <a:off x="8844975" y="2031908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6ED0C-9C31-4F56-AD80-541DDDCD568B}">
      <dsp:nvSpPr>
        <dsp:cNvPr id="0" name=""/>
        <dsp:cNvSpPr/>
      </dsp:nvSpPr>
      <dsp:spPr>
        <a:xfrm>
          <a:off x="1076969" y="0"/>
          <a:ext cx="1150594" cy="1082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4A8D9-2C2E-4846-80AA-E2ACA9DACD58}">
      <dsp:nvSpPr>
        <dsp:cNvPr id="0" name=""/>
        <dsp:cNvSpPr/>
      </dsp:nvSpPr>
      <dsp:spPr>
        <a:xfrm>
          <a:off x="8560" y="1236395"/>
          <a:ext cx="3287411" cy="46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Built-in Security Features:</a:t>
          </a:r>
        </a:p>
      </dsp:txBody>
      <dsp:txXfrm>
        <a:off x="8560" y="1236395"/>
        <a:ext cx="3287411" cy="463774"/>
      </dsp:txXfrm>
    </dsp:sp>
    <dsp:sp modelId="{B8D37A7F-9967-4486-8740-0665418A2D86}">
      <dsp:nvSpPr>
        <dsp:cNvPr id="0" name=""/>
        <dsp:cNvSpPr/>
      </dsp:nvSpPr>
      <dsp:spPr>
        <a:xfrm>
          <a:off x="8560" y="1771917"/>
          <a:ext cx="3287411" cy="204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SSL certificates: Free and managed SSL for your custom domains.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DDoS Protection: Azure’s infrastructure provides automatic protection against Distributed Denial of Service (DDoS) attacks.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IP Address Restrictions: Configure IP restrictions to allow or block traffic.</a:t>
          </a:r>
        </a:p>
      </dsp:txBody>
      <dsp:txXfrm>
        <a:off x="8560" y="1771917"/>
        <a:ext cx="3287411" cy="2042363"/>
      </dsp:txXfrm>
    </dsp:sp>
    <dsp:sp modelId="{C44FEBCB-506F-46D3-961B-DC53A6759278}">
      <dsp:nvSpPr>
        <dsp:cNvPr id="0" name=""/>
        <dsp:cNvSpPr/>
      </dsp:nvSpPr>
      <dsp:spPr>
        <a:xfrm>
          <a:off x="4939677" y="0"/>
          <a:ext cx="1150594" cy="1082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3056C-B703-46DA-B64C-8555CD3E2850}">
      <dsp:nvSpPr>
        <dsp:cNvPr id="0" name=""/>
        <dsp:cNvSpPr/>
      </dsp:nvSpPr>
      <dsp:spPr>
        <a:xfrm>
          <a:off x="3871269" y="1236395"/>
          <a:ext cx="3287411" cy="46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Identity and Access Control:</a:t>
          </a:r>
        </a:p>
      </dsp:txBody>
      <dsp:txXfrm>
        <a:off x="3871269" y="1236395"/>
        <a:ext cx="3287411" cy="463774"/>
      </dsp:txXfrm>
    </dsp:sp>
    <dsp:sp modelId="{96D56801-8798-44A4-98A7-ADA54ADD8BAF}">
      <dsp:nvSpPr>
        <dsp:cNvPr id="0" name=""/>
        <dsp:cNvSpPr/>
      </dsp:nvSpPr>
      <dsp:spPr>
        <a:xfrm>
          <a:off x="3871269" y="1771917"/>
          <a:ext cx="3287411" cy="204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Integration with Microsoft Entra ID for secure authentication (OAuth, SAML, OpenID Connect).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Managed identities: Use built-in managed service identities to access Azure resources securely.</a:t>
          </a:r>
        </a:p>
      </dsp:txBody>
      <dsp:txXfrm>
        <a:off x="3871269" y="1771917"/>
        <a:ext cx="3287411" cy="2042363"/>
      </dsp:txXfrm>
    </dsp:sp>
    <dsp:sp modelId="{9031AD7F-61DC-4894-9E1F-8140C91FCB9E}">
      <dsp:nvSpPr>
        <dsp:cNvPr id="0" name=""/>
        <dsp:cNvSpPr/>
      </dsp:nvSpPr>
      <dsp:spPr>
        <a:xfrm>
          <a:off x="8802386" y="0"/>
          <a:ext cx="1150594" cy="1082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CAE8D-FA1F-4C91-880A-06F6F8A89083}">
      <dsp:nvSpPr>
        <dsp:cNvPr id="0" name=""/>
        <dsp:cNvSpPr/>
      </dsp:nvSpPr>
      <dsp:spPr>
        <a:xfrm>
          <a:off x="7733977" y="1236395"/>
          <a:ext cx="3287411" cy="463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Compliance Certifications:</a:t>
          </a:r>
        </a:p>
      </dsp:txBody>
      <dsp:txXfrm>
        <a:off x="7733977" y="1236395"/>
        <a:ext cx="3287411" cy="463774"/>
      </dsp:txXfrm>
    </dsp:sp>
    <dsp:sp modelId="{156F48A8-F0BA-439F-B3D5-AD87C01B8482}">
      <dsp:nvSpPr>
        <dsp:cNvPr id="0" name=""/>
        <dsp:cNvSpPr/>
      </dsp:nvSpPr>
      <dsp:spPr>
        <a:xfrm>
          <a:off x="7733977" y="1771917"/>
          <a:ext cx="3287411" cy="204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Meets multiple global compliance standards, including HIPAA, GDPR, ISO, and SOC.</a:t>
          </a:r>
        </a:p>
      </dsp:txBody>
      <dsp:txXfrm>
        <a:off x="7733977" y="1771917"/>
        <a:ext cx="3287411" cy="2042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6EE11-1F57-4E53-B5E4-6F4CDF67E8A1}">
      <dsp:nvSpPr>
        <dsp:cNvPr id="0" name=""/>
        <dsp:cNvSpPr/>
      </dsp:nvSpPr>
      <dsp:spPr>
        <a:xfrm>
          <a:off x="7790" y="649539"/>
          <a:ext cx="3599526" cy="10798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43" tIns="284443" rIns="284443" bIns="2844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Connect</a:t>
          </a:r>
        </a:p>
      </dsp:txBody>
      <dsp:txXfrm>
        <a:off x="7790" y="649539"/>
        <a:ext cx="3599526" cy="1079857"/>
      </dsp:txXfrm>
    </dsp:sp>
    <dsp:sp modelId="{9AF12D53-BA7B-4F53-BBA9-DC674AFCD2AC}">
      <dsp:nvSpPr>
        <dsp:cNvPr id="0" name=""/>
        <dsp:cNvSpPr/>
      </dsp:nvSpPr>
      <dsp:spPr>
        <a:xfrm>
          <a:off x="7790" y="1729397"/>
          <a:ext cx="3599526" cy="143534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553" tIns="355553" rIns="355553" bIns="35555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Hybrid Connections: Securely connect your Azure apps to on-premise resources, databases, or VMs without complex VPN configurations.</a:t>
          </a:r>
        </a:p>
      </dsp:txBody>
      <dsp:txXfrm>
        <a:off x="7790" y="1729397"/>
        <a:ext cx="3599526" cy="1435343"/>
      </dsp:txXfrm>
    </dsp:sp>
    <dsp:sp modelId="{9DCDBD2D-01CD-4E10-A065-1B5C68C41F5A}">
      <dsp:nvSpPr>
        <dsp:cNvPr id="0" name=""/>
        <dsp:cNvSpPr/>
      </dsp:nvSpPr>
      <dsp:spPr>
        <a:xfrm>
          <a:off x="3715211" y="649539"/>
          <a:ext cx="3599526" cy="1079857"/>
        </a:xfrm>
        <a:prstGeom prst="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accent2">
              <a:hueOff val="-745210"/>
              <a:satOff val="-4879"/>
              <a:lumOff val="-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43" tIns="284443" rIns="284443" bIns="2844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Integrate</a:t>
          </a:r>
        </a:p>
      </dsp:txBody>
      <dsp:txXfrm>
        <a:off x="3715211" y="649539"/>
        <a:ext cx="3599526" cy="1079857"/>
      </dsp:txXfrm>
    </dsp:sp>
    <dsp:sp modelId="{6BF9FBD3-33A2-49C3-8FB1-B8E1E1972547}">
      <dsp:nvSpPr>
        <dsp:cNvPr id="0" name=""/>
        <dsp:cNvSpPr/>
      </dsp:nvSpPr>
      <dsp:spPr>
        <a:xfrm>
          <a:off x="3715211" y="1729397"/>
          <a:ext cx="3599526" cy="1435343"/>
        </a:xfrm>
        <a:prstGeom prst="rect">
          <a:avLst/>
        </a:prstGeom>
        <a:solidFill>
          <a:schemeClr val="accent2">
            <a:tint val="40000"/>
            <a:alpha val="90000"/>
            <a:hueOff val="-847441"/>
            <a:satOff val="-4093"/>
            <a:lumOff val="-33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847441"/>
              <a:satOff val="-4093"/>
              <a:lumOff val="-3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553" tIns="355553" rIns="355553" bIns="35555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Virtual Network (VNet) Integration: Integrate your app with an Azure VNet for secure private network access.</a:t>
          </a:r>
        </a:p>
      </dsp:txBody>
      <dsp:txXfrm>
        <a:off x="3715211" y="1729397"/>
        <a:ext cx="3599526" cy="1435343"/>
      </dsp:txXfrm>
    </dsp:sp>
    <dsp:sp modelId="{D70E7D78-8B9E-424A-A107-F13114F5DC3F}">
      <dsp:nvSpPr>
        <dsp:cNvPr id="0" name=""/>
        <dsp:cNvSpPr/>
      </dsp:nvSpPr>
      <dsp:spPr>
        <a:xfrm>
          <a:off x="7422632" y="649539"/>
          <a:ext cx="3599526" cy="1079857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43" tIns="284443" rIns="284443" bIns="2844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Secure</a:t>
          </a:r>
        </a:p>
      </dsp:txBody>
      <dsp:txXfrm>
        <a:off x="7422632" y="649539"/>
        <a:ext cx="3599526" cy="1079857"/>
      </dsp:txXfrm>
    </dsp:sp>
    <dsp:sp modelId="{37151C1F-E1C8-4B1F-9508-CC1A329A25EB}">
      <dsp:nvSpPr>
        <dsp:cNvPr id="0" name=""/>
        <dsp:cNvSpPr/>
      </dsp:nvSpPr>
      <dsp:spPr>
        <a:xfrm>
          <a:off x="7422632" y="1729397"/>
          <a:ext cx="3599526" cy="1435343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553" tIns="355553" rIns="355553" bIns="35555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Private Endpoints: Secure access to your app service with private endpoints, keeping traffic within the Azure network.</a:t>
          </a:r>
        </a:p>
      </dsp:txBody>
      <dsp:txXfrm>
        <a:off x="7422632" y="1729397"/>
        <a:ext cx="3599526" cy="14353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B59AA-60D1-438F-9585-B0488EB92D65}">
      <dsp:nvSpPr>
        <dsp:cNvPr id="0" name=""/>
        <dsp:cNvSpPr/>
      </dsp:nvSpPr>
      <dsp:spPr>
        <a:xfrm>
          <a:off x="0" y="574"/>
          <a:ext cx="701237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E1962-DA2B-461D-835D-8AB06413A133}">
      <dsp:nvSpPr>
        <dsp:cNvPr id="0" name=""/>
        <dsp:cNvSpPr/>
      </dsp:nvSpPr>
      <dsp:spPr>
        <a:xfrm>
          <a:off x="0" y="574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Stateful Workflows: Maintains state across function executions.</a:t>
          </a:r>
        </a:p>
      </dsp:txBody>
      <dsp:txXfrm>
        <a:off x="0" y="574"/>
        <a:ext cx="7012370" cy="941596"/>
      </dsp:txXfrm>
    </dsp:sp>
    <dsp:sp modelId="{B7E14B51-8142-4E24-8B13-F159321EED71}">
      <dsp:nvSpPr>
        <dsp:cNvPr id="0" name=""/>
        <dsp:cNvSpPr/>
      </dsp:nvSpPr>
      <dsp:spPr>
        <a:xfrm>
          <a:off x="0" y="942171"/>
          <a:ext cx="7012370" cy="0"/>
        </a:xfrm>
        <a:prstGeom prst="line">
          <a:avLst/>
        </a:prstGeom>
        <a:solidFill>
          <a:schemeClr val="accent5">
            <a:hueOff val="-370431"/>
            <a:satOff val="793"/>
            <a:lumOff val="-686"/>
            <a:alphaOff val="0"/>
          </a:schemeClr>
        </a:solidFill>
        <a:ln w="22225" cap="rnd" cmpd="sng" algn="ctr">
          <a:solidFill>
            <a:schemeClr val="accent5">
              <a:hueOff val="-370431"/>
              <a:satOff val="793"/>
              <a:lumOff val="-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793E7-87ED-4694-9858-FC5822FF6A41}">
      <dsp:nvSpPr>
        <dsp:cNvPr id="0" name=""/>
        <dsp:cNvSpPr/>
      </dsp:nvSpPr>
      <dsp:spPr>
        <a:xfrm>
          <a:off x="0" y="942171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Complex Workflow Handling: Automate scenarios like approval workflows or waiting for external events.</a:t>
          </a:r>
        </a:p>
      </dsp:txBody>
      <dsp:txXfrm>
        <a:off x="0" y="942171"/>
        <a:ext cx="7012370" cy="941596"/>
      </dsp:txXfrm>
    </dsp:sp>
    <dsp:sp modelId="{55C6695B-C82F-4EE0-8055-FDB71075B5E7}">
      <dsp:nvSpPr>
        <dsp:cNvPr id="0" name=""/>
        <dsp:cNvSpPr/>
      </dsp:nvSpPr>
      <dsp:spPr>
        <a:xfrm>
          <a:off x="0" y="1883767"/>
          <a:ext cx="7012370" cy="0"/>
        </a:xfrm>
        <a:prstGeom prst="line">
          <a:avLst/>
        </a:prstGeom>
        <a:solidFill>
          <a:schemeClr val="accent5">
            <a:hueOff val="-740862"/>
            <a:satOff val="1585"/>
            <a:lumOff val="-1372"/>
            <a:alphaOff val="0"/>
          </a:schemeClr>
        </a:solidFill>
        <a:ln w="22225" cap="rnd" cmpd="sng" algn="ctr">
          <a:solidFill>
            <a:schemeClr val="accent5">
              <a:hueOff val="-740862"/>
              <a:satOff val="1585"/>
              <a:lumOff val="-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CD85E-21BF-4B13-B1C5-FE93F1289C27}">
      <dsp:nvSpPr>
        <dsp:cNvPr id="0" name=""/>
        <dsp:cNvSpPr/>
      </dsp:nvSpPr>
      <dsp:spPr>
        <a:xfrm>
          <a:off x="0" y="1883767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Reduced Infrastructure Maintenance: Focus on developing logic instead of managing infrastructure.</a:t>
          </a:r>
        </a:p>
      </dsp:txBody>
      <dsp:txXfrm>
        <a:off x="0" y="1883767"/>
        <a:ext cx="7012370" cy="941596"/>
      </dsp:txXfrm>
    </dsp:sp>
    <dsp:sp modelId="{8EA850E8-CD6A-428C-AA0F-52DCD419DDEE}">
      <dsp:nvSpPr>
        <dsp:cNvPr id="0" name=""/>
        <dsp:cNvSpPr/>
      </dsp:nvSpPr>
      <dsp:spPr>
        <a:xfrm>
          <a:off x="0" y="2825363"/>
          <a:ext cx="7012370" cy="0"/>
        </a:xfrm>
        <a:prstGeom prst="line">
          <a:avLst/>
        </a:prstGeom>
        <a:solidFill>
          <a:schemeClr val="accent5">
            <a:hueOff val="-1111293"/>
            <a:satOff val="2378"/>
            <a:lumOff val="-2059"/>
            <a:alphaOff val="0"/>
          </a:schemeClr>
        </a:solidFill>
        <a:ln w="22225" cap="rnd" cmpd="sng" algn="ctr">
          <a:solidFill>
            <a:schemeClr val="accent5">
              <a:hueOff val="-1111293"/>
              <a:satOff val="2378"/>
              <a:lumOff val="-2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8AA41-48EB-4811-89AE-C57FDB897711}">
      <dsp:nvSpPr>
        <dsp:cNvPr id="0" name=""/>
        <dsp:cNvSpPr/>
      </dsp:nvSpPr>
      <dsp:spPr>
        <a:xfrm>
          <a:off x="0" y="2825363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Cost Efficiency: Pay only when function apps are running.</a:t>
          </a:r>
        </a:p>
      </dsp:txBody>
      <dsp:txXfrm>
        <a:off x="0" y="2825363"/>
        <a:ext cx="7012370" cy="941596"/>
      </dsp:txXfrm>
    </dsp:sp>
    <dsp:sp modelId="{C6F3E1D2-6F10-4DCD-A7FA-29DBB60BDC8D}">
      <dsp:nvSpPr>
        <dsp:cNvPr id="0" name=""/>
        <dsp:cNvSpPr/>
      </dsp:nvSpPr>
      <dsp:spPr>
        <a:xfrm>
          <a:off x="0" y="3766959"/>
          <a:ext cx="7012370" cy="0"/>
        </a:xfrm>
        <a:prstGeom prst="line">
          <a:avLst/>
        </a:prstGeom>
        <a:solidFill>
          <a:schemeClr val="accent5">
            <a:hueOff val="-1481724"/>
            <a:satOff val="3170"/>
            <a:lumOff val="-2745"/>
            <a:alphaOff val="0"/>
          </a:schemeClr>
        </a:solidFill>
        <a:ln w="22225" cap="rnd" cmpd="sng" algn="ctr">
          <a:solidFill>
            <a:schemeClr val="accent5">
              <a:hueOff val="-1481724"/>
              <a:satOff val="317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AAC92-5553-4D70-BC7E-202402B60328}">
      <dsp:nvSpPr>
        <dsp:cNvPr id="0" name=""/>
        <dsp:cNvSpPr/>
      </dsp:nvSpPr>
      <dsp:spPr>
        <a:xfrm>
          <a:off x="0" y="3766959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Integration Flexibility: Easily integrates with other Azure services and APIs.</a:t>
          </a:r>
        </a:p>
      </dsp:txBody>
      <dsp:txXfrm>
        <a:off x="0" y="3766959"/>
        <a:ext cx="7012370" cy="9415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C866-2098-41BD-A616-35DB2BB5689B}">
      <dsp:nvSpPr>
        <dsp:cNvPr id="0" name=""/>
        <dsp:cNvSpPr/>
      </dsp:nvSpPr>
      <dsp:spPr>
        <a:xfrm>
          <a:off x="0" y="865143"/>
          <a:ext cx="749808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F9FE6-0288-485C-8F0B-67EC7917E313}">
      <dsp:nvSpPr>
        <dsp:cNvPr id="0" name=""/>
        <dsp:cNvSpPr/>
      </dsp:nvSpPr>
      <dsp:spPr>
        <a:xfrm>
          <a:off x="374904" y="673263"/>
          <a:ext cx="5248656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0" rIns="19838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Function: Start orchestration by triggering an orchestrator function.</a:t>
          </a:r>
        </a:p>
      </dsp:txBody>
      <dsp:txXfrm>
        <a:off x="393638" y="691997"/>
        <a:ext cx="5211188" cy="346292"/>
      </dsp:txXfrm>
    </dsp:sp>
    <dsp:sp modelId="{BA1F1032-EB34-4EAD-A631-B57643388412}">
      <dsp:nvSpPr>
        <dsp:cNvPr id="0" name=""/>
        <dsp:cNvSpPr/>
      </dsp:nvSpPr>
      <dsp:spPr>
        <a:xfrm>
          <a:off x="0" y="1454823"/>
          <a:ext cx="749808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745210"/>
              <a:satOff val="-4879"/>
              <a:lumOff val="-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5B05A-6275-4670-B8F9-CABF53A6562F}">
      <dsp:nvSpPr>
        <dsp:cNvPr id="0" name=""/>
        <dsp:cNvSpPr/>
      </dsp:nvSpPr>
      <dsp:spPr>
        <a:xfrm>
          <a:off x="374904" y="1262943"/>
          <a:ext cx="5248656" cy="383760"/>
        </a:xfrm>
        <a:prstGeom prst="round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0" rIns="19838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Example: Triggered by HTTP, Blob storage, or Queue messages.</a:t>
          </a:r>
        </a:p>
      </dsp:txBody>
      <dsp:txXfrm>
        <a:off x="393638" y="1281677"/>
        <a:ext cx="5211188" cy="346292"/>
      </dsp:txXfrm>
    </dsp:sp>
    <dsp:sp modelId="{06B97FB8-C6D4-490B-8A67-1557353B1661}">
      <dsp:nvSpPr>
        <dsp:cNvPr id="0" name=""/>
        <dsp:cNvSpPr/>
      </dsp:nvSpPr>
      <dsp:spPr>
        <a:xfrm>
          <a:off x="0" y="2044503"/>
          <a:ext cx="7498080" cy="31539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1934" tIns="270764" rIns="58193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[</a:t>
          </a:r>
          <a:r>
            <a:rPr lang="en-US" sz="1300" kern="1200" dirty="0" err="1"/>
            <a:t>FunctionName</a:t>
          </a:r>
          <a:r>
            <a:rPr lang="en-US" sz="1300" kern="1200" dirty="0"/>
            <a:t>("</a:t>
          </a:r>
          <a:r>
            <a:rPr lang="en-US" sz="1300" kern="1200" dirty="0" err="1"/>
            <a:t>BlobTriggerStart</a:t>
          </a:r>
          <a:r>
            <a:rPr lang="en-US" sz="1300" kern="1200" dirty="0"/>
            <a:t>")]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public static async Task </a:t>
          </a:r>
          <a:r>
            <a:rPr lang="en-US" sz="1300" kern="1200" dirty="0" err="1"/>
            <a:t>BlobTriggerClientFunction</a:t>
          </a:r>
          <a:r>
            <a:rPr lang="en-US" sz="1300" kern="1200" dirty="0"/>
            <a:t>(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[</a:t>
          </a:r>
          <a:r>
            <a:rPr lang="en-US" sz="1300" kern="1200" dirty="0" err="1"/>
            <a:t>BlobTrigger</a:t>
          </a:r>
          <a:r>
            <a:rPr lang="en-US" sz="1300" kern="1200" dirty="0"/>
            <a:t>("</a:t>
          </a:r>
          <a:r>
            <a:rPr lang="en-US" sz="1300" kern="1200" dirty="0" err="1"/>
            <a:t>photoscontainer</a:t>
          </a:r>
          <a:r>
            <a:rPr lang="en-US" sz="1300" kern="1200" dirty="0"/>
            <a:t>/{name}", Connection ="</a:t>
          </a:r>
          <a:r>
            <a:rPr lang="en-US" sz="1300" kern="1200" dirty="0" err="1"/>
            <a:t>StorageConnectionString</a:t>
          </a:r>
          <a:r>
            <a:rPr lang="en-US" sz="1300" kern="1200" dirty="0"/>
            <a:t>")]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 err="1"/>
            <a:t>CloudBlockBlob</a:t>
          </a:r>
          <a:r>
            <a:rPr lang="en-US" sz="1300" kern="1200" dirty="0"/>
            <a:t> </a:t>
          </a:r>
          <a:r>
            <a:rPr lang="en-US" sz="1300" kern="1200" dirty="0" err="1"/>
            <a:t>myBlob</a:t>
          </a:r>
          <a:r>
            <a:rPr lang="en-US" sz="1300" kern="1200" dirty="0"/>
            <a:t>, string name,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 err="1"/>
            <a:t>ILogger</a:t>
          </a:r>
          <a:r>
            <a:rPr lang="en-US" sz="1300" kern="1200" dirty="0"/>
            <a:t> log, [</a:t>
          </a:r>
          <a:r>
            <a:rPr lang="en-US" sz="1300" kern="1200" dirty="0" err="1"/>
            <a:t>DurableClient</a:t>
          </a:r>
          <a:r>
            <a:rPr lang="en-US" sz="1300" kern="1200" dirty="0"/>
            <a:t>] </a:t>
          </a:r>
          <a:r>
            <a:rPr lang="en-US" sz="1300" kern="1200" dirty="0" err="1"/>
            <a:t>IDurableOrchestrationClient</a:t>
          </a:r>
          <a:r>
            <a:rPr lang="en-US" sz="1300" kern="1200" dirty="0"/>
            <a:t> starter)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{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// Function logic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}</a:t>
          </a:r>
        </a:p>
      </dsp:txBody>
      <dsp:txXfrm>
        <a:off x="0" y="2044503"/>
        <a:ext cx="7498080" cy="3153948"/>
      </dsp:txXfrm>
    </dsp:sp>
    <dsp:sp modelId="{CE2E9937-E9C7-4E94-A362-AE5ED49D654F}">
      <dsp:nvSpPr>
        <dsp:cNvPr id="0" name=""/>
        <dsp:cNvSpPr/>
      </dsp:nvSpPr>
      <dsp:spPr>
        <a:xfrm>
          <a:off x="374904" y="1852623"/>
          <a:ext cx="5248656" cy="38376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0" rIns="19838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Example Code:</a:t>
          </a:r>
        </a:p>
      </dsp:txBody>
      <dsp:txXfrm>
        <a:off x="393638" y="1871357"/>
        <a:ext cx="5211188" cy="3462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D1B7F-85EE-4F57-9237-CE260248F4E0}">
      <dsp:nvSpPr>
        <dsp:cNvPr id="0" name=""/>
        <dsp:cNvSpPr/>
      </dsp:nvSpPr>
      <dsp:spPr>
        <a:xfrm>
          <a:off x="0" y="120129"/>
          <a:ext cx="7012370" cy="7150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Role: Defines the sequence of tasks and workflow.</a:t>
          </a:r>
        </a:p>
      </dsp:txBody>
      <dsp:txXfrm>
        <a:off x="34906" y="155035"/>
        <a:ext cx="6942558" cy="645240"/>
      </dsp:txXfrm>
    </dsp:sp>
    <dsp:sp modelId="{49242B9B-3348-4E2E-8828-62248E1D4AA0}">
      <dsp:nvSpPr>
        <dsp:cNvPr id="0" name=""/>
        <dsp:cNvSpPr/>
      </dsp:nvSpPr>
      <dsp:spPr>
        <a:xfrm>
          <a:off x="0" y="887022"/>
          <a:ext cx="7012370" cy="715052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Characteristics: Must be deterministic.</a:t>
          </a:r>
        </a:p>
      </dsp:txBody>
      <dsp:txXfrm>
        <a:off x="34906" y="921928"/>
        <a:ext cx="6942558" cy="645240"/>
      </dsp:txXfrm>
    </dsp:sp>
    <dsp:sp modelId="{6B81E89E-00F8-4997-86B4-B72691073DE5}">
      <dsp:nvSpPr>
        <dsp:cNvPr id="0" name=""/>
        <dsp:cNvSpPr/>
      </dsp:nvSpPr>
      <dsp:spPr>
        <a:xfrm>
          <a:off x="0" y="1653915"/>
          <a:ext cx="7012370" cy="715052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Tasks: Can include activity functions, sub-orchestrations, and external events.</a:t>
          </a:r>
        </a:p>
      </dsp:txBody>
      <dsp:txXfrm>
        <a:off x="34906" y="1688821"/>
        <a:ext cx="6942558" cy="645240"/>
      </dsp:txXfrm>
    </dsp:sp>
    <dsp:sp modelId="{63207EC5-44CF-461D-AD62-B99C7D10C0F5}">
      <dsp:nvSpPr>
        <dsp:cNvPr id="0" name=""/>
        <dsp:cNvSpPr/>
      </dsp:nvSpPr>
      <dsp:spPr>
        <a:xfrm>
          <a:off x="0" y="2420808"/>
          <a:ext cx="7012370" cy="715052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 Code:</a:t>
          </a:r>
        </a:p>
      </dsp:txBody>
      <dsp:txXfrm>
        <a:off x="34906" y="2455714"/>
        <a:ext cx="6942558" cy="645240"/>
      </dsp:txXfrm>
    </dsp:sp>
    <dsp:sp modelId="{BE8F0C81-A0AB-4A05-A609-E6FB9378731E}">
      <dsp:nvSpPr>
        <dsp:cNvPr id="0" name=""/>
        <dsp:cNvSpPr/>
      </dsp:nvSpPr>
      <dsp:spPr>
        <a:xfrm>
          <a:off x="0" y="3135861"/>
          <a:ext cx="701237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[</a:t>
          </a:r>
          <a:r>
            <a:rPr lang="en-US" sz="1400" kern="1200" dirty="0" err="1"/>
            <a:t>FunctionName</a:t>
          </a:r>
          <a:r>
            <a:rPr lang="en-US" sz="1400" kern="1200" dirty="0"/>
            <a:t>("</a:t>
          </a:r>
          <a:r>
            <a:rPr lang="en-US" sz="1400" kern="1200" dirty="0" err="1"/>
            <a:t>StorageOrchestrator</a:t>
          </a:r>
          <a:r>
            <a:rPr lang="en-US" sz="1400" kern="1200" dirty="0"/>
            <a:t>")]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public static async Task&lt;string&gt; </a:t>
          </a:r>
          <a:r>
            <a:rPr lang="en-US" sz="1400" kern="1200" dirty="0" err="1"/>
            <a:t>RunOrchestrator</a:t>
          </a:r>
          <a:r>
            <a:rPr lang="en-US" sz="1400" kern="1200" dirty="0"/>
            <a:t>(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[</a:t>
          </a:r>
          <a:r>
            <a:rPr lang="en-US" sz="1400" kern="1200" dirty="0" err="1"/>
            <a:t>OrchestrationTrigger</a:t>
          </a:r>
          <a:r>
            <a:rPr lang="en-US" sz="1400" kern="1200" dirty="0"/>
            <a:t>] </a:t>
          </a:r>
          <a:r>
            <a:rPr lang="en-US" sz="1400" kern="1200" dirty="0" err="1"/>
            <a:t>IDurableOrchestrationContext</a:t>
          </a:r>
          <a:r>
            <a:rPr lang="en-US" sz="1400" kern="1200" dirty="0"/>
            <a:t> context, </a:t>
          </a:r>
          <a:r>
            <a:rPr lang="en-US" sz="1400" kern="1200" dirty="0" err="1"/>
            <a:t>ILogger</a:t>
          </a:r>
          <a:r>
            <a:rPr lang="en-US" sz="1400" kern="1200" dirty="0"/>
            <a:t> log)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{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// Function logic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}</a:t>
          </a:r>
        </a:p>
      </dsp:txBody>
      <dsp:txXfrm>
        <a:off x="0" y="3135861"/>
        <a:ext cx="7012370" cy="14531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4AC10-331E-4FA5-9B1F-7902BE7BC27E}">
      <dsp:nvSpPr>
        <dsp:cNvPr id="0" name=""/>
        <dsp:cNvSpPr/>
      </dsp:nvSpPr>
      <dsp:spPr>
        <a:xfrm>
          <a:off x="0" y="88455"/>
          <a:ext cx="7012370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Role: Execute individual tasks within a workflow.</a:t>
          </a:r>
        </a:p>
      </dsp:txBody>
      <dsp:txXfrm>
        <a:off x="25759" y="114214"/>
        <a:ext cx="6960852" cy="476152"/>
      </dsp:txXfrm>
    </dsp:sp>
    <dsp:sp modelId="{636AE5B9-C7C3-4B66-A0CE-83688E531661}">
      <dsp:nvSpPr>
        <dsp:cNvPr id="0" name=""/>
        <dsp:cNvSpPr/>
      </dsp:nvSpPr>
      <dsp:spPr>
        <a:xfrm>
          <a:off x="0" y="679485"/>
          <a:ext cx="7012370" cy="527670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Characteristics: Short-lived and specific to a task.</a:t>
          </a:r>
        </a:p>
      </dsp:txBody>
      <dsp:txXfrm>
        <a:off x="25759" y="705244"/>
        <a:ext cx="6960852" cy="476152"/>
      </dsp:txXfrm>
    </dsp:sp>
    <dsp:sp modelId="{2B40DF25-61F5-4097-A115-243EFAF913AE}">
      <dsp:nvSpPr>
        <dsp:cNvPr id="0" name=""/>
        <dsp:cNvSpPr/>
      </dsp:nvSpPr>
      <dsp:spPr>
        <a:xfrm>
          <a:off x="0" y="1270515"/>
          <a:ext cx="7012370" cy="527670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Usage: Can run in parallel or sequentially.</a:t>
          </a:r>
        </a:p>
      </dsp:txBody>
      <dsp:txXfrm>
        <a:off x="25759" y="1296274"/>
        <a:ext cx="6960852" cy="476152"/>
      </dsp:txXfrm>
    </dsp:sp>
    <dsp:sp modelId="{13E18141-DBC6-4DE4-870C-4A5CE78CBEBC}">
      <dsp:nvSpPr>
        <dsp:cNvPr id="0" name=""/>
        <dsp:cNvSpPr/>
      </dsp:nvSpPr>
      <dsp:spPr>
        <a:xfrm>
          <a:off x="0" y="1861545"/>
          <a:ext cx="7012370" cy="52767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 Code:</a:t>
          </a:r>
        </a:p>
      </dsp:txBody>
      <dsp:txXfrm>
        <a:off x="25759" y="1887304"/>
        <a:ext cx="6960852" cy="476152"/>
      </dsp:txXfrm>
    </dsp:sp>
    <dsp:sp modelId="{C7D5DAD3-2DCA-458A-B99E-787F01E67601}">
      <dsp:nvSpPr>
        <dsp:cNvPr id="0" name=""/>
        <dsp:cNvSpPr/>
      </dsp:nvSpPr>
      <dsp:spPr>
        <a:xfrm>
          <a:off x="0" y="2389215"/>
          <a:ext cx="7012370" cy="223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[</a:t>
          </a:r>
          <a:r>
            <a:rPr lang="en-US" sz="1700" kern="1200" dirty="0" err="1"/>
            <a:t>FunctionName</a:t>
          </a:r>
          <a:r>
            <a:rPr lang="en-US" sz="1700" kern="1200" dirty="0"/>
            <a:t>("</a:t>
          </a:r>
          <a:r>
            <a:rPr lang="en-US" sz="1700" kern="1200" dirty="0" err="1"/>
            <a:t>SendMessageToServiceBusQueue</a:t>
          </a:r>
          <a:r>
            <a:rPr lang="en-US" sz="1700" kern="1200" dirty="0"/>
            <a:t>")]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public static async Task&lt;string&gt; </a:t>
          </a:r>
          <a:r>
            <a:rPr lang="en-US" sz="1700" kern="1200" dirty="0" err="1"/>
            <a:t>SendMessageToAzureServiceBusQueueAsync</a:t>
          </a:r>
          <a:r>
            <a:rPr lang="en-US" sz="1700" kern="1200" dirty="0"/>
            <a:t>(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[</a:t>
          </a:r>
          <a:r>
            <a:rPr lang="en-US" sz="1700" kern="1200" dirty="0" err="1"/>
            <a:t>ActivityTrigger</a:t>
          </a:r>
          <a:r>
            <a:rPr lang="en-US" sz="1700" kern="1200" dirty="0"/>
            <a:t>] </a:t>
          </a:r>
          <a:r>
            <a:rPr lang="en-US" sz="1700" kern="1200" dirty="0" err="1"/>
            <a:t>CloudBlobItem</a:t>
          </a:r>
          <a:r>
            <a:rPr lang="en-US" sz="1700" kern="1200" dirty="0"/>
            <a:t> </a:t>
          </a:r>
          <a:r>
            <a:rPr lang="en-US" sz="1700" kern="1200" dirty="0" err="1"/>
            <a:t>uploadedBlob</a:t>
          </a:r>
          <a:r>
            <a:rPr lang="en-US" sz="1700" kern="1200" dirty="0"/>
            <a:t>, </a:t>
          </a:r>
          <a:r>
            <a:rPr lang="en-US" sz="1700" kern="1200" dirty="0" err="1"/>
            <a:t>ILogger</a:t>
          </a:r>
          <a:r>
            <a:rPr lang="en-US" sz="1700" kern="1200" dirty="0"/>
            <a:t> log, </a:t>
          </a:r>
          <a:r>
            <a:rPr lang="en-US" sz="1700" kern="1200" dirty="0" err="1"/>
            <a:t>ExecutionContext</a:t>
          </a:r>
          <a:r>
            <a:rPr lang="en-US" sz="1700" kern="1200" dirty="0"/>
            <a:t> </a:t>
          </a:r>
          <a:r>
            <a:rPr lang="en-US" sz="1700" kern="1200" dirty="0" err="1"/>
            <a:t>executionContext</a:t>
          </a:r>
          <a:r>
            <a:rPr lang="en-US" sz="1700" kern="1200" dirty="0"/>
            <a:t>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{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/>
            <a:t>// Function logic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}</a:t>
          </a:r>
        </a:p>
      </dsp:txBody>
      <dsp:txXfrm>
        <a:off x="0" y="2389215"/>
        <a:ext cx="7012370" cy="22314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1FB47-D901-4321-8F15-53CDBB72D49D}">
      <dsp:nvSpPr>
        <dsp:cNvPr id="0" name=""/>
        <dsp:cNvSpPr/>
      </dsp:nvSpPr>
      <dsp:spPr>
        <a:xfrm>
          <a:off x="0" y="3679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E601C-4486-4733-9510-9369DA339252}">
      <dsp:nvSpPr>
        <dsp:cNvPr id="0" name=""/>
        <dsp:cNvSpPr/>
      </dsp:nvSpPr>
      <dsp:spPr>
        <a:xfrm>
          <a:off x="237047" y="179995"/>
          <a:ext cx="430995" cy="430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10963-74D8-4390-BB52-A4552D24521B}">
      <dsp:nvSpPr>
        <dsp:cNvPr id="0" name=""/>
        <dsp:cNvSpPr/>
      </dsp:nvSpPr>
      <dsp:spPr>
        <a:xfrm>
          <a:off x="905091" y="3679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Scalability</a:t>
          </a:r>
        </a:p>
      </dsp:txBody>
      <dsp:txXfrm>
        <a:off x="905091" y="3679"/>
        <a:ext cx="3155566" cy="783628"/>
      </dsp:txXfrm>
    </dsp:sp>
    <dsp:sp modelId="{FA3D61CA-4CC0-4631-9CEE-3EE9A6913F4C}">
      <dsp:nvSpPr>
        <dsp:cNvPr id="0" name=""/>
        <dsp:cNvSpPr/>
      </dsp:nvSpPr>
      <dsp:spPr>
        <a:xfrm>
          <a:off x="4060657" y="3679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Handles many concurrent requests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Scales dynamically to meet demand</a:t>
          </a:r>
        </a:p>
      </dsp:txBody>
      <dsp:txXfrm>
        <a:off x="4060657" y="3679"/>
        <a:ext cx="2951712" cy="783628"/>
      </dsp:txXfrm>
    </dsp:sp>
    <dsp:sp modelId="{79E5829A-3B23-4B2E-8C47-7C55DB33981C}">
      <dsp:nvSpPr>
        <dsp:cNvPr id="0" name=""/>
        <dsp:cNvSpPr/>
      </dsp:nvSpPr>
      <dsp:spPr>
        <a:xfrm>
          <a:off x="0" y="983215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4E0CA-95B1-4F59-9196-999B12DA3129}">
      <dsp:nvSpPr>
        <dsp:cNvPr id="0" name=""/>
        <dsp:cNvSpPr/>
      </dsp:nvSpPr>
      <dsp:spPr>
        <a:xfrm>
          <a:off x="237047" y="1159531"/>
          <a:ext cx="430995" cy="430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21C33-4650-405D-864D-26D27EC9522B}">
      <dsp:nvSpPr>
        <dsp:cNvPr id="0" name=""/>
        <dsp:cNvSpPr/>
      </dsp:nvSpPr>
      <dsp:spPr>
        <a:xfrm>
          <a:off x="905091" y="983215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Reliability</a:t>
          </a:r>
        </a:p>
      </dsp:txBody>
      <dsp:txXfrm>
        <a:off x="905091" y="983215"/>
        <a:ext cx="3155566" cy="783628"/>
      </dsp:txXfrm>
    </dsp:sp>
    <dsp:sp modelId="{B24107FE-92A5-4A4D-BFFA-CE06FB9F2195}">
      <dsp:nvSpPr>
        <dsp:cNvPr id="0" name=""/>
        <dsp:cNvSpPr/>
      </dsp:nvSpPr>
      <dsp:spPr>
        <a:xfrm>
          <a:off x="4060657" y="983215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Durable state storage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Highly available and fault-tolerant</a:t>
          </a:r>
        </a:p>
      </dsp:txBody>
      <dsp:txXfrm>
        <a:off x="4060657" y="983215"/>
        <a:ext cx="2951712" cy="783628"/>
      </dsp:txXfrm>
    </dsp:sp>
    <dsp:sp modelId="{F7793742-9BA0-4E39-B6C8-F355D34618FA}">
      <dsp:nvSpPr>
        <dsp:cNvPr id="0" name=""/>
        <dsp:cNvSpPr/>
      </dsp:nvSpPr>
      <dsp:spPr>
        <a:xfrm>
          <a:off x="0" y="1962751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56627-F24D-4A6B-B82A-7224120D9ED9}">
      <dsp:nvSpPr>
        <dsp:cNvPr id="0" name=""/>
        <dsp:cNvSpPr/>
      </dsp:nvSpPr>
      <dsp:spPr>
        <a:xfrm>
          <a:off x="237047" y="2139067"/>
          <a:ext cx="430995" cy="430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9FBDC-1CB3-4220-B3E5-CDB78BF27EE4}">
      <dsp:nvSpPr>
        <dsp:cNvPr id="0" name=""/>
        <dsp:cNvSpPr/>
      </dsp:nvSpPr>
      <dsp:spPr>
        <a:xfrm>
          <a:off x="905091" y="1962751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Consistency</a:t>
          </a:r>
        </a:p>
      </dsp:txBody>
      <dsp:txXfrm>
        <a:off x="905091" y="1962751"/>
        <a:ext cx="3155566" cy="783628"/>
      </dsp:txXfrm>
    </dsp:sp>
    <dsp:sp modelId="{F5D491A1-39DC-4613-8C92-5BB93A2FC971}">
      <dsp:nvSpPr>
        <dsp:cNvPr id="0" name=""/>
        <dsp:cNvSpPr/>
      </dsp:nvSpPr>
      <dsp:spPr>
        <a:xfrm>
          <a:off x="4060657" y="1962751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Optimistic concurrency control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Ensures correct order of updates</a:t>
          </a:r>
        </a:p>
      </dsp:txBody>
      <dsp:txXfrm>
        <a:off x="4060657" y="1962751"/>
        <a:ext cx="2951712" cy="783628"/>
      </dsp:txXfrm>
    </dsp:sp>
    <dsp:sp modelId="{6437B58D-7364-410D-BDFE-0B6C7224EA69}">
      <dsp:nvSpPr>
        <dsp:cNvPr id="0" name=""/>
        <dsp:cNvSpPr/>
      </dsp:nvSpPr>
      <dsp:spPr>
        <a:xfrm>
          <a:off x="0" y="2942287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0E377-23CC-498E-8C37-0EA9E73F0282}">
      <dsp:nvSpPr>
        <dsp:cNvPr id="0" name=""/>
        <dsp:cNvSpPr/>
      </dsp:nvSpPr>
      <dsp:spPr>
        <a:xfrm>
          <a:off x="237047" y="3118603"/>
          <a:ext cx="430995" cy="430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4BB28-FEDE-4A80-B16B-F59E2F084729}">
      <dsp:nvSpPr>
        <dsp:cNvPr id="0" name=""/>
        <dsp:cNvSpPr/>
      </dsp:nvSpPr>
      <dsp:spPr>
        <a:xfrm>
          <a:off x="905091" y="2942287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Encapsulation</a:t>
          </a:r>
        </a:p>
      </dsp:txBody>
      <dsp:txXfrm>
        <a:off x="905091" y="2942287"/>
        <a:ext cx="3155566" cy="783628"/>
      </dsp:txXfrm>
    </dsp:sp>
    <dsp:sp modelId="{D8B7FD5D-E130-4173-9BC2-B12F199D633E}">
      <dsp:nvSpPr>
        <dsp:cNvPr id="0" name=""/>
        <dsp:cNvSpPr/>
      </dsp:nvSpPr>
      <dsp:spPr>
        <a:xfrm>
          <a:off x="4060657" y="2942287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Encapsulates logic and state in a single class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Easier to maintain and evolve</a:t>
          </a:r>
        </a:p>
      </dsp:txBody>
      <dsp:txXfrm>
        <a:off x="4060657" y="2942287"/>
        <a:ext cx="2951712" cy="783628"/>
      </dsp:txXfrm>
    </dsp:sp>
    <dsp:sp modelId="{725C43A5-BE51-4184-A697-A0D7A8B11BC0}">
      <dsp:nvSpPr>
        <dsp:cNvPr id="0" name=""/>
        <dsp:cNvSpPr/>
      </dsp:nvSpPr>
      <dsp:spPr>
        <a:xfrm>
          <a:off x="0" y="3921823"/>
          <a:ext cx="7012370" cy="7836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EB4E3-81E6-48EB-9351-2DE17306F479}">
      <dsp:nvSpPr>
        <dsp:cNvPr id="0" name=""/>
        <dsp:cNvSpPr/>
      </dsp:nvSpPr>
      <dsp:spPr>
        <a:xfrm>
          <a:off x="237047" y="4098139"/>
          <a:ext cx="430995" cy="4309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80168-80F1-4973-90D2-6DFDD5905C14}">
      <dsp:nvSpPr>
        <dsp:cNvPr id="0" name=""/>
        <dsp:cNvSpPr/>
      </dsp:nvSpPr>
      <dsp:spPr>
        <a:xfrm>
          <a:off x="905091" y="3921823"/>
          <a:ext cx="3155566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Reusability</a:t>
          </a:r>
        </a:p>
      </dsp:txBody>
      <dsp:txXfrm>
        <a:off x="905091" y="3921823"/>
        <a:ext cx="3155566" cy="783628"/>
      </dsp:txXfrm>
    </dsp:sp>
    <dsp:sp modelId="{8342643F-A7CA-420D-A26A-C0E1E3992644}">
      <dsp:nvSpPr>
        <dsp:cNvPr id="0" name=""/>
        <dsp:cNvSpPr/>
      </dsp:nvSpPr>
      <dsp:spPr>
        <a:xfrm>
          <a:off x="4060657" y="3921823"/>
          <a:ext cx="2951712" cy="7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34" tIns="82934" rIns="82934" bIns="8293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 be used across multiple workflows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Reuse stateful entities in different parts of an application</a:t>
          </a:r>
        </a:p>
      </dsp:txBody>
      <dsp:txXfrm>
        <a:off x="4060657" y="3921823"/>
        <a:ext cx="2951712" cy="7836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87FB6-5A65-4DCF-9BC0-E2682313B47D}">
      <dsp:nvSpPr>
        <dsp:cNvPr id="0" name=""/>
        <dsp:cNvSpPr/>
      </dsp:nvSpPr>
      <dsp:spPr>
        <a:xfrm>
          <a:off x="1346" y="681889"/>
          <a:ext cx="4901003" cy="24505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Stateful: Orchestrator and Entity Functions</a:t>
          </a:r>
        </a:p>
      </dsp:txBody>
      <dsp:txXfrm>
        <a:off x="73119" y="753662"/>
        <a:ext cx="4757457" cy="2306955"/>
      </dsp:txXfrm>
    </dsp:sp>
    <dsp:sp modelId="{F3DF76C2-48EC-43AD-BB6A-7C97BBC29CE0}">
      <dsp:nvSpPr>
        <dsp:cNvPr id="0" name=""/>
        <dsp:cNvSpPr/>
      </dsp:nvSpPr>
      <dsp:spPr>
        <a:xfrm>
          <a:off x="6127600" y="681889"/>
          <a:ext cx="4901003" cy="2450501"/>
        </a:xfrm>
        <a:prstGeom prst="roundRect">
          <a:avLst>
            <a:gd name="adj" fmla="val 10000"/>
          </a:avLst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Stateless: Client and Activity Functions</a:t>
          </a:r>
        </a:p>
      </dsp:txBody>
      <dsp:txXfrm>
        <a:off x="6199373" y="753662"/>
        <a:ext cx="4757457" cy="23069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41969-F988-4E37-A37F-49D68C4FB317}">
      <dsp:nvSpPr>
        <dsp:cNvPr id="0" name=""/>
        <dsp:cNvSpPr/>
      </dsp:nvSpPr>
      <dsp:spPr>
        <a:xfrm>
          <a:off x="0" y="8220"/>
          <a:ext cx="701237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Sequential execution of functions</a:t>
          </a:r>
        </a:p>
      </dsp:txBody>
      <dsp:txXfrm>
        <a:off x="26930" y="35150"/>
        <a:ext cx="6958510" cy="497795"/>
      </dsp:txXfrm>
    </dsp:sp>
    <dsp:sp modelId="{B4EA920B-46EA-4EAA-B720-1BEB76EEE262}">
      <dsp:nvSpPr>
        <dsp:cNvPr id="0" name=""/>
        <dsp:cNvSpPr/>
      </dsp:nvSpPr>
      <dsp:spPr>
        <a:xfrm>
          <a:off x="0" y="626115"/>
          <a:ext cx="7012370" cy="551655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function’s output is the next function’s input</a:t>
          </a:r>
        </a:p>
      </dsp:txBody>
      <dsp:txXfrm>
        <a:off x="26930" y="653045"/>
        <a:ext cx="6958510" cy="497795"/>
      </dsp:txXfrm>
    </dsp:sp>
    <dsp:sp modelId="{0A359796-9128-4355-8141-86BC2B15102B}">
      <dsp:nvSpPr>
        <dsp:cNvPr id="0" name=""/>
        <dsp:cNvSpPr/>
      </dsp:nvSpPr>
      <dsp:spPr>
        <a:xfrm>
          <a:off x="0" y="1177770"/>
          <a:ext cx="7012370" cy="352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[</a:t>
          </a:r>
          <a:r>
            <a:rPr lang="en-US" sz="1800" kern="1200" dirty="0" err="1"/>
            <a:t>FunctionName</a:t>
          </a:r>
          <a:r>
            <a:rPr lang="en-US" sz="1800" kern="1200" dirty="0"/>
            <a:t>("</a:t>
          </a:r>
          <a:r>
            <a:rPr lang="en-US" sz="1800" kern="1200" dirty="0" err="1"/>
            <a:t>FunctionChainingExample</a:t>
          </a:r>
          <a:r>
            <a:rPr lang="en-US" sz="1800" kern="1200" dirty="0"/>
            <a:t>")]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public static async Task&lt;object&gt; Run([</a:t>
          </a:r>
          <a:r>
            <a:rPr lang="en-US" sz="1800" kern="1200" dirty="0" err="1"/>
            <a:t>OrchestrationTrigger</a:t>
          </a:r>
          <a:r>
            <a:rPr lang="en-US" sz="1800" kern="1200" dirty="0"/>
            <a:t>] </a:t>
          </a:r>
          <a:r>
            <a:rPr lang="en-US" sz="1800" kern="1200" dirty="0" err="1"/>
            <a:t>IDurableOrchestrationContext</a:t>
          </a:r>
          <a:r>
            <a:rPr lang="en-US" sz="1800" kern="1200" dirty="0"/>
            <a:t> context)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{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var res1 = await </a:t>
          </a:r>
          <a:r>
            <a:rPr lang="en-US" sz="1800" kern="1200" dirty="0" err="1"/>
            <a:t>context.CallActivityAsync</a:t>
          </a:r>
          <a:r>
            <a:rPr lang="en-US" sz="1800" kern="1200" dirty="0"/>
            <a:t>&lt;object&gt;("myfunc1", null);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var res2 = await </a:t>
          </a:r>
          <a:r>
            <a:rPr lang="en-US" sz="1800" kern="1200" dirty="0" err="1"/>
            <a:t>context.CallActivityAsync</a:t>
          </a:r>
          <a:r>
            <a:rPr lang="en-US" sz="1800" kern="1200" dirty="0"/>
            <a:t>&lt;object&gt;("myfunc2", res1);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var </a:t>
          </a:r>
          <a:r>
            <a:rPr lang="en-US" sz="1800" kern="1200" dirty="0" err="1"/>
            <a:t>finalresult</a:t>
          </a:r>
          <a:r>
            <a:rPr lang="en-US" sz="1800" kern="1200" dirty="0"/>
            <a:t> = await </a:t>
          </a:r>
          <a:r>
            <a:rPr lang="en-US" sz="1800" kern="1200" dirty="0" err="1"/>
            <a:t>context.CallActivityAsync</a:t>
          </a:r>
          <a:r>
            <a:rPr lang="en-US" sz="1800" kern="1200" dirty="0"/>
            <a:t>&lt;object&gt;("myfunc3", res2);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return await </a:t>
          </a:r>
          <a:r>
            <a:rPr lang="en-US" sz="1800" kern="1200" dirty="0" err="1"/>
            <a:t>context.CallActivityAsync</a:t>
          </a:r>
          <a:r>
            <a:rPr lang="en-US" sz="1800" kern="1200" dirty="0"/>
            <a:t>&lt;object&gt;("myfunc4", </a:t>
          </a:r>
          <a:r>
            <a:rPr lang="en-US" sz="1800" kern="1200" dirty="0" err="1"/>
            <a:t>finalresult</a:t>
          </a:r>
          <a:r>
            <a:rPr lang="en-US" sz="1800" kern="1200" dirty="0"/>
            <a:t>);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1800" kern="1200" dirty="0"/>
            <a:t>}</a:t>
          </a:r>
        </a:p>
      </dsp:txBody>
      <dsp:txXfrm>
        <a:off x="0" y="1177770"/>
        <a:ext cx="7012370" cy="35231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A30C1-B535-4BE8-8469-EB32B9B44D4C}">
      <dsp:nvSpPr>
        <dsp:cNvPr id="0" name=""/>
        <dsp:cNvSpPr/>
      </dsp:nvSpPr>
      <dsp:spPr>
        <a:xfrm>
          <a:off x="0" y="108435"/>
          <a:ext cx="701237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Executes multiple functions in parallel</a:t>
          </a:r>
        </a:p>
      </dsp:txBody>
      <dsp:txXfrm>
        <a:off x="21075" y="129510"/>
        <a:ext cx="6970220" cy="389580"/>
      </dsp:txXfrm>
    </dsp:sp>
    <dsp:sp modelId="{A3951BD6-5423-48DE-8069-8385EFE6ADEF}">
      <dsp:nvSpPr>
        <dsp:cNvPr id="0" name=""/>
        <dsp:cNvSpPr/>
      </dsp:nvSpPr>
      <dsp:spPr>
        <a:xfrm>
          <a:off x="0" y="592005"/>
          <a:ext cx="7012370" cy="43173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Aggregates results</a:t>
          </a:r>
        </a:p>
      </dsp:txBody>
      <dsp:txXfrm>
        <a:off x="21075" y="613080"/>
        <a:ext cx="6970220" cy="389580"/>
      </dsp:txXfrm>
    </dsp:sp>
    <dsp:sp modelId="{A4ECC4A5-4D6D-4DD4-B208-CFD2F8B1113F}">
      <dsp:nvSpPr>
        <dsp:cNvPr id="0" name=""/>
        <dsp:cNvSpPr/>
      </dsp:nvSpPr>
      <dsp:spPr>
        <a:xfrm>
          <a:off x="0" y="1023735"/>
          <a:ext cx="7012370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[</a:t>
          </a:r>
          <a:r>
            <a:rPr lang="en-US" sz="1400" kern="1200" dirty="0" err="1"/>
            <a:t>FunctionName</a:t>
          </a:r>
          <a:r>
            <a:rPr lang="en-US" sz="1400" kern="1200" dirty="0"/>
            <a:t>("</a:t>
          </a:r>
          <a:r>
            <a:rPr lang="en-US" sz="1400" kern="1200" dirty="0" err="1"/>
            <a:t>FanOutFanInExample</a:t>
          </a:r>
          <a:r>
            <a:rPr lang="en-US" sz="1400" kern="1200" dirty="0"/>
            <a:t>")]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public static async Task Run([</a:t>
          </a:r>
          <a:r>
            <a:rPr lang="en-US" sz="1400" kern="1200" dirty="0" err="1"/>
            <a:t>OrchestrationTrigger</a:t>
          </a:r>
          <a:r>
            <a:rPr lang="en-US" sz="1400" kern="1200" dirty="0"/>
            <a:t>] </a:t>
          </a:r>
          <a:r>
            <a:rPr lang="en-US" sz="1400" kern="1200" dirty="0" err="1"/>
            <a:t>IDurableOrchestrationContext</a:t>
          </a:r>
          <a:r>
            <a:rPr lang="en-US" sz="1400" kern="1200" dirty="0"/>
            <a:t> context)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{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var parallelTasks = new List&lt;Task&lt;int&gt;&gt;();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object[] workBatch = await context.CallActivityAsync&lt;object[]&gt;("F1", null);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for (int i = 0; i &lt; workBatch.Length; i++)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{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Task&lt;int&gt; task = </a:t>
          </a:r>
          <a:r>
            <a:rPr lang="en-US" sz="1400" kern="1200" dirty="0" err="1"/>
            <a:t>context.CallActivityAsync</a:t>
          </a:r>
          <a:r>
            <a:rPr lang="en-US" sz="1400" kern="1200" dirty="0"/>
            <a:t>&lt;int&gt;("F2", </a:t>
          </a:r>
          <a:r>
            <a:rPr lang="en-US" sz="1400" kern="1200" dirty="0" err="1"/>
            <a:t>workBatch</a:t>
          </a:r>
          <a:r>
            <a:rPr lang="en-US" sz="1400" kern="1200" dirty="0"/>
            <a:t>[</a:t>
          </a:r>
          <a:r>
            <a:rPr lang="en-US" sz="1400" kern="1200" dirty="0" err="1"/>
            <a:t>i</a:t>
          </a:r>
          <a:r>
            <a:rPr lang="en-US" sz="1400" kern="1200" dirty="0"/>
            <a:t>]);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parallelTasks.Add(task);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}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await Task.WhenAll(parallelTasks);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int sum = parallelTasks.Sum(t =&gt; t.Result);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/>
            <a:t>await context.CallActivityAsync("F3", sum);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}</a:t>
          </a:r>
        </a:p>
      </dsp:txBody>
      <dsp:txXfrm>
        <a:off x="0" y="1023735"/>
        <a:ext cx="7012370" cy="35769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099D9-CE56-4171-B49E-D28B56C04204}">
      <dsp:nvSpPr>
        <dsp:cNvPr id="0" name=""/>
        <dsp:cNvSpPr/>
      </dsp:nvSpPr>
      <dsp:spPr>
        <a:xfrm>
          <a:off x="0" y="341445"/>
          <a:ext cx="7012370" cy="95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Scalability: Design functions to handle varying loads and leverage autoscaling features.</a:t>
          </a:r>
        </a:p>
      </dsp:txBody>
      <dsp:txXfrm>
        <a:off x="46606" y="388051"/>
        <a:ext cx="6919158" cy="861507"/>
      </dsp:txXfrm>
    </dsp:sp>
    <dsp:sp modelId="{939BBA41-C385-48CC-8D62-3804D5C4F420}">
      <dsp:nvSpPr>
        <dsp:cNvPr id="0" name=""/>
        <dsp:cNvSpPr/>
      </dsp:nvSpPr>
      <dsp:spPr>
        <a:xfrm>
          <a:off x="0" y="1365285"/>
          <a:ext cx="7012370" cy="954719"/>
        </a:xfrm>
        <a:prstGeom prst="roundRect">
          <a:avLst/>
        </a:prstGeom>
        <a:gradFill rotWithShape="0">
          <a:gsLst>
            <a:gs pos="0">
              <a:schemeClr val="accent2">
                <a:hueOff val="-496807"/>
                <a:satOff val="-3252"/>
                <a:lumOff val="-719"/>
                <a:alphaOff val="0"/>
                <a:tint val="98000"/>
                <a:lumMod val="110000"/>
              </a:schemeClr>
            </a:gs>
            <a:gs pos="84000">
              <a:schemeClr val="accent2">
                <a:hueOff val="-496807"/>
                <a:satOff val="-3252"/>
                <a:lumOff val="-71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Error Handling: Implement robust error handling and retry policies.</a:t>
          </a:r>
        </a:p>
      </dsp:txBody>
      <dsp:txXfrm>
        <a:off x="46606" y="1411891"/>
        <a:ext cx="6919158" cy="861507"/>
      </dsp:txXfrm>
    </dsp:sp>
    <dsp:sp modelId="{F9F3B4A7-D368-4B51-A54E-295E2C520580}">
      <dsp:nvSpPr>
        <dsp:cNvPr id="0" name=""/>
        <dsp:cNvSpPr/>
      </dsp:nvSpPr>
      <dsp:spPr>
        <a:xfrm>
          <a:off x="0" y="2389125"/>
          <a:ext cx="7012370" cy="954719"/>
        </a:xfrm>
        <a:prstGeom prst="roundRect">
          <a:avLst/>
        </a:prstGeom>
        <a:gradFill rotWithShape="0">
          <a:gsLst>
            <a:gs pos="0">
              <a:schemeClr val="accent2">
                <a:hueOff val="-993614"/>
                <a:satOff val="-6505"/>
                <a:lumOff val="-1437"/>
                <a:alphaOff val="0"/>
                <a:tint val="98000"/>
                <a:lumMod val="110000"/>
              </a:schemeClr>
            </a:gs>
            <a:gs pos="84000">
              <a:schemeClr val="accent2">
                <a:hueOff val="-993614"/>
                <a:satOff val="-6505"/>
                <a:lumOff val="-143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Monitoring and Logging: Use Azure Monitor and Application Insights for monitoring and debugging.</a:t>
          </a:r>
        </a:p>
      </dsp:txBody>
      <dsp:txXfrm>
        <a:off x="46606" y="2435731"/>
        <a:ext cx="6919158" cy="861507"/>
      </dsp:txXfrm>
    </dsp:sp>
    <dsp:sp modelId="{93D90B26-5385-42A2-8B06-1655EB07E5CF}">
      <dsp:nvSpPr>
        <dsp:cNvPr id="0" name=""/>
        <dsp:cNvSpPr/>
      </dsp:nvSpPr>
      <dsp:spPr>
        <a:xfrm>
          <a:off x="0" y="3412965"/>
          <a:ext cx="7012370" cy="954719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Security: Secure your functions with appropriate authentication and authorization.</a:t>
          </a:r>
        </a:p>
      </dsp:txBody>
      <dsp:txXfrm>
        <a:off x="46606" y="3459571"/>
        <a:ext cx="6919158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zure-functions/functions-overview?pivots=programming-language-cshar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/durabletask" TargetMode="External"/><Relationship Id="rId2" Type="http://schemas.openxmlformats.org/officeDocument/2006/relationships/hyperlink" Target="https://docs.microsoft.com/azure/azure-functions/durable-functions-overview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57297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3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Microsoft Azure Cloud </a:t>
            </a:r>
            <a:r>
              <a:rPr lang="en-US" sz="4400" b="1" dirty="0">
                <a:solidFill>
                  <a:schemeClr val="tx1"/>
                </a:solidFill>
              </a:rPr>
              <a:t>Compute Services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21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F516-C679-F3CE-2CF9-F87623A4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Azure Compute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87C9-A7FE-F8CF-74ED-B68C2CF5B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3634486"/>
          </a:xfrm>
        </p:spPr>
        <p:txBody>
          <a:bodyPr/>
          <a:lstStyle/>
          <a:p>
            <a:r>
              <a:rPr lang="en-US" dirty="0"/>
              <a:t>Overview of Microsoft Azure: A leading cloud provider offering a wide array of cloud services for businesses.</a:t>
            </a:r>
          </a:p>
          <a:p>
            <a:pPr lvl="1"/>
            <a:r>
              <a:rPr lang="en-US" dirty="0"/>
              <a:t>Azure Compute Services: Empower organizations to run workloads in the cloud with scalable and flexible compute resources.</a:t>
            </a:r>
          </a:p>
          <a:p>
            <a:r>
              <a:rPr lang="en-US" dirty="0"/>
              <a:t>Key Use Cases:</a:t>
            </a:r>
          </a:p>
          <a:p>
            <a:pPr lvl="1"/>
            <a:r>
              <a:rPr lang="en-US" dirty="0"/>
              <a:t>Application migration from on-premises to cloud</a:t>
            </a:r>
          </a:p>
          <a:p>
            <a:pPr lvl="1"/>
            <a:r>
              <a:rPr lang="en-US" dirty="0"/>
              <a:t>Containerization to run apps in isolated environments</a:t>
            </a:r>
          </a:p>
          <a:p>
            <a:pPr lvl="1"/>
            <a:r>
              <a:rPr lang="en-US" dirty="0"/>
              <a:t>Modernization of legacy systems using cloud-native services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FAFC2-4345-F620-5407-835393A9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4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0E004-462D-E39D-04BB-20BABAAD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What is Azure Compute?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F39A-FF9A-EAF5-D4F4-2D96FD245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On-demand Computing Resources:</a:t>
            </a:r>
          </a:p>
          <a:p>
            <a:pPr lvl="1"/>
            <a:r>
              <a:rPr lang="en-US" dirty="0"/>
              <a:t>Virtual Disks: High-capacity storage that can be attached to VMs.</a:t>
            </a:r>
          </a:p>
          <a:p>
            <a:pPr lvl="1"/>
            <a:r>
              <a:rPr lang="en-US" dirty="0"/>
              <a:t>Memory and Processors: Scalable resources to handle varying workloads.</a:t>
            </a:r>
          </a:p>
          <a:p>
            <a:pPr lvl="1"/>
            <a:r>
              <a:rPr lang="en-US" dirty="0"/>
              <a:t>Networking: Private and public networking solutions to connect resources securely.</a:t>
            </a:r>
          </a:p>
          <a:p>
            <a:r>
              <a:rPr lang="en-US" dirty="0"/>
              <a:t>Flexible Pricing Models:</a:t>
            </a:r>
          </a:p>
          <a:p>
            <a:pPr lvl="1"/>
            <a:r>
              <a:rPr lang="en-US" dirty="0"/>
              <a:t>Pay-as-you-go: Pay only for the resources you use.</a:t>
            </a:r>
          </a:p>
          <a:p>
            <a:pPr lvl="1"/>
            <a:r>
              <a:rPr lang="en-US" dirty="0"/>
              <a:t>Reserved Instances: Lock in lower prices for longer commitments.</a:t>
            </a:r>
          </a:p>
          <a:p>
            <a:r>
              <a:rPr lang="en-US" dirty="0"/>
              <a:t>Rapid Deployment: Cloud computing services can be provisioned in minutes, reducing infrastructure setup time.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54F9A-31E0-F805-D605-4B8BDC12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09063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0E004-462D-E39D-04BB-20BABAAD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Key Azure Compute Services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F39A-FF9A-EAF5-D4F4-2D96FD245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Azure Virtual Machines (VMs): Traditional IaaS model offering full control over OS and infrastructure.</a:t>
            </a:r>
          </a:p>
          <a:p>
            <a:r>
              <a:rPr lang="en-US" dirty="0"/>
              <a:t>Azure VM Scale Sets: Autoscaling feature that enables the creation of thousands of identical VMs to meet demand.</a:t>
            </a:r>
          </a:p>
          <a:p>
            <a:r>
              <a:rPr lang="en-US" dirty="0"/>
              <a:t>Azure App Services: PaaS offering for building and hosting web apps, APIs, and mobile backends without managing infrastructure.</a:t>
            </a:r>
          </a:p>
          <a:p>
            <a:r>
              <a:rPr lang="en-US" dirty="0"/>
              <a:t>Azure Container Apps: Lightweight, cloud-native applications that run in containers, making them portable and scalable.</a:t>
            </a:r>
          </a:p>
          <a:p>
            <a:r>
              <a:rPr lang="en-US" dirty="0"/>
              <a:t>Azure Functions: Serverless compute for event-driven workloads, automatically scaling based on demand.</a:t>
            </a:r>
          </a:p>
          <a:p>
            <a:r>
              <a:rPr lang="en-US" dirty="0"/>
              <a:t>Azure Kubernetes Service (AKS): Managed container orchestration for running Kubernetes clusters in the cloud.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54F9A-31E0-F805-D605-4B8BDC12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69590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77D4E-A643-A7F8-3820-3FB9FC00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Compute Benefits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5D548-974F-366A-43DA-6C9F98F2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Fully Managed Systems: Reduce operational overhead with Microsoft managing infrastructure.</a:t>
            </a:r>
          </a:p>
          <a:p>
            <a:r>
              <a:rPr lang="en-US" dirty="0"/>
              <a:t>Better Security: Built-in security controls, compliance certifications, and access management.</a:t>
            </a:r>
          </a:p>
          <a:p>
            <a:r>
              <a:rPr lang="en-US" dirty="0"/>
              <a:t>Innovation &amp; Rapid Development: Scale up or down quickly, enabling teams to innovate without waiting for hardware procurement.</a:t>
            </a:r>
          </a:p>
          <a:p>
            <a:r>
              <a:rPr lang="en-US" dirty="0"/>
              <a:t>Cost Savings: Avoid upfront capital expenses for physical infrastructure and pay only for what you use.</a:t>
            </a:r>
          </a:p>
          <a:p>
            <a:r>
              <a:rPr lang="en-US" dirty="0"/>
              <a:t>Hybrid and On-Premises Support: Connect existing on-premises resources to Azure for hybrid cloud solutions.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57855-0424-73E8-EEB1-AF2D55A7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436635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882C1-C7A8-890E-F66A-B43AC576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Virtual Machines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42B7-BE43-776A-C6E1-92BD95F00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Full Infrastructure Control: Ideal for organizations that want complete control over their infrastructure, including OS management.</a:t>
            </a:r>
          </a:p>
          <a:p>
            <a:r>
              <a:rPr lang="en-US" dirty="0"/>
              <a:t>OS Support:</a:t>
            </a:r>
          </a:p>
          <a:p>
            <a:pPr lvl="1"/>
            <a:r>
              <a:rPr lang="en-US" dirty="0"/>
              <a:t>Windows: Full range of Windows Server versions.</a:t>
            </a:r>
          </a:p>
          <a:p>
            <a:pPr lvl="1"/>
            <a:r>
              <a:rPr lang="en-US" dirty="0"/>
              <a:t>Linux: Popular distributions like Ubuntu, CentOS, and RedHat.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/>
              <a:t>Lift-and-Shift Migration: Easily migrate on-premises applications to the cloud.</a:t>
            </a:r>
          </a:p>
          <a:p>
            <a:pPr lvl="1"/>
            <a:r>
              <a:rPr lang="en-US" dirty="0"/>
              <a:t>DevOps Integration: VMs can be used as DevOps agents in CI/CD pipelines.</a:t>
            </a:r>
          </a:p>
          <a:p>
            <a:pPr lvl="1"/>
            <a:r>
              <a:rPr lang="en-US" dirty="0"/>
              <a:t>Testing Environments: Create isolated VMs for development and testing purposes.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6084C-943E-96CD-94DB-DF48D0BB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68666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8F32A-8A0D-F6AE-D702-BE33A46A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VM Scale Sets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C76B-FDCB-E286-5E34-E4C7F1F5E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Autoscaling &amp; Load-Balancing: Automatically increase or decrease the number of VMs based on demand.</a:t>
            </a:r>
          </a:p>
          <a:p>
            <a:r>
              <a:rPr lang="en-US" dirty="0"/>
              <a:t>Quick Provisioning: Deploy thousands of VMs in minutes, ideal for handling burst workloads.</a:t>
            </a:r>
          </a:p>
          <a:p>
            <a:r>
              <a:rPr lang="en-US" dirty="0"/>
              <a:t>No Pre-Provisioning Required: VMs are dynamically created and deallocated as needed, reducing costs.</a:t>
            </a:r>
          </a:p>
          <a:p>
            <a:r>
              <a:rPr lang="en-US" dirty="0"/>
              <a:t>Big Data &amp; Containerized Workloads: Scale sets are ideal for handling large datasets and running container-based applications.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/>
              <a:t>CI/CD Pipelines: Scale sets can be used as agents for build and release pipelines in Azure DevOps.</a:t>
            </a:r>
          </a:p>
          <a:p>
            <a:pPr lvl="1"/>
            <a:r>
              <a:rPr lang="en-US" dirty="0"/>
              <a:t>High-Demand Workloads: Deploy scalable instances for handling heavy traffic and computational needs.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BB560-6077-B5C3-225D-94D61DD8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94092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BE051-BFB0-878B-6E5F-2D91FF9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Scaling in Azure VMSS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7223F-AC18-3C14-AA8B-4F1A51070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Horizontal Scaling:</a:t>
            </a:r>
          </a:p>
          <a:p>
            <a:pPr lvl="1"/>
            <a:r>
              <a:rPr lang="en-US" dirty="0"/>
              <a:t>Add or remove VMs from a scale set to handle varying loads.</a:t>
            </a:r>
          </a:p>
          <a:p>
            <a:pPr lvl="1"/>
            <a:r>
              <a:rPr lang="en-US" dirty="0"/>
              <a:t>Ideal for applications where adding more instances increases performance (e.g., web apps, services).</a:t>
            </a:r>
          </a:p>
          <a:p>
            <a:r>
              <a:rPr lang="en-US" dirty="0"/>
              <a:t>Vertical Scaling:</a:t>
            </a:r>
          </a:p>
          <a:p>
            <a:pPr lvl="1"/>
            <a:r>
              <a:rPr lang="en-US" dirty="0"/>
              <a:t>Add more CPU, memory, or storage to existing VMs to handle increased load.</a:t>
            </a:r>
          </a:p>
          <a:p>
            <a:pPr lvl="1"/>
            <a:r>
              <a:rPr lang="en-US" dirty="0"/>
              <a:t>Suitable for scenarios where individual VM performance needs to be enhanced.</a:t>
            </a:r>
          </a:p>
          <a:p>
            <a:r>
              <a:rPr lang="en-US" dirty="0"/>
              <a:t>Manual &amp; Autoscaling:</a:t>
            </a:r>
          </a:p>
          <a:p>
            <a:pPr lvl="1"/>
            <a:r>
              <a:rPr lang="en-US" dirty="0"/>
              <a:t>Azure VMSS supports both manual and automatic scaling, giving flexibility for both planned and unplanned workload spikes.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C4A2B-E757-3DAE-05DE-34C50B89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6340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3C6A6-B2F6-05D1-5C31-2767494E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Cloud Migration &amp; Lift-and-Shift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F408-0167-D9BD-C73C-62E76A00D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Lift-and-Shift:</a:t>
            </a:r>
          </a:p>
          <a:p>
            <a:pPr lvl="1"/>
            <a:r>
              <a:rPr lang="en-US" dirty="0"/>
              <a:t>Minimal Code Refactoring: Move existing applications to Azure with minimal changes.</a:t>
            </a:r>
          </a:p>
          <a:p>
            <a:pPr lvl="1"/>
            <a:r>
              <a:rPr lang="en-US" dirty="0"/>
              <a:t>Faster Migration: Transition applications to the cloud quickly without redesigning them.</a:t>
            </a:r>
          </a:p>
          <a:p>
            <a:pPr lvl="1"/>
            <a:r>
              <a:rPr lang="en-US" dirty="0"/>
              <a:t>Cost Efficiency: Reduces costs associated with maintaining physical infrastructure.</a:t>
            </a:r>
          </a:p>
          <a:p>
            <a:pPr lvl="1"/>
            <a:r>
              <a:rPr lang="en-US" dirty="0"/>
              <a:t>Hybrid Deployment: Combine on-premises and cloud resources for better scalability and redundancy.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DC1BA-DBC5-743F-3073-8BF0154F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80254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97036-D2BD-3CDE-88EA-1FFCFAF8E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Hybrid Benefit &amp; Spot VMs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2EBCF-55AE-0FB2-BDF0-FF7F0B361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Azure Hybrid Benefit:</a:t>
            </a:r>
          </a:p>
          <a:p>
            <a:pPr lvl="1"/>
            <a:r>
              <a:rPr lang="en-US" dirty="0"/>
              <a:t>Allows organizations to use their on-premises Windows Server and SQL Server licenses on Azure VMs, reducing costs.</a:t>
            </a:r>
          </a:p>
          <a:p>
            <a:pPr lvl="1"/>
            <a:r>
              <a:rPr lang="en-US" dirty="0"/>
              <a:t>Useful for companies with existing Software Assurance licenses.</a:t>
            </a:r>
          </a:p>
          <a:p>
            <a:pPr lvl="1"/>
            <a:r>
              <a:rPr lang="en-US" dirty="0"/>
              <a:t>Savings Calculator: Estimate the cost savings of using Azure Hybrid Benefit for workloads.</a:t>
            </a:r>
          </a:p>
          <a:p>
            <a:r>
              <a:rPr lang="en-US" dirty="0"/>
              <a:t>Azure Spot VMs:</a:t>
            </a:r>
          </a:p>
          <a:p>
            <a:pPr lvl="1"/>
            <a:r>
              <a:rPr lang="en-US" dirty="0"/>
              <a:t>Take advantage of unused Azure capacity at a lower cost.</a:t>
            </a:r>
          </a:p>
          <a:p>
            <a:pPr lvl="1"/>
            <a:r>
              <a:rPr lang="en-US" dirty="0"/>
              <a:t>Spot VMs can be deallocated when Azure needs capacity for other workloads, making them ideal for fault-tolerant applications like batch jobs.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CBA46-962F-9C36-05F4-01724567B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99695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36241-6ADE-870B-F0A2-868DCDC8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App Service: A Platform as a Service (PaaS)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A39E-5DF7-EB06-EDB4-C37E1528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Azure App Service is a fully managed PaaS offering that enables developers to build, deploy, and scale web apps, mobile backends, and APIs in an enterprise-grade environment.</a:t>
            </a:r>
          </a:p>
          <a:p>
            <a:r>
              <a:rPr lang="en-US" dirty="0"/>
              <a:t>Provides built-in infrastructure management (including security patching and load balancing).</a:t>
            </a:r>
          </a:p>
          <a:p>
            <a:r>
              <a:rPr lang="en-US" dirty="0"/>
              <a:t>No need to manage physical servers, virtual machines, or networks.</a:t>
            </a:r>
          </a:p>
          <a:p>
            <a:r>
              <a:rPr lang="en-US" dirty="0"/>
              <a:t>Use Cases: Enterprise applications, mobile backends, microservices, RESTful APIs, and more.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75034-AA2E-F3A4-11A7-BD712884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619851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FD48A-3403-A271-7551-A791CD5C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Benefits of Azure App Service Over Traditional Hosting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A56A4-18F7-C84C-E200-DCB42C7EA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Rapid Deployment: Supports continuous deployment with GitHub, Azure DevOps, and Bitbucket.</a:t>
            </a:r>
          </a:p>
          <a:p>
            <a:r>
              <a:rPr lang="en-US" dirty="0"/>
              <a:t>Cost-Effective: Pay-as-you-go pricing models to optimize costs.</a:t>
            </a:r>
          </a:p>
          <a:p>
            <a:r>
              <a:rPr lang="en-US" dirty="0"/>
              <a:t>Seamless Scaling: Automatically scale up or down based on demand.</a:t>
            </a:r>
          </a:p>
          <a:p>
            <a:r>
              <a:rPr lang="en-US" dirty="0"/>
              <a:t>Managed Infrastructure: Eliminates the need for managing physical infrastructure, reducing overhead.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DF740-5FA3-3C8B-E351-A180B518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6947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1E40-14C0-07D4-D4A4-EDC9451F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Key Features of Azure App Service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39899-39B9-91FA-6261-09CF5132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9864F83-4654-CD4F-7706-E30672A67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49117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2970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argo shipping containers in a pile and on a semi-truck at a harbour">
            <a:extLst>
              <a:ext uri="{FF2B5EF4-FFF2-40B4-BE49-F238E27FC236}">
                <a16:creationId xmlns:a16="http://schemas.microsoft.com/office/drawing/2014/main" id="{A777BB22-1065-919A-EE67-D34A4DD91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48" b="4652"/>
          <a:stretch/>
        </p:blipFill>
        <p:spPr>
          <a:xfrm>
            <a:off x="20" y="10"/>
            <a:ext cx="12191980" cy="68579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2CAAC-39B3-F07A-5097-31FBBAF4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184" y="938022"/>
            <a:ext cx="4389261" cy="1188720"/>
          </a:xfrm>
        </p:spPr>
        <p:txBody>
          <a:bodyPr>
            <a:normAutofit/>
          </a:bodyPr>
          <a:lstStyle/>
          <a:p>
            <a:r>
              <a:rPr lang="en-US" sz="2500"/>
              <a:t>Continuous Integration &amp; Deployment with Azure App Service</a:t>
            </a:r>
            <a:endParaRPr lang="en-PK" sz="2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820E-E2E8-6314-BF6D-7873444F9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184" y="2340865"/>
            <a:ext cx="4389262" cy="37884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CI/CD Integration: Integrate with popular CI/CD tools like GitHub, Bitbucket, Azure DevOps, and Jenkins for automated build and deployment pipelines.</a:t>
            </a:r>
          </a:p>
          <a:p>
            <a:pPr>
              <a:lnSpc>
                <a:spcPct val="110000"/>
              </a:lnSpc>
            </a:pPr>
            <a:r>
              <a:rPr lang="en-US" sz="1400"/>
              <a:t>Container Support: Deploy Docker containers directly to Azure App Service or use Docker Compose for multi-container apps.</a:t>
            </a:r>
          </a:p>
          <a:p>
            <a:pPr>
              <a:lnSpc>
                <a:spcPct val="110000"/>
              </a:lnSpc>
            </a:pPr>
            <a:r>
              <a:rPr lang="en-US" sz="1400"/>
              <a:t>Zero Downtime Deployment: Use deployment slots to create staging environments and swap without downtime.</a:t>
            </a:r>
          </a:p>
          <a:p>
            <a:pPr>
              <a:lnSpc>
                <a:spcPct val="110000"/>
              </a:lnSpc>
            </a:pPr>
            <a:r>
              <a:rPr lang="en-US" sz="1400"/>
              <a:t>Git-based Deployment: Directly push code to Azure App Service via Git to deploy and manage updates.</a:t>
            </a:r>
          </a:p>
          <a:p>
            <a:pPr>
              <a:lnSpc>
                <a:spcPct val="110000"/>
              </a:lnSpc>
            </a:pPr>
            <a:endParaRPr lang="en-PK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2FCAD-CCCF-469A-C360-8CCB335D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49557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2CECB-40FB-50CD-25C5-06AEC0E3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Scaling and Load Balancing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CD7C-C575-AB86-6EE4-31FB81AFF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Automatic Scaling: Scale applications based on predefined rules, traffic loads, or resource consumption (CPU/memory usage).</a:t>
            </a:r>
          </a:p>
          <a:p>
            <a:r>
              <a:rPr lang="en-US" dirty="0"/>
              <a:t>Horizontal Scaling: Scale out to multiple instances to distribute traffic.</a:t>
            </a:r>
          </a:p>
          <a:p>
            <a:r>
              <a:rPr lang="en-US" dirty="0"/>
              <a:t>Vertical Scaling: Scale up by increasing the size of the VMs supporting your app (use larger VMs for intensive workloads).</a:t>
            </a:r>
          </a:p>
          <a:p>
            <a:r>
              <a:rPr lang="en-US" dirty="0"/>
              <a:t>Global Load Balancing: Built-in load balancing across multiple regions for high availability.</a:t>
            </a:r>
          </a:p>
          <a:p>
            <a:r>
              <a:rPr lang="en-US" dirty="0"/>
              <a:t>Scaling Plans: Available across different pricing tiers, from basic to premium.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3CB18-89E3-3E80-83F3-4483DDD5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623533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784AFD-600D-82C4-DABE-7FAC8350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High Availability and Disaster Recovery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351D-15AD-A8C8-8275-181036126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Uptime SLA: Azure guarantees a 99.95% uptime SLA for App Service.</a:t>
            </a:r>
          </a:p>
          <a:p>
            <a:r>
              <a:rPr lang="en-US" dirty="0"/>
              <a:t>Geo-Redundancy: Deploy applications across multiple regions for geo-redundancy and failover.</a:t>
            </a:r>
          </a:p>
          <a:p>
            <a:r>
              <a:rPr lang="en-US" dirty="0"/>
              <a:t>Backup and Restore: Schedule regular backups of your application data and restore from any point.</a:t>
            </a:r>
          </a:p>
          <a:p>
            <a:r>
              <a:rPr lang="en-US" dirty="0"/>
              <a:t>Disaster Recovery: Use disaster recovery plans for critical applications with hot, cold, or warm failover strategies.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124B8-E6F0-F020-2704-F149401C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896148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E200-9F5E-96F0-A136-D75D6F7E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Security and Compliance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435DD-2A5C-8124-5BA5-26B7BD6A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48D4F6A-31E5-59BF-1305-97D056B521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23755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0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Networking Features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45CCF77-994E-9984-C220-A35378414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740428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9941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Web App for Containers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Custom Docker Images: Deploy custom Docker images to run your app within isolated containers.</a:t>
            </a:r>
          </a:p>
          <a:p>
            <a:r>
              <a:rPr lang="en-US" dirty="0"/>
              <a:t>Multi-Container Support: Use Docker Compose to run multi-container applications seamlessly.</a:t>
            </a:r>
          </a:p>
          <a:p>
            <a:r>
              <a:rPr lang="en-US" dirty="0"/>
              <a:t>Integration with Azure Kubernetes Service (AKS): Easily transition containerized apps to a Kubernetes cluster for large-scale deployment.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082489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Static Web Apps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Single-Page Applications (SPAs): Supports frameworks like Angular, React, Vue.js, and </a:t>
            </a:r>
            <a:r>
              <a:rPr lang="en-US" dirty="0" err="1"/>
              <a:t>Blazor</a:t>
            </a:r>
            <a:r>
              <a:rPr lang="en-US" dirty="0"/>
              <a:t>.</a:t>
            </a:r>
          </a:p>
          <a:p>
            <a:r>
              <a:rPr lang="en-US" dirty="0"/>
              <a:t>Built-in CI/CD: Automatically build and deploy from GitHub or Azure DevOps repositories.</a:t>
            </a:r>
          </a:p>
          <a:p>
            <a:r>
              <a:rPr lang="en-US" dirty="0"/>
              <a:t>Global CDN: Serve your static web content via Azure’s Content Delivery Network (CDN) for fast, worldwide access.</a:t>
            </a:r>
          </a:p>
          <a:p>
            <a:r>
              <a:rPr lang="en-US" dirty="0"/>
              <a:t>Custom Domains and Free SSL: Easily add custom domains and get free SSL certificates for secure access.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89128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Serverless Computing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Definition: Serverless computing allows developers to build and run applications without managing servers.</a:t>
            </a:r>
          </a:p>
          <a:p>
            <a:r>
              <a:rPr lang="en-US" dirty="0"/>
              <a:t>Key Concept: The cloud provider (Azure) handles server management, scaling, and infrastructure maintenance.</a:t>
            </a:r>
          </a:p>
          <a:p>
            <a:r>
              <a:rPr lang="en-US" dirty="0"/>
              <a:t>Developer Focus: Developers focus on writing code and developing applications, not on server maintenance.</a:t>
            </a:r>
          </a:p>
          <a:p>
            <a:r>
              <a:rPr lang="en-US" dirty="0"/>
              <a:t>Usage Example: Running code in response to events like HTTP requests, database changes, or file uploads.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62952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SERVERLESS?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r>
              <a:rPr lang="en-US" dirty="0"/>
              <a:t>Cost Efficiency: Pay only for actual usage; no costs for idle resources (consumption-based pricing).</a:t>
            </a:r>
          </a:p>
          <a:p>
            <a:r>
              <a:rPr lang="en-US" dirty="0"/>
              <a:t>Scalability: Automatically scales up or down based on demand.</a:t>
            </a:r>
          </a:p>
          <a:p>
            <a:r>
              <a:rPr lang="en-US" dirty="0"/>
              <a:t>Reduced Operational Overhead: No need to manage physical infrastructure or servers.</a:t>
            </a:r>
          </a:p>
          <a:p>
            <a:r>
              <a:rPr lang="en-US" dirty="0"/>
              <a:t>Focus on Code: Developers concentrate on coding rather than infrastructure management.</a:t>
            </a:r>
          </a:p>
          <a:p>
            <a:endParaRPr lang="en-PK" dirty="0"/>
          </a:p>
        </p:txBody>
      </p:sp>
      <p:pic>
        <p:nvPicPr>
          <p:cNvPr id="6" name="Picture 5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72F8D7D0-134F-3AA4-FF94-F42760E0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503" y="4149588"/>
            <a:ext cx="6102330" cy="21968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4670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Functions: The Core of Serverless Computing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Definition: Azure Functions is a serverless compute service that executes code in response to triggers.</a:t>
            </a:r>
          </a:p>
          <a:p>
            <a:r>
              <a:rPr lang="en-US" dirty="0"/>
              <a:t>Use Cases: Backend logic for APIs, integrations, event handling, data processing.</a:t>
            </a:r>
          </a:p>
          <a:p>
            <a:r>
              <a:rPr lang="en-US" dirty="0"/>
              <a:t>Event-Driven: Executes functions in response to events (HTTP requests, message queues, etc.).</a:t>
            </a:r>
          </a:p>
          <a:p>
            <a:r>
              <a:rPr lang="en-US" dirty="0"/>
              <a:t>Key Benefits:</a:t>
            </a:r>
          </a:p>
          <a:p>
            <a:pPr lvl="1"/>
            <a:r>
              <a:rPr lang="en-US" dirty="0"/>
              <a:t>Minimal code maintenance</a:t>
            </a:r>
          </a:p>
          <a:p>
            <a:pPr lvl="1"/>
            <a:r>
              <a:rPr lang="en-US" dirty="0"/>
              <a:t>Cost-effective (pay-as-you-go)</a:t>
            </a:r>
          </a:p>
          <a:p>
            <a:pPr lvl="1"/>
            <a:r>
              <a:rPr lang="en-US" dirty="0"/>
              <a:t>Flexibility in programming languages</a:t>
            </a:r>
          </a:p>
          <a:p>
            <a:pPr lvl="1"/>
            <a:r>
              <a:rPr lang="en-US" dirty="0"/>
              <a:t>Built-in autoscaling</a:t>
            </a:r>
          </a:p>
          <a:p>
            <a:pPr lvl="1"/>
            <a:r>
              <a:rPr lang="en-US" dirty="0"/>
              <a:t>Wide integration options with other Azure services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794931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Components of Azure Functions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Triggers: Initiate function execution based on events (e.g., HTTP request, timer, queue message).</a:t>
            </a:r>
          </a:p>
          <a:p>
            <a:pPr lvl="1"/>
            <a:r>
              <a:rPr lang="en-US" dirty="0"/>
              <a:t>Example: HTTP Trigger, Timer Trigger, Blob Trigger.</a:t>
            </a:r>
          </a:p>
          <a:p>
            <a:r>
              <a:rPr lang="en-US" dirty="0"/>
              <a:t>Bindings: Connect input and output resources to the function.</a:t>
            </a:r>
          </a:p>
          <a:p>
            <a:pPr lvl="1"/>
            <a:r>
              <a:rPr lang="en-US" dirty="0"/>
              <a:t>Input Bindings: Receive data from a source (e.g., queue, blob storage).</a:t>
            </a:r>
          </a:p>
          <a:p>
            <a:pPr lvl="1"/>
            <a:r>
              <a:rPr lang="en-US" dirty="0"/>
              <a:t>Output Bindings: Send data to a destination (e.g., database, queue).</a:t>
            </a:r>
          </a:p>
          <a:p>
            <a:pPr lvl="1"/>
            <a:r>
              <a:rPr lang="en-US" dirty="0"/>
              <a:t>Direction Properties:</a:t>
            </a:r>
          </a:p>
          <a:p>
            <a:pPr lvl="2"/>
            <a:r>
              <a:rPr lang="en-US" dirty="0"/>
              <a:t>In: Data coming into the function.</a:t>
            </a:r>
          </a:p>
          <a:p>
            <a:pPr lvl="2"/>
            <a:r>
              <a:rPr lang="en-US" dirty="0"/>
              <a:t>Out: Data going out of the function.</a:t>
            </a:r>
          </a:p>
          <a:p>
            <a:pPr lvl="2"/>
            <a:r>
              <a:rPr lang="en-US" dirty="0" err="1"/>
              <a:t>InOut</a:t>
            </a:r>
            <a:r>
              <a:rPr lang="en-US" dirty="0"/>
              <a:t>: Data both coming in and going out (for certain bindings).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9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Creating Azure Functions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Supported Languages: C#, Java, JavaScript, Python, TypeScript, PowerShell, etc.</a:t>
            </a:r>
          </a:p>
          <a:p>
            <a:r>
              <a:rPr lang="en-US" dirty="0"/>
              <a:t>Development Tools: Azure Portal, Visual Studio, Visual Studio Code.</a:t>
            </a:r>
          </a:p>
          <a:p>
            <a:r>
              <a:rPr lang="en-US" dirty="0"/>
              <a:t>Getting Started: Follow Microsoft’s </a:t>
            </a:r>
            <a:r>
              <a:rPr lang="en-US" dirty="0">
                <a:hlinkClick r:id="rId2"/>
              </a:rPr>
              <a:t>guide</a:t>
            </a:r>
            <a:r>
              <a:rPr lang="en-US" dirty="0"/>
              <a:t> for creating your first Azure Function.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73669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Durable Functions: Extending Serverless with Stateful Workflows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Definition: Extension of Azure Functions for creating stateful workflows and orchestration.</a:t>
            </a:r>
          </a:p>
          <a:p>
            <a:r>
              <a:rPr lang="en-US" dirty="0"/>
              <a:t>Purpose: Manage complex workflows with long-running operations and state management.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Automates business processes</a:t>
            </a:r>
          </a:p>
          <a:p>
            <a:pPr lvl="1"/>
            <a:r>
              <a:rPr lang="en-US" dirty="0"/>
              <a:t>Manages state and checkpoints</a:t>
            </a:r>
          </a:p>
          <a:p>
            <a:pPr lvl="1"/>
            <a:r>
              <a:rPr lang="en-US" dirty="0"/>
              <a:t>Reduces manual state management coding</a:t>
            </a:r>
          </a:p>
          <a:p>
            <a:pPr lvl="1"/>
            <a:r>
              <a:rPr lang="en-US" dirty="0"/>
              <a:t>Supports multiple languages (C#, JavaScript, Python, F#, PowerShell)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933060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Features and Benefits of Azure Durable Functions</a:t>
            </a:r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EC107A7-B910-EC7D-7E86-B18EEF16E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380653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6924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dirty="0"/>
              <a:t>Components of Azure Durable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200"/>
              <a:t>Client Functions: Initiate the orchestration workflow. Example: HTTP-triggered client function.</a:t>
            </a:r>
          </a:p>
          <a:p>
            <a:pPr>
              <a:lnSpc>
                <a:spcPct val="110000"/>
              </a:lnSpc>
            </a:pPr>
            <a:r>
              <a:rPr lang="en-US" sz="1200"/>
              <a:t>Orchestrator Functions: Manage the execution and coordination of workflows. Example: Orchestrator function handling business logic.</a:t>
            </a:r>
          </a:p>
          <a:p>
            <a:pPr>
              <a:lnSpc>
                <a:spcPct val="110000"/>
              </a:lnSpc>
            </a:pPr>
            <a:r>
              <a:rPr lang="en-US" sz="1200"/>
              <a:t>Activity Functions: Perform individual tasks within workflows. Example: Functions performing data processing.</a:t>
            </a:r>
          </a:p>
          <a:p>
            <a:pPr>
              <a:lnSpc>
                <a:spcPct val="110000"/>
              </a:lnSpc>
            </a:pPr>
            <a:r>
              <a:rPr lang="en-US" sz="1200"/>
              <a:t>Entity Functions: Manage stateful entities within workflows. Example: Functions managing user states or session data.</a:t>
            </a:r>
          </a:p>
          <a:p>
            <a:pPr>
              <a:lnSpc>
                <a:spcPct val="110000"/>
              </a:lnSpc>
            </a:pPr>
            <a:endParaRPr lang="en-PK" sz="1200"/>
          </a:p>
        </p:txBody>
      </p:sp>
      <p:pic>
        <p:nvPicPr>
          <p:cNvPr id="6" name="Picture 5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21CED8BF-A940-EE6D-CA14-C39D5772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96002"/>
            <a:ext cx="6735272" cy="348550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5173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Client Functions</a:t>
            </a:r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E07B408-4188-B1AA-E2AC-2ABE960AD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198597"/>
              </p:ext>
            </p:extLst>
          </p:nvPr>
        </p:nvGraphicFramePr>
        <p:xfrm>
          <a:off x="4241830" y="548641"/>
          <a:ext cx="7498080" cy="5871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18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Orchestrator Functions</a:t>
            </a:r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EA4090C-8E1D-62A7-DD50-B7E46F602E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135545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888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Activity Functions</a:t>
            </a:r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1E651E1-0213-1F8C-D104-B0C061456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5119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414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Entity Functions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Role: Manages stateful entities with persistence.</a:t>
            </a:r>
          </a:p>
          <a:p>
            <a:r>
              <a:rPr lang="en-US" dirty="0"/>
              <a:t>Characteristics: Encapsulates state and behavior in a class.</a:t>
            </a:r>
          </a:p>
          <a:p>
            <a:r>
              <a:rPr lang="en-US" dirty="0"/>
              <a:t>Usage: Handles entities like users, orders, or inventory.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Optimistic Concurrency Control: Ensures consistency across concurrent operations.</a:t>
            </a:r>
          </a:p>
          <a:p>
            <a:pPr lvl="1"/>
            <a:r>
              <a:rPr lang="en-US" dirty="0"/>
              <a:t>Durable State Management: Maintains and updates entity state reliably.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354927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Developing Durable Functions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Define Client Functions: Trigger orchestration with a specific binding.</a:t>
            </a:r>
          </a:p>
          <a:p>
            <a:r>
              <a:rPr lang="en-US" dirty="0"/>
              <a:t>Implement Orchestrator Functions: Design workflows and handle business logic.</a:t>
            </a:r>
          </a:p>
          <a:p>
            <a:r>
              <a:rPr lang="en-US" dirty="0"/>
              <a:t>Create Activity Functions: Break down tasks and manage execution.</a:t>
            </a:r>
          </a:p>
          <a:p>
            <a:r>
              <a:rPr lang="en-US" dirty="0"/>
              <a:t>Manage Entity Functions: Handle stateful entities and ensure consistency.</a:t>
            </a:r>
          </a:p>
          <a:p>
            <a:r>
              <a:rPr lang="en-US" dirty="0"/>
              <a:t>Resources:</a:t>
            </a:r>
          </a:p>
          <a:p>
            <a:pPr lvl="1"/>
            <a:r>
              <a:rPr lang="en-US" dirty="0">
                <a:hlinkClick r:id="rId2"/>
              </a:rPr>
              <a:t>Microsoft Documentation on Azure Durable Functions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GitHub: Durable Task Framework</a:t>
            </a:r>
            <a:endParaRPr lang="en-US" dirty="0"/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367670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Common Patterns and Use Cases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Function Chaining: Sequence tasks in a specific order.</a:t>
            </a:r>
          </a:p>
          <a:p>
            <a:r>
              <a:rPr lang="en-US" dirty="0"/>
              <a:t>Fan-out/Fan-in: Execute tasks in parallel and aggregate results.</a:t>
            </a:r>
          </a:p>
          <a:p>
            <a:r>
              <a:rPr lang="en-US" dirty="0"/>
              <a:t>Human Interaction: Wait for external events like user input or approval.</a:t>
            </a:r>
          </a:p>
          <a:p>
            <a:r>
              <a:rPr lang="en-US" dirty="0"/>
              <a:t>Stateful Entities: Manage distributed stateful objects.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Order Processing: Handle inventory checks, notifications, and shipments.</a:t>
            </a:r>
          </a:p>
          <a:p>
            <a:pPr lvl="1"/>
            <a:r>
              <a:rPr lang="en-US" dirty="0"/>
              <a:t>Approval Workflows: Automate processes requiring human intervention.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2149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Uses and Benefits of Entity Functions</a:t>
            </a:r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DC116D-473A-D609-0823-6CE5E75A9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9758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17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Durable Function Types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10E49E9-2AC9-D556-EE4C-CDBDEA4E1F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39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Application Patterns: Function Chaining</a:t>
            </a:r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E769C7-D897-BE8C-9E2E-7FAEAE9D4C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543294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5599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Application Patterns: Fan-out/Fan-in</a:t>
            </a:r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BE04872-77D3-B0F5-A86D-499E45AB8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804585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81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Application Patterns: Async HTTP APIs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Handle long-running operations via HTTP</a:t>
            </a:r>
          </a:p>
          <a:p>
            <a:r>
              <a:rPr lang="en-US" dirty="0"/>
              <a:t>Redirect client to a status endpoint</a:t>
            </a:r>
          </a:p>
          <a:p>
            <a:pPr marL="594000" lvl="2" indent="0">
              <a:buNone/>
            </a:pPr>
            <a:r>
              <a:rPr lang="en-US"/>
              <a:t>[</a:t>
            </a:r>
            <a:r>
              <a:rPr lang="en-US" err="1"/>
              <a:t>FunctionName</a:t>
            </a:r>
            <a:r>
              <a:rPr lang="en-US"/>
              <a:t>("</a:t>
            </a:r>
            <a:r>
              <a:rPr lang="en-US" err="1"/>
              <a:t>CheckWebsiteContentFunction</a:t>
            </a:r>
            <a:r>
              <a:rPr lang="en-US"/>
              <a:t>")]</a:t>
            </a:r>
          </a:p>
          <a:p>
            <a:pPr marL="594000" lvl="2" indent="0">
              <a:buNone/>
            </a:pPr>
            <a:r>
              <a:rPr lang="en-US"/>
              <a:t>public static async Task </a:t>
            </a:r>
            <a:r>
              <a:rPr lang="en-US" err="1"/>
              <a:t>CheckWebsite</a:t>
            </a:r>
            <a:r>
              <a:rPr lang="en-US"/>
              <a:t>([</a:t>
            </a:r>
            <a:r>
              <a:rPr lang="en-US" err="1"/>
              <a:t>OrchestrationTrigger</a:t>
            </a:r>
            <a:r>
              <a:rPr lang="en-US"/>
              <a:t>] </a:t>
            </a:r>
            <a:r>
              <a:rPr lang="en-US" err="1"/>
              <a:t>IDurableOrchestrationContext</a:t>
            </a:r>
            <a:r>
              <a:rPr lang="en-US"/>
              <a:t> context, </a:t>
            </a:r>
            <a:r>
              <a:rPr lang="en-US" err="1"/>
              <a:t>ILogger</a:t>
            </a:r>
            <a:r>
              <a:rPr lang="en-US"/>
              <a:t> log)</a:t>
            </a:r>
          </a:p>
          <a:p>
            <a:pPr marL="594000" lvl="2" indent="0">
              <a:buNone/>
            </a:pPr>
            <a:r>
              <a:rPr lang="en-US"/>
              <a:t>{</a:t>
            </a:r>
          </a:p>
          <a:p>
            <a:pPr marL="594000" lvl="2" indent="0">
              <a:buNone/>
            </a:pPr>
            <a:r>
              <a:rPr lang="en-US"/>
              <a:t>    Uri </a:t>
            </a:r>
            <a:r>
              <a:rPr lang="en-US" err="1"/>
              <a:t>jonahsWebsite</a:t>
            </a:r>
            <a:r>
              <a:rPr lang="en-US"/>
              <a:t> = new Uri("https://jonahandersson.tech");</a:t>
            </a:r>
          </a:p>
          <a:p>
            <a:pPr marL="594000" lvl="2" indent="0">
              <a:buNone/>
            </a:pPr>
            <a:r>
              <a:rPr lang="en-US"/>
              <a:t>    </a:t>
            </a:r>
            <a:r>
              <a:rPr lang="en-US" err="1"/>
              <a:t>DurableHttpResponse</a:t>
            </a:r>
            <a:r>
              <a:rPr lang="en-US"/>
              <a:t> </a:t>
            </a:r>
            <a:r>
              <a:rPr lang="en-US" err="1"/>
              <a:t>httpResponse</a:t>
            </a:r>
            <a:r>
              <a:rPr lang="en-US"/>
              <a:t> = await </a:t>
            </a:r>
            <a:r>
              <a:rPr lang="en-US" err="1"/>
              <a:t>context.CallHttpAsync</a:t>
            </a:r>
            <a:r>
              <a:rPr lang="en-US"/>
              <a:t>(</a:t>
            </a:r>
            <a:r>
              <a:rPr lang="en-US" err="1"/>
              <a:t>HttpMethod.Get</a:t>
            </a:r>
            <a:r>
              <a:rPr lang="en-US"/>
              <a:t>, </a:t>
            </a:r>
            <a:r>
              <a:rPr lang="en-US" err="1"/>
              <a:t>jonahsWebsite</a:t>
            </a:r>
            <a:r>
              <a:rPr lang="en-US"/>
              <a:t>);</a:t>
            </a:r>
          </a:p>
          <a:p>
            <a:pPr marL="594000" lvl="2" indent="0">
              <a:buNone/>
            </a:pPr>
            <a:r>
              <a:rPr lang="en-US"/>
              <a:t>    </a:t>
            </a:r>
            <a:r>
              <a:rPr lang="en-US" err="1"/>
              <a:t>log.LogInformation</a:t>
            </a:r>
            <a:r>
              <a:rPr lang="en-US"/>
              <a:t>($"Response Code: {</a:t>
            </a:r>
            <a:r>
              <a:rPr lang="en-US" err="1"/>
              <a:t>httpResponse.StatusCode</a:t>
            </a:r>
            <a:r>
              <a:rPr lang="en-US"/>
              <a:t>}");</a:t>
            </a:r>
          </a:p>
          <a:p>
            <a:pPr marL="594000" lvl="2" indent="0">
              <a:buNone/>
            </a:pPr>
            <a:r>
              <a:rPr lang="en-US"/>
              <a:t>    </a:t>
            </a:r>
            <a:r>
              <a:rPr lang="en-US" err="1"/>
              <a:t>log.LogInformation</a:t>
            </a:r>
            <a:r>
              <a:rPr lang="en-US"/>
              <a:t>($"Content: {</a:t>
            </a:r>
            <a:r>
              <a:rPr lang="en-US" err="1"/>
              <a:t>httpResponse.Content</a:t>
            </a:r>
            <a:r>
              <a:rPr lang="en-US"/>
              <a:t>}");</a:t>
            </a:r>
          </a:p>
          <a:p>
            <a:pPr marL="594000" lvl="2" indent="0">
              <a:buNone/>
            </a:pPr>
            <a:r>
              <a:rPr lang="en-US"/>
              <a:t>}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434919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Application Patterns: Monitor Pattern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900"/>
              <a:t>Regular polling to check for conditions or job status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[</a:t>
            </a:r>
            <a:r>
              <a:rPr lang="en-US" sz="900" err="1"/>
              <a:t>FunctionName</a:t>
            </a:r>
            <a:r>
              <a:rPr lang="en-US" sz="900"/>
              <a:t>("</a:t>
            </a:r>
            <a:r>
              <a:rPr lang="en-US" sz="900" err="1"/>
              <a:t>MonitorCleanUpJobStatus</a:t>
            </a:r>
            <a:r>
              <a:rPr lang="en-US" sz="900"/>
              <a:t>")]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public static async Task Run([</a:t>
            </a:r>
            <a:r>
              <a:rPr lang="en-US" sz="900" err="1"/>
              <a:t>OrchestrationTrigger</a:t>
            </a:r>
            <a:r>
              <a:rPr lang="en-US" sz="900"/>
              <a:t>] </a:t>
            </a:r>
            <a:r>
              <a:rPr lang="en-US" sz="900" err="1"/>
              <a:t>IDurableOrchestrationContext</a:t>
            </a:r>
            <a:r>
              <a:rPr lang="en-US" sz="900"/>
              <a:t> context)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int </a:t>
            </a:r>
            <a:r>
              <a:rPr lang="en-US" sz="900" err="1"/>
              <a:t>cleanUpJobId</a:t>
            </a:r>
            <a:r>
              <a:rPr lang="en-US" sz="900"/>
              <a:t> = </a:t>
            </a:r>
            <a:r>
              <a:rPr lang="en-US" sz="900" err="1"/>
              <a:t>context.GetInput</a:t>
            </a:r>
            <a:r>
              <a:rPr lang="en-US" sz="900"/>
              <a:t>&lt;int&gt;();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int </a:t>
            </a:r>
            <a:r>
              <a:rPr lang="en-US" sz="900" err="1"/>
              <a:t>jobPollingInterval</a:t>
            </a:r>
            <a:r>
              <a:rPr lang="en-US" sz="900"/>
              <a:t> = </a:t>
            </a:r>
            <a:r>
              <a:rPr lang="en-US" sz="900" err="1"/>
              <a:t>GetPollingInterval</a:t>
            </a:r>
            <a:r>
              <a:rPr lang="en-US" sz="900"/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</a:t>
            </a:r>
            <a:r>
              <a:rPr lang="en-US" sz="900" err="1"/>
              <a:t>DateTime</a:t>
            </a:r>
            <a:r>
              <a:rPr lang="en-US" sz="900"/>
              <a:t> </a:t>
            </a:r>
            <a:r>
              <a:rPr lang="en-US" sz="900" err="1"/>
              <a:t>expirationTime</a:t>
            </a:r>
            <a:r>
              <a:rPr lang="en-US" sz="900"/>
              <a:t> = </a:t>
            </a:r>
            <a:r>
              <a:rPr lang="en-US" sz="900" err="1"/>
              <a:t>GetExpiryTime</a:t>
            </a:r>
            <a:r>
              <a:rPr lang="en-US" sz="900"/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string </a:t>
            </a:r>
            <a:r>
              <a:rPr lang="en-US" sz="900" err="1"/>
              <a:t>emailAddress</a:t>
            </a:r>
            <a:r>
              <a:rPr lang="en-US" sz="900"/>
              <a:t> = </a:t>
            </a:r>
            <a:r>
              <a:rPr lang="en-US" sz="900" err="1"/>
              <a:t>GetEmailAddress</a:t>
            </a:r>
            <a:r>
              <a:rPr lang="en-US" sz="900"/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while (</a:t>
            </a:r>
            <a:r>
              <a:rPr lang="en-US" sz="900" err="1"/>
              <a:t>context.CurrentUtcDateTime</a:t>
            </a:r>
            <a:r>
              <a:rPr lang="en-US" sz="900"/>
              <a:t> &lt; </a:t>
            </a:r>
            <a:r>
              <a:rPr lang="en-US" sz="900" err="1"/>
              <a:t>expirationTime</a:t>
            </a:r>
            <a:r>
              <a:rPr lang="en-US" sz="900"/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var status = await </a:t>
            </a:r>
            <a:r>
              <a:rPr lang="en-US" sz="900" err="1"/>
              <a:t>context.CallActivityAsync</a:t>
            </a:r>
            <a:r>
              <a:rPr lang="en-US" sz="900"/>
              <a:t>&lt;string&gt;("</a:t>
            </a:r>
            <a:r>
              <a:rPr lang="en-US" sz="900" err="1"/>
              <a:t>GetJobCleanUp</a:t>
            </a:r>
            <a:r>
              <a:rPr lang="en-US" sz="900"/>
              <a:t>", </a:t>
            </a:r>
            <a:r>
              <a:rPr lang="en-US" sz="900" err="1"/>
              <a:t>cleanUpJobId</a:t>
            </a:r>
            <a:r>
              <a:rPr lang="en-US" sz="900"/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if (status == "Completed")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    await </a:t>
            </a:r>
            <a:r>
              <a:rPr lang="en-US" sz="900" err="1"/>
              <a:t>context.CallActivityAsync</a:t>
            </a:r>
            <a:r>
              <a:rPr lang="en-US" sz="900"/>
              <a:t>("</a:t>
            </a:r>
            <a:r>
              <a:rPr lang="en-US" sz="900" err="1"/>
              <a:t>SendMonitoringAlert</a:t>
            </a:r>
            <a:r>
              <a:rPr lang="en-US" sz="900"/>
              <a:t>", </a:t>
            </a:r>
            <a:r>
              <a:rPr lang="en-US" sz="900" err="1"/>
              <a:t>emailAddress</a:t>
            </a:r>
            <a:r>
              <a:rPr lang="en-US" sz="900"/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    break;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var </a:t>
            </a:r>
            <a:r>
              <a:rPr lang="en-US" sz="900" err="1"/>
              <a:t>nextMonitorCheck</a:t>
            </a:r>
            <a:r>
              <a:rPr lang="en-US" sz="900"/>
              <a:t> = </a:t>
            </a:r>
            <a:r>
              <a:rPr lang="en-US" sz="900" err="1"/>
              <a:t>context.CurrentUtcDateTime.AddSeconds</a:t>
            </a:r>
            <a:r>
              <a:rPr lang="en-US" sz="900"/>
              <a:t>(</a:t>
            </a:r>
            <a:r>
              <a:rPr lang="en-US" sz="900" err="1"/>
              <a:t>jobPollingInterval</a:t>
            </a:r>
            <a:r>
              <a:rPr lang="en-US" sz="900"/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    await </a:t>
            </a:r>
            <a:r>
              <a:rPr lang="en-US" sz="900" err="1"/>
              <a:t>context.CreateTimer</a:t>
            </a:r>
            <a:r>
              <a:rPr lang="en-US" sz="900"/>
              <a:t>(</a:t>
            </a:r>
            <a:r>
              <a:rPr lang="en-US" sz="900" err="1"/>
              <a:t>nextMonitorCheck</a:t>
            </a:r>
            <a:r>
              <a:rPr lang="en-US" sz="900"/>
              <a:t>, </a:t>
            </a:r>
            <a:r>
              <a:rPr lang="en-US" sz="900" err="1"/>
              <a:t>CancellationToken.None</a:t>
            </a:r>
            <a:r>
              <a:rPr lang="en-US" sz="900"/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/>
              <a:t>}</a:t>
            </a:r>
            <a:endParaRPr lang="en-PK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3852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Application Patterns: Human Interaction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C3B8-D6E2-FD44-6B5B-6590B0CA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7210531" cy="575730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300" dirty="0"/>
              <a:t>Handle processes requiring human input or approval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[</a:t>
            </a:r>
            <a:r>
              <a:rPr lang="en-US" sz="1300" dirty="0" err="1"/>
              <a:t>FunctionName</a:t>
            </a:r>
            <a:r>
              <a:rPr lang="en-US" sz="1300" dirty="0"/>
              <a:t>("</a:t>
            </a:r>
            <a:r>
              <a:rPr lang="en-US" sz="1300" dirty="0" err="1"/>
              <a:t>ApprovalFromManagerWorkflow</a:t>
            </a:r>
            <a:r>
              <a:rPr lang="en-US" sz="1300" dirty="0"/>
              <a:t>")]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public static async Task Run([</a:t>
            </a:r>
            <a:r>
              <a:rPr lang="en-US" sz="1300" dirty="0" err="1"/>
              <a:t>OrchestrationTrigger</a:t>
            </a:r>
            <a:r>
              <a:rPr lang="en-US" sz="1300" dirty="0"/>
              <a:t>] </a:t>
            </a:r>
            <a:r>
              <a:rPr lang="en-US" sz="1300" dirty="0" err="1"/>
              <a:t>IDurableOrchestrationContext</a:t>
            </a:r>
            <a:r>
              <a:rPr lang="en-US" sz="1300" dirty="0"/>
              <a:t> context)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{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await </a:t>
            </a:r>
            <a:r>
              <a:rPr lang="en-US" sz="1300" dirty="0" err="1"/>
              <a:t>context.CallActivityAsync</a:t>
            </a:r>
            <a:r>
              <a:rPr lang="en-US" sz="1300" dirty="0"/>
              <a:t>("</a:t>
            </a:r>
            <a:r>
              <a:rPr lang="en-US" sz="1300" dirty="0" err="1"/>
              <a:t>RequestApprovalFromManager</a:t>
            </a:r>
            <a:r>
              <a:rPr lang="en-US" sz="1300" dirty="0"/>
              <a:t>", null);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using (var timeout = new </a:t>
            </a:r>
            <a:r>
              <a:rPr lang="en-US" sz="1300" dirty="0" err="1"/>
              <a:t>CancellationTokenSource</a:t>
            </a:r>
            <a:r>
              <a:rPr lang="en-US" sz="1300" dirty="0"/>
              <a:t>())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{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</a:t>
            </a:r>
            <a:r>
              <a:rPr lang="en-US" sz="1300" dirty="0" err="1"/>
              <a:t>DateTime</a:t>
            </a:r>
            <a:r>
              <a:rPr lang="en-US" sz="1300" dirty="0"/>
              <a:t> </a:t>
            </a:r>
            <a:r>
              <a:rPr lang="en-US" sz="1300" dirty="0" err="1"/>
              <a:t>dueTime</a:t>
            </a:r>
            <a:r>
              <a:rPr lang="en-US" sz="1300" dirty="0"/>
              <a:t> = </a:t>
            </a:r>
            <a:r>
              <a:rPr lang="en-US" sz="1300" dirty="0" err="1"/>
              <a:t>context.CurrentUtcDateTime.AddHours</a:t>
            </a:r>
            <a:r>
              <a:rPr lang="en-US" sz="1300" dirty="0"/>
              <a:t>(72);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Task </a:t>
            </a:r>
            <a:r>
              <a:rPr lang="en-US" sz="1300" dirty="0" err="1"/>
              <a:t>durableTimeout</a:t>
            </a:r>
            <a:r>
              <a:rPr lang="en-US" sz="1300" dirty="0"/>
              <a:t> = </a:t>
            </a:r>
            <a:r>
              <a:rPr lang="en-US" sz="1300" dirty="0" err="1"/>
              <a:t>context.CreateTimer</a:t>
            </a:r>
            <a:r>
              <a:rPr lang="en-US" sz="1300" dirty="0"/>
              <a:t>(</a:t>
            </a:r>
            <a:r>
              <a:rPr lang="en-US" sz="1300" dirty="0" err="1"/>
              <a:t>dueTime</a:t>
            </a:r>
            <a:r>
              <a:rPr lang="en-US" sz="1300" dirty="0"/>
              <a:t>, </a:t>
            </a:r>
            <a:r>
              <a:rPr lang="en-US" sz="1300" dirty="0" err="1"/>
              <a:t>timeout.Token</a:t>
            </a:r>
            <a:r>
              <a:rPr lang="en-US" sz="1300" dirty="0"/>
              <a:t>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Task&lt;bool&gt; </a:t>
            </a:r>
            <a:r>
              <a:rPr lang="en-US" sz="1300" dirty="0" err="1"/>
              <a:t>humanInteractionEvent</a:t>
            </a:r>
            <a:r>
              <a:rPr lang="en-US" sz="1300" dirty="0"/>
              <a:t> = </a:t>
            </a:r>
            <a:r>
              <a:rPr lang="en-US" sz="1300" dirty="0" err="1"/>
              <a:t>context.WaitForExternalEvent</a:t>
            </a:r>
            <a:r>
              <a:rPr lang="en-US" sz="1300" dirty="0"/>
              <a:t>&lt;bool&gt;("</a:t>
            </a:r>
            <a:r>
              <a:rPr lang="en-US" sz="1300" dirty="0" err="1"/>
              <a:t>ManagerApprovalEvent</a:t>
            </a:r>
            <a:r>
              <a:rPr lang="en-US" sz="1300" dirty="0"/>
              <a:t>");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if (</a:t>
            </a:r>
            <a:r>
              <a:rPr lang="en-US" sz="1300" dirty="0" err="1"/>
              <a:t>humanInteractionEvent</a:t>
            </a:r>
            <a:r>
              <a:rPr lang="en-US" sz="1300" dirty="0"/>
              <a:t> == await </a:t>
            </a:r>
            <a:r>
              <a:rPr lang="en-US" sz="1300" dirty="0" err="1"/>
              <a:t>Task.WhenAny</a:t>
            </a:r>
            <a:r>
              <a:rPr lang="en-US" sz="1300" dirty="0"/>
              <a:t>(</a:t>
            </a:r>
            <a:r>
              <a:rPr lang="en-US" sz="1300" dirty="0" err="1"/>
              <a:t>humanInteractionEvent</a:t>
            </a:r>
            <a:r>
              <a:rPr lang="en-US" sz="1300" dirty="0"/>
              <a:t>, </a:t>
            </a:r>
            <a:r>
              <a:rPr lang="en-US" sz="1300" dirty="0" err="1"/>
              <a:t>durableTimeout</a:t>
            </a:r>
            <a:r>
              <a:rPr lang="en-US" sz="1300" dirty="0"/>
              <a:t>))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{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    </a:t>
            </a:r>
            <a:r>
              <a:rPr lang="en-US" sz="1300" dirty="0" err="1"/>
              <a:t>timeout.Cancel</a:t>
            </a:r>
            <a:r>
              <a:rPr lang="en-US" sz="1300" dirty="0"/>
              <a:t>();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    await </a:t>
            </a:r>
            <a:r>
              <a:rPr lang="en-US" sz="1300" dirty="0" err="1"/>
              <a:t>context.CallActivityAsync</a:t>
            </a:r>
            <a:r>
              <a:rPr lang="en-US" sz="1300" dirty="0"/>
              <a:t>("</a:t>
            </a:r>
            <a:r>
              <a:rPr lang="en-US" sz="1300" dirty="0" err="1"/>
              <a:t>ProcessRequest</a:t>
            </a:r>
            <a:r>
              <a:rPr lang="en-US" sz="1300" dirty="0"/>
              <a:t>", </a:t>
            </a:r>
            <a:r>
              <a:rPr lang="en-US" sz="1300" dirty="0" err="1"/>
              <a:t>humanInteractionEvent.Result</a:t>
            </a:r>
            <a:r>
              <a:rPr lang="en-US" sz="1300" dirty="0"/>
              <a:t>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}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else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{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    await </a:t>
            </a:r>
            <a:r>
              <a:rPr lang="en-US" sz="1300" dirty="0" err="1"/>
              <a:t>context.CallActivityAsync</a:t>
            </a:r>
            <a:r>
              <a:rPr lang="en-US" sz="1300" dirty="0"/>
              <a:t>("</a:t>
            </a:r>
            <a:r>
              <a:rPr lang="en-US" sz="1300" dirty="0" err="1"/>
              <a:t>EscalateToAnotherPerson</a:t>
            </a:r>
            <a:r>
              <a:rPr lang="en-US" sz="1300" dirty="0"/>
              <a:t>", null);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    }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    }</a:t>
            </a:r>
          </a:p>
          <a:p>
            <a:pPr marL="594000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}</a:t>
            </a:r>
            <a:endParaRPr lang="en-PK" sz="1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9910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625E4-73E1-72C8-9E01-FD0D833B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Best Practices for Using Azure Functions and Durable Functions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852EC-6476-3F52-0BFC-52E65EF0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656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3A2B4A9-8ECF-21E3-D70D-FC2BD42804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143813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2829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Introduction to Container Services in Azure</a:t>
            </a:r>
            <a:endParaRPr lang="en-PK" sz="4000" dirty="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 dirty="0"/>
              <a:t>Overview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Service for running containers in Azure without managing VMs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Ideal for quick deployment and isolation of applications</a:t>
            </a:r>
          </a:p>
          <a:p>
            <a:pPr>
              <a:lnSpc>
                <a:spcPct val="110000"/>
              </a:lnSpc>
            </a:pPr>
            <a:r>
              <a:rPr lang="en-US" sz="1700" b="1" dirty="0"/>
              <a:t>Advantages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Cost Savings: Lift-and-shift applications to the cloud without major changes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Development and CI/CD: Simplify development and continuous integration/continuous deployment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Integration: Seamless integration with Microsoft Entra ID for user access management and security</a:t>
            </a:r>
          </a:p>
          <a:p>
            <a:pPr marL="0" indent="0">
              <a:lnSpc>
                <a:spcPct val="110000"/>
              </a:lnSpc>
              <a:buNone/>
            </a:pPr>
            <a:endParaRPr lang="en-PK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703955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Container Instances (ACI)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What is ACI?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Service for running containers in Azure without managing VMs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Ideal for quick deployment and isolation of applications</a:t>
            </a:r>
          </a:p>
          <a:p>
            <a:pPr>
              <a:lnSpc>
                <a:spcPct val="110000"/>
              </a:lnSpc>
            </a:pPr>
            <a:r>
              <a:rPr lang="en-US" sz="17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Dynamic Scaling: Scale containers up or down based on demand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Task Automation: Run and manage containerized tasks efficiently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Isolation: Containers run independently on shared or dedicated resources</a:t>
            </a:r>
          </a:p>
          <a:p>
            <a:pPr marL="0" indent="0">
              <a:lnSpc>
                <a:spcPct val="110000"/>
              </a:lnSpc>
              <a:buNone/>
            </a:pPr>
            <a:endParaRPr lang="en-PK" sz="17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55046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Kubernetes Service (AKS)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What is AKS?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Managed Kubernetes service for orchestrating containerized applications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4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Container Orchestration: Automated deployment, scaling, and management of containerized apps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Hybrid Deployment: Support for on-premises, cloud, and hybrid infrastructures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Security: Network security, role-based access control, and container isolation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CI/CD Integration: Works with Azure DevOps, GitHub, Jenkins, etc.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Monitoring &amp; Auto-Scaling: Automated upgrades, self-healing, node auto-repair</a:t>
            </a:r>
            <a:endParaRPr lang="en-US"/>
          </a:p>
          <a:p>
            <a:pPr>
              <a:lnSpc>
                <a:spcPct val="110000"/>
              </a:lnSpc>
            </a:pPr>
            <a:endParaRPr lang="en-PK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985259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Container Registry (ACR)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What is ACR?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Managed service for storing and managing container images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4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RBAC (Role-Based Access Control): Control access to container images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Geo-Replication: Replicate container images across multiple Azure regions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Image Scanning: Scan for vulnerabilities and security issues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400"/>
              <a:t>Deployment Best Practices: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Regional Deployment: Deploy ACR in the same region as your containers to reduce latency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Geo-Replication: Enable for improved availability and resiliency</a:t>
            </a:r>
            <a:endParaRPr lang="en-US"/>
          </a:p>
          <a:p>
            <a:pPr>
              <a:lnSpc>
                <a:spcPct val="110000"/>
              </a:lnSpc>
            </a:pPr>
            <a:endParaRPr lang="en-PK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612879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Container Apps (ACA)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Overview: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Serverless container service for building and deploying applications and microservices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4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Serverless Model: No need to manage underlying infrastructure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Built-In Authentication: Support for multiple identity providers (Microsoft Identity Platform, Google, Twitter, etc.)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Lifecycle Phases: Deployment, Update, Deactivation, Shutdown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400"/>
              <a:t>Uses and Benefits: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Microservices: Develop and manage microservices applications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API Endpoints: </a:t>
            </a:r>
            <a:r>
              <a:rPr lang="en-US"/>
              <a:t>Autoscale</a:t>
            </a:r>
            <a:r>
              <a:rPr lang="en-US" dirty="0"/>
              <a:t> based on HTTP traffic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Background Processing: Run stateful and long-running jobs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Event-Driven Processing: Manage and </a:t>
            </a:r>
            <a:r>
              <a:rPr lang="en-US"/>
              <a:t>autoscale</a:t>
            </a:r>
            <a:r>
              <a:rPr lang="en-US" dirty="0"/>
              <a:t> event-driven tasks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98921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Quantum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/>
              <a:t>What is Quantum Computing?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Utilizes quantum mechanics to solve complex problems faster than on classical computers</a:t>
            </a:r>
          </a:p>
          <a:p>
            <a:pPr>
              <a:lnSpc>
                <a:spcPct val="110000"/>
              </a:lnSpc>
            </a:pPr>
            <a:r>
              <a:rPr lang="en-US" sz="2000"/>
              <a:t>Applications: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Cryptography: Enhance security protocols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Mechanical Systems Simulation: Model complex systems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Machine Learning: Improve learning algorithms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Optimization Problems: Solve complex optimization tasks</a:t>
            </a:r>
          </a:p>
          <a:p>
            <a:pPr>
              <a:lnSpc>
                <a:spcPct val="110000"/>
              </a:lnSpc>
            </a:pPr>
            <a:endParaRPr lang="en-PK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159526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B19DE-D7D9-B607-DD6B-650243A7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Quantum Platform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6CA0-AA35-CC5E-F1E4-CA00213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Overview: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Cloud service offering quantum solutions and technologies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Prepares for future quantum advancements</a:t>
            </a:r>
          </a:p>
          <a:p>
            <a:pPr>
              <a:lnSpc>
                <a:spcPct val="110000"/>
              </a:lnSpc>
            </a:pPr>
            <a:r>
              <a:rPr lang="en-US" dirty="0"/>
              <a:t>Key Components: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Azure Quantum Development Kit (Azure QDK): Develop with Q#, run on quantum hardware or optimization solvers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Q# Programming Language: Focused on quantum algorithm development</a:t>
            </a:r>
          </a:p>
          <a:p>
            <a:pPr>
              <a:lnSpc>
                <a:spcPct val="110000"/>
              </a:lnSpc>
            </a:pPr>
            <a:r>
              <a:rPr lang="en-US" dirty="0"/>
              <a:t>Learning Resources: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Microsoft Learning Path: Quantum Computing Foundations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Q# Community: Code examples, documentation, and community support</a:t>
            </a:r>
            <a:endParaRPr lang="en-PK" sz="16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31ED-F40F-96D4-21A5-00865AC5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8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3972</Words>
  <Application>Microsoft Office PowerPoint</Application>
  <PresentationFormat>Widescreen</PresentationFormat>
  <Paragraphs>460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Arial</vt:lpstr>
      <vt:lpstr>Arial Nova Light</vt:lpstr>
      <vt:lpstr>Wingdings 2</vt:lpstr>
      <vt:lpstr>DividendVTI</vt:lpstr>
      <vt:lpstr> CHAPTER 3 Microsoft Azure Cloud Compute Services</vt:lpstr>
      <vt:lpstr>Introduction to Azure Compute Services</vt:lpstr>
      <vt:lpstr>What is Azure Compute?</vt:lpstr>
      <vt:lpstr>Key Azure Compute Services</vt:lpstr>
      <vt:lpstr>Azure Compute Benefits</vt:lpstr>
      <vt:lpstr>Azure Virtual Machines</vt:lpstr>
      <vt:lpstr>Azure VM Scale Sets</vt:lpstr>
      <vt:lpstr>Scaling in Azure VMSS</vt:lpstr>
      <vt:lpstr>Cloud Migration &amp; Lift-and-Shift</vt:lpstr>
      <vt:lpstr>Azure Hybrid Benefit &amp; Spot VMs</vt:lpstr>
      <vt:lpstr>Azure App Service: A Platform as a Service (PaaS)</vt:lpstr>
      <vt:lpstr>Benefits of Azure App Service Over Traditional Hosting</vt:lpstr>
      <vt:lpstr>Key Features of Azure App Service</vt:lpstr>
      <vt:lpstr>Continuous Integration &amp; Deployment with Azure App Service</vt:lpstr>
      <vt:lpstr>Scaling and Load Balancing</vt:lpstr>
      <vt:lpstr>High Availability and Disaster Recovery</vt:lpstr>
      <vt:lpstr>Security and Compliance</vt:lpstr>
      <vt:lpstr>Networking Features</vt:lpstr>
      <vt:lpstr>Azure Web App for Containers</vt:lpstr>
      <vt:lpstr>Azure Static Web Apps</vt:lpstr>
      <vt:lpstr>Serverless Computing</vt:lpstr>
      <vt:lpstr>Why SERVERLESS?</vt:lpstr>
      <vt:lpstr>Azure Functions: The Core of Serverless Computing</vt:lpstr>
      <vt:lpstr>Components of Azure Functions</vt:lpstr>
      <vt:lpstr>Creating Azure Functions</vt:lpstr>
      <vt:lpstr>Azure Durable Functions: Extending Serverless with Stateful Workflows</vt:lpstr>
      <vt:lpstr>Features and Benefits of Azure Durable Functions</vt:lpstr>
      <vt:lpstr>Components of Azure Durable Functions</vt:lpstr>
      <vt:lpstr>Client Functions</vt:lpstr>
      <vt:lpstr>Orchestrator Functions</vt:lpstr>
      <vt:lpstr>Activity Functions</vt:lpstr>
      <vt:lpstr>Entity Functions</vt:lpstr>
      <vt:lpstr>Developing Durable Functions</vt:lpstr>
      <vt:lpstr>Common Patterns and Use Cases</vt:lpstr>
      <vt:lpstr>Uses and Benefits of Entity Functions</vt:lpstr>
      <vt:lpstr>Durable Function Types</vt:lpstr>
      <vt:lpstr>Application Patterns: Function Chaining</vt:lpstr>
      <vt:lpstr>Application Patterns: Fan-out/Fan-in</vt:lpstr>
      <vt:lpstr>Application Patterns: Async HTTP APIs</vt:lpstr>
      <vt:lpstr>Application Patterns: Monitor Pattern</vt:lpstr>
      <vt:lpstr>Application Patterns: Human Interaction</vt:lpstr>
      <vt:lpstr>Best Practices for Using Azure Functions and Durable Functions</vt:lpstr>
      <vt:lpstr>Introduction to Container Services in Azure</vt:lpstr>
      <vt:lpstr>Azure Container Instances (ACI)</vt:lpstr>
      <vt:lpstr>Azure Kubernetes Service (AKS)</vt:lpstr>
      <vt:lpstr>Azure Container Registry (ACR)</vt:lpstr>
      <vt:lpstr>Azure Container Apps (ACA)</vt:lpstr>
      <vt:lpstr>Azure Quantum</vt:lpstr>
      <vt:lpstr>Azure Quantum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23</cp:revision>
  <dcterms:created xsi:type="dcterms:W3CDTF">2024-08-20T00:20:53Z</dcterms:created>
  <dcterms:modified xsi:type="dcterms:W3CDTF">2025-08-18T16:44:50Z</dcterms:modified>
</cp:coreProperties>
</file>