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4"/>
  </p:notesMasterIdLst>
  <p:sldIdLst>
    <p:sldId id="570" r:id="rId2"/>
    <p:sldId id="569" r:id="rId3"/>
    <p:sldId id="571" r:id="rId4"/>
    <p:sldId id="572" r:id="rId5"/>
    <p:sldId id="573" r:id="rId6"/>
    <p:sldId id="580" r:id="rId7"/>
    <p:sldId id="574" r:id="rId8"/>
    <p:sldId id="576" r:id="rId9"/>
    <p:sldId id="577" r:id="rId10"/>
    <p:sldId id="578" r:id="rId11"/>
    <p:sldId id="579" r:id="rId12"/>
    <p:sldId id="259" r:id="rId13"/>
    <p:sldId id="260" r:id="rId14"/>
    <p:sldId id="581" r:id="rId15"/>
    <p:sldId id="582" r:id="rId16"/>
    <p:sldId id="583" r:id="rId17"/>
    <p:sldId id="261" r:id="rId18"/>
    <p:sldId id="262" r:id="rId19"/>
    <p:sldId id="263" r:id="rId20"/>
    <p:sldId id="264" r:id="rId21"/>
    <p:sldId id="584" r:id="rId22"/>
    <p:sldId id="265" r:id="rId2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5 - Book 2" id="{F9126950-BCCC-49CD-AC64-D2C197A63D5B}">
          <p14:sldIdLst>
            <p14:sldId id="570"/>
            <p14:sldId id="569"/>
            <p14:sldId id="571"/>
            <p14:sldId id="572"/>
            <p14:sldId id="573"/>
            <p14:sldId id="580"/>
            <p14:sldId id="574"/>
            <p14:sldId id="576"/>
            <p14:sldId id="577"/>
            <p14:sldId id="578"/>
            <p14:sldId id="579"/>
            <p14:sldId id="259"/>
            <p14:sldId id="260"/>
            <p14:sldId id="581"/>
            <p14:sldId id="582"/>
            <p14:sldId id="583"/>
            <p14:sldId id="261"/>
            <p14:sldId id="262"/>
            <p14:sldId id="263"/>
            <p14:sldId id="264"/>
            <p14:sldId id="58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542247-C35E-4260-BBD9-0C61B0DE4F3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0A7DCF-5168-4345-B092-0659D9EB716F}">
      <dgm:prSet/>
      <dgm:spPr/>
      <dgm:t>
        <a:bodyPr/>
        <a:lstStyle/>
        <a:p>
          <a:r>
            <a:rPr lang="en-PK" b="0" i="0" baseline="0"/>
            <a:t>This option allows businesses to run SQL Server on Azure VMs</a:t>
          </a:r>
          <a:endParaRPr lang="en-US"/>
        </a:p>
      </dgm:t>
    </dgm:pt>
    <dgm:pt modelId="{EE4B454B-2350-41C9-82DF-A3792A1D3BE7}" type="parTrans" cxnId="{1B2C71EF-8541-4E2E-8F4D-4F1F01DEC2FB}">
      <dgm:prSet/>
      <dgm:spPr/>
      <dgm:t>
        <a:bodyPr/>
        <a:lstStyle/>
        <a:p>
          <a:endParaRPr lang="en-US"/>
        </a:p>
      </dgm:t>
    </dgm:pt>
    <dgm:pt modelId="{11A18984-2AAD-46D9-AADD-4B427616185E}" type="sibTrans" cxnId="{1B2C71EF-8541-4E2E-8F4D-4F1F01DEC2FB}">
      <dgm:prSet/>
      <dgm:spPr/>
      <dgm:t>
        <a:bodyPr/>
        <a:lstStyle/>
        <a:p>
          <a:endParaRPr lang="en-US"/>
        </a:p>
      </dgm:t>
    </dgm:pt>
    <dgm:pt modelId="{A85C1EFF-AD74-4DC3-B398-D40317C37B85}">
      <dgm:prSet/>
      <dgm:spPr/>
      <dgm:t>
        <a:bodyPr/>
        <a:lstStyle/>
        <a:p>
          <a:r>
            <a:rPr lang="en-US"/>
            <a:t>s</a:t>
          </a:r>
          <a:r>
            <a:rPr lang="en-PK" b="0" i="0" baseline="0"/>
            <a:t>uitable for those already familiar with SQL Server. </a:t>
          </a:r>
          <a:endParaRPr lang="en-US"/>
        </a:p>
      </dgm:t>
    </dgm:pt>
    <dgm:pt modelId="{7FB1FE3C-47EC-4500-B16A-FF5E4392ECD3}" type="parTrans" cxnId="{2CDA43F2-9D36-47DE-88C9-AE989824610E}">
      <dgm:prSet/>
      <dgm:spPr/>
      <dgm:t>
        <a:bodyPr/>
        <a:lstStyle/>
        <a:p>
          <a:endParaRPr lang="en-US"/>
        </a:p>
      </dgm:t>
    </dgm:pt>
    <dgm:pt modelId="{C348363F-11BD-4317-B431-724895BAE24C}" type="sibTrans" cxnId="{2CDA43F2-9D36-47DE-88C9-AE989824610E}">
      <dgm:prSet/>
      <dgm:spPr/>
      <dgm:t>
        <a:bodyPr/>
        <a:lstStyle/>
        <a:p>
          <a:endParaRPr lang="en-US"/>
        </a:p>
      </dgm:t>
    </dgm:pt>
    <dgm:pt modelId="{F439781C-E012-41C0-A635-2C4525F2B20F}">
      <dgm:prSet/>
      <dgm:spPr/>
      <dgm:t>
        <a:bodyPr/>
        <a:lstStyle/>
        <a:p>
          <a:r>
            <a:rPr lang="en-PK" b="0" i="0" baseline="0"/>
            <a:t>Azure manages security patches and backups</a:t>
          </a:r>
          <a:endParaRPr lang="en-US"/>
        </a:p>
      </dgm:t>
    </dgm:pt>
    <dgm:pt modelId="{C07F922D-3081-45D3-951A-9CBA5BA3CBC0}" type="parTrans" cxnId="{8D16095F-547F-40A4-A79D-58DBA177862C}">
      <dgm:prSet/>
      <dgm:spPr/>
      <dgm:t>
        <a:bodyPr/>
        <a:lstStyle/>
        <a:p>
          <a:endParaRPr lang="en-US"/>
        </a:p>
      </dgm:t>
    </dgm:pt>
    <dgm:pt modelId="{89F9FCAF-1322-4DF0-BCBE-1967EFF93AB9}" type="sibTrans" cxnId="{8D16095F-547F-40A4-A79D-58DBA177862C}">
      <dgm:prSet/>
      <dgm:spPr/>
      <dgm:t>
        <a:bodyPr/>
        <a:lstStyle/>
        <a:p>
          <a:endParaRPr lang="en-US"/>
        </a:p>
      </dgm:t>
    </dgm:pt>
    <dgm:pt modelId="{2D840F50-6E61-4514-A528-04C1C6A87D05}">
      <dgm:prSet/>
      <dgm:spPr/>
      <dgm:t>
        <a:bodyPr/>
        <a:lstStyle/>
        <a:p>
          <a:r>
            <a:rPr lang="en-PK" b="0" i="0" baseline="0"/>
            <a:t>users are responsible for maintaining the OS and SQL Server software.</a:t>
          </a:r>
          <a:endParaRPr lang="en-US"/>
        </a:p>
      </dgm:t>
    </dgm:pt>
    <dgm:pt modelId="{47201B6B-7DED-4108-97AE-4171CCA9B2FA}" type="parTrans" cxnId="{E4CBAEE3-B1CA-42BF-A567-B30FEB833E7A}">
      <dgm:prSet/>
      <dgm:spPr/>
      <dgm:t>
        <a:bodyPr/>
        <a:lstStyle/>
        <a:p>
          <a:endParaRPr lang="en-US"/>
        </a:p>
      </dgm:t>
    </dgm:pt>
    <dgm:pt modelId="{38C38189-CBF4-43A4-9AF7-9D15271694D0}" type="sibTrans" cxnId="{E4CBAEE3-B1CA-42BF-A567-B30FEB833E7A}">
      <dgm:prSet/>
      <dgm:spPr/>
      <dgm:t>
        <a:bodyPr/>
        <a:lstStyle/>
        <a:p>
          <a:endParaRPr lang="en-US"/>
        </a:p>
      </dgm:t>
    </dgm:pt>
    <dgm:pt modelId="{FF509470-C5F0-4A40-8157-A16AEA7D3689}" type="pres">
      <dgm:prSet presAssocID="{D7542247-C35E-4260-BBD9-0C61B0DE4F36}" presName="linear" presStyleCnt="0">
        <dgm:presLayoutVars>
          <dgm:dir/>
          <dgm:animLvl val="lvl"/>
          <dgm:resizeHandles val="exact"/>
        </dgm:presLayoutVars>
      </dgm:prSet>
      <dgm:spPr/>
    </dgm:pt>
    <dgm:pt modelId="{3802DC53-3BC1-46E2-80C5-74D6A382A151}" type="pres">
      <dgm:prSet presAssocID="{170A7DCF-5168-4345-B092-0659D9EB716F}" presName="parentLin" presStyleCnt="0"/>
      <dgm:spPr/>
    </dgm:pt>
    <dgm:pt modelId="{F070209E-2EF0-4A75-A80B-7E7C1DBBDAB1}" type="pres">
      <dgm:prSet presAssocID="{170A7DCF-5168-4345-B092-0659D9EB716F}" presName="parentLeftMargin" presStyleLbl="node1" presStyleIdx="0" presStyleCnt="4"/>
      <dgm:spPr/>
    </dgm:pt>
    <dgm:pt modelId="{6CBD9B51-99A5-4C56-BF87-92A510F7A975}" type="pres">
      <dgm:prSet presAssocID="{170A7DCF-5168-4345-B092-0659D9EB71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343204-F27E-49E9-BAAA-3F9F48B1E08F}" type="pres">
      <dgm:prSet presAssocID="{170A7DCF-5168-4345-B092-0659D9EB716F}" presName="negativeSpace" presStyleCnt="0"/>
      <dgm:spPr/>
    </dgm:pt>
    <dgm:pt modelId="{B0C7E1A7-0A81-495E-80CE-500ACE444534}" type="pres">
      <dgm:prSet presAssocID="{170A7DCF-5168-4345-B092-0659D9EB716F}" presName="childText" presStyleLbl="conFgAcc1" presStyleIdx="0" presStyleCnt="4">
        <dgm:presLayoutVars>
          <dgm:bulletEnabled val="1"/>
        </dgm:presLayoutVars>
      </dgm:prSet>
      <dgm:spPr/>
    </dgm:pt>
    <dgm:pt modelId="{5C7F1FB2-DD88-488A-94F7-F45890D436DC}" type="pres">
      <dgm:prSet presAssocID="{11A18984-2AAD-46D9-AADD-4B427616185E}" presName="spaceBetweenRectangles" presStyleCnt="0"/>
      <dgm:spPr/>
    </dgm:pt>
    <dgm:pt modelId="{77019990-BB3F-494D-BFA5-A77F7B38015D}" type="pres">
      <dgm:prSet presAssocID="{A85C1EFF-AD74-4DC3-B398-D40317C37B85}" presName="parentLin" presStyleCnt="0"/>
      <dgm:spPr/>
    </dgm:pt>
    <dgm:pt modelId="{3E495610-4D04-4E6C-965C-C04E180E72D0}" type="pres">
      <dgm:prSet presAssocID="{A85C1EFF-AD74-4DC3-B398-D40317C37B85}" presName="parentLeftMargin" presStyleLbl="node1" presStyleIdx="0" presStyleCnt="4"/>
      <dgm:spPr/>
    </dgm:pt>
    <dgm:pt modelId="{61172A33-A2B8-465D-87DC-504D992CAC60}" type="pres">
      <dgm:prSet presAssocID="{A85C1EFF-AD74-4DC3-B398-D40317C37B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BABAC5-AF3D-4B71-B65A-92049D3C2926}" type="pres">
      <dgm:prSet presAssocID="{A85C1EFF-AD74-4DC3-B398-D40317C37B85}" presName="negativeSpace" presStyleCnt="0"/>
      <dgm:spPr/>
    </dgm:pt>
    <dgm:pt modelId="{FF5D73A1-6A27-451F-AF23-A70BF9305B8A}" type="pres">
      <dgm:prSet presAssocID="{A85C1EFF-AD74-4DC3-B398-D40317C37B85}" presName="childText" presStyleLbl="conFgAcc1" presStyleIdx="1" presStyleCnt="4">
        <dgm:presLayoutVars>
          <dgm:bulletEnabled val="1"/>
        </dgm:presLayoutVars>
      </dgm:prSet>
      <dgm:spPr/>
    </dgm:pt>
    <dgm:pt modelId="{9DE11207-BBBE-4C0A-BA53-8CB06EDCA9E8}" type="pres">
      <dgm:prSet presAssocID="{C348363F-11BD-4317-B431-724895BAE24C}" presName="spaceBetweenRectangles" presStyleCnt="0"/>
      <dgm:spPr/>
    </dgm:pt>
    <dgm:pt modelId="{1DA954C1-B2B0-4C7E-AEED-38AC79CD64EB}" type="pres">
      <dgm:prSet presAssocID="{F439781C-E012-41C0-A635-2C4525F2B20F}" presName="parentLin" presStyleCnt="0"/>
      <dgm:spPr/>
    </dgm:pt>
    <dgm:pt modelId="{9366196E-90A8-4303-8D68-B1F0D10A132A}" type="pres">
      <dgm:prSet presAssocID="{F439781C-E012-41C0-A635-2C4525F2B20F}" presName="parentLeftMargin" presStyleLbl="node1" presStyleIdx="1" presStyleCnt="4"/>
      <dgm:spPr/>
    </dgm:pt>
    <dgm:pt modelId="{C8A23C9B-5D5A-46C5-912F-EA310FD4DA19}" type="pres">
      <dgm:prSet presAssocID="{F439781C-E012-41C0-A635-2C4525F2B2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D8ED56-19D3-4D78-AE3A-58AB70FB98BF}" type="pres">
      <dgm:prSet presAssocID="{F439781C-E012-41C0-A635-2C4525F2B20F}" presName="negativeSpace" presStyleCnt="0"/>
      <dgm:spPr/>
    </dgm:pt>
    <dgm:pt modelId="{00DF3CC8-DABE-4B16-B4C9-ACC0FD08C8A1}" type="pres">
      <dgm:prSet presAssocID="{F439781C-E012-41C0-A635-2C4525F2B20F}" presName="childText" presStyleLbl="conFgAcc1" presStyleIdx="2" presStyleCnt="4">
        <dgm:presLayoutVars>
          <dgm:bulletEnabled val="1"/>
        </dgm:presLayoutVars>
      </dgm:prSet>
      <dgm:spPr/>
    </dgm:pt>
    <dgm:pt modelId="{16DCEB3F-645B-49C7-B69C-F5073B3E4735}" type="pres">
      <dgm:prSet presAssocID="{89F9FCAF-1322-4DF0-BCBE-1967EFF93AB9}" presName="spaceBetweenRectangles" presStyleCnt="0"/>
      <dgm:spPr/>
    </dgm:pt>
    <dgm:pt modelId="{A875D732-FC7C-45FF-B1CD-F3C5A88457D2}" type="pres">
      <dgm:prSet presAssocID="{2D840F50-6E61-4514-A528-04C1C6A87D05}" presName="parentLin" presStyleCnt="0"/>
      <dgm:spPr/>
    </dgm:pt>
    <dgm:pt modelId="{6DB75427-EA13-4C95-AF3E-8808322B4A30}" type="pres">
      <dgm:prSet presAssocID="{2D840F50-6E61-4514-A528-04C1C6A87D05}" presName="parentLeftMargin" presStyleLbl="node1" presStyleIdx="2" presStyleCnt="4"/>
      <dgm:spPr/>
    </dgm:pt>
    <dgm:pt modelId="{D46D8AB6-18CE-46E6-8847-895149989098}" type="pres">
      <dgm:prSet presAssocID="{2D840F50-6E61-4514-A528-04C1C6A87D0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4172C6F-C9BB-496B-85FC-793790C18871}" type="pres">
      <dgm:prSet presAssocID="{2D840F50-6E61-4514-A528-04C1C6A87D05}" presName="negativeSpace" presStyleCnt="0"/>
      <dgm:spPr/>
    </dgm:pt>
    <dgm:pt modelId="{6019B310-6940-4CFD-A33B-F0B0FEAA01B9}" type="pres">
      <dgm:prSet presAssocID="{2D840F50-6E61-4514-A528-04C1C6A87D0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8DE1F00-2842-4966-9E29-BA579B0B113F}" type="presOf" srcId="{170A7DCF-5168-4345-B092-0659D9EB716F}" destId="{6CBD9B51-99A5-4C56-BF87-92A510F7A975}" srcOrd="1" destOrd="0" presId="urn:microsoft.com/office/officeart/2005/8/layout/list1"/>
    <dgm:cxn modelId="{964D740C-D83F-4583-92B3-DFECE88A3781}" type="presOf" srcId="{D7542247-C35E-4260-BBD9-0C61B0DE4F36}" destId="{FF509470-C5F0-4A40-8157-A16AEA7D3689}" srcOrd="0" destOrd="0" presId="urn:microsoft.com/office/officeart/2005/8/layout/list1"/>
    <dgm:cxn modelId="{F6BE681B-3082-4911-A50F-CC5FCD01A852}" type="presOf" srcId="{170A7DCF-5168-4345-B092-0659D9EB716F}" destId="{F070209E-2EF0-4A75-A80B-7E7C1DBBDAB1}" srcOrd="0" destOrd="0" presId="urn:microsoft.com/office/officeart/2005/8/layout/list1"/>
    <dgm:cxn modelId="{1537B11C-087B-4281-9813-77AA3E09FE36}" type="presOf" srcId="{F439781C-E012-41C0-A635-2C4525F2B20F}" destId="{9366196E-90A8-4303-8D68-B1F0D10A132A}" srcOrd="0" destOrd="0" presId="urn:microsoft.com/office/officeart/2005/8/layout/list1"/>
    <dgm:cxn modelId="{57AA222D-AE61-4A48-B419-CECBD146B610}" type="presOf" srcId="{A85C1EFF-AD74-4DC3-B398-D40317C37B85}" destId="{3E495610-4D04-4E6C-965C-C04E180E72D0}" srcOrd="0" destOrd="0" presId="urn:microsoft.com/office/officeart/2005/8/layout/list1"/>
    <dgm:cxn modelId="{8B924B5B-F213-404E-A5E0-F1670CC16C33}" type="presOf" srcId="{F439781C-E012-41C0-A635-2C4525F2B20F}" destId="{C8A23C9B-5D5A-46C5-912F-EA310FD4DA19}" srcOrd="1" destOrd="0" presId="urn:microsoft.com/office/officeart/2005/8/layout/list1"/>
    <dgm:cxn modelId="{8D16095F-547F-40A4-A79D-58DBA177862C}" srcId="{D7542247-C35E-4260-BBD9-0C61B0DE4F36}" destId="{F439781C-E012-41C0-A635-2C4525F2B20F}" srcOrd="2" destOrd="0" parTransId="{C07F922D-3081-45D3-951A-9CBA5BA3CBC0}" sibTransId="{89F9FCAF-1322-4DF0-BCBE-1967EFF93AB9}"/>
    <dgm:cxn modelId="{EEA1C07A-9939-4F71-B48C-DC3F67D5C056}" type="presOf" srcId="{A85C1EFF-AD74-4DC3-B398-D40317C37B85}" destId="{61172A33-A2B8-465D-87DC-504D992CAC60}" srcOrd="1" destOrd="0" presId="urn:microsoft.com/office/officeart/2005/8/layout/list1"/>
    <dgm:cxn modelId="{84B3E382-E082-4BAA-B6F9-AFCA27F2EF7E}" type="presOf" srcId="{2D840F50-6E61-4514-A528-04C1C6A87D05}" destId="{D46D8AB6-18CE-46E6-8847-895149989098}" srcOrd="1" destOrd="0" presId="urn:microsoft.com/office/officeart/2005/8/layout/list1"/>
    <dgm:cxn modelId="{AAEA57A6-C3C8-460B-941D-0BDBB649CC5A}" type="presOf" srcId="{2D840F50-6E61-4514-A528-04C1C6A87D05}" destId="{6DB75427-EA13-4C95-AF3E-8808322B4A30}" srcOrd="0" destOrd="0" presId="urn:microsoft.com/office/officeart/2005/8/layout/list1"/>
    <dgm:cxn modelId="{E4CBAEE3-B1CA-42BF-A567-B30FEB833E7A}" srcId="{D7542247-C35E-4260-BBD9-0C61B0DE4F36}" destId="{2D840F50-6E61-4514-A528-04C1C6A87D05}" srcOrd="3" destOrd="0" parTransId="{47201B6B-7DED-4108-97AE-4171CCA9B2FA}" sibTransId="{38C38189-CBF4-43A4-9AF7-9D15271694D0}"/>
    <dgm:cxn modelId="{1B2C71EF-8541-4E2E-8F4D-4F1F01DEC2FB}" srcId="{D7542247-C35E-4260-BBD9-0C61B0DE4F36}" destId="{170A7DCF-5168-4345-B092-0659D9EB716F}" srcOrd="0" destOrd="0" parTransId="{EE4B454B-2350-41C9-82DF-A3792A1D3BE7}" sibTransId="{11A18984-2AAD-46D9-AADD-4B427616185E}"/>
    <dgm:cxn modelId="{2CDA43F2-9D36-47DE-88C9-AE989824610E}" srcId="{D7542247-C35E-4260-BBD9-0C61B0DE4F36}" destId="{A85C1EFF-AD74-4DC3-B398-D40317C37B85}" srcOrd="1" destOrd="0" parTransId="{7FB1FE3C-47EC-4500-B16A-FF5E4392ECD3}" sibTransId="{C348363F-11BD-4317-B431-724895BAE24C}"/>
    <dgm:cxn modelId="{44F43295-3E04-4FC4-A10D-CA7CBA99CBDC}" type="presParOf" srcId="{FF509470-C5F0-4A40-8157-A16AEA7D3689}" destId="{3802DC53-3BC1-46E2-80C5-74D6A382A151}" srcOrd="0" destOrd="0" presId="urn:microsoft.com/office/officeart/2005/8/layout/list1"/>
    <dgm:cxn modelId="{A675D0DA-EC15-4157-B2F1-39EA084BD90D}" type="presParOf" srcId="{3802DC53-3BC1-46E2-80C5-74D6A382A151}" destId="{F070209E-2EF0-4A75-A80B-7E7C1DBBDAB1}" srcOrd="0" destOrd="0" presId="urn:microsoft.com/office/officeart/2005/8/layout/list1"/>
    <dgm:cxn modelId="{C85DB63E-E9A9-4B0E-A505-43060CC1C49E}" type="presParOf" srcId="{3802DC53-3BC1-46E2-80C5-74D6A382A151}" destId="{6CBD9B51-99A5-4C56-BF87-92A510F7A975}" srcOrd="1" destOrd="0" presId="urn:microsoft.com/office/officeart/2005/8/layout/list1"/>
    <dgm:cxn modelId="{6EC1F02F-F4AB-45AF-AEC3-3E37D3ED6A15}" type="presParOf" srcId="{FF509470-C5F0-4A40-8157-A16AEA7D3689}" destId="{85343204-F27E-49E9-BAAA-3F9F48B1E08F}" srcOrd="1" destOrd="0" presId="urn:microsoft.com/office/officeart/2005/8/layout/list1"/>
    <dgm:cxn modelId="{38E0A035-EEA2-4C17-BD0C-0A5C21910511}" type="presParOf" srcId="{FF509470-C5F0-4A40-8157-A16AEA7D3689}" destId="{B0C7E1A7-0A81-495E-80CE-500ACE444534}" srcOrd="2" destOrd="0" presId="urn:microsoft.com/office/officeart/2005/8/layout/list1"/>
    <dgm:cxn modelId="{D079E1D2-E0C2-4C21-8FDC-8F06D664272C}" type="presParOf" srcId="{FF509470-C5F0-4A40-8157-A16AEA7D3689}" destId="{5C7F1FB2-DD88-488A-94F7-F45890D436DC}" srcOrd="3" destOrd="0" presId="urn:microsoft.com/office/officeart/2005/8/layout/list1"/>
    <dgm:cxn modelId="{BE72179C-246B-474A-9074-82F77BFA83F8}" type="presParOf" srcId="{FF509470-C5F0-4A40-8157-A16AEA7D3689}" destId="{77019990-BB3F-494D-BFA5-A77F7B38015D}" srcOrd="4" destOrd="0" presId="urn:microsoft.com/office/officeart/2005/8/layout/list1"/>
    <dgm:cxn modelId="{07ABCCEE-0D38-4860-931F-46788BCDA830}" type="presParOf" srcId="{77019990-BB3F-494D-BFA5-A77F7B38015D}" destId="{3E495610-4D04-4E6C-965C-C04E180E72D0}" srcOrd="0" destOrd="0" presId="urn:microsoft.com/office/officeart/2005/8/layout/list1"/>
    <dgm:cxn modelId="{FB6FE996-36FE-4327-9A2E-066795CA0149}" type="presParOf" srcId="{77019990-BB3F-494D-BFA5-A77F7B38015D}" destId="{61172A33-A2B8-465D-87DC-504D992CAC60}" srcOrd="1" destOrd="0" presId="urn:microsoft.com/office/officeart/2005/8/layout/list1"/>
    <dgm:cxn modelId="{D7A6727C-B03B-45DB-B036-797DAF1F7E9F}" type="presParOf" srcId="{FF509470-C5F0-4A40-8157-A16AEA7D3689}" destId="{4ABABAC5-AF3D-4B71-B65A-92049D3C2926}" srcOrd="5" destOrd="0" presId="urn:microsoft.com/office/officeart/2005/8/layout/list1"/>
    <dgm:cxn modelId="{1B334929-D825-441F-94E0-BB696EC19393}" type="presParOf" srcId="{FF509470-C5F0-4A40-8157-A16AEA7D3689}" destId="{FF5D73A1-6A27-451F-AF23-A70BF9305B8A}" srcOrd="6" destOrd="0" presId="urn:microsoft.com/office/officeart/2005/8/layout/list1"/>
    <dgm:cxn modelId="{8C339072-436C-4C73-B415-DE1365E657B3}" type="presParOf" srcId="{FF509470-C5F0-4A40-8157-A16AEA7D3689}" destId="{9DE11207-BBBE-4C0A-BA53-8CB06EDCA9E8}" srcOrd="7" destOrd="0" presId="urn:microsoft.com/office/officeart/2005/8/layout/list1"/>
    <dgm:cxn modelId="{2972B5A7-35F5-4157-94B1-8E75476B8597}" type="presParOf" srcId="{FF509470-C5F0-4A40-8157-A16AEA7D3689}" destId="{1DA954C1-B2B0-4C7E-AEED-38AC79CD64EB}" srcOrd="8" destOrd="0" presId="urn:microsoft.com/office/officeart/2005/8/layout/list1"/>
    <dgm:cxn modelId="{482F561B-CE6B-4063-A9EE-26519F083ADE}" type="presParOf" srcId="{1DA954C1-B2B0-4C7E-AEED-38AC79CD64EB}" destId="{9366196E-90A8-4303-8D68-B1F0D10A132A}" srcOrd="0" destOrd="0" presId="urn:microsoft.com/office/officeart/2005/8/layout/list1"/>
    <dgm:cxn modelId="{89EC27E1-106D-4D37-88DE-30A0FBA43946}" type="presParOf" srcId="{1DA954C1-B2B0-4C7E-AEED-38AC79CD64EB}" destId="{C8A23C9B-5D5A-46C5-912F-EA310FD4DA19}" srcOrd="1" destOrd="0" presId="urn:microsoft.com/office/officeart/2005/8/layout/list1"/>
    <dgm:cxn modelId="{7340D2C0-C5D3-410B-8855-0C6623FFDEFB}" type="presParOf" srcId="{FF509470-C5F0-4A40-8157-A16AEA7D3689}" destId="{25D8ED56-19D3-4D78-AE3A-58AB70FB98BF}" srcOrd="9" destOrd="0" presId="urn:microsoft.com/office/officeart/2005/8/layout/list1"/>
    <dgm:cxn modelId="{BFE042F6-CFFE-4C0D-B477-7A7AD71A89C4}" type="presParOf" srcId="{FF509470-C5F0-4A40-8157-A16AEA7D3689}" destId="{00DF3CC8-DABE-4B16-B4C9-ACC0FD08C8A1}" srcOrd="10" destOrd="0" presId="urn:microsoft.com/office/officeart/2005/8/layout/list1"/>
    <dgm:cxn modelId="{091E326C-B7DA-443A-8C3D-FB6DD4B52BBB}" type="presParOf" srcId="{FF509470-C5F0-4A40-8157-A16AEA7D3689}" destId="{16DCEB3F-645B-49C7-B69C-F5073B3E4735}" srcOrd="11" destOrd="0" presId="urn:microsoft.com/office/officeart/2005/8/layout/list1"/>
    <dgm:cxn modelId="{4434B42A-910A-4B51-8C4F-3804CFADC038}" type="presParOf" srcId="{FF509470-C5F0-4A40-8157-A16AEA7D3689}" destId="{A875D732-FC7C-45FF-B1CD-F3C5A88457D2}" srcOrd="12" destOrd="0" presId="urn:microsoft.com/office/officeart/2005/8/layout/list1"/>
    <dgm:cxn modelId="{74795667-B9BE-43D6-9F60-44FBBAE99CF3}" type="presParOf" srcId="{A875D732-FC7C-45FF-B1CD-F3C5A88457D2}" destId="{6DB75427-EA13-4C95-AF3E-8808322B4A30}" srcOrd="0" destOrd="0" presId="urn:microsoft.com/office/officeart/2005/8/layout/list1"/>
    <dgm:cxn modelId="{ED11C92D-50D3-4E21-BB48-685F465456E9}" type="presParOf" srcId="{A875D732-FC7C-45FF-B1CD-F3C5A88457D2}" destId="{D46D8AB6-18CE-46E6-8847-895149989098}" srcOrd="1" destOrd="0" presId="urn:microsoft.com/office/officeart/2005/8/layout/list1"/>
    <dgm:cxn modelId="{0926152E-EF37-4030-9EED-8D8FE9D55374}" type="presParOf" srcId="{FF509470-C5F0-4A40-8157-A16AEA7D3689}" destId="{64172C6F-C9BB-496B-85FC-793790C18871}" srcOrd="13" destOrd="0" presId="urn:microsoft.com/office/officeart/2005/8/layout/list1"/>
    <dgm:cxn modelId="{5840D273-1341-4293-87DB-549ABFB9407E}" type="presParOf" srcId="{FF509470-C5F0-4A40-8157-A16AEA7D3689}" destId="{6019B310-6940-4CFD-A33B-F0B0FEAA01B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EE4AEF-49FD-4F36-A3E7-438669A39BE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ADC5D6-16A6-4515-ADAA-CBEA0D94FC69}">
      <dgm:prSet/>
      <dgm:spPr/>
      <dgm:t>
        <a:bodyPr/>
        <a:lstStyle/>
        <a:p>
          <a:r>
            <a:rPr lang="en-US"/>
            <a:t>O</a:t>
          </a:r>
          <a:r>
            <a:rPr lang="en-PK" b="0" i="0" baseline="0"/>
            <a:t>ffer</a:t>
          </a:r>
          <a:r>
            <a:rPr lang="en-US"/>
            <a:t>s </a:t>
          </a:r>
          <a:r>
            <a:rPr lang="en-PK" b="0" i="0" baseline="0"/>
            <a:t>most SQL Server features without needing to manage virtual machines. </a:t>
          </a:r>
          <a:endParaRPr lang="en-US"/>
        </a:p>
      </dgm:t>
    </dgm:pt>
    <dgm:pt modelId="{3327C7FD-637E-4AC3-A1A3-11EEAA63CCF9}" type="parTrans" cxnId="{4A0C5324-75CA-4A88-B7FF-AF449969B1EA}">
      <dgm:prSet/>
      <dgm:spPr/>
      <dgm:t>
        <a:bodyPr/>
        <a:lstStyle/>
        <a:p>
          <a:endParaRPr lang="en-US"/>
        </a:p>
      </dgm:t>
    </dgm:pt>
    <dgm:pt modelId="{79D97EB4-D3B1-43AA-9B1B-544811857A8C}" type="sibTrans" cxnId="{4A0C5324-75CA-4A88-B7FF-AF449969B1EA}">
      <dgm:prSet/>
      <dgm:spPr/>
      <dgm:t>
        <a:bodyPr/>
        <a:lstStyle/>
        <a:p>
          <a:endParaRPr lang="en-US"/>
        </a:p>
      </dgm:t>
    </dgm:pt>
    <dgm:pt modelId="{B111143A-4C9B-4C35-B9D7-F90C1ADE7C65}">
      <dgm:prSet/>
      <dgm:spPr/>
      <dgm:t>
        <a:bodyPr/>
        <a:lstStyle/>
        <a:p>
          <a:r>
            <a:rPr lang="en-PK" b="0" i="0" baseline="0"/>
            <a:t>This is ideal for businesses looking to save on infrastructure costs while retaining SQL Server’s instance-scoped features.</a:t>
          </a:r>
          <a:endParaRPr lang="en-US"/>
        </a:p>
      </dgm:t>
    </dgm:pt>
    <dgm:pt modelId="{C8A398C2-FD22-4579-837F-BB14F551CDA2}" type="parTrans" cxnId="{A47DA12A-4E57-42C1-9762-474A22510187}">
      <dgm:prSet/>
      <dgm:spPr/>
      <dgm:t>
        <a:bodyPr/>
        <a:lstStyle/>
        <a:p>
          <a:endParaRPr lang="en-US"/>
        </a:p>
      </dgm:t>
    </dgm:pt>
    <dgm:pt modelId="{8CF44388-D19C-4732-8615-D7D15E8E8546}" type="sibTrans" cxnId="{A47DA12A-4E57-42C1-9762-474A22510187}">
      <dgm:prSet/>
      <dgm:spPr/>
      <dgm:t>
        <a:bodyPr/>
        <a:lstStyle/>
        <a:p>
          <a:endParaRPr lang="en-US"/>
        </a:p>
      </dgm:t>
    </dgm:pt>
    <dgm:pt modelId="{B738A3AA-0204-4FE0-A664-4B8C25128558}" type="pres">
      <dgm:prSet presAssocID="{25EE4AEF-49FD-4F36-A3E7-438669A39BEB}" presName="linear" presStyleCnt="0">
        <dgm:presLayoutVars>
          <dgm:animLvl val="lvl"/>
          <dgm:resizeHandles val="exact"/>
        </dgm:presLayoutVars>
      </dgm:prSet>
      <dgm:spPr/>
    </dgm:pt>
    <dgm:pt modelId="{49EDD33D-C3C9-4F02-A626-CF83571A70B0}" type="pres">
      <dgm:prSet presAssocID="{67ADC5D6-16A6-4515-ADAA-CBEA0D94FC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C8640D7-7B09-4FA0-8CBF-733BD4C7DC18}" type="pres">
      <dgm:prSet presAssocID="{79D97EB4-D3B1-43AA-9B1B-544811857A8C}" presName="spacer" presStyleCnt="0"/>
      <dgm:spPr/>
    </dgm:pt>
    <dgm:pt modelId="{E488CF52-3D93-4912-85F1-C117158EDB0A}" type="pres">
      <dgm:prSet presAssocID="{B111143A-4C9B-4C35-B9D7-F90C1ADE7C6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248A617-F030-4CDE-9D99-3F5BA61E20E2}" type="presOf" srcId="{B111143A-4C9B-4C35-B9D7-F90C1ADE7C65}" destId="{E488CF52-3D93-4912-85F1-C117158EDB0A}" srcOrd="0" destOrd="0" presId="urn:microsoft.com/office/officeart/2005/8/layout/vList2"/>
    <dgm:cxn modelId="{4A0C5324-75CA-4A88-B7FF-AF449969B1EA}" srcId="{25EE4AEF-49FD-4F36-A3E7-438669A39BEB}" destId="{67ADC5D6-16A6-4515-ADAA-CBEA0D94FC69}" srcOrd="0" destOrd="0" parTransId="{3327C7FD-637E-4AC3-A1A3-11EEAA63CCF9}" sibTransId="{79D97EB4-D3B1-43AA-9B1B-544811857A8C}"/>
    <dgm:cxn modelId="{A47DA12A-4E57-42C1-9762-474A22510187}" srcId="{25EE4AEF-49FD-4F36-A3E7-438669A39BEB}" destId="{B111143A-4C9B-4C35-B9D7-F90C1ADE7C65}" srcOrd="1" destOrd="0" parTransId="{C8A398C2-FD22-4579-837F-BB14F551CDA2}" sibTransId="{8CF44388-D19C-4732-8615-D7D15E8E8546}"/>
    <dgm:cxn modelId="{3E613D2C-4189-479E-8D0C-886A7E20B3F3}" type="presOf" srcId="{25EE4AEF-49FD-4F36-A3E7-438669A39BEB}" destId="{B738A3AA-0204-4FE0-A664-4B8C25128558}" srcOrd="0" destOrd="0" presId="urn:microsoft.com/office/officeart/2005/8/layout/vList2"/>
    <dgm:cxn modelId="{A5026BAF-0D9C-43D8-A5C3-EDC9CD954312}" type="presOf" srcId="{67ADC5D6-16A6-4515-ADAA-CBEA0D94FC69}" destId="{49EDD33D-C3C9-4F02-A626-CF83571A70B0}" srcOrd="0" destOrd="0" presId="urn:microsoft.com/office/officeart/2005/8/layout/vList2"/>
    <dgm:cxn modelId="{701B4F6F-07F0-4F79-83A2-A4D3607E0BDF}" type="presParOf" srcId="{B738A3AA-0204-4FE0-A664-4B8C25128558}" destId="{49EDD33D-C3C9-4F02-A626-CF83571A70B0}" srcOrd="0" destOrd="0" presId="urn:microsoft.com/office/officeart/2005/8/layout/vList2"/>
    <dgm:cxn modelId="{26957529-DD67-4A82-B455-98365343A357}" type="presParOf" srcId="{B738A3AA-0204-4FE0-A664-4B8C25128558}" destId="{3C8640D7-7B09-4FA0-8CBF-733BD4C7DC18}" srcOrd="1" destOrd="0" presId="urn:microsoft.com/office/officeart/2005/8/layout/vList2"/>
    <dgm:cxn modelId="{CEF2C515-932F-4547-8BB0-199F008F8666}" type="presParOf" srcId="{B738A3AA-0204-4FE0-A664-4B8C25128558}" destId="{E488CF52-3D93-4912-85F1-C117158EDB0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8DF0A8-F5C4-405F-AF5B-D4119684131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A35EA4-73C3-4289-BF6F-3A08EC06AA98}">
      <dgm:prSet/>
      <dgm:spPr/>
      <dgm:t>
        <a:bodyPr/>
        <a:lstStyle/>
        <a:p>
          <a:r>
            <a:rPr lang="en-US"/>
            <a:t>A</a:t>
          </a:r>
          <a:r>
            <a:rPr lang="en-PK" b="0" i="0" baseline="0"/>
            <a:t>bstracts the server management completely</a:t>
          </a:r>
          <a:r>
            <a:rPr lang="en-US" b="0" i="0" baseline="0"/>
            <a:t>.</a:t>
          </a:r>
          <a:endParaRPr lang="en-US"/>
        </a:p>
      </dgm:t>
    </dgm:pt>
    <dgm:pt modelId="{704574C7-3C68-4F49-A3A3-73AAEF90EEF8}" type="parTrans" cxnId="{80E26DC4-86E4-4316-AE5C-D501A5B17147}">
      <dgm:prSet/>
      <dgm:spPr/>
      <dgm:t>
        <a:bodyPr/>
        <a:lstStyle/>
        <a:p>
          <a:endParaRPr lang="en-US"/>
        </a:p>
      </dgm:t>
    </dgm:pt>
    <dgm:pt modelId="{6C6D0197-B27A-42AE-92A3-5EE925532AA0}" type="sibTrans" cxnId="{80E26DC4-86E4-4316-AE5C-D501A5B17147}">
      <dgm:prSet/>
      <dgm:spPr/>
      <dgm:t>
        <a:bodyPr/>
        <a:lstStyle/>
        <a:p>
          <a:endParaRPr lang="en-US"/>
        </a:p>
      </dgm:t>
    </dgm:pt>
    <dgm:pt modelId="{C2300AE2-5538-42C5-AA2A-D8282E14FDBF}">
      <dgm:prSet/>
      <dgm:spPr/>
      <dgm:t>
        <a:bodyPr/>
        <a:lstStyle/>
        <a:p>
          <a:r>
            <a:rPr lang="en-US" b="0" i="0" baseline="0"/>
            <a:t>A</a:t>
          </a:r>
          <a:r>
            <a:rPr lang="en-PK" b="0" i="0" baseline="0"/>
            <a:t>llow</a:t>
          </a:r>
          <a:r>
            <a:rPr lang="en-US" b="0" i="0" baseline="0"/>
            <a:t>s</a:t>
          </a:r>
          <a:r>
            <a:rPr lang="en-PK" b="0" i="0" baseline="0"/>
            <a:t> businesses to focus purely on application development. </a:t>
          </a:r>
          <a:endParaRPr lang="en-US"/>
        </a:p>
      </dgm:t>
    </dgm:pt>
    <dgm:pt modelId="{F529645F-BF10-4DAD-86CC-D3056720A69C}" type="parTrans" cxnId="{7CA55F97-88FB-4403-A9EE-C10536D65D67}">
      <dgm:prSet/>
      <dgm:spPr/>
      <dgm:t>
        <a:bodyPr/>
        <a:lstStyle/>
        <a:p>
          <a:endParaRPr lang="en-US"/>
        </a:p>
      </dgm:t>
    </dgm:pt>
    <dgm:pt modelId="{5B00835D-A898-4CF7-A0FE-88A793EEB523}" type="sibTrans" cxnId="{7CA55F97-88FB-4403-A9EE-C10536D65D67}">
      <dgm:prSet/>
      <dgm:spPr/>
      <dgm:t>
        <a:bodyPr/>
        <a:lstStyle/>
        <a:p>
          <a:endParaRPr lang="en-US"/>
        </a:p>
      </dgm:t>
    </dgm:pt>
    <dgm:pt modelId="{B6561D89-E27F-4BE2-B130-C05EEE6E3596}">
      <dgm:prSet/>
      <dgm:spPr/>
      <dgm:t>
        <a:bodyPr/>
        <a:lstStyle/>
        <a:p>
          <a:r>
            <a:rPr lang="en-US" b="0" i="0" baseline="0"/>
            <a:t>S</a:t>
          </a:r>
          <a:r>
            <a:rPr lang="en-PK" b="0" i="0" baseline="0"/>
            <a:t>upports hyperscale for large storage</a:t>
          </a:r>
          <a:r>
            <a:rPr lang="en-US"/>
            <a:t>.</a:t>
          </a:r>
        </a:p>
      </dgm:t>
    </dgm:pt>
    <dgm:pt modelId="{174F74F4-EB26-4BF2-B5AA-28D9D7EE3746}" type="parTrans" cxnId="{C966D351-44FB-4CB0-9A63-EBBB0DC43950}">
      <dgm:prSet/>
      <dgm:spPr/>
      <dgm:t>
        <a:bodyPr/>
        <a:lstStyle/>
        <a:p>
          <a:endParaRPr lang="en-US"/>
        </a:p>
      </dgm:t>
    </dgm:pt>
    <dgm:pt modelId="{4F4F7ED6-A441-4DE2-A845-42C638093262}" type="sibTrans" cxnId="{C966D351-44FB-4CB0-9A63-EBBB0DC43950}">
      <dgm:prSet/>
      <dgm:spPr/>
      <dgm:t>
        <a:bodyPr/>
        <a:lstStyle/>
        <a:p>
          <a:endParaRPr lang="en-US"/>
        </a:p>
      </dgm:t>
    </dgm:pt>
    <dgm:pt modelId="{87E4A188-69DA-4020-A1C0-9AB26434AC2D}">
      <dgm:prSet/>
      <dgm:spPr/>
      <dgm:t>
        <a:bodyPr/>
        <a:lstStyle/>
        <a:p>
          <a:r>
            <a:rPr lang="en-US" b="0" i="0" baseline="0"/>
            <a:t>Supports </a:t>
          </a:r>
          <a:r>
            <a:rPr lang="en-PK" b="0" i="0" baseline="0"/>
            <a:t>geo-replication for global reach</a:t>
          </a:r>
          <a:r>
            <a:rPr lang="en-US"/>
            <a:t>.</a:t>
          </a:r>
        </a:p>
      </dgm:t>
    </dgm:pt>
    <dgm:pt modelId="{37FF23B6-4761-4C9C-BC9F-F6C5EB562748}" type="parTrans" cxnId="{C4A59757-01E7-48D0-B538-F56E06DA415A}">
      <dgm:prSet/>
      <dgm:spPr/>
      <dgm:t>
        <a:bodyPr/>
        <a:lstStyle/>
        <a:p>
          <a:endParaRPr lang="en-US"/>
        </a:p>
      </dgm:t>
    </dgm:pt>
    <dgm:pt modelId="{4AC2D000-8D49-4A03-8040-CAF5920BDDD9}" type="sibTrans" cxnId="{C4A59757-01E7-48D0-B538-F56E06DA415A}">
      <dgm:prSet/>
      <dgm:spPr/>
      <dgm:t>
        <a:bodyPr/>
        <a:lstStyle/>
        <a:p>
          <a:endParaRPr lang="en-US"/>
        </a:p>
      </dgm:t>
    </dgm:pt>
    <dgm:pt modelId="{2D4AB39A-F315-4D2B-8C2B-61B3974CBEE4}">
      <dgm:prSet/>
      <dgm:spPr/>
      <dgm:t>
        <a:bodyPr/>
        <a:lstStyle/>
        <a:p>
          <a:r>
            <a:rPr lang="en-US" b="0" i="0" baseline="0"/>
            <a:t>Supports </a:t>
          </a:r>
          <a:r>
            <a:rPr lang="en-PK" b="0" i="0" baseline="0"/>
            <a:t>autoscaling for unpredictable workloads. </a:t>
          </a:r>
          <a:endParaRPr lang="en-US"/>
        </a:p>
      </dgm:t>
    </dgm:pt>
    <dgm:pt modelId="{1B84CBB2-263A-4D99-A662-79A049D43C90}" type="parTrans" cxnId="{D1A8D2A7-A626-44A4-BB78-A61978B8F44D}">
      <dgm:prSet/>
      <dgm:spPr/>
      <dgm:t>
        <a:bodyPr/>
        <a:lstStyle/>
        <a:p>
          <a:endParaRPr lang="en-US"/>
        </a:p>
      </dgm:t>
    </dgm:pt>
    <dgm:pt modelId="{7495EB25-F999-40DE-A16E-A4A84ECBA934}" type="sibTrans" cxnId="{D1A8D2A7-A626-44A4-BB78-A61978B8F44D}">
      <dgm:prSet/>
      <dgm:spPr/>
      <dgm:t>
        <a:bodyPr/>
        <a:lstStyle/>
        <a:p>
          <a:endParaRPr lang="en-US"/>
        </a:p>
      </dgm:t>
    </dgm:pt>
    <dgm:pt modelId="{12DEB7F5-1F9F-43EE-A85E-778D85B401A5}">
      <dgm:prSet/>
      <dgm:spPr/>
      <dgm:t>
        <a:bodyPr/>
        <a:lstStyle/>
        <a:p>
          <a:r>
            <a:rPr lang="en-US"/>
            <a:t>O</a:t>
          </a:r>
          <a:r>
            <a:rPr lang="en-PK" b="0" i="0" baseline="0"/>
            <a:t>ffers a high availability SLA and intelligent performance management.</a:t>
          </a:r>
          <a:endParaRPr lang="en-US"/>
        </a:p>
      </dgm:t>
    </dgm:pt>
    <dgm:pt modelId="{FACF4AD6-DC95-467D-AAEE-6CB2E4188435}" type="parTrans" cxnId="{A39C35FF-1D1D-4417-83B3-6E0C4C74B06B}">
      <dgm:prSet/>
      <dgm:spPr/>
      <dgm:t>
        <a:bodyPr/>
        <a:lstStyle/>
        <a:p>
          <a:endParaRPr lang="en-US"/>
        </a:p>
      </dgm:t>
    </dgm:pt>
    <dgm:pt modelId="{3AAB2CB5-64D0-4213-BF3F-80D13916C47C}" type="sibTrans" cxnId="{A39C35FF-1D1D-4417-83B3-6E0C4C74B06B}">
      <dgm:prSet/>
      <dgm:spPr/>
      <dgm:t>
        <a:bodyPr/>
        <a:lstStyle/>
        <a:p>
          <a:endParaRPr lang="en-US"/>
        </a:p>
      </dgm:t>
    </dgm:pt>
    <dgm:pt modelId="{42EA4F5B-CA75-4988-AD56-644C0DCF8FEC}" type="pres">
      <dgm:prSet presAssocID="{118DF0A8-F5C4-405F-AF5B-D4119684131B}" presName="linear" presStyleCnt="0">
        <dgm:presLayoutVars>
          <dgm:animLvl val="lvl"/>
          <dgm:resizeHandles val="exact"/>
        </dgm:presLayoutVars>
      </dgm:prSet>
      <dgm:spPr/>
    </dgm:pt>
    <dgm:pt modelId="{144164BD-B806-4FE6-BDBF-BCBD112C8839}" type="pres">
      <dgm:prSet presAssocID="{B7A35EA4-73C3-4289-BF6F-3A08EC06AA9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7107F3F-E8EC-43A8-AB6C-5D8388630782}" type="pres">
      <dgm:prSet presAssocID="{6C6D0197-B27A-42AE-92A3-5EE925532AA0}" presName="spacer" presStyleCnt="0"/>
      <dgm:spPr/>
    </dgm:pt>
    <dgm:pt modelId="{DC185A0F-DD00-4F1C-9620-14E74B4D66D3}" type="pres">
      <dgm:prSet presAssocID="{C2300AE2-5538-42C5-AA2A-D8282E14FDB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E2FA18D-B2F0-4260-A99F-AE23D89BC7EC}" type="pres">
      <dgm:prSet presAssocID="{5B00835D-A898-4CF7-A0FE-88A793EEB523}" presName="spacer" presStyleCnt="0"/>
      <dgm:spPr/>
    </dgm:pt>
    <dgm:pt modelId="{8AD84AD8-AA4E-49DB-9208-FFB45EFFEBD6}" type="pres">
      <dgm:prSet presAssocID="{B6561D89-E27F-4BE2-B130-C05EEE6E359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8988C6B-CF63-4B65-8EFF-F6DDEB2DEAC1}" type="pres">
      <dgm:prSet presAssocID="{4F4F7ED6-A441-4DE2-A845-42C638093262}" presName="spacer" presStyleCnt="0"/>
      <dgm:spPr/>
    </dgm:pt>
    <dgm:pt modelId="{90283C1C-4353-4F79-B721-F96B9ED6F534}" type="pres">
      <dgm:prSet presAssocID="{87E4A188-69DA-4020-A1C0-9AB26434AC2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4A48578-76AA-4234-A708-8B914DDAE3F4}" type="pres">
      <dgm:prSet presAssocID="{4AC2D000-8D49-4A03-8040-CAF5920BDDD9}" presName="spacer" presStyleCnt="0"/>
      <dgm:spPr/>
    </dgm:pt>
    <dgm:pt modelId="{CA593970-3F0F-4C07-84B4-753F19960946}" type="pres">
      <dgm:prSet presAssocID="{2D4AB39A-F315-4D2B-8C2B-61B3974CBEE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CD3E16C-3A26-4A75-956A-849BA886AED0}" type="pres">
      <dgm:prSet presAssocID="{7495EB25-F999-40DE-A16E-A4A84ECBA934}" presName="spacer" presStyleCnt="0"/>
      <dgm:spPr/>
    </dgm:pt>
    <dgm:pt modelId="{92020437-2DC5-438C-B18A-FAC3F22982D6}" type="pres">
      <dgm:prSet presAssocID="{12DEB7F5-1F9F-43EE-A85E-778D85B401A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46E2106-2B3B-418C-ABC4-0D54FA591864}" type="presOf" srcId="{2D4AB39A-F315-4D2B-8C2B-61B3974CBEE4}" destId="{CA593970-3F0F-4C07-84B4-753F19960946}" srcOrd="0" destOrd="0" presId="urn:microsoft.com/office/officeart/2005/8/layout/vList2"/>
    <dgm:cxn modelId="{4F51550D-B2D7-4C12-BA67-FFB7E69DA260}" type="presOf" srcId="{C2300AE2-5538-42C5-AA2A-D8282E14FDBF}" destId="{DC185A0F-DD00-4F1C-9620-14E74B4D66D3}" srcOrd="0" destOrd="0" presId="urn:microsoft.com/office/officeart/2005/8/layout/vList2"/>
    <dgm:cxn modelId="{42FACC23-EB74-4AE0-8F51-9C50046E28D2}" type="presOf" srcId="{B7A35EA4-73C3-4289-BF6F-3A08EC06AA98}" destId="{144164BD-B806-4FE6-BDBF-BCBD112C8839}" srcOrd="0" destOrd="0" presId="urn:microsoft.com/office/officeart/2005/8/layout/vList2"/>
    <dgm:cxn modelId="{C966D351-44FB-4CB0-9A63-EBBB0DC43950}" srcId="{118DF0A8-F5C4-405F-AF5B-D4119684131B}" destId="{B6561D89-E27F-4BE2-B130-C05EEE6E3596}" srcOrd="2" destOrd="0" parTransId="{174F74F4-EB26-4BF2-B5AA-28D9D7EE3746}" sibTransId="{4F4F7ED6-A441-4DE2-A845-42C638093262}"/>
    <dgm:cxn modelId="{C4A59757-01E7-48D0-B538-F56E06DA415A}" srcId="{118DF0A8-F5C4-405F-AF5B-D4119684131B}" destId="{87E4A188-69DA-4020-A1C0-9AB26434AC2D}" srcOrd="3" destOrd="0" parTransId="{37FF23B6-4761-4C9C-BC9F-F6C5EB562748}" sibTransId="{4AC2D000-8D49-4A03-8040-CAF5920BDDD9}"/>
    <dgm:cxn modelId="{054FF858-8070-4FDC-B625-E20877E72A0B}" type="presOf" srcId="{87E4A188-69DA-4020-A1C0-9AB26434AC2D}" destId="{90283C1C-4353-4F79-B721-F96B9ED6F534}" srcOrd="0" destOrd="0" presId="urn:microsoft.com/office/officeart/2005/8/layout/vList2"/>
    <dgm:cxn modelId="{7CA55F97-88FB-4403-A9EE-C10536D65D67}" srcId="{118DF0A8-F5C4-405F-AF5B-D4119684131B}" destId="{C2300AE2-5538-42C5-AA2A-D8282E14FDBF}" srcOrd="1" destOrd="0" parTransId="{F529645F-BF10-4DAD-86CC-D3056720A69C}" sibTransId="{5B00835D-A898-4CF7-A0FE-88A793EEB523}"/>
    <dgm:cxn modelId="{D1A8D2A7-A626-44A4-BB78-A61978B8F44D}" srcId="{118DF0A8-F5C4-405F-AF5B-D4119684131B}" destId="{2D4AB39A-F315-4D2B-8C2B-61B3974CBEE4}" srcOrd="4" destOrd="0" parTransId="{1B84CBB2-263A-4D99-A662-79A049D43C90}" sibTransId="{7495EB25-F999-40DE-A16E-A4A84ECBA934}"/>
    <dgm:cxn modelId="{C6CDB1BE-38BE-4D8F-8361-FC36CB89BB58}" type="presOf" srcId="{118DF0A8-F5C4-405F-AF5B-D4119684131B}" destId="{42EA4F5B-CA75-4988-AD56-644C0DCF8FEC}" srcOrd="0" destOrd="0" presId="urn:microsoft.com/office/officeart/2005/8/layout/vList2"/>
    <dgm:cxn modelId="{80E26DC4-86E4-4316-AE5C-D501A5B17147}" srcId="{118DF0A8-F5C4-405F-AF5B-D4119684131B}" destId="{B7A35EA4-73C3-4289-BF6F-3A08EC06AA98}" srcOrd="0" destOrd="0" parTransId="{704574C7-3C68-4F49-A3A3-73AAEF90EEF8}" sibTransId="{6C6D0197-B27A-42AE-92A3-5EE925532AA0}"/>
    <dgm:cxn modelId="{8F990FDF-04E7-4EA5-8B0A-9C36BF4EF50A}" type="presOf" srcId="{B6561D89-E27F-4BE2-B130-C05EEE6E3596}" destId="{8AD84AD8-AA4E-49DB-9208-FFB45EFFEBD6}" srcOrd="0" destOrd="0" presId="urn:microsoft.com/office/officeart/2005/8/layout/vList2"/>
    <dgm:cxn modelId="{E6ADE0F9-6628-4E61-B0BE-56A0B55D87A5}" type="presOf" srcId="{12DEB7F5-1F9F-43EE-A85E-778D85B401A5}" destId="{92020437-2DC5-438C-B18A-FAC3F22982D6}" srcOrd="0" destOrd="0" presId="urn:microsoft.com/office/officeart/2005/8/layout/vList2"/>
    <dgm:cxn modelId="{A39C35FF-1D1D-4417-83B3-6E0C4C74B06B}" srcId="{118DF0A8-F5C4-405F-AF5B-D4119684131B}" destId="{12DEB7F5-1F9F-43EE-A85E-778D85B401A5}" srcOrd="5" destOrd="0" parTransId="{FACF4AD6-DC95-467D-AAEE-6CB2E4188435}" sibTransId="{3AAB2CB5-64D0-4213-BF3F-80D13916C47C}"/>
    <dgm:cxn modelId="{ECE0EC42-38F4-438C-9081-6E9700E70422}" type="presParOf" srcId="{42EA4F5B-CA75-4988-AD56-644C0DCF8FEC}" destId="{144164BD-B806-4FE6-BDBF-BCBD112C8839}" srcOrd="0" destOrd="0" presId="urn:microsoft.com/office/officeart/2005/8/layout/vList2"/>
    <dgm:cxn modelId="{042BF793-A74B-4701-8437-731B75D33A74}" type="presParOf" srcId="{42EA4F5B-CA75-4988-AD56-644C0DCF8FEC}" destId="{17107F3F-E8EC-43A8-AB6C-5D8388630782}" srcOrd="1" destOrd="0" presId="urn:microsoft.com/office/officeart/2005/8/layout/vList2"/>
    <dgm:cxn modelId="{9B1DCEEC-B873-418D-99D3-5AAA50134779}" type="presParOf" srcId="{42EA4F5B-CA75-4988-AD56-644C0DCF8FEC}" destId="{DC185A0F-DD00-4F1C-9620-14E74B4D66D3}" srcOrd="2" destOrd="0" presId="urn:microsoft.com/office/officeart/2005/8/layout/vList2"/>
    <dgm:cxn modelId="{D1E26CFF-E591-4E7F-A0DE-FAF807E87915}" type="presParOf" srcId="{42EA4F5B-CA75-4988-AD56-644C0DCF8FEC}" destId="{7E2FA18D-B2F0-4260-A99F-AE23D89BC7EC}" srcOrd="3" destOrd="0" presId="urn:microsoft.com/office/officeart/2005/8/layout/vList2"/>
    <dgm:cxn modelId="{ADDC7666-4EE8-455A-A498-B077A1E79AD5}" type="presParOf" srcId="{42EA4F5B-CA75-4988-AD56-644C0DCF8FEC}" destId="{8AD84AD8-AA4E-49DB-9208-FFB45EFFEBD6}" srcOrd="4" destOrd="0" presId="urn:microsoft.com/office/officeart/2005/8/layout/vList2"/>
    <dgm:cxn modelId="{F548090A-26BF-4E35-8D7D-AF3AD7CE7EB6}" type="presParOf" srcId="{42EA4F5B-CA75-4988-AD56-644C0DCF8FEC}" destId="{38988C6B-CF63-4B65-8EFF-F6DDEB2DEAC1}" srcOrd="5" destOrd="0" presId="urn:microsoft.com/office/officeart/2005/8/layout/vList2"/>
    <dgm:cxn modelId="{1EA9D7F9-44B9-4850-8A18-65A9F4395457}" type="presParOf" srcId="{42EA4F5B-CA75-4988-AD56-644C0DCF8FEC}" destId="{90283C1C-4353-4F79-B721-F96B9ED6F534}" srcOrd="6" destOrd="0" presId="urn:microsoft.com/office/officeart/2005/8/layout/vList2"/>
    <dgm:cxn modelId="{2E87E927-11B8-4649-82D3-CF92B0041F86}" type="presParOf" srcId="{42EA4F5B-CA75-4988-AD56-644C0DCF8FEC}" destId="{F4A48578-76AA-4234-A708-8B914DDAE3F4}" srcOrd="7" destOrd="0" presId="urn:microsoft.com/office/officeart/2005/8/layout/vList2"/>
    <dgm:cxn modelId="{15C2A34B-FDAB-4247-9663-BED822600E19}" type="presParOf" srcId="{42EA4F5B-CA75-4988-AD56-644C0DCF8FEC}" destId="{CA593970-3F0F-4C07-84B4-753F19960946}" srcOrd="8" destOrd="0" presId="urn:microsoft.com/office/officeart/2005/8/layout/vList2"/>
    <dgm:cxn modelId="{B070DF15-5229-445A-B829-6B8EBB7B550E}" type="presParOf" srcId="{42EA4F5B-CA75-4988-AD56-644C0DCF8FEC}" destId="{BCD3E16C-3A26-4A75-956A-849BA886AED0}" srcOrd="9" destOrd="0" presId="urn:microsoft.com/office/officeart/2005/8/layout/vList2"/>
    <dgm:cxn modelId="{F0294485-1081-4458-9B23-7D8B32F63D2E}" type="presParOf" srcId="{42EA4F5B-CA75-4988-AD56-644C0DCF8FEC}" destId="{92020437-2DC5-438C-B18A-FAC3F22982D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E389B5-C0D2-42E6-B14D-D53CF70AFC89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3BFBE1D-0019-441E-ABC5-B98513FFDC8C}">
      <dgm:prSet/>
      <dgm:spPr/>
      <dgm:t>
        <a:bodyPr/>
        <a:lstStyle/>
        <a:p>
          <a:r>
            <a:rPr lang="en-US" dirty="0"/>
            <a:t>Scalability: Elastic scaling of throughput and storage based on demand.</a:t>
          </a:r>
        </a:p>
      </dgm:t>
    </dgm:pt>
    <dgm:pt modelId="{EDD42046-93E0-4DEF-9D0B-BF451E6D8227}" type="parTrans" cxnId="{74A973C8-EC7E-464D-9AA1-7AD98D8D0264}">
      <dgm:prSet/>
      <dgm:spPr/>
      <dgm:t>
        <a:bodyPr/>
        <a:lstStyle/>
        <a:p>
          <a:endParaRPr lang="en-US"/>
        </a:p>
      </dgm:t>
    </dgm:pt>
    <dgm:pt modelId="{F0072E34-9E37-4208-8E2D-92D75B41783F}" type="sibTrans" cxnId="{74A973C8-EC7E-464D-9AA1-7AD98D8D0264}">
      <dgm:prSet/>
      <dgm:spPr/>
      <dgm:t>
        <a:bodyPr/>
        <a:lstStyle/>
        <a:p>
          <a:endParaRPr lang="en-US"/>
        </a:p>
      </dgm:t>
    </dgm:pt>
    <dgm:pt modelId="{465A9660-E4A0-4F15-BB93-D08477FCF3D2}">
      <dgm:prSet/>
      <dgm:spPr/>
      <dgm:t>
        <a:bodyPr/>
        <a:lstStyle/>
        <a:p>
          <a:r>
            <a:rPr lang="en-US" dirty="0"/>
            <a:t>Global Distribution: Automatic replication to any Azure region for global access.</a:t>
          </a:r>
        </a:p>
      </dgm:t>
    </dgm:pt>
    <dgm:pt modelId="{F442531B-3CEF-44A8-B0E0-2D9DEFF2F18A}" type="parTrans" cxnId="{21272099-FFC2-4B3B-9C2D-4649ED3D448D}">
      <dgm:prSet/>
      <dgm:spPr/>
      <dgm:t>
        <a:bodyPr/>
        <a:lstStyle/>
        <a:p>
          <a:endParaRPr lang="en-US"/>
        </a:p>
      </dgm:t>
    </dgm:pt>
    <dgm:pt modelId="{6BD3AF31-97AE-4D36-9BB8-B0166259BDD9}" type="sibTrans" cxnId="{21272099-FFC2-4B3B-9C2D-4649ED3D448D}">
      <dgm:prSet/>
      <dgm:spPr/>
      <dgm:t>
        <a:bodyPr/>
        <a:lstStyle/>
        <a:p>
          <a:endParaRPr lang="en-US"/>
        </a:p>
      </dgm:t>
    </dgm:pt>
    <dgm:pt modelId="{97D7EDB5-0CE1-4125-A20E-8B26953FF6D1}">
      <dgm:prSet/>
      <dgm:spPr/>
      <dgm:t>
        <a:bodyPr/>
        <a:lstStyle/>
        <a:p>
          <a:r>
            <a:rPr lang="en-US" dirty="0"/>
            <a:t>High Availability: 99.999% availability with multi-region replication and disaster recovery.</a:t>
          </a:r>
        </a:p>
      </dgm:t>
    </dgm:pt>
    <dgm:pt modelId="{0E536A1C-EFAB-4030-A929-DFDA8F7DD31B}" type="parTrans" cxnId="{21BC99D5-C3FA-4694-96FA-A1C9D36C80A1}">
      <dgm:prSet/>
      <dgm:spPr/>
      <dgm:t>
        <a:bodyPr/>
        <a:lstStyle/>
        <a:p>
          <a:endParaRPr lang="en-US"/>
        </a:p>
      </dgm:t>
    </dgm:pt>
    <dgm:pt modelId="{E42D6FA6-5EB4-4ADD-9E13-859A8B3C3E55}" type="sibTrans" cxnId="{21BC99D5-C3FA-4694-96FA-A1C9D36C80A1}">
      <dgm:prSet/>
      <dgm:spPr/>
      <dgm:t>
        <a:bodyPr/>
        <a:lstStyle/>
        <a:p>
          <a:endParaRPr lang="en-US"/>
        </a:p>
      </dgm:t>
    </dgm:pt>
    <dgm:pt modelId="{0E3C3839-39D4-44E0-8F7A-56B1432E5907}">
      <dgm:prSet/>
      <dgm:spPr/>
      <dgm:t>
        <a:bodyPr/>
        <a:lstStyle/>
        <a:p>
          <a:r>
            <a:rPr lang="en-US" dirty="0"/>
            <a:t>Flexible Consistency Models: Five well-defined consistency levels from strong to eventual consistency.</a:t>
          </a:r>
        </a:p>
      </dgm:t>
    </dgm:pt>
    <dgm:pt modelId="{543FEFEE-0671-4E83-B728-9D42DAC27BAC}" type="parTrans" cxnId="{C6681146-0B93-4713-814D-64D71B734B64}">
      <dgm:prSet/>
      <dgm:spPr/>
      <dgm:t>
        <a:bodyPr/>
        <a:lstStyle/>
        <a:p>
          <a:endParaRPr lang="en-US"/>
        </a:p>
      </dgm:t>
    </dgm:pt>
    <dgm:pt modelId="{8C0CFFBF-A677-415C-9DD9-F097BD57A941}" type="sibTrans" cxnId="{C6681146-0B93-4713-814D-64D71B734B64}">
      <dgm:prSet/>
      <dgm:spPr/>
      <dgm:t>
        <a:bodyPr/>
        <a:lstStyle/>
        <a:p>
          <a:endParaRPr lang="en-US"/>
        </a:p>
      </dgm:t>
    </dgm:pt>
    <dgm:pt modelId="{AC794B59-4A58-4CF4-B731-AEB6E125F05F}" type="pres">
      <dgm:prSet presAssocID="{27E389B5-C0D2-42E6-B14D-D53CF70AFC89}" presName="linear" presStyleCnt="0">
        <dgm:presLayoutVars>
          <dgm:animLvl val="lvl"/>
          <dgm:resizeHandles val="exact"/>
        </dgm:presLayoutVars>
      </dgm:prSet>
      <dgm:spPr/>
    </dgm:pt>
    <dgm:pt modelId="{A0D68126-D161-4068-8708-B6E30764B5B4}" type="pres">
      <dgm:prSet presAssocID="{73BFBE1D-0019-441E-ABC5-B98513FFDC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1584C5-B5CC-4B52-B922-0A90142F77B1}" type="pres">
      <dgm:prSet presAssocID="{F0072E34-9E37-4208-8E2D-92D75B41783F}" presName="spacer" presStyleCnt="0"/>
      <dgm:spPr/>
    </dgm:pt>
    <dgm:pt modelId="{5E7B29FC-4058-475F-80C1-373CEF75EE79}" type="pres">
      <dgm:prSet presAssocID="{465A9660-E4A0-4F15-BB93-D08477FCF3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A68144-B21D-4EAB-B590-B5885A0035A2}" type="pres">
      <dgm:prSet presAssocID="{6BD3AF31-97AE-4D36-9BB8-B0166259BDD9}" presName="spacer" presStyleCnt="0"/>
      <dgm:spPr/>
    </dgm:pt>
    <dgm:pt modelId="{213F0F31-86C2-45CA-9255-E2F380D7CFC5}" type="pres">
      <dgm:prSet presAssocID="{97D7EDB5-0CE1-4125-A20E-8B26953FF6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E10BED-26A2-49C7-8A22-20EB554BC18A}" type="pres">
      <dgm:prSet presAssocID="{E42D6FA6-5EB4-4ADD-9E13-859A8B3C3E55}" presName="spacer" presStyleCnt="0"/>
      <dgm:spPr/>
    </dgm:pt>
    <dgm:pt modelId="{89C50487-1012-40D2-A93C-DCE03782D632}" type="pres">
      <dgm:prSet presAssocID="{0E3C3839-39D4-44E0-8F7A-56B1432E59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1AB70B-C6EC-4A83-876A-E89120B032D6}" type="presOf" srcId="{73BFBE1D-0019-441E-ABC5-B98513FFDC8C}" destId="{A0D68126-D161-4068-8708-B6E30764B5B4}" srcOrd="0" destOrd="0" presId="urn:microsoft.com/office/officeart/2005/8/layout/vList2"/>
    <dgm:cxn modelId="{C6681146-0B93-4713-814D-64D71B734B64}" srcId="{27E389B5-C0D2-42E6-B14D-D53CF70AFC89}" destId="{0E3C3839-39D4-44E0-8F7A-56B1432E5907}" srcOrd="3" destOrd="0" parTransId="{543FEFEE-0671-4E83-B728-9D42DAC27BAC}" sibTransId="{8C0CFFBF-A677-415C-9DD9-F097BD57A941}"/>
    <dgm:cxn modelId="{96FFA566-621E-4B03-BFE4-8F1785EA2AD7}" type="presOf" srcId="{0E3C3839-39D4-44E0-8F7A-56B1432E5907}" destId="{89C50487-1012-40D2-A93C-DCE03782D632}" srcOrd="0" destOrd="0" presId="urn:microsoft.com/office/officeart/2005/8/layout/vList2"/>
    <dgm:cxn modelId="{21272099-FFC2-4B3B-9C2D-4649ED3D448D}" srcId="{27E389B5-C0D2-42E6-B14D-D53CF70AFC89}" destId="{465A9660-E4A0-4F15-BB93-D08477FCF3D2}" srcOrd="1" destOrd="0" parTransId="{F442531B-3CEF-44A8-B0E0-2D9DEFF2F18A}" sibTransId="{6BD3AF31-97AE-4D36-9BB8-B0166259BDD9}"/>
    <dgm:cxn modelId="{FE5085A6-4515-4C12-8E3C-918C696B49DB}" type="presOf" srcId="{97D7EDB5-0CE1-4125-A20E-8B26953FF6D1}" destId="{213F0F31-86C2-45CA-9255-E2F380D7CFC5}" srcOrd="0" destOrd="0" presId="urn:microsoft.com/office/officeart/2005/8/layout/vList2"/>
    <dgm:cxn modelId="{74A973C8-EC7E-464D-9AA1-7AD98D8D0264}" srcId="{27E389B5-C0D2-42E6-B14D-D53CF70AFC89}" destId="{73BFBE1D-0019-441E-ABC5-B98513FFDC8C}" srcOrd="0" destOrd="0" parTransId="{EDD42046-93E0-4DEF-9D0B-BF451E6D8227}" sibTransId="{F0072E34-9E37-4208-8E2D-92D75B41783F}"/>
    <dgm:cxn modelId="{B9B689CD-352A-47C8-86D8-F28179A7866E}" type="presOf" srcId="{465A9660-E4A0-4F15-BB93-D08477FCF3D2}" destId="{5E7B29FC-4058-475F-80C1-373CEF75EE79}" srcOrd="0" destOrd="0" presId="urn:microsoft.com/office/officeart/2005/8/layout/vList2"/>
    <dgm:cxn modelId="{21BC99D5-C3FA-4694-96FA-A1C9D36C80A1}" srcId="{27E389B5-C0D2-42E6-B14D-D53CF70AFC89}" destId="{97D7EDB5-0CE1-4125-A20E-8B26953FF6D1}" srcOrd="2" destOrd="0" parTransId="{0E536A1C-EFAB-4030-A929-DFDA8F7DD31B}" sibTransId="{E42D6FA6-5EB4-4ADD-9E13-859A8B3C3E55}"/>
    <dgm:cxn modelId="{3F4B5CF5-780B-4161-8C90-B3A49B88FDC7}" type="presOf" srcId="{27E389B5-C0D2-42E6-B14D-D53CF70AFC89}" destId="{AC794B59-4A58-4CF4-B731-AEB6E125F05F}" srcOrd="0" destOrd="0" presId="urn:microsoft.com/office/officeart/2005/8/layout/vList2"/>
    <dgm:cxn modelId="{03D801B0-4D82-43D7-8C0F-9FF6B42EEB9F}" type="presParOf" srcId="{AC794B59-4A58-4CF4-B731-AEB6E125F05F}" destId="{A0D68126-D161-4068-8708-B6E30764B5B4}" srcOrd="0" destOrd="0" presId="urn:microsoft.com/office/officeart/2005/8/layout/vList2"/>
    <dgm:cxn modelId="{660641C4-D6F1-4E50-8FC6-3EA0D6EE151E}" type="presParOf" srcId="{AC794B59-4A58-4CF4-B731-AEB6E125F05F}" destId="{8F1584C5-B5CC-4B52-B922-0A90142F77B1}" srcOrd="1" destOrd="0" presId="urn:microsoft.com/office/officeart/2005/8/layout/vList2"/>
    <dgm:cxn modelId="{678B8301-CC58-4527-85EB-EEBAFEB49FF3}" type="presParOf" srcId="{AC794B59-4A58-4CF4-B731-AEB6E125F05F}" destId="{5E7B29FC-4058-475F-80C1-373CEF75EE79}" srcOrd="2" destOrd="0" presId="urn:microsoft.com/office/officeart/2005/8/layout/vList2"/>
    <dgm:cxn modelId="{59B4ACC7-80B9-44CF-B111-B0E6F46E9BC6}" type="presParOf" srcId="{AC794B59-4A58-4CF4-B731-AEB6E125F05F}" destId="{2CA68144-B21D-4EAB-B590-B5885A0035A2}" srcOrd="3" destOrd="0" presId="urn:microsoft.com/office/officeart/2005/8/layout/vList2"/>
    <dgm:cxn modelId="{385DEA04-3319-4647-950D-ADB9DF12BC83}" type="presParOf" srcId="{AC794B59-4A58-4CF4-B731-AEB6E125F05F}" destId="{213F0F31-86C2-45CA-9255-E2F380D7CFC5}" srcOrd="4" destOrd="0" presId="urn:microsoft.com/office/officeart/2005/8/layout/vList2"/>
    <dgm:cxn modelId="{BEFD36F1-4BE7-44E3-A1BD-93EDA563CCF1}" type="presParOf" srcId="{AC794B59-4A58-4CF4-B731-AEB6E125F05F}" destId="{FDE10BED-26A2-49C7-8A22-20EB554BC18A}" srcOrd="5" destOrd="0" presId="urn:microsoft.com/office/officeart/2005/8/layout/vList2"/>
    <dgm:cxn modelId="{FD36EB89-F056-4119-B98E-5393EC17EEF6}" type="presParOf" srcId="{AC794B59-4A58-4CF4-B731-AEB6E125F05F}" destId="{89C50487-1012-40D2-A93C-DCE03782D63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75AC81-8BC1-42DC-89F5-AE04A56ADBFA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56F773FC-83DF-4777-95A6-EA0B5F1DD1CF}">
      <dgm:prSet/>
      <dgm:spPr/>
      <dgm:t>
        <a:bodyPr/>
        <a:lstStyle/>
        <a:p>
          <a:r>
            <a:rPr lang="en-US"/>
            <a:t>Strong Consistency: Linearizability for the most recent committed writes.</a:t>
          </a:r>
        </a:p>
      </dgm:t>
    </dgm:pt>
    <dgm:pt modelId="{A94322B5-5715-4351-B1D9-F9878C8AAD07}" type="parTrans" cxnId="{CEF70D20-2D49-4C75-8930-904EC0D2F417}">
      <dgm:prSet/>
      <dgm:spPr/>
      <dgm:t>
        <a:bodyPr/>
        <a:lstStyle/>
        <a:p>
          <a:endParaRPr lang="en-US"/>
        </a:p>
      </dgm:t>
    </dgm:pt>
    <dgm:pt modelId="{B675D256-B661-4DC6-AEEB-98A0EA7D50E5}" type="sibTrans" cxnId="{CEF70D20-2D49-4C75-8930-904EC0D2F417}">
      <dgm:prSet/>
      <dgm:spPr/>
      <dgm:t>
        <a:bodyPr/>
        <a:lstStyle/>
        <a:p>
          <a:endParaRPr lang="en-US"/>
        </a:p>
      </dgm:t>
    </dgm:pt>
    <dgm:pt modelId="{5397FA00-6AC6-4AD8-A7E3-EC0B566A84D4}">
      <dgm:prSet/>
      <dgm:spPr/>
      <dgm:t>
        <a:bodyPr/>
        <a:lstStyle/>
        <a:p>
          <a:r>
            <a:rPr lang="en-US"/>
            <a:t>Bounded Staleness: Reads lag behind writes by a defined period or versions.</a:t>
          </a:r>
        </a:p>
      </dgm:t>
    </dgm:pt>
    <dgm:pt modelId="{50E320EC-3745-488E-91EF-291325D19E74}" type="parTrans" cxnId="{5197F843-C3CD-41DA-806B-852DB5727EC6}">
      <dgm:prSet/>
      <dgm:spPr/>
      <dgm:t>
        <a:bodyPr/>
        <a:lstStyle/>
        <a:p>
          <a:endParaRPr lang="en-US"/>
        </a:p>
      </dgm:t>
    </dgm:pt>
    <dgm:pt modelId="{349688DC-A003-4535-AF09-A4118833F5D6}" type="sibTrans" cxnId="{5197F843-C3CD-41DA-806B-852DB5727EC6}">
      <dgm:prSet/>
      <dgm:spPr/>
      <dgm:t>
        <a:bodyPr/>
        <a:lstStyle/>
        <a:p>
          <a:endParaRPr lang="en-US"/>
        </a:p>
      </dgm:t>
    </dgm:pt>
    <dgm:pt modelId="{B17BDB3A-5EDB-4BC2-8E8A-2D10D453E642}">
      <dgm:prSet/>
      <dgm:spPr/>
      <dgm:t>
        <a:bodyPr/>
        <a:lstStyle/>
        <a:p>
          <a:r>
            <a:rPr lang="en-US"/>
            <a:t>Session Consistency: Ensures monotonic reads and writes within a session, great for user-specific data.</a:t>
          </a:r>
        </a:p>
      </dgm:t>
    </dgm:pt>
    <dgm:pt modelId="{35E75FA8-878F-4175-BE37-4F729FC2E6F1}" type="parTrans" cxnId="{1D3DD96C-9AEC-4E79-9285-897A03B98A4F}">
      <dgm:prSet/>
      <dgm:spPr/>
      <dgm:t>
        <a:bodyPr/>
        <a:lstStyle/>
        <a:p>
          <a:endParaRPr lang="en-US"/>
        </a:p>
      </dgm:t>
    </dgm:pt>
    <dgm:pt modelId="{DCE5CF3B-D35D-4F47-8BC5-21DD6E25EC20}" type="sibTrans" cxnId="{1D3DD96C-9AEC-4E79-9285-897A03B98A4F}">
      <dgm:prSet/>
      <dgm:spPr/>
      <dgm:t>
        <a:bodyPr/>
        <a:lstStyle/>
        <a:p>
          <a:endParaRPr lang="en-US"/>
        </a:p>
      </dgm:t>
    </dgm:pt>
    <dgm:pt modelId="{CB7AD6EF-CC13-4F8A-93AD-A87CEA3FDDF5}">
      <dgm:prSet/>
      <dgm:spPr/>
      <dgm:t>
        <a:bodyPr/>
        <a:lstStyle/>
        <a:p>
          <a:r>
            <a:rPr lang="en-US"/>
            <a:t>Consistent Prefix: No out-of-order reads.</a:t>
          </a:r>
        </a:p>
      </dgm:t>
    </dgm:pt>
    <dgm:pt modelId="{FDC055DA-7665-4281-825F-D576F2B5884F}" type="parTrans" cxnId="{FC1E2EB5-CB43-467F-B7E9-9AABBA028907}">
      <dgm:prSet/>
      <dgm:spPr/>
      <dgm:t>
        <a:bodyPr/>
        <a:lstStyle/>
        <a:p>
          <a:endParaRPr lang="en-US"/>
        </a:p>
      </dgm:t>
    </dgm:pt>
    <dgm:pt modelId="{45443129-BAD0-47E2-AA55-BFA1358C1D91}" type="sibTrans" cxnId="{FC1E2EB5-CB43-467F-B7E9-9AABBA028907}">
      <dgm:prSet/>
      <dgm:spPr/>
      <dgm:t>
        <a:bodyPr/>
        <a:lstStyle/>
        <a:p>
          <a:endParaRPr lang="en-US"/>
        </a:p>
      </dgm:t>
    </dgm:pt>
    <dgm:pt modelId="{23AF2191-1E26-4F30-960C-642F5E20DDCF}">
      <dgm:prSet/>
      <dgm:spPr/>
      <dgm:t>
        <a:bodyPr/>
        <a:lstStyle/>
        <a:p>
          <a:r>
            <a:rPr lang="en-US"/>
            <a:t>Eventual Consistency: Lowest latency but no up-to-date reads guarantee.</a:t>
          </a:r>
        </a:p>
      </dgm:t>
    </dgm:pt>
    <dgm:pt modelId="{74F5AE30-CDC4-4688-A7E6-8CA4CE080743}" type="parTrans" cxnId="{81E6041C-592F-4BAF-B670-F2B384ECF93D}">
      <dgm:prSet/>
      <dgm:spPr/>
      <dgm:t>
        <a:bodyPr/>
        <a:lstStyle/>
        <a:p>
          <a:endParaRPr lang="en-US"/>
        </a:p>
      </dgm:t>
    </dgm:pt>
    <dgm:pt modelId="{245E3383-B270-49F7-99C6-6E8299A81DE9}" type="sibTrans" cxnId="{81E6041C-592F-4BAF-B670-F2B384ECF93D}">
      <dgm:prSet/>
      <dgm:spPr/>
      <dgm:t>
        <a:bodyPr/>
        <a:lstStyle/>
        <a:p>
          <a:endParaRPr lang="en-US"/>
        </a:p>
      </dgm:t>
    </dgm:pt>
    <dgm:pt modelId="{8D46B9BB-631A-46A4-A996-C998047411F1}" type="pres">
      <dgm:prSet presAssocID="{8275AC81-8BC1-42DC-89F5-AE04A56ADBFA}" presName="vert0" presStyleCnt="0">
        <dgm:presLayoutVars>
          <dgm:dir/>
          <dgm:animOne val="branch"/>
          <dgm:animLvl val="lvl"/>
        </dgm:presLayoutVars>
      </dgm:prSet>
      <dgm:spPr/>
    </dgm:pt>
    <dgm:pt modelId="{8072FC40-C07F-48F1-B5C7-3E1DD65D0F2E}" type="pres">
      <dgm:prSet presAssocID="{56F773FC-83DF-4777-95A6-EA0B5F1DD1CF}" presName="thickLine" presStyleLbl="alignNode1" presStyleIdx="0" presStyleCnt="5"/>
      <dgm:spPr/>
    </dgm:pt>
    <dgm:pt modelId="{536AD01E-A9EA-475C-8454-4752DFE109E6}" type="pres">
      <dgm:prSet presAssocID="{56F773FC-83DF-4777-95A6-EA0B5F1DD1CF}" presName="horz1" presStyleCnt="0"/>
      <dgm:spPr/>
    </dgm:pt>
    <dgm:pt modelId="{CBFC038A-A5DF-4C61-8631-41FAD07F44D1}" type="pres">
      <dgm:prSet presAssocID="{56F773FC-83DF-4777-95A6-EA0B5F1DD1CF}" presName="tx1" presStyleLbl="revTx" presStyleIdx="0" presStyleCnt="5"/>
      <dgm:spPr/>
    </dgm:pt>
    <dgm:pt modelId="{517071AF-D789-48D8-8404-B537F42EE364}" type="pres">
      <dgm:prSet presAssocID="{56F773FC-83DF-4777-95A6-EA0B5F1DD1CF}" presName="vert1" presStyleCnt="0"/>
      <dgm:spPr/>
    </dgm:pt>
    <dgm:pt modelId="{F39E1913-724C-4882-BC8F-DEF34B84EF5A}" type="pres">
      <dgm:prSet presAssocID="{5397FA00-6AC6-4AD8-A7E3-EC0B566A84D4}" presName="thickLine" presStyleLbl="alignNode1" presStyleIdx="1" presStyleCnt="5"/>
      <dgm:spPr/>
    </dgm:pt>
    <dgm:pt modelId="{E7CBFFCC-B868-4AF8-9F99-7450EA4F0EF0}" type="pres">
      <dgm:prSet presAssocID="{5397FA00-6AC6-4AD8-A7E3-EC0B566A84D4}" presName="horz1" presStyleCnt="0"/>
      <dgm:spPr/>
    </dgm:pt>
    <dgm:pt modelId="{EF2A377F-09AD-4831-B27C-9F169A2E2602}" type="pres">
      <dgm:prSet presAssocID="{5397FA00-6AC6-4AD8-A7E3-EC0B566A84D4}" presName="tx1" presStyleLbl="revTx" presStyleIdx="1" presStyleCnt="5"/>
      <dgm:spPr/>
    </dgm:pt>
    <dgm:pt modelId="{1D4FED58-0665-4B75-8DB4-C25268DA6C15}" type="pres">
      <dgm:prSet presAssocID="{5397FA00-6AC6-4AD8-A7E3-EC0B566A84D4}" presName="vert1" presStyleCnt="0"/>
      <dgm:spPr/>
    </dgm:pt>
    <dgm:pt modelId="{940E5A72-0B8B-4E89-BEBD-CF81E0DF2E36}" type="pres">
      <dgm:prSet presAssocID="{B17BDB3A-5EDB-4BC2-8E8A-2D10D453E642}" presName="thickLine" presStyleLbl="alignNode1" presStyleIdx="2" presStyleCnt="5"/>
      <dgm:spPr/>
    </dgm:pt>
    <dgm:pt modelId="{DBC1623C-31A2-49BA-86A3-BD0A8B3E0A91}" type="pres">
      <dgm:prSet presAssocID="{B17BDB3A-5EDB-4BC2-8E8A-2D10D453E642}" presName="horz1" presStyleCnt="0"/>
      <dgm:spPr/>
    </dgm:pt>
    <dgm:pt modelId="{27E9AF47-FD72-4647-B9CC-D6F49DB061A1}" type="pres">
      <dgm:prSet presAssocID="{B17BDB3A-5EDB-4BC2-8E8A-2D10D453E642}" presName="tx1" presStyleLbl="revTx" presStyleIdx="2" presStyleCnt="5"/>
      <dgm:spPr/>
    </dgm:pt>
    <dgm:pt modelId="{2CFBC9A5-F8F0-4AED-90AE-A887F7842A6A}" type="pres">
      <dgm:prSet presAssocID="{B17BDB3A-5EDB-4BC2-8E8A-2D10D453E642}" presName="vert1" presStyleCnt="0"/>
      <dgm:spPr/>
    </dgm:pt>
    <dgm:pt modelId="{0EF953AC-65FC-4BE4-91D8-4102654FC2ED}" type="pres">
      <dgm:prSet presAssocID="{CB7AD6EF-CC13-4F8A-93AD-A87CEA3FDDF5}" presName="thickLine" presStyleLbl="alignNode1" presStyleIdx="3" presStyleCnt="5"/>
      <dgm:spPr/>
    </dgm:pt>
    <dgm:pt modelId="{B05C8D29-5B95-44D4-80A7-33D9F3A4F17E}" type="pres">
      <dgm:prSet presAssocID="{CB7AD6EF-CC13-4F8A-93AD-A87CEA3FDDF5}" presName="horz1" presStyleCnt="0"/>
      <dgm:spPr/>
    </dgm:pt>
    <dgm:pt modelId="{81587A8A-7068-4E71-96FE-4911E9EF976F}" type="pres">
      <dgm:prSet presAssocID="{CB7AD6EF-CC13-4F8A-93AD-A87CEA3FDDF5}" presName="tx1" presStyleLbl="revTx" presStyleIdx="3" presStyleCnt="5"/>
      <dgm:spPr/>
    </dgm:pt>
    <dgm:pt modelId="{5DBC3FA1-50E0-45A5-BBA2-CA07EF202603}" type="pres">
      <dgm:prSet presAssocID="{CB7AD6EF-CC13-4F8A-93AD-A87CEA3FDDF5}" presName="vert1" presStyleCnt="0"/>
      <dgm:spPr/>
    </dgm:pt>
    <dgm:pt modelId="{B32F1269-A404-4681-9001-F97BB2E4A99E}" type="pres">
      <dgm:prSet presAssocID="{23AF2191-1E26-4F30-960C-642F5E20DDCF}" presName="thickLine" presStyleLbl="alignNode1" presStyleIdx="4" presStyleCnt="5"/>
      <dgm:spPr/>
    </dgm:pt>
    <dgm:pt modelId="{5FFC6408-4DA2-4C8B-8BBD-A1A4805D3003}" type="pres">
      <dgm:prSet presAssocID="{23AF2191-1E26-4F30-960C-642F5E20DDCF}" presName="horz1" presStyleCnt="0"/>
      <dgm:spPr/>
    </dgm:pt>
    <dgm:pt modelId="{513C6FD5-4512-4F3D-A8A1-A7B3C2BCA73D}" type="pres">
      <dgm:prSet presAssocID="{23AF2191-1E26-4F30-960C-642F5E20DDCF}" presName="tx1" presStyleLbl="revTx" presStyleIdx="4" presStyleCnt="5"/>
      <dgm:spPr/>
    </dgm:pt>
    <dgm:pt modelId="{90C25D6A-2C4A-4A64-AD55-78683D25D0F9}" type="pres">
      <dgm:prSet presAssocID="{23AF2191-1E26-4F30-960C-642F5E20DDCF}" presName="vert1" presStyleCnt="0"/>
      <dgm:spPr/>
    </dgm:pt>
  </dgm:ptLst>
  <dgm:cxnLst>
    <dgm:cxn modelId="{8B53490C-7A82-4C58-B498-75EA7BDC53A1}" type="presOf" srcId="{23AF2191-1E26-4F30-960C-642F5E20DDCF}" destId="{513C6FD5-4512-4F3D-A8A1-A7B3C2BCA73D}" srcOrd="0" destOrd="0" presId="urn:microsoft.com/office/officeart/2008/layout/LinedList"/>
    <dgm:cxn modelId="{81E6041C-592F-4BAF-B670-F2B384ECF93D}" srcId="{8275AC81-8BC1-42DC-89F5-AE04A56ADBFA}" destId="{23AF2191-1E26-4F30-960C-642F5E20DDCF}" srcOrd="4" destOrd="0" parTransId="{74F5AE30-CDC4-4688-A7E6-8CA4CE080743}" sibTransId="{245E3383-B270-49F7-99C6-6E8299A81DE9}"/>
    <dgm:cxn modelId="{CEF70D20-2D49-4C75-8930-904EC0D2F417}" srcId="{8275AC81-8BC1-42DC-89F5-AE04A56ADBFA}" destId="{56F773FC-83DF-4777-95A6-EA0B5F1DD1CF}" srcOrd="0" destOrd="0" parTransId="{A94322B5-5715-4351-B1D9-F9878C8AAD07}" sibTransId="{B675D256-B661-4DC6-AEEB-98A0EA7D50E5}"/>
    <dgm:cxn modelId="{5197F843-C3CD-41DA-806B-852DB5727EC6}" srcId="{8275AC81-8BC1-42DC-89F5-AE04A56ADBFA}" destId="{5397FA00-6AC6-4AD8-A7E3-EC0B566A84D4}" srcOrd="1" destOrd="0" parTransId="{50E320EC-3745-488E-91EF-291325D19E74}" sibTransId="{349688DC-A003-4535-AF09-A4118833F5D6}"/>
    <dgm:cxn modelId="{1D3DD96C-9AEC-4E79-9285-897A03B98A4F}" srcId="{8275AC81-8BC1-42DC-89F5-AE04A56ADBFA}" destId="{B17BDB3A-5EDB-4BC2-8E8A-2D10D453E642}" srcOrd="2" destOrd="0" parTransId="{35E75FA8-878F-4175-BE37-4F729FC2E6F1}" sibTransId="{DCE5CF3B-D35D-4F47-8BC5-21DD6E25EC20}"/>
    <dgm:cxn modelId="{A4C76C4F-85FD-435A-BDF0-CA63CDFC51AD}" type="presOf" srcId="{5397FA00-6AC6-4AD8-A7E3-EC0B566A84D4}" destId="{EF2A377F-09AD-4831-B27C-9F169A2E2602}" srcOrd="0" destOrd="0" presId="urn:microsoft.com/office/officeart/2008/layout/LinedList"/>
    <dgm:cxn modelId="{A4C15CA4-9EC4-4ABB-9D2D-C44C087160D5}" type="presOf" srcId="{56F773FC-83DF-4777-95A6-EA0B5F1DD1CF}" destId="{CBFC038A-A5DF-4C61-8631-41FAD07F44D1}" srcOrd="0" destOrd="0" presId="urn:microsoft.com/office/officeart/2008/layout/LinedList"/>
    <dgm:cxn modelId="{FC1E2EB5-CB43-467F-B7E9-9AABBA028907}" srcId="{8275AC81-8BC1-42DC-89F5-AE04A56ADBFA}" destId="{CB7AD6EF-CC13-4F8A-93AD-A87CEA3FDDF5}" srcOrd="3" destOrd="0" parTransId="{FDC055DA-7665-4281-825F-D576F2B5884F}" sibTransId="{45443129-BAD0-47E2-AA55-BFA1358C1D91}"/>
    <dgm:cxn modelId="{C0E417D0-CCA0-4C06-864D-86E4A36D23C7}" type="presOf" srcId="{CB7AD6EF-CC13-4F8A-93AD-A87CEA3FDDF5}" destId="{81587A8A-7068-4E71-96FE-4911E9EF976F}" srcOrd="0" destOrd="0" presId="urn:microsoft.com/office/officeart/2008/layout/LinedList"/>
    <dgm:cxn modelId="{F21099DA-CCEA-4430-939E-241F365CF456}" type="presOf" srcId="{B17BDB3A-5EDB-4BC2-8E8A-2D10D453E642}" destId="{27E9AF47-FD72-4647-B9CC-D6F49DB061A1}" srcOrd="0" destOrd="0" presId="urn:microsoft.com/office/officeart/2008/layout/LinedList"/>
    <dgm:cxn modelId="{E75DA2EB-7C48-4E4E-86A0-484CA74622F6}" type="presOf" srcId="{8275AC81-8BC1-42DC-89F5-AE04A56ADBFA}" destId="{8D46B9BB-631A-46A4-A996-C998047411F1}" srcOrd="0" destOrd="0" presId="urn:microsoft.com/office/officeart/2008/layout/LinedList"/>
    <dgm:cxn modelId="{D63C67A4-F623-49ED-8E20-636C6A935760}" type="presParOf" srcId="{8D46B9BB-631A-46A4-A996-C998047411F1}" destId="{8072FC40-C07F-48F1-B5C7-3E1DD65D0F2E}" srcOrd="0" destOrd="0" presId="urn:microsoft.com/office/officeart/2008/layout/LinedList"/>
    <dgm:cxn modelId="{23532C31-7DBA-4DCA-A491-A8BCCFDB33B3}" type="presParOf" srcId="{8D46B9BB-631A-46A4-A996-C998047411F1}" destId="{536AD01E-A9EA-475C-8454-4752DFE109E6}" srcOrd="1" destOrd="0" presId="urn:microsoft.com/office/officeart/2008/layout/LinedList"/>
    <dgm:cxn modelId="{22C0EAA0-F1B6-44FA-90C6-4DEFF2932AF2}" type="presParOf" srcId="{536AD01E-A9EA-475C-8454-4752DFE109E6}" destId="{CBFC038A-A5DF-4C61-8631-41FAD07F44D1}" srcOrd="0" destOrd="0" presId="urn:microsoft.com/office/officeart/2008/layout/LinedList"/>
    <dgm:cxn modelId="{1771005C-EAC2-443A-953B-88454CD7C3BC}" type="presParOf" srcId="{536AD01E-A9EA-475C-8454-4752DFE109E6}" destId="{517071AF-D789-48D8-8404-B537F42EE364}" srcOrd="1" destOrd="0" presId="urn:microsoft.com/office/officeart/2008/layout/LinedList"/>
    <dgm:cxn modelId="{FD148E3D-8AEF-4554-8CCF-1EDC975BA2AF}" type="presParOf" srcId="{8D46B9BB-631A-46A4-A996-C998047411F1}" destId="{F39E1913-724C-4882-BC8F-DEF34B84EF5A}" srcOrd="2" destOrd="0" presId="urn:microsoft.com/office/officeart/2008/layout/LinedList"/>
    <dgm:cxn modelId="{F3734A20-FA19-4605-AC57-FDE4BE2EC10C}" type="presParOf" srcId="{8D46B9BB-631A-46A4-A996-C998047411F1}" destId="{E7CBFFCC-B868-4AF8-9F99-7450EA4F0EF0}" srcOrd="3" destOrd="0" presId="urn:microsoft.com/office/officeart/2008/layout/LinedList"/>
    <dgm:cxn modelId="{90E8C787-22BF-4338-A927-E022C02187CF}" type="presParOf" srcId="{E7CBFFCC-B868-4AF8-9F99-7450EA4F0EF0}" destId="{EF2A377F-09AD-4831-B27C-9F169A2E2602}" srcOrd="0" destOrd="0" presId="urn:microsoft.com/office/officeart/2008/layout/LinedList"/>
    <dgm:cxn modelId="{AFC19DC4-A7A5-46AE-870F-F5D65CD1740B}" type="presParOf" srcId="{E7CBFFCC-B868-4AF8-9F99-7450EA4F0EF0}" destId="{1D4FED58-0665-4B75-8DB4-C25268DA6C15}" srcOrd="1" destOrd="0" presId="urn:microsoft.com/office/officeart/2008/layout/LinedList"/>
    <dgm:cxn modelId="{83C932DF-65A9-4A59-B267-0DA190E97A42}" type="presParOf" srcId="{8D46B9BB-631A-46A4-A996-C998047411F1}" destId="{940E5A72-0B8B-4E89-BEBD-CF81E0DF2E36}" srcOrd="4" destOrd="0" presId="urn:microsoft.com/office/officeart/2008/layout/LinedList"/>
    <dgm:cxn modelId="{C4C7AC85-F7FB-45D4-B78A-BFB94A492C93}" type="presParOf" srcId="{8D46B9BB-631A-46A4-A996-C998047411F1}" destId="{DBC1623C-31A2-49BA-86A3-BD0A8B3E0A91}" srcOrd="5" destOrd="0" presId="urn:microsoft.com/office/officeart/2008/layout/LinedList"/>
    <dgm:cxn modelId="{7E068DB0-5DA9-41DC-ABD1-CDD0D359D66A}" type="presParOf" srcId="{DBC1623C-31A2-49BA-86A3-BD0A8B3E0A91}" destId="{27E9AF47-FD72-4647-B9CC-D6F49DB061A1}" srcOrd="0" destOrd="0" presId="urn:microsoft.com/office/officeart/2008/layout/LinedList"/>
    <dgm:cxn modelId="{34984CA9-1A33-4945-8796-1CFB13B1207C}" type="presParOf" srcId="{DBC1623C-31A2-49BA-86A3-BD0A8B3E0A91}" destId="{2CFBC9A5-F8F0-4AED-90AE-A887F7842A6A}" srcOrd="1" destOrd="0" presId="urn:microsoft.com/office/officeart/2008/layout/LinedList"/>
    <dgm:cxn modelId="{7C614C43-3436-4B64-97E9-AB0B1A819EC0}" type="presParOf" srcId="{8D46B9BB-631A-46A4-A996-C998047411F1}" destId="{0EF953AC-65FC-4BE4-91D8-4102654FC2ED}" srcOrd="6" destOrd="0" presId="urn:microsoft.com/office/officeart/2008/layout/LinedList"/>
    <dgm:cxn modelId="{996A5352-B88F-462B-8193-B45399BFE5C7}" type="presParOf" srcId="{8D46B9BB-631A-46A4-A996-C998047411F1}" destId="{B05C8D29-5B95-44D4-80A7-33D9F3A4F17E}" srcOrd="7" destOrd="0" presId="urn:microsoft.com/office/officeart/2008/layout/LinedList"/>
    <dgm:cxn modelId="{F0E2BBCB-C2F7-4896-B1A7-5A65BD27D583}" type="presParOf" srcId="{B05C8D29-5B95-44D4-80A7-33D9F3A4F17E}" destId="{81587A8A-7068-4E71-96FE-4911E9EF976F}" srcOrd="0" destOrd="0" presId="urn:microsoft.com/office/officeart/2008/layout/LinedList"/>
    <dgm:cxn modelId="{15E9C261-A901-4933-ABE4-45C8CA7B1B03}" type="presParOf" srcId="{B05C8D29-5B95-44D4-80A7-33D9F3A4F17E}" destId="{5DBC3FA1-50E0-45A5-BBA2-CA07EF202603}" srcOrd="1" destOrd="0" presId="urn:microsoft.com/office/officeart/2008/layout/LinedList"/>
    <dgm:cxn modelId="{370E496C-E369-4697-A0FB-D69D7CD9DF08}" type="presParOf" srcId="{8D46B9BB-631A-46A4-A996-C998047411F1}" destId="{B32F1269-A404-4681-9001-F97BB2E4A99E}" srcOrd="8" destOrd="0" presId="urn:microsoft.com/office/officeart/2008/layout/LinedList"/>
    <dgm:cxn modelId="{0576785D-DC51-4F9B-AB7C-607709FF6C0E}" type="presParOf" srcId="{8D46B9BB-631A-46A4-A996-C998047411F1}" destId="{5FFC6408-4DA2-4C8B-8BBD-A1A4805D3003}" srcOrd="9" destOrd="0" presId="urn:microsoft.com/office/officeart/2008/layout/LinedList"/>
    <dgm:cxn modelId="{3090DA46-F4D7-40C9-A049-28E0B2A1BAFB}" type="presParOf" srcId="{5FFC6408-4DA2-4C8B-8BBD-A1A4805D3003}" destId="{513C6FD5-4512-4F3D-A8A1-A7B3C2BCA73D}" srcOrd="0" destOrd="0" presId="urn:microsoft.com/office/officeart/2008/layout/LinedList"/>
    <dgm:cxn modelId="{0C384441-9FC9-4385-B02E-85ED8E3FC342}" type="presParOf" srcId="{5FFC6408-4DA2-4C8B-8BBD-A1A4805D3003}" destId="{90C25D6A-2C4A-4A64-AD55-78683D25D0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2552F1-252F-4B51-BC03-FE2F393331C9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C9A6E44-7885-4F14-90CE-1CD43AE43CF3}">
      <dgm:prSet/>
      <dgm:spPr/>
      <dgm:t>
        <a:bodyPr/>
        <a:lstStyle/>
        <a:p>
          <a:r>
            <a:rPr lang="en-PK" b="1" i="0" baseline="0"/>
            <a:t>Core (SQL) API</a:t>
          </a:r>
          <a:r>
            <a:rPr lang="en-PK" b="0" i="0" baseline="0"/>
            <a:t>: </a:t>
          </a:r>
          <a:endParaRPr lang="en-US"/>
        </a:p>
      </dgm:t>
    </dgm:pt>
    <dgm:pt modelId="{9E7155BC-8107-4C56-800B-95C3FA1356EB}" type="parTrans" cxnId="{E4112CC1-AAA4-4287-B780-BF06F2FC46B8}">
      <dgm:prSet/>
      <dgm:spPr/>
      <dgm:t>
        <a:bodyPr/>
        <a:lstStyle/>
        <a:p>
          <a:endParaRPr lang="en-US"/>
        </a:p>
      </dgm:t>
    </dgm:pt>
    <dgm:pt modelId="{E676D94A-D035-4D60-8F6A-D90EDBB317EF}" type="sibTrans" cxnId="{E4112CC1-AAA4-4287-B780-BF06F2FC46B8}">
      <dgm:prSet/>
      <dgm:spPr/>
      <dgm:t>
        <a:bodyPr/>
        <a:lstStyle/>
        <a:p>
          <a:endParaRPr lang="en-US"/>
        </a:p>
      </dgm:t>
    </dgm:pt>
    <dgm:pt modelId="{F16093C8-4D28-4724-872C-F04FD4DC2FFA}">
      <dgm:prSet/>
      <dgm:spPr/>
      <dgm:t>
        <a:bodyPr/>
        <a:lstStyle/>
        <a:p>
          <a:r>
            <a:rPr lang="en-PK" b="0" i="0" baseline="0" dirty="0"/>
            <a:t>For document-based data with SQL syntax queries</a:t>
          </a:r>
          <a:endParaRPr lang="en-US" dirty="0"/>
        </a:p>
      </dgm:t>
    </dgm:pt>
    <dgm:pt modelId="{C331C714-C21A-4628-92AC-65DDF0440C65}" type="parTrans" cxnId="{7C038EB4-AC0A-4F72-9FB5-0EA013BA5B2F}">
      <dgm:prSet/>
      <dgm:spPr/>
      <dgm:t>
        <a:bodyPr/>
        <a:lstStyle/>
        <a:p>
          <a:endParaRPr lang="en-US"/>
        </a:p>
      </dgm:t>
    </dgm:pt>
    <dgm:pt modelId="{05003383-B055-4DCB-9323-FF6BEFB982A6}" type="sibTrans" cxnId="{7C038EB4-AC0A-4F72-9FB5-0EA013BA5B2F}">
      <dgm:prSet/>
      <dgm:spPr/>
      <dgm:t>
        <a:bodyPr/>
        <a:lstStyle/>
        <a:p>
          <a:endParaRPr lang="en-US"/>
        </a:p>
      </dgm:t>
    </dgm:pt>
    <dgm:pt modelId="{410294A3-688D-4CB7-8581-CD185DF6BA8B}">
      <dgm:prSet/>
      <dgm:spPr/>
      <dgm:t>
        <a:bodyPr/>
        <a:lstStyle/>
        <a:p>
          <a:r>
            <a:rPr lang="en-US" dirty="0"/>
            <a:t>I</a:t>
          </a:r>
          <a:r>
            <a:rPr lang="en-PK" b="0" i="0" baseline="0" dirty="0"/>
            <a:t>deal for migrating from traditional databases like Oracle or DynamoDB.</a:t>
          </a:r>
          <a:endParaRPr lang="en-US" dirty="0"/>
        </a:p>
      </dgm:t>
    </dgm:pt>
    <dgm:pt modelId="{F7165ACE-A341-4522-B387-CDA4BC3DDFC3}" type="parTrans" cxnId="{2A4F1F6A-8C27-4DE2-9CA3-522A26AF59B7}">
      <dgm:prSet/>
      <dgm:spPr/>
      <dgm:t>
        <a:bodyPr/>
        <a:lstStyle/>
        <a:p>
          <a:endParaRPr lang="en-US"/>
        </a:p>
      </dgm:t>
    </dgm:pt>
    <dgm:pt modelId="{4165CEBC-889E-4085-8CCE-58165617CDCB}" type="sibTrans" cxnId="{2A4F1F6A-8C27-4DE2-9CA3-522A26AF59B7}">
      <dgm:prSet/>
      <dgm:spPr/>
      <dgm:t>
        <a:bodyPr/>
        <a:lstStyle/>
        <a:p>
          <a:endParaRPr lang="en-US"/>
        </a:p>
      </dgm:t>
    </dgm:pt>
    <dgm:pt modelId="{2CF0D49F-4AA4-431A-8794-9D819665823E}">
      <dgm:prSet/>
      <dgm:spPr/>
      <dgm:t>
        <a:bodyPr/>
        <a:lstStyle/>
        <a:p>
          <a:r>
            <a:rPr lang="en-PK" b="1" i="0" baseline="0"/>
            <a:t>Gremlin API</a:t>
          </a:r>
          <a:r>
            <a:rPr lang="en-PK" b="0" i="0" baseline="0"/>
            <a:t>: </a:t>
          </a:r>
          <a:endParaRPr lang="en-US"/>
        </a:p>
      </dgm:t>
    </dgm:pt>
    <dgm:pt modelId="{32FB6FAA-49AE-462B-8829-372F0CA7302C}" type="parTrans" cxnId="{A801C7F0-FAC9-4B12-A1A5-30C7DEA6556D}">
      <dgm:prSet/>
      <dgm:spPr/>
      <dgm:t>
        <a:bodyPr/>
        <a:lstStyle/>
        <a:p>
          <a:endParaRPr lang="en-US"/>
        </a:p>
      </dgm:t>
    </dgm:pt>
    <dgm:pt modelId="{3D4A3596-998C-4760-8F9D-05962D283F97}" type="sibTrans" cxnId="{A801C7F0-FAC9-4B12-A1A5-30C7DEA6556D}">
      <dgm:prSet/>
      <dgm:spPr/>
      <dgm:t>
        <a:bodyPr/>
        <a:lstStyle/>
        <a:p>
          <a:endParaRPr lang="en-US"/>
        </a:p>
      </dgm:t>
    </dgm:pt>
    <dgm:pt modelId="{B0738AF9-2B68-4878-A5C5-BF3B4BDCE515}">
      <dgm:prSet/>
      <dgm:spPr/>
      <dgm:t>
        <a:bodyPr/>
        <a:lstStyle/>
        <a:p>
          <a:r>
            <a:rPr lang="en-PK" b="0" i="0" baseline="0" dirty="0"/>
            <a:t>For graph-based data, useful for complex relationships, such as social networks or IoT data.</a:t>
          </a:r>
          <a:endParaRPr lang="en-US" dirty="0"/>
        </a:p>
      </dgm:t>
    </dgm:pt>
    <dgm:pt modelId="{A878FAF8-B2A6-4037-A9E0-5CD3D674BF25}" type="parTrans" cxnId="{A56CB431-3433-4FAF-9C57-A246657B6C93}">
      <dgm:prSet/>
      <dgm:spPr/>
      <dgm:t>
        <a:bodyPr/>
        <a:lstStyle/>
        <a:p>
          <a:endParaRPr lang="en-US"/>
        </a:p>
      </dgm:t>
    </dgm:pt>
    <dgm:pt modelId="{DE29BC34-9499-4F33-8F89-F0EB8B388D53}" type="sibTrans" cxnId="{A56CB431-3433-4FAF-9C57-A246657B6C93}">
      <dgm:prSet/>
      <dgm:spPr/>
      <dgm:t>
        <a:bodyPr/>
        <a:lstStyle/>
        <a:p>
          <a:endParaRPr lang="en-US"/>
        </a:p>
      </dgm:t>
    </dgm:pt>
    <dgm:pt modelId="{014011C6-734C-4810-8D03-AF087E7D1F6F}">
      <dgm:prSet/>
      <dgm:spPr/>
      <dgm:t>
        <a:bodyPr/>
        <a:lstStyle/>
        <a:p>
          <a:r>
            <a:rPr lang="en-PK" b="1" i="0" baseline="0"/>
            <a:t>MongoDB API</a:t>
          </a:r>
          <a:r>
            <a:rPr lang="en-PK" b="0" i="0" baseline="0"/>
            <a:t>: </a:t>
          </a:r>
          <a:endParaRPr lang="en-US"/>
        </a:p>
      </dgm:t>
    </dgm:pt>
    <dgm:pt modelId="{D1D3581C-FCA5-4827-A974-BEC161EC60A7}" type="parTrans" cxnId="{1C1A5BAB-8CB6-4C6F-887A-50CC94706210}">
      <dgm:prSet/>
      <dgm:spPr/>
      <dgm:t>
        <a:bodyPr/>
        <a:lstStyle/>
        <a:p>
          <a:endParaRPr lang="en-US"/>
        </a:p>
      </dgm:t>
    </dgm:pt>
    <dgm:pt modelId="{A13CA38B-86B8-4662-B477-64F883ADE8EB}" type="sibTrans" cxnId="{1C1A5BAB-8CB6-4C6F-887A-50CC94706210}">
      <dgm:prSet/>
      <dgm:spPr/>
      <dgm:t>
        <a:bodyPr/>
        <a:lstStyle/>
        <a:p>
          <a:endParaRPr lang="en-US"/>
        </a:p>
      </dgm:t>
    </dgm:pt>
    <dgm:pt modelId="{D0BAAD67-16AF-416E-BA8A-5B149E6B75E3}">
      <dgm:prSet/>
      <dgm:spPr/>
      <dgm:t>
        <a:bodyPr/>
        <a:lstStyle/>
        <a:p>
          <a:r>
            <a:rPr lang="en-PK" b="0" i="0" baseline="0"/>
            <a:t>Enables use of existing MongoDB applications with minimal changes.</a:t>
          </a:r>
          <a:endParaRPr lang="en-US"/>
        </a:p>
      </dgm:t>
    </dgm:pt>
    <dgm:pt modelId="{DD7E077F-512F-479C-8765-3CBC0B0E9DD6}" type="parTrans" cxnId="{4FD4B77C-6C00-4B66-9616-62B43733E90D}">
      <dgm:prSet/>
      <dgm:spPr/>
      <dgm:t>
        <a:bodyPr/>
        <a:lstStyle/>
        <a:p>
          <a:endParaRPr lang="en-US"/>
        </a:p>
      </dgm:t>
    </dgm:pt>
    <dgm:pt modelId="{9D2E6A45-EDE3-4B5E-819D-C1DC18DA5B34}" type="sibTrans" cxnId="{4FD4B77C-6C00-4B66-9616-62B43733E90D}">
      <dgm:prSet/>
      <dgm:spPr/>
      <dgm:t>
        <a:bodyPr/>
        <a:lstStyle/>
        <a:p>
          <a:endParaRPr lang="en-US"/>
        </a:p>
      </dgm:t>
    </dgm:pt>
    <dgm:pt modelId="{B1390E02-6FD9-481B-AF30-C744F16A90BF}">
      <dgm:prSet/>
      <dgm:spPr/>
      <dgm:t>
        <a:bodyPr/>
        <a:lstStyle/>
        <a:p>
          <a:r>
            <a:rPr lang="en-PK" b="1" i="0" baseline="0"/>
            <a:t>Cassandra API</a:t>
          </a:r>
          <a:r>
            <a:rPr lang="en-PK" b="0" i="0" baseline="0"/>
            <a:t>: </a:t>
          </a:r>
          <a:endParaRPr lang="en-US"/>
        </a:p>
      </dgm:t>
    </dgm:pt>
    <dgm:pt modelId="{1BE53B55-C569-4CF7-AFBC-15E9AA4FFDC2}" type="parTrans" cxnId="{7B1C9043-4ED9-4367-A46E-61761489EFEB}">
      <dgm:prSet/>
      <dgm:spPr/>
      <dgm:t>
        <a:bodyPr/>
        <a:lstStyle/>
        <a:p>
          <a:endParaRPr lang="en-US"/>
        </a:p>
      </dgm:t>
    </dgm:pt>
    <dgm:pt modelId="{9B94D433-776C-451F-91E4-47B37EF661B5}" type="sibTrans" cxnId="{7B1C9043-4ED9-4367-A46E-61761489EFEB}">
      <dgm:prSet/>
      <dgm:spPr/>
      <dgm:t>
        <a:bodyPr/>
        <a:lstStyle/>
        <a:p>
          <a:endParaRPr lang="en-US"/>
        </a:p>
      </dgm:t>
    </dgm:pt>
    <dgm:pt modelId="{3D36A1CD-D18A-43A6-B892-B7D285D4793A}">
      <dgm:prSet/>
      <dgm:spPr/>
      <dgm:t>
        <a:bodyPr/>
        <a:lstStyle/>
        <a:p>
          <a:r>
            <a:rPr lang="en-PK" b="0" i="0" baseline="0"/>
            <a:t>Supports column-oriented data storage and scales horizontally for large datasets.</a:t>
          </a:r>
          <a:endParaRPr lang="en-US"/>
        </a:p>
      </dgm:t>
    </dgm:pt>
    <dgm:pt modelId="{F356867E-5891-4577-A3D3-5276258B5423}" type="parTrans" cxnId="{ECF5719B-4E68-4C1D-88FB-F7686242BDA3}">
      <dgm:prSet/>
      <dgm:spPr/>
      <dgm:t>
        <a:bodyPr/>
        <a:lstStyle/>
        <a:p>
          <a:endParaRPr lang="en-US"/>
        </a:p>
      </dgm:t>
    </dgm:pt>
    <dgm:pt modelId="{0EA02B90-1B79-4430-B5E4-6C51AED9DEA5}" type="sibTrans" cxnId="{ECF5719B-4E68-4C1D-88FB-F7686242BDA3}">
      <dgm:prSet/>
      <dgm:spPr/>
      <dgm:t>
        <a:bodyPr/>
        <a:lstStyle/>
        <a:p>
          <a:endParaRPr lang="en-US"/>
        </a:p>
      </dgm:t>
    </dgm:pt>
    <dgm:pt modelId="{EFFA4C05-2A7F-4569-A340-1C687D0782B7}">
      <dgm:prSet/>
      <dgm:spPr/>
      <dgm:t>
        <a:bodyPr/>
        <a:lstStyle/>
        <a:p>
          <a:r>
            <a:rPr lang="en-PK" b="1" i="0" baseline="0"/>
            <a:t>Table API</a:t>
          </a:r>
          <a:r>
            <a:rPr lang="en-PK" b="0" i="0" baseline="0"/>
            <a:t>: </a:t>
          </a:r>
          <a:endParaRPr lang="en-US"/>
        </a:p>
      </dgm:t>
    </dgm:pt>
    <dgm:pt modelId="{8FA0E99D-7832-4CAD-A9DA-A5BD235324F4}" type="parTrans" cxnId="{8E9F8592-B004-47E6-BDEE-6193244FF747}">
      <dgm:prSet/>
      <dgm:spPr/>
      <dgm:t>
        <a:bodyPr/>
        <a:lstStyle/>
        <a:p>
          <a:endParaRPr lang="en-US"/>
        </a:p>
      </dgm:t>
    </dgm:pt>
    <dgm:pt modelId="{D784C1C9-F53F-427D-9D7E-D6CD379F5EC5}" type="sibTrans" cxnId="{8E9F8592-B004-47E6-BDEE-6193244FF747}">
      <dgm:prSet/>
      <dgm:spPr/>
      <dgm:t>
        <a:bodyPr/>
        <a:lstStyle/>
        <a:p>
          <a:endParaRPr lang="en-US"/>
        </a:p>
      </dgm:t>
    </dgm:pt>
    <dgm:pt modelId="{CAF501AA-9761-4B43-BB89-823A62354F5C}">
      <dgm:prSet/>
      <dgm:spPr/>
      <dgm:t>
        <a:bodyPr/>
        <a:lstStyle/>
        <a:p>
          <a:r>
            <a:rPr lang="en-PK" b="0" i="0" baseline="0"/>
            <a:t>A key-value store that works well with OLTP scenarios</a:t>
          </a:r>
          <a:endParaRPr lang="en-US"/>
        </a:p>
      </dgm:t>
    </dgm:pt>
    <dgm:pt modelId="{9643AC04-03EC-4BCF-93F4-E8313773ABAD}" type="parTrans" cxnId="{2568003A-FE5C-404E-BD75-B2FDBFBF1161}">
      <dgm:prSet/>
      <dgm:spPr/>
      <dgm:t>
        <a:bodyPr/>
        <a:lstStyle/>
        <a:p>
          <a:endParaRPr lang="en-US"/>
        </a:p>
      </dgm:t>
    </dgm:pt>
    <dgm:pt modelId="{0B73E25B-6204-41C0-9B89-26FE0EBCAD14}" type="sibTrans" cxnId="{2568003A-FE5C-404E-BD75-B2FDBFBF1161}">
      <dgm:prSet/>
      <dgm:spPr/>
      <dgm:t>
        <a:bodyPr/>
        <a:lstStyle/>
        <a:p>
          <a:endParaRPr lang="en-US"/>
        </a:p>
      </dgm:t>
    </dgm:pt>
    <dgm:pt modelId="{FF46E31B-B6FA-4CA1-9F86-C79281D60088}">
      <dgm:prSet/>
      <dgm:spPr/>
      <dgm:t>
        <a:bodyPr/>
        <a:lstStyle/>
        <a:p>
          <a:r>
            <a:rPr lang="en-US"/>
            <a:t>C</a:t>
          </a:r>
          <a:r>
            <a:rPr lang="en-PK" b="0" i="0" baseline="0"/>
            <a:t>an migrate from Azure Table Storage with minimal effort. </a:t>
          </a:r>
          <a:endParaRPr lang="en-US"/>
        </a:p>
      </dgm:t>
    </dgm:pt>
    <dgm:pt modelId="{F0919F23-BF47-4C7E-A926-B83AADEAB122}" type="parTrans" cxnId="{21E1DC88-369B-46A6-BA92-535841A6F6FD}">
      <dgm:prSet/>
      <dgm:spPr/>
      <dgm:t>
        <a:bodyPr/>
        <a:lstStyle/>
        <a:p>
          <a:endParaRPr lang="en-US"/>
        </a:p>
      </dgm:t>
    </dgm:pt>
    <dgm:pt modelId="{841CD682-A091-4553-8871-D183DEA4D612}" type="sibTrans" cxnId="{21E1DC88-369B-46A6-BA92-535841A6F6FD}">
      <dgm:prSet/>
      <dgm:spPr/>
      <dgm:t>
        <a:bodyPr/>
        <a:lstStyle/>
        <a:p>
          <a:endParaRPr lang="en-US"/>
        </a:p>
      </dgm:t>
    </dgm:pt>
    <dgm:pt modelId="{5F778D33-0ED6-489F-B7D3-2C448AF7167B}" type="pres">
      <dgm:prSet presAssocID="{B32552F1-252F-4B51-BC03-FE2F393331C9}" presName="Name0" presStyleCnt="0">
        <dgm:presLayoutVars>
          <dgm:dir/>
          <dgm:animLvl val="lvl"/>
          <dgm:resizeHandles val="exact"/>
        </dgm:presLayoutVars>
      </dgm:prSet>
      <dgm:spPr/>
    </dgm:pt>
    <dgm:pt modelId="{AC2BB173-9F17-40E4-906F-62440B7FF3C4}" type="pres">
      <dgm:prSet presAssocID="{3C9A6E44-7885-4F14-90CE-1CD43AE43CF3}" presName="linNode" presStyleCnt="0"/>
      <dgm:spPr/>
    </dgm:pt>
    <dgm:pt modelId="{6130109F-2ED9-490D-872E-CDFCE6814A2F}" type="pres">
      <dgm:prSet presAssocID="{3C9A6E44-7885-4F14-90CE-1CD43AE43CF3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ED2D5C44-BFEC-49EF-B47E-473712C2BB6F}" type="pres">
      <dgm:prSet presAssocID="{3C9A6E44-7885-4F14-90CE-1CD43AE43CF3}" presName="descendantText" presStyleLbl="alignAccFollowNode1" presStyleIdx="0" presStyleCnt="5">
        <dgm:presLayoutVars>
          <dgm:bulletEnabled/>
        </dgm:presLayoutVars>
      </dgm:prSet>
      <dgm:spPr/>
    </dgm:pt>
    <dgm:pt modelId="{03B41598-33D1-4BA4-8EA2-FD0115081DE1}" type="pres">
      <dgm:prSet presAssocID="{E676D94A-D035-4D60-8F6A-D90EDBB317EF}" presName="sp" presStyleCnt="0"/>
      <dgm:spPr/>
    </dgm:pt>
    <dgm:pt modelId="{19DF92F7-67CE-4E91-B74F-42280AB66C52}" type="pres">
      <dgm:prSet presAssocID="{2CF0D49F-4AA4-431A-8794-9D819665823E}" presName="linNode" presStyleCnt="0"/>
      <dgm:spPr/>
    </dgm:pt>
    <dgm:pt modelId="{5D7FF6A1-99CD-4BD8-8D74-2C5F6B707010}" type="pres">
      <dgm:prSet presAssocID="{2CF0D49F-4AA4-431A-8794-9D819665823E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B77179F9-BF52-4DEB-9482-961B0F84902E}" type="pres">
      <dgm:prSet presAssocID="{2CF0D49F-4AA4-431A-8794-9D819665823E}" presName="descendantText" presStyleLbl="alignAccFollowNode1" presStyleIdx="1" presStyleCnt="5">
        <dgm:presLayoutVars>
          <dgm:bulletEnabled/>
        </dgm:presLayoutVars>
      </dgm:prSet>
      <dgm:spPr/>
    </dgm:pt>
    <dgm:pt modelId="{0FB5F8C6-0058-4AEC-A1A6-FC1A6EB05B08}" type="pres">
      <dgm:prSet presAssocID="{3D4A3596-998C-4760-8F9D-05962D283F97}" presName="sp" presStyleCnt="0"/>
      <dgm:spPr/>
    </dgm:pt>
    <dgm:pt modelId="{0C785447-FCB2-472F-BDBE-28301E8023BF}" type="pres">
      <dgm:prSet presAssocID="{014011C6-734C-4810-8D03-AF087E7D1F6F}" presName="linNode" presStyleCnt="0"/>
      <dgm:spPr/>
    </dgm:pt>
    <dgm:pt modelId="{1401774A-00D1-4A20-82A4-28615358FFFE}" type="pres">
      <dgm:prSet presAssocID="{014011C6-734C-4810-8D03-AF087E7D1F6F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4063F206-424E-4595-9A62-3C202DC544F1}" type="pres">
      <dgm:prSet presAssocID="{014011C6-734C-4810-8D03-AF087E7D1F6F}" presName="descendantText" presStyleLbl="alignAccFollowNode1" presStyleIdx="2" presStyleCnt="5">
        <dgm:presLayoutVars>
          <dgm:bulletEnabled/>
        </dgm:presLayoutVars>
      </dgm:prSet>
      <dgm:spPr/>
    </dgm:pt>
    <dgm:pt modelId="{5A86E801-09A8-44CE-8B33-CA325F925CE7}" type="pres">
      <dgm:prSet presAssocID="{A13CA38B-86B8-4662-B477-64F883ADE8EB}" presName="sp" presStyleCnt="0"/>
      <dgm:spPr/>
    </dgm:pt>
    <dgm:pt modelId="{E7F72316-434A-4B9E-8F7D-144C57959DC3}" type="pres">
      <dgm:prSet presAssocID="{B1390E02-6FD9-481B-AF30-C744F16A90BF}" presName="linNode" presStyleCnt="0"/>
      <dgm:spPr/>
    </dgm:pt>
    <dgm:pt modelId="{B39E12F9-C7F5-442E-A7FA-C0CCD908B123}" type="pres">
      <dgm:prSet presAssocID="{B1390E02-6FD9-481B-AF30-C744F16A90BF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4219F01C-37FA-470F-AF43-51AFD669534C}" type="pres">
      <dgm:prSet presAssocID="{B1390E02-6FD9-481B-AF30-C744F16A90BF}" presName="descendantText" presStyleLbl="alignAccFollowNode1" presStyleIdx="3" presStyleCnt="5">
        <dgm:presLayoutVars>
          <dgm:bulletEnabled/>
        </dgm:presLayoutVars>
      </dgm:prSet>
      <dgm:spPr/>
    </dgm:pt>
    <dgm:pt modelId="{2E313F69-5D22-4795-B8AF-A908F5083BCC}" type="pres">
      <dgm:prSet presAssocID="{9B94D433-776C-451F-91E4-47B37EF661B5}" presName="sp" presStyleCnt="0"/>
      <dgm:spPr/>
    </dgm:pt>
    <dgm:pt modelId="{A9447BF0-F37F-486A-A2B0-93473AC6A355}" type="pres">
      <dgm:prSet presAssocID="{EFFA4C05-2A7F-4569-A340-1C687D0782B7}" presName="linNode" presStyleCnt="0"/>
      <dgm:spPr/>
    </dgm:pt>
    <dgm:pt modelId="{76177877-EABA-4A56-909B-20D590B01BCB}" type="pres">
      <dgm:prSet presAssocID="{EFFA4C05-2A7F-4569-A340-1C687D0782B7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A56F46B7-57D4-4367-A69E-0FC8E0A3CCCA}" type="pres">
      <dgm:prSet presAssocID="{EFFA4C05-2A7F-4569-A340-1C687D0782B7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4CD70606-F533-421D-957B-55E5A708ABD5}" type="presOf" srcId="{D0BAAD67-16AF-416E-BA8A-5B149E6B75E3}" destId="{4063F206-424E-4595-9A62-3C202DC544F1}" srcOrd="0" destOrd="0" presId="urn:microsoft.com/office/officeart/2016/7/layout/VerticalSolidActionList"/>
    <dgm:cxn modelId="{A56CB431-3433-4FAF-9C57-A246657B6C93}" srcId="{2CF0D49F-4AA4-431A-8794-9D819665823E}" destId="{B0738AF9-2B68-4878-A5C5-BF3B4BDCE515}" srcOrd="0" destOrd="0" parTransId="{A878FAF8-B2A6-4037-A9E0-5CD3D674BF25}" sibTransId="{DE29BC34-9499-4F33-8F89-F0EB8B388D53}"/>
    <dgm:cxn modelId="{C7ECE034-A752-474A-A76E-5DD2C7D501E2}" type="presOf" srcId="{FF46E31B-B6FA-4CA1-9F86-C79281D60088}" destId="{A56F46B7-57D4-4367-A69E-0FC8E0A3CCCA}" srcOrd="0" destOrd="1" presId="urn:microsoft.com/office/officeart/2016/7/layout/VerticalSolidActionList"/>
    <dgm:cxn modelId="{2568003A-FE5C-404E-BD75-B2FDBFBF1161}" srcId="{EFFA4C05-2A7F-4569-A340-1C687D0782B7}" destId="{CAF501AA-9761-4B43-BB89-823A62354F5C}" srcOrd="0" destOrd="0" parTransId="{9643AC04-03EC-4BCF-93F4-E8313773ABAD}" sibTransId="{0B73E25B-6204-41C0-9B89-26FE0EBCAD14}"/>
    <dgm:cxn modelId="{7B1C9043-4ED9-4367-A46E-61761489EFEB}" srcId="{B32552F1-252F-4B51-BC03-FE2F393331C9}" destId="{B1390E02-6FD9-481B-AF30-C744F16A90BF}" srcOrd="3" destOrd="0" parTransId="{1BE53B55-C569-4CF7-AFBC-15E9AA4FFDC2}" sibTransId="{9B94D433-776C-451F-91E4-47B37EF661B5}"/>
    <dgm:cxn modelId="{2A4F1F6A-8C27-4DE2-9CA3-522A26AF59B7}" srcId="{3C9A6E44-7885-4F14-90CE-1CD43AE43CF3}" destId="{410294A3-688D-4CB7-8581-CD185DF6BA8B}" srcOrd="1" destOrd="0" parTransId="{F7165ACE-A341-4522-B387-CDA4BC3DDFC3}" sibTransId="{4165CEBC-889E-4085-8CCE-58165617CDCB}"/>
    <dgm:cxn modelId="{45A80875-0F55-4A31-9F2E-FDACC52FCBD4}" type="presOf" srcId="{CAF501AA-9761-4B43-BB89-823A62354F5C}" destId="{A56F46B7-57D4-4367-A69E-0FC8E0A3CCCA}" srcOrd="0" destOrd="0" presId="urn:microsoft.com/office/officeart/2016/7/layout/VerticalSolidActionList"/>
    <dgm:cxn modelId="{88106E79-FD79-4164-A66B-78DE53F44DF1}" type="presOf" srcId="{014011C6-734C-4810-8D03-AF087E7D1F6F}" destId="{1401774A-00D1-4A20-82A4-28615358FFFE}" srcOrd="0" destOrd="0" presId="urn:microsoft.com/office/officeart/2016/7/layout/VerticalSolidActionList"/>
    <dgm:cxn modelId="{6A8E797B-A162-4F1A-8149-B10C2569E257}" type="presOf" srcId="{F16093C8-4D28-4724-872C-F04FD4DC2FFA}" destId="{ED2D5C44-BFEC-49EF-B47E-473712C2BB6F}" srcOrd="0" destOrd="0" presId="urn:microsoft.com/office/officeart/2016/7/layout/VerticalSolidActionList"/>
    <dgm:cxn modelId="{4FD4B77C-6C00-4B66-9616-62B43733E90D}" srcId="{014011C6-734C-4810-8D03-AF087E7D1F6F}" destId="{D0BAAD67-16AF-416E-BA8A-5B149E6B75E3}" srcOrd="0" destOrd="0" parTransId="{DD7E077F-512F-479C-8765-3CBC0B0E9DD6}" sibTransId="{9D2E6A45-EDE3-4B5E-819D-C1DC18DA5B34}"/>
    <dgm:cxn modelId="{5C474581-C201-457D-9146-B07EABB8998E}" type="presOf" srcId="{EFFA4C05-2A7F-4569-A340-1C687D0782B7}" destId="{76177877-EABA-4A56-909B-20D590B01BCB}" srcOrd="0" destOrd="0" presId="urn:microsoft.com/office/officeart/2016/7/layout/VerticalSolidActionList"/>
    <dgm:cxn modelId="{D5A39386-893B-479D-A73E-9356FEC2C6FD}" type="presOf" srcId="{410294A3-688D-4CB7-8581-CD185DF6BA8B}" destId="{ED2D5C44-BFEC-49EF-B47E-473712C2BB6F}" srcOrd="0" destOrd="1" presId="urn:microsoft.com/office/officeart/2016/7/layout/VerticalSolidActionList"/>
    <dgm:cxn modelId="{21E1DC88-369B-46A6-BA92-535841A6F6FD}" srcId="{EFFA4C05-2A7F-4569-A340-1C687D0782B7}" destId="{FF46E31B-B6FA-4CA1-9F86-C79281D60088}" srcOrd="1" destOrd="0" parTransId="{F0919F23-BF47-4C7E-A926-B83AADEAB122}" sibTransId="{841CD682-A091-4553-8871-D183DEA4D612}"/>
    <dgm:cxn modelId="{8E9F8592-B004-47E6-BDEE-6193244FF747}" srcId="{B32552F1-252F-4B51-BC03-FE2F393331C9}" destId="{EFFA4C05-2A7F-4569-A340-1C687D0782B7}" srcOrd="4" destOrd="0" parTransId="{8FA0E99D-7832-4CAD-A9DA-A5BD235324F4}" sibTransId="{D784C1C9-F53F-427D-9D7E-D6CD379F5EC5}"/>
    <dgm:cxn modelId="{ECF5719B-4E68-4C1D-88FB-F7686242BDA3}" srcId="{B1390E02-6FD9-481B-AF30-C744F16A90BF}" destId="{3D36A1CD-D18A-43A6-B892-B7D285D4793A}" srcOrd="0" destOrd="0" parTransId="{F356867E-5891-4577-A3D3-5276258B5423}" sibTransId="{0EA02B90-1B79-4430-B5E4-6C51AED9DEA5}"/>
    <dgm:cxn modelId="{765D6CA5-25B6-489A-8B22-54DB955A35B0}" type="presOf" srcId="{B1390E02-6FD9-481B-AF30-C744F16A90BF}" destId="{B39E12F9-C7F5-442E-A7FA-C0CCD908B123}" srcOrd="0" destOrd="0" presId="urn:microsoft.com/office/officeart/2016/7/layout/VerticalSolidActionList"/>
    <dgm:cxn modelId="{1C1A5BAB-8CB6-4C6F-887A-50CC94706210}" srcId="{B32552F1-252F-4B51-BC03-FE2F393331C9}" destId="{014011C6-734C-4810-8D03-AF087E7D1F6F}" srcOrd="2" destOrd="0" parTransId="{D1D3581C-FCA5-4827-A974-BEC161EC60A7}" sibTransId="{A13CA38B-86B8-4662-B477-64F883ADE8EB}"/>
    <dgm:cxn modelId="{DA491BAC-3BDE-4095-A3A9-A0E43D285526}" type="presOf" srcId="{B32552F1-252F-4B51-BC03-FE2F393331C9}" destId="{5F778D33-0ED6-489F-B7D3-2C448AF7167B}" srcOrd="0" destOrd="0" presId="urn:microsoft.com/office/officeart/2016/7/layout/VerticalSolidActionList"/>
    <dgm:cxn modelId="{7C038EB4-AC0A-4F72-9FB5-0EA013BA5B2F}" srcId="{3C9A6E44-7885-4F14-90CE-1CD43AE43CF3}" destId="{F16093C8-4D28-4724-872C-F04FD4DC2FFA}" srcOrd="0" destOrd="0" parTransId="{C331C714-C21A-4628-92AC-65DDF0440C65}" sibTransId="{05003383-B055-4DCB-9323-FF6BEFB982A6}"/>
    <dgm:cxn modelId="{2830DEC0-C024-4D82-AFDD-3DA155AFCC20}" type="presOf" srcId="{2CF0D49F-4AA4-431A-8794-9D819665823E}" destId="{5D7FF6A1-99CD-4BD8-8D74-2C5F6B707010}" srcOrd="0" destOrd="0" presId="urn:microsoft.com/office/officeart/2016/7/layout/VerticalSolidActionList"/>
    <dgm:cxn modelId="{E4112CC1-AAA4-4287-B780-BF06F2FC46B8}" srcId="{B32552F1-252F-4B51-BC03-FE2F393331C9}" destId="{3C9A6E44-7885-4F14-90CE-1CD43AE43CF3}" srcOrd="0" destOrd="0" parTransId="{9E7155BC-8107-4C56-800B-95C3FA1356EB}" sibTransId="{E676D94A-D035-4D60-8F6A-D90EDBB317EF}"/>
    <dgm:cxn modelId="{284A0CF0-EACF-4253-BFA4-22B7AC7B477E}" type="presOf" srcId="{3C9A6E44-7885-4F14-90CE-1CD43AE43CF3}" destId="{6130109F-2ED9-490D-872E-CDFCE6814A2F}" srcOrd="0" destOrd="0" presId="urn:microsoft.com/office/officeart/2016/7/layout/VerticalSolidActionList"/>
    <dgm:cxn modelId="{A801C7F0-FAC9-4B12-A1A5-30C7DEA6556D}" srcId="{B32552F1-252F-4B51-BC03-FE2F393331C9}" destId="{2CF0D49F-4AA4-431A-8794-9D819665823E}" srcOrd="1" destOrd="0" parTransId="{32FB6FAA-49AE-462B-8829-372F0CA7302C}" sibTransId="{3D4A3596-998C-4760-8F9D-05962D283F97}"/>
    <dgm:cxn modelId="{B4ED44F5-6470-428D-A019-409D2D7D1DFC}" type="presOf" srcId="{3D36A1CD-D18A-43A6-B892-B7D285D4793A}" destId="{4219F01C-37FA-470F-AF43-51AFD669534C}" srcOrd="0" destOrd="0" presId="urn:microsoft.com/office/officeart/2016/7/layout/VerticalSolidActionList"/>
    <dgm:cxn modelId="{4839ABFF-52C3-49FE-8EC5-3A1F929BD40B}" type="presOf" srcId="{B0738AF9-2B68-4878-A5C5-BF3B4BDCE515}" destId="{B77179F9-BF52-4DEB-9482-961B0F84902E}" srcOrd="0" destOrd="0" presId="urn:microsoft.com/office/officeart/2016/7/layout/VerticalSolidActionList"/>
    <dgm:cxn modelId="{C831FE58-442A-446E-A771-AED592335DEB}" type="presParOf" srcId="{5F778D33-0ED6-489F-B7D3-2C448AF7167B}" destId="{AC2BB173-9F17-40E4-906F-62440B7FF3C4}" srcOrd="0" destOrd="0" presId="urn:microsoft.com/office/officeart/2016/7/layout/VerticalSolidActionList"/>
    <dgm:cxn modelId="{4AA1E307-16A0-4E67-AAFE-3BB73BB6A00B}" type="presParOf" srcId="{AC2BB173-9F17-40E4-906F-62440B7FF3C4}" destId="{6130109F-2ED9-490D-872E-CDFCE6814A2F}" srcOrd="0" destOrd="0" presId="urn:microsoft.com/office/officeart/2016/7/layout/VerticalSolidActionList"/>
    <dgm:cxn modelId="{4E2E8069-7BFF-4567-8A09-CD940D5A8D0A}" type="presParOf" srcId="{AC2BB173-9F17-40E4-906F-62440B7FF3C4}" destId="{ED2D5C44-BFEC-49EF-B47E-473712C2BB6F}" srcOrd="1" destOrd="0" presId="urn:microsoft.com/office/officeart/2016/7/layout/VerticalSolidActionList"/>
    <dgm:cxn modelId="{34995612-ED28-49F7-8B1B-8B985E8A7888}" type="presParOf" srcId="{5F778D33-0ED6-489F-B7D3-2C448AF7167B}" destId="{03B41598-33D1-4BA4-8EA2-FD0115081DE1}" srcOrd="1" destOrd="0" presId="urn:microsoft.com/office/officeart/2016/7/layout/VerticalSolidActionList"/>
    <dgm:cxn modelId="{6C809C80-784A-4266-A38B-154828CBED28}" type="presParOf" srcId="{5F778D33-0ED6-489F-B7D3-2C448AF7167B}" destId="{19DF92F7-67CE-4E91-B74F-42280AB66C52}" srcOrd="2" destOrd="0" presId="urn:microsoft.com/office/officeart/2016/7/layout/VerticalSolidActionList"/>
    <dgm:cxn modelId="{72A89355-ED38-4578-971A-037D8149C253}" type="presParOf" srcId="{19DF92F7-67CE-4E91-B74F-42280AB66C52}" destId="{5D7FF6A1-99CD-4BD8-8D74-2C5F6B707010}" srcOrd="0" destOrd="0" presId="urn:microsoft.com/office/officeart/2016/7/layout/VerticalSolidActionList"/>
    <dgm:cxn modelId="{D474805E-B2C1-4E7F-90B7-ED345D274500}" type="presParOf" srcId="{19DF92F7-67CE-4E91-B74F-42280AB66C52}" destId="{B77179F9-BF52-4DEB-9482-961B0F84902E}" srcOrd="1" destOrd="0" presId="urn:microsoft.com/office/officeart/2016/7/layout/VerticalSolidActionList"/>
    <dgm:cxn modelId="{7ADC3240-9344-4C6D-BF6D-4B3A32A1B57A}" type="presParOf" srcId="{5F778D33-0ED6-489F-B7D3-2C448AF7167B}" destId="{0FB5F8C6-0058-4AEC-A1A6-FC1A6EB05B08}" srcOrd="3" destOrd="0" presId="urn:microsoft.com/office/officeart/2016/7/layout/VerticalSolidActionList"/>
    <dgm:cxn modelId="{A26B0BDC-1280-4B98-BE99-41056C3475F0}" type="presParOf" srcId="{5F778D33-0ED6-489F-B7D3-2C448AF7167B}" destId="{0C785447-FCB2-472F-BDBE-28301E8023BF}" srcOrd="4" destOrd="0" presId="urn:microsoft.com/office/officeart/2016/7/layout/VerticalSolidActionList"/>
    <dgm:cxn modelId="{34DCEB80-D641-4235-9A67-025C0D1F8355}" type="presParOf" srcId="{0C785447-FCB2-472F-BDBE-28301E8023BF}" destId="{1401774A-00D1-4A20-82A4-28615358FFFE}" srcOrd="0" destOrd="0" presId="urn:microsoft.com/office/officeart/2016/7/layout/VerticalSolidActionList"/>
    <dgm:cxn modelId="{243618F2-4F58-4A1B-9EC6-0A4EA5A510B2}" type="presParOf" srcId="{0C785447-FCB2-472F-BDBE-28301E8023BF}" destId="{4063F206-424E-4595-9A62-3C202DC544F1}" srcOrd="1" destOrd="0" presId="urn:microsoft.com/office/officeart/2016/7/layout/VerticalSolidActionList"/>
    <dgm:cxn modelId="{C76F796D-E8C4-45F1-AC47-56B73A4B8B41}" type="presParOf" srcId="{5F778D33-0ED6-489F-B7D3-2C448AF7167B}" destId="{5A86E801-09A8-44CE-8B33-CA325F925CE7}" srcOrd="5" destOrd="0" presId="urn:microsoft.com/office/officeart/2016/7/layout/VerticalSolidActionList"/>
    <dgm:cxn modelId="{7D485468-926C-4A59-8BE1-C7DEB15BFEB5}" type="presParOf" srcId="{5F778D33-0ED6-489F-B7D3-2C448AF7167B}" destId="{E7F72316-434A-4B9E-8F7D-144C57959DC3}" srcOrd="6" destOrd="0" presId="urn:microsoft.com/office/officeart/2016/7/layout/VerticalSolidActionList"/>
    <dgm:cxn modelId="{6D6E95E0-3D48-49EA-ADEA-E7B17C58C921}" type="presParOf" srcId="{E7F72316-434A-4B9E-8F7D-144C57959DC3}" destId="{B39E12F9-C7F5-442E-A7FA-C0CCD908B123}" srcOrd="0" destOrd="0" presId="urn:microsoft.com/office/officeart/2016/7/layout/VerticalSolidActionList"/>
    <dgm:cxn modelId="{C12558BE-F797-4BFB-80DB-8F2BF3CCE315}" type="presParOf" srcId="{E7F72316-434A-4B9E-8F7D-144C57959DC3}" destId="{4219F01C-37FA-470F-AF43-51AFD669534C}" srcOrd="1" destOrd="0" presId="urn:microsoft.com/office/officeart/2016/7/layout/VerticalSolidActionList"/>
    <dgm:cxn modelId="{6074E14C-4D87-4E00-BF52-C64C47DD9B72}" type="presParOf" srcId="{5F778D33-0ED6-489F-B7D3-2C448AF7167B}" destId="{2E313F69-5D22-4795-B8AF-A908F5083BCC}" srcOrd="7" destOrd="0" presId="urn:microsoft.com/office/officeart/2016/7/layout/VerticalSolidActionList"/>
    <dgm:cxn modelId="{F45254C7-FAF8-4206-AC3D-097D6D34B7F8}" type="presParOf" srcId="{5F778D33-0ED6-489F-B7D3-2C448AF7167B}" destId="{A9447BF0-F37F-486A-A2B0-93473AC6A355}" srcOrd="8" destOrd="0" presId="urn:microsoft.com/office/officeart/2016/7/layout/VerticalSolidActionList"/>
    <dgm:cxn modelId="{6AB52766-871A-4798-A81C-51E7AE33496E}" type="presParOf" srcId="{A9447BF0-F37F-486A-A2B0-93473AC6A355}" destId="{76177877-EABA-4A56-909B-20D590B01BCB}" srcOrd="0" destOrd="0" presId="urn:microsoft.com/office/officeart/2016/7/layout/VerticalSolidActionList"/>
    <dgm:cxn modelId="{43881901-4B0E-410E-B982-C13C5705360B}" type="presParOf" srcId="{A9447BF0-F37F-486A-A2B0-93473AC6A355}" destId="{A56F46B7-57D4-4367-A69E-0FC8E0A3CCC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7E1A7-0A81-495E-80CE-500ACE444534}">
      <dsp:nvSpPr>
        <dsp:cNvPr id="0" name=""/>
        <dsp:cNvSpPr/>
      </dsp:nvSpPr>
      <dsp:spPr>
        <a:xfrm>
          <a:off x="0" y="588460"/>
          <a:ext cx="1102995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D9B51-99A5-4C56-BF87-92A510F7A975}">
      <dsp:nvSpPr>
        <dsp:cNvPr id="0" name=""/>
        <dsp:cNvSpPr/>
      </dsp:nvSpPr>
      <dsp:spPr>
        <a:xfrm>
          <a:off x="551497" y="322780"/>
          <a:ext cx="772096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0" i="0" kern="1200" baseline="0"/>
            <a:t>This option allows businesses to run SQL Server on Azure VMs</a:t>
          </a:r>
          <a:endParaRPr lang="en-US" sz="1800" kern="1200"/>
        </a:p>
      </dsp:txBody>
      <dsp:txXfrm>
        <a:off x="577436" y="348719"/>
        <a:ext cx="7669087" cy="479482"/>
      </dsp:txXfrm>
    </dsp:sp>
    <dsp:sp modelId="{FF5D73A1-6A27-451F-AF23-A70BF9305B8A}">
      <dsp:nvSpPr>
        <dsp:cNvPr id="0" name=""/>
        <dsp:cNvSpPr/>
      </dsp:nvSpPr>
      <dsp:spPr>
        <a:xfrm>
          <a:off x="0" y="1404940"/>
          <a:ext cx="1102995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496807"/>
              <a:satOff val="-3252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72A33-A2B8-465D-87DC-504D992CAC60}">
      <dsp:nvSpPr>
        <dsp:cNvPr id="0" name=""/>
        <dsp:cNvSpPr/>
      </dsp:nvSpPr>
      <dsp:spPr>
        <a:xfrm>
          <a:off x="551497" y="1139260"/>
          <a:ext cx="7720965" cy="531360"/>
        </a:xfrm>
        <a:prstGeom prst="round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</a:t>
          </a:r>
          <a:r>
            <a:rPr lang="en-PK" sz="1800" b="0" i="0" kern="1200" baseline="0"/>
            <a:t>uitable for those already familiar with SQL Server. </a:t>
          </a:r>
          <a:endParaRPr lang="en-US" sz="1800" kern="1200"/>
        </a:p>
      </dsp:txBody>
      <dsp:txXfrm>
        <a:off x="577436" y="1165199"/>
        <a:ext cx="7669087" cy="479482"/>
      </dsp:txXfrm>
    </dsp:sp>
    <dsp:sp modelId="{00DF3CC8-DABE-4B16-B4C9-ACC0FD08C8A1}">
      <dsp:nvSpPr>
        <dsp:cNvPr id="0" name=""/>
        <dsp:cNvSpPr/>
      </dsp:nvSpPr>
      <dsp:spPr>
        <a:xfrm>
          <a:off x="0" y="2221420"/>
          <a:ext cx="1102995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993614"/>
              <a:satOff val="-6505"/>
              <a:lumOff val="-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23C9B-5D5A-46C5-912F-EA310FD4DA19}">
      <dsp:nvSpPr>
        <dsp:cNvPr id="0" name=""/>
        <dsp:cNvSpPr/>
      </dsp:nvSpPr>
      <dsp:spPr>
        <a:xfrm>
          <a:off x="551497" y="1955740"/>
          <a:ext cx="7720965" cy="531360"/>
        </a:xfrm>
        <a:prstGeom prst="round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0" i="0" kern="1200" baseline="0"/>
            <a:t>Azure manages security patches and backups</a:t>
          </a:r>
          <a:endParaRPr lang="en-US" sz="1800" kern="1200"/>
        </a:p>
      </dsp:txBody>
      <dsp:txXfrm>
        <a:off x="577436" y="1981679"/>
        <a:ext cx="7669087" cy="479482"/>
      </dsp:txXfrm>
    </dsp:sp>
    <dsp:sp modelId="{6019B310-6940-4CFD-A33B-F0B0FEAA01B9}">
      <dsp:nvSpPr>
        <dsp:cNvPr id="0" name=""/>
        <dsp:cNvSpPr/>
      </dsp:nvSpPr>
      <dsp:spPr>
        <a:xfrm>
          <a:off x="0" y="3037900"/>
          <a:ext cx="1102995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D8AB6-18CE-46E6-8847-895149989098}">
      <dsp:nvSpPr>
        <dsp:cNvPr id="0" name=""/>
        <dsp:cNvSpPr/>
      </dsp:nvSpPr>
      <dsp:spPr>
        <a:xfrm>
          <a:off x="551497" y="2772220"/>
          <a:ext cx="7720965" cy="53136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800" b="0" i="0" kern="1200" baseline="0"/>
            <a:t>users are responsible for maintaining the OS and SQL Server software.</a:t>
          </a:r>
          <a:endParaRPr lang="en-US" sz="1800" kern="1200"/>
        </a:p>
      </dsp:txBody>
      <dsp:txXfrm>
        <a:off x="577436" y="2798159"/>
        <a:ext cx="7669087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DD33D-C3C9-4F02-A626-CF83571A70B0}">
      <dsp:nvSpPr>
        <dsp:cNvPr id="0" name=""/>
        <dsp:cNvSpPr/>
      </dsp:nvSpPr>
      <dsp:spPr>
        <a:xfrm>
          <a:off x="0" y="54603"/>
          <a:ext cx="11029950" cy="180501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</a:t>
          </a:r>
          <a:r>
            <a:rPr lang="en-PK" sz="3300" b="0" i="0" kern="1200" baseline="0"/>
            <a:t>ffer</a:t>
          </a:r>
          <a:r>
            <a:rPr lang="en-US" sz="3300" kern="1200"/>
            <a:t>s </a:t>
          </a:r>
          <a:r>
            <a:rPr lang="en-PK" sz="3300" b="0" i="0" kern="1200" baseline="0"/>
            <a:t>most SQL Server features without needing to manage virtual machines. </a:t>
          </a:r>
          <a:endParaRPr lang="en-US" sz="3300" kern="1200"/>
        </a:p>
      </dsp:txBody>
      <dsp:txXfrm>
        <a:off x="88114" y="142717"/>
        <a:ext cx="10853722" cy="1628789"/>
      </dsp:txXfrm>
    </dsp:sp>
    <dsp:sp modelId="{E488CF52-3D93-4912-85F1-C117158EDB0A}">
      <dsp:nvSpPr>
        <dsp:cNvPr id="0" name=""/>
        <dsp:cNvSpPr/>
      </dsp:nvSpPr>
      <dsp:spPr>
        <a:xfrm>
          <a:off x="0" y="1954660"/>
          <a:ext cx="11029950" cy="1805017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300" b="0" i="0" kern="1200" baseline="0"/>
            <a:t>This is ideal for businesses looking to save on infrastructure costs while retaining SQL Server’s instance-scoped features.</a:t>
          </a:r>
          <a:endParaRPr lang="en-US" sz="3300" kern="1200"/>
        </a:p>
      </dsp:txBody>
      <dsp:txXfrm>
        <a:off x="88114" y="2042774"/>
        <a:ext cx="10853722" cy="1628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164BD-B806-4FE6-BDBF-BCBD112C8839}">
      <dsp:nvSpPr>
        <dsp:cNvPr id="0" name=""/>
        <dsp:cNvSpPr/>
      </dsp:nvSpPr>
      <dsp:spPr>
        <a:xfrm>
          <a:off x="0" y="7420"/>
          <a:ext cx="11029950" cy="57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</a:t>
          </a:r>
          <a:r>
            <a:rPr lang="en-PK" sz="2400" b="0" i="0" kern="1200" baseline="0"/>
            <a:t>bstracts the server management completely</a:t>
          </a:r>
          <a:r>
            <a:rPr lang="en-US" sz="2400" b="0" i="0" kern="1200" baseline="0"/>
            <a:t>.</a:t>
          </a:r>
          <a:endParaRPr lang="en-US" sz="2400" kern="1200"/>
        </a:p>
      </dsp:txBody>
      <dsp:txXfrm>
        <a:off x="28100" y="35520"/>
        <a:ext cx="10973750" cy="519439"/>
      </dsp:txXfrm>
    </dsp:sp>
    <dsp:sp modelId="{DC185A0F-DD00-4F1C-9620-14E74B4D66D3}">
      <dsp:nvSpPr>
        <dsp:cNvPr id="0" name=""/>
        <dsp:cNvSpPr/>
      </dsp:nvSpPr>
      <dsp:spPr>
        <a:xfrm>
          <a:off x="0" y="652180"/>
          <a:ext cx="11029950" cy="575639"/>
        </a:xfrm>
        <a:prstGeom prst="roundRect">
          <a:avLst/>
        </a:prstGeom>
        <a:solidFill>
          <a:schemeClr val="accent2">
            <a:hueOff val="-298084"/>
            <a:satOff val="-1951"/>
            <a:lumOff val="-43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</a:t>
          </a:r>
          <a:r>
            <a:rPr lang="en-PK" sz="2400" b="0" i="0" kern="1200" baseline="0"/>
            <a:t>llow</a:t>
          </a:r>
          <a:r>
            <a:rPr lang="en-US" sz="2400" b="0" i="0" kern="1200" baseline="0"/>
            <a:t>s</a:t>
          </a:r>
          <a:r>
            <a:rPr lang="en-PK" sz="2400" b="0" i="0" kern="1200" baseline="0"/>
            <a:t> businesses to focus purely on application development. </a:t>
          </a:r>
          <a:endParaRPr lang="en-US" sz="2400" kern="1200"/>
        </a:p>
      </dsp:txBody>
      <dsp:txXfrm>
        <a:off x="28100" y="680280"/>
        <a:ext cx="10973750" cy="519439"/>
      </dsp:txXfrm>
    </dsp:sp>
    <dsp:sp modelId="{8AD84AD8-AA4E-49DB-9208-FFB45EFFEBD6}">
      <dsp:nvSpPr>
        <dsp:cNvPr id="0" name=""/>
        <dsp:cNvSpPr/>
      </dsp:nvSpPr>
      <dsp:spPr>
        <a:xfrm>
          <a:off x="0" y="1296940"/>
          <a:ext cx="11029950" cy="575639"/>
        </a:xfrm>
        <a:prstGeom prst="roundRect">
          <a:avLst/>
        </a:prstGeom>
        <a:solidFill>
          <a:schemeClr val="accent2">
            <a:hueOff val="-596168"/>
            <a:satOff val="-3903"/>
            <a:lumOff val="-862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</a:t>
          </a:r>
          <a:r>
            <a:rPr lang="en-PK" sz="2400" b="0" i="0" kern="1200" baseline="0"/>
            <a:t>upports hyperscale for large storage</a:t>
          </a:r>
          <a:r>
            <a:rPr lang="en-US" sz="2400" kern="1200"/>
            <a:t>.</a:t>
          </a:r>
        </a:p>
      </dsp:txBody>
      <dsp:txXfrm>
        <a:off x="28100" y="1325040"/>
        <a:ext cx="10973750" cy="519439"/>
      </dsp:txXfrm>
    </dsp:sp>
    <dsp:sp modelId="{90283C1C-4353-4F79-B721-F96B9ED6F534}">
      <dsp:nvSpPr>
        <dsp:cNvPr id="0" name=""/>
        <dsp:cNvSpPr/>
      </dsp:nvSpPr>
      <dsp:spPr>
        <a:xfrm>
          <a:off x="0" y="1941700"/>
          <a:ext cx="11029950" cy="575639"/>
        </a:xfrm>
        <a:prstGeom prst="roundRect">
          <a:avLst/>
        </a:prstGeom>
        <a:solidFill>
          <a:schemeClr val="accent2">
            <a:hueOff val="-894253"/>
            <a:satOff val="-5854"/>
            <a:lumOff val="-129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Supports </a:t>
          </a:r>
          <a:r>
            <a:rPr lang="en-PK" sz="2400" b="0" i="0" kern="1200" baseline="0"/>
            <a:t>geo-replication for global reach</a:t>
          </a:r>
          <a:r>
            <a:rPr lang="en-US" sz="2400" kern="1200"/>
            <a:t>.</a:t>
          </a:r>
        </a:p>
      </dsp:txBody>
      <dsp:txXfrm>
        <a:off x="28100" y="1969800"/>
        <a:ext cx="10973750" cy="519439"/>
      </dsp:txXfrm>
    </dsp:sp>
    <dsp:sp modelId="{CA593970-3F0F-4C07-84B4-753F19960946}">
      <dsp:nvSpPr>
        <dsp:cNvPr id="0" name=""/>
        <dsp:cNvSpPr/>
      </dsp:nvSpPr>
      <dsp:spPr>
        <a:xfrm>
          <a:off x="0" y="2586460"/>
          <a:ext cx="11029950" cy="575639"/>
        </a:xfrm>
        <a:prstGeom prst="roundRect">
          <a:avLst/>
        </a:prstGeom>
        <a:solidFill>
          <a:schemeClr val="accent2">
            <a:hueOff val="-1192337"/>
            <a:satOff val="-7806"/>
            <a:lumOff val="-1725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Supports </a:t>
          </a:r>
          <a:r>
            <a:rPr lang="en-PK" sz="2400" b="0" i="0" kern="1200" baseline="0"/>
            <a:t>autoscaling for unpredictable workloads. </a:t>
          </a:r>
          <a:endParaRPr lang="en-US" sz="2400" kern="1200"/>
        </a:p>
      </dsp:txBody>
      <dsp:txXfrm>
        <a:off x="28100" y="2614560"/>
        <a:ext cx="10973750" cy="519439"/>
      </dsp:txXfrm>
    </dsp:sp>
    <dsp:sp modelId="{92020437-2DC5-438C-B18A-FAC3F22982D6}">
      <dsp:nvSpPr>
        <dsp:cNvPr id="0" name=""/>
        <dsp:cNvSpPr/>
      </dsp:nvSpPr>
      <dsp:spPr>
        <a:xfrm>
          <a:off x="0" y="3231220"/>
          <a:ext cx="11029950" cy="575639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</a:t>
          </a:r>
          <a:r>
            <a:rPr lang="en-PK" sz="2400" b="0" i="0" kern="1200" baseline="0"/>
            <a:t>ffers a high availability SLA and intelligent performance management.</a:t>
          </a:r>
          <a:endParaRPr lang="en-US" sz="2400" kern="1200"/>
        </a:p>
      </dsp:txBody>
      <dsp:txXfrm>
        <a:off x="28100" y="3259320"/>
        <a:ext cx="10973750" cy="5194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68126-D161-4068-8708-B6E30764B5B4}">
      <dsp:nvSpPr>
        <dsp:cNvPr id="0" name=""/>
        <dsp:cNvSpPr/>
      </dsp:nvSpPr>
      <dsp:spPr>
        <a:xfrm>
          <a:off x="0" y="64193"/>
          <a:ext cx="11029950" cy="87395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Scalability: Elastic scaling of throughput and storage based on demand.</a:t>
          </a:r>
        </a:p>
      </dsp:txBody>
      <dsp:txXfrm>
        <a:off x="42663" y="106856"/>
        <a:ext cx="10944624" cy="788627"/>
      </dsp:txXfrm>
    </dsp:sp>
    <dsp:sp modelId="{5E7B29FC-4058-475F-80C1-373CEF75EE79}">
      <dsp:nvSpPr>
        <dsp:cNvPr id="0" name=""/>
        <dsp:cNvSpPr/>
      </dsp:nvSpPr>
      <dsp:spPr>
        <a:xfrm>
          <a:off x="0" y="1001507"/>
          <a:ext cx="11029950" cy="87395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Global Distribution: Automatic replication to any Azure region for global access.</a:t>
          </a:r>
        </a:p>
      </dsp:txBody>
      <dsp:txXfrm>
        <a:off x="42663" y="1044170"/>
        <a:ext cx="10944624" cy="788627"/>
      </dsp:txXfrm>
    </dsp:sp>
    <dsp:sp modelId="{213F0F31-86C2-45CA-9255-E2F380D7CFC5}">
      <dsp:nvSpPr>
        <dsp:cNvPr id="0" name=""/>
        <dsp:cNvSpPr/>
      </dsp:nvSpPr>
      <dsp:spPr>
        <a:xfrm>
          <a:off x="0" y="1938820"/>
          <a:ext cx="11029950" cy="87395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High Availability: 99.999% availability with multi-region replication and disaster recovery.</a:t>
          </a:r>
        </a:p>
      </dsp:txBody>
      <dsp:txXfrm>
        <a:off x="42663" y="1981483"/>
        <a:ext cx="10944624" cy="788627"/>
      </dsp:txXfrm>
    </dsp:sp>
    <dsp:sp modelId="{89C50487-1012-40D2-A93C-DCE03782D632}">
      <dsp:nvSpPr>
        <dsp:cNvPr id="0" name=""/>
        <dsp:cNvSpPr/>
      </dsp:nvSpPr>
      <dsp:spPr>
        <a:xfrm>
          <a:off x="0" y="2876133"/>
          <a:ext cx="11029950" cy="87395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Flexible Consistency Models: Five well-defined consistency levels from strong to eventual consistency.</a:t>
          </a:r>
        </a:p>
      </dsp:txBody>
      <dsp:txXfrm>
        <a:off x="42663" y="2918796"/>
        <a:ext cx="10944624" cy="7886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2FC40-C07F-48F1-B5C7-3E1DD65D0F2E}">
      <dsp:nvSpPr>
        <dsp:cNvPr id="0" name=""/>
        <dsp:cNvSpPr/>
      </dsp:nvSpPr>
      <dsp:spPr>
        <a:xfrm>
          <a:off x="0" y="384"/>
          <a:ext cx="718359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C038A-A5DF-4C61-8631-41FAD07F44D1}">
      <dsp:nvSpPr>
        <dsp:cNvPr id="0" name=""/>
        <dsp:cNvSpPr/>
      </dsp:nvSpPr>
      <dsp:spPr>
        <a:xfrm>
          <a:off x="0" y="384"/>
          <a:ext cx="7183597" cy="630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Strong Consistency: Linearizability for the most recent committed writes.</a:t>
          </a:r>
        </a:p>
      </dsp:txBody>
      <dsp:txXfrm>
        <a:off x="0" y="384"/>
        <a:ext cx="7183597" cy="630318"/>
      </dsp:txXfrm>
    </dsp:sp>
    <dsp:sp modelId="{F39E1913-724C-4882-BC8F-DEF34B84EF5A}">
      <dsp:nvSpPr>
        <dsp:cNvPr id="0" name=""/>
        <dsp:cNvSpPr/>
      </dsp:nvSpPr>
      <dsp:spPr>
        <a:xfrm>
          <a:off x="0" y="630703"/>
          <a:ext cx="718359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A377F-09AD-4831-B27C-9F169A2E2602}">
      <dsp:nvSpPr>
        <dsp:cNvPr id="0" name=""/>
        <dsp:cNvSpPr/>
      </dsp:nvSpPr>
      <dsp:spPr>
        <a:xfrm>
          <a:off x="0" y="630703"/>
          <a:ext cx="7183597" cy="630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Bounded Staleness: Reads lag behind writes by a defined period or versions.</a:t>
          </a:r>
        </a:p>
      </dsp:txBody>
      <dsp:txXfrm>
        <a:off x="0" y="630703"/>
        <a:ext cx="7183597" cy="630318"/>
      </dsp:txXfrm>
    </dsp:sp>
    <dsp:sp modelId="{940E5A72-0B8B-4E89-BEBD-CF81E0DF2E36}">
      <dsp:nvSpPr>
        <dsp:cNvPr id="0" name=""/>
        <dsp:cNvSpPr/>
      </dsp:nvSpPr>
      <dsp:spPr>
        <a:xfrm>
          <a:off x="0" y="1261021"/>
          <a:ext cx="718359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9AF47-FD72-4647-B9CC-D6F49DB061A1}">
      <dsp:nvSpPr>
        <dsp:cNvPr id="0" name=""/>
        <dsp:cNvSpPr/>
      </dsp:nvSpPr>
      <dsp:spPr>
        <a:xfrm>
          <a:off x="0" y="1261021"/>
          <a:ext cx="7183597" cy="630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Session Consistency: Ensures monotonic reads and writes within a session, great for user-specific data.</a:t>
          </a:r>
        </a:p>
      </dsp:txBody>
      <dsp:txXfrm>
        <a:off x="0" y="1261021"/>
        <a:ext cx="7183597" cy="630318"/>
      </dsp:txXfrm>
    </dsp:sp>
    <dsp:sp modelId="{0EF953AC-65FC-4BE4-91D8-4102654FC2ED}">
      <dsp:nvSpPr>
        <dsp:cNvPr id="0" name=""/>
        <dsp:cNvSpPr/>
      </dsp:nvSpPr>
      <dsp:spPr>
        <a:xfrm>
          <a:off x="0" y="1891340"/>
          <a:ext cx="718359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87A8A-7068-4E71-96FE-4911E9EF976F}">
      <dsp:nvSpPr>
        <dsp:cNvPr id="0" name=""/>
        <dsp:cNvSpPr/>
      </dsp:nvSpPr>
      <dsp:spPr>
        <a:xfrm>
          <a:off x="0" y="1891340"/>
          <a:ext cx="7183597" cy="630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Consistent Prefix: No out-of-order reads.</a:t>
          </a:r>
        </a:p>
      </dsp:txBody>
      <dsp:txXfrm>
        <a:off x="0" y="1891340"/>
        <a:ext cx="7183597" cy="630318"/>
      </dsp:txXfrm>
    </dsp:sp>
    <dsp:sp modelId="{B32F1269-A404-4681-9001-F97BB2E4A99E}">
      <dsp:nvSpPr>
        <dsp:cNvPr id="0" name=""/>
        <dsp:cNvSpPr/>
      </dsp:nvSpPr>
      <dsp:spPr>
        <a:xfrm>
          <a:off x="0" y="2521658"/>
          <a:ext cx="718359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C6FD5-4512-4F3D-A8A1-A7B3C2BCA73D}">
      <dsp:nvSpPr>
        <dsp:cNvPr id="0" name=""/>
        <dsp:cNvSpPr/>
      </dsp:nvSpPr>
      <dsp:spPr>
        <a:xfrm>
          <a:off x="0" y="2521658"/>
          <a:ext cx="7183597" cy="630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Eventual Consistency: Lowest latency but no up-to-date reads guarantee.</a:t>
          </a:r>
        </a:p>
      </dsp:txBody>
      <dsp:txXfrm>
        <a:off x="0" y="2521658"/>
        <a:ext cx="7183597" cy="6303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D5C44-BFEC-49EF-B47E-473712C2BB6F}">
      <dsp:nvSpPr>
        <dsp:cNvPr id="0" name=""/>
        <dsp:cNvSpPr/>
      </dsp:nvSpPr>
      <dsp:spPr>
        <a:xfrm>
          <a:off x="1402474" y="2046"/>
          <a:ext cx="5609896" cy="8979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48" tIns="228069" rIns="108848" bIns="22806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0" i="0" kern="1200" baseline="0" dirty="0"/>
            <a:t>For document-based data with SQL syntax queries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</a:t>
          </a:r>
          <a:r>
            <a:rPr lang="en-PK" sz="1300" b="0" i="0" kern="1200" baseline="0" dirty="0"/>
            <a:t>deal for migrating from traditional databases like Oracle or DynamoDB.</a:t>
          </a:r>
          <a:endParaRPr lang="en-US" sz="1300" kern="1200" dirty="0"/>
        </a:p>
      </dsp:txBody>
      <dsp:txXfrm>
        <a:off x="1402474" y="2046"/>
        <a:ext cx="5609896" cy="897908"/>
      </dsp:txXfrm>
    </dsp:sp>
    <dsp:sp modelId="{6130109F-2ED9-490D-872E-CDFCE6814A2F}">
      <dsp:nvSpPr>
        <dsp:cNvPr id="0" name=""/>
        <dsp:cNvSpPr/>
      </dsp:nvSpPr>
      <dsp:spPr>
        <a:xfrm>
          <a:off x="0" y="2046"/>
          <a:ext cx="1402474" cy="89790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14" tIns="88693" rIns="74214" bIns="886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Core (SQL) API</a:t>
          </a:r>
          <a:r>
            <a:rPr lang="en-PK" sz="1700" b="0" i="0" kern="1200" baseline="0"/>
            <a:t>: </a:t>
          </a:r>
          <a:endParaRPr lang="en-US" sz="1700" kern="1200"/>
        </a:p>
      </dsp:txBody>
      <dsp:txXfrm>
        <a:off x="0" y="2046"/>
        <a:ext cx="1402474" cy="897908"/>
      </dsp:txXfrm>
    </dsp:sp>
    <dsp:sp modelId="{B77179F9-BF52-4DEB-9482-961B0F84902E}">
      <dsp:nvSpPr>
        <dsp:cNvPr id="0" name=""/>
        <dsp:cNvSpPr/>
      </dsp:nvSpPr>
      <dsp:spPr>
        <a:xfrm>
          <a:off x="1402474" y="953828"/>
          <a:ext cx="5609896" cy="89790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48" tIns="228069" rIns="108848" bIns="22806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0" i="0" kern="1200" baseline="0" dirty="0"/>
            <a:t>For graph-based data, useful for complex relationships, such as social networks or IoT data.</a:t>
          </a:r>
          <a:endParaRPr lang="en-US" sz="1300" kern="1200" dirty="0"/>
        </a:p>
      </dsp:txBody>
      <dsp:txXfrm>
        <a:off x="1402474" y="953828"/>
        <a:ext cx="5609896" cy="897908"/>
      </dsp:txXfrm>
    </dsp:sp>
    <dsp:sp modelId="{5D7FF6A1-99CD-4BD8-8D74-2C5F6B707010}">
      <dsp:nvSpPr>
        <dsp:cNvPr id="0" name=""/>
        <dsp:cNvSpPr/>
      </dsp:nvSpPr>
      <dsp:spPr>
        <a:xfrm>
          <a:off x="0" y="953828"/>
          <a:ext cx="1402474" cy="8979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14" tIns="88693" rIns="74214" bIns="886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Gremlin API</a:t>
          </a:r>
          <a:r>
            <a:rPr lang="en-PK" sz="1700" b="0" i="0" kern="1200" baseline="0"/>
            <a:t>: </a:t>
          </a:r>
          <a:endParaRPr lang="en-US" sz="1700" kern="1200"/>
        </a:p>
      </dsp:txBody>
      <dsp:txXfrm>
        <a:off x="0" y="953828"/>
        <a:ext cx="1402474" cy="897908"/>
      </dsp:txXfrm>
    </dsp:sp>
    <dsp:sp modelId="{4063F206-424E-4595-9A62-3C202DC544F1}">
      <dsp:nvSpPr>
        <dsp:cNvPr id="0" name=""/>
        <dsp:cNvSpPr/>
      </dsp:nvSpPr>
      <dsp:spPr>
        <a:xfrm>
          <a:off x="1402474" y="1905611"/>
          <a:ext cx="5609896" cy="89790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48" tIns="228069" rIns="108848" bIns="22806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0" i="0" kern="1200" baseline="0"/>
            <a:t>Enables use of existing MongoDB applications with minimal changes.</a:t>
          </a:r>
          <a:endParaRPr lang="en-US" sz="1300" kern="1200"/>
        </a:p>
      </dsp:txBody>
      <dsp:txXfrm>
        <a:off x="1402474" y="1905611"/>
        <a:ext cx="5609896" cy="897908"/>
      </dsp:txXfrm>
    </dsp:sp>
    <dsp:sp modelId="{1401774A-00D1-4A20-82A4-28615358FFFE}">
      <dsp:nvSpPr>
        <dsp:cNvPr id="0" name=""/>
        <dsp:cNvSpPr/>
      </dsp:nvSpPr>
      <dsp:spPr>
        <a:xfrm>
          <a:off x="0" y="1905611"/>
          <a:ext cx="1402474" cy="89790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14" tIns="88693" rIns="74214" bIns="886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MongoDB API</a:t>
          </a:r>
          <a:r>
            <a:rPr lang="en-PK" sz="1700" b="0" i="0" kern="1200" baseline="0"/>
            <a:t>: </a:t>
          </a:r>
          <a:endParaRPr lang="en-US" sz="1700" kern="1200"/>
        </a:p>
      </dsp:txBody>
      <dsp:txXfrm>
        <a:off x="0" y="1905611"/>
        <a:ext cx="1402474" cy="897908"/>
      </dsp:txXfrm>
    </dsp:sp>
    <dsp:sp modelId="{4219F01C-37FA-470F-AF43-51AFD669534C}">
      <dsp:nvSpPr>
        <dsp:cNvPr id="0" name=""/>
        <dsp:cNvSpPr/>
      </dsp:nvSpPr>
      <dsp:spPr>
        <a:xfrm>
          <a:off x="1402474" y="2857393"/>
          <a:ext cx="5609896" cy="89790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48" tIns="228069" rIns="108848" bIns="22806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0" i="0" kern="1200" baseline="0"/>
            <a:t>Supports column-oriented data storage and scales horizontally for large datasets.</a:t>
          </a:r>
          <a:endParaRPr lang="en-US" sz="1300" kern="1200"/>
        </a:p>
      </dsp:txBody>
      <dsp:txXfrm>
        <a:off x="1402474" y="2857393"/>
        <a:ext cx="5609896" cy="897908"/>
      </dsp:txXfrm>
    </dsp:sp>
    <dsp:sp modelId="{B39E12F9-C7F5-442E-A7FA-C0CCD908B123}">
      <dsp:nvSpPr>
        <dsp:cNvPr id="0" name=""/>
        <dsp:cNvSpPr/>
      </dsp:nvSpPr>
      <dsp:spPr>
        <a:xfrm>
          <a:off x="0" y="2857393"/>
          <a:ext cx="1402474" cy="89790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14" tIns="88693" rIns="74214" bIns="886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Cassandra API</a:t>
          </a:r>
          <a:r>
            <a:rPr lang="en-PK" sz="1700" b="0" i="0" kern="1200" baseline="0"/>
            <a:t>: </a:t>
          </a:r>
          <a:endParaRPr lang="en-US" sz="1700" kern="1200"/>
        </a:p>
      </dsp:txBody>
      <dsp:txXfrm>
        <a:off x="0" y="2857393"/>
        <a:ext cx="1402474" cy="897908"/>
      </dsp:txXfrm>
    </dsp:sp>
    <dsp:sp modelId="{A56F46B7-57D4-4367-A69E-0FC8E0A3CCCA}">
      <dsp:nvSpPr>
        <dsp:cNvPr id="0" name=""/>
        <dsp:cNvSpPr/>
      </dsp:nvSpPr>
      <dsp:spPr>
        <a:xfrm>
          <a:off x="1402474" y="3809176"/>
          <a:ext cx="5609896" cy="897908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48" tIns="228069" rIns="108848" bIns="22806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300" b="0" i="0" kern="1200" baseline="0"/>
            <a:t>A key-value store that works well with OLTP scenarios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</a:t>
          </a:r>
          <a:r>
            <a:rPr lang="en-PK" sz="1300" b="0" i="0" kern="1200" baseline="0"/>
            <a:t>an migrate from Azure Table Storage with minimal effort. </a:t>
          </a:r>
          <a:endParaRPr lang="en-US" sz="1300" kern="1200"/>
        </a:p>
      </dsp:txBody>
      <dsp:txXfrm>
        <a:off x="1402474" y="3809176"/>
        <a:ext cx="5609896" cy="897908"/>
      </dsp:txXfrm>
    </dsp:sp>
    <dsp:sp modelId="{76177877-EABA-4A56-909B-20D590B01BCB}">
      <dsp:nvSpPr>
        <dsp:cNvPr id="0" name=""/>
        <dsp:cNvSpPr/>
      </dsp:nvSpPr>
      <dsp:spPr>
        <a:xfrm>
          <a:off x="0" y="3809176"/>
          <a:ext cx="1402474" cy="89790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6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4214" tIns="88693" rIns="74214" bIns="8869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b="1" i="0" kern="1200" baseline="0"/>
            <a:t>Table API</a:t>
          </a:r>
          <a:r>
            <a:rPr lang="en-PK" sz="1700" b="0" i="0" kern="1200" baseline="0"/>
            <a:t>: </a:t>
          </a:r>
          <a:endParaRPr lang="en-US" sz="1700" kern="1200"/>
        </a:p>
      </dsp:txBody>
      <dsp:txXfrm>
        <a:off x="0" y="3809176"/>
        <a:ext cx="1402474" cy="897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572974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5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Microsoft Azure Cloud Storage &amp; Databases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45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D241E-7DF8-C19C-5CD2-0FCDC6E7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 to Microsoft Azure Cloud Storage and Databases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E0401-BA4B-FEBB-A077-A71541269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485678"/>
            <a:ext cx="6108179" cy="5869275"/>
          </a:xfrm>
        </p:spPr>
        <p:txBody>
          <a:bodyPr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700" dirty="0"/>
              <a:t>"Choosing the right database and data storage options can mean the difference between a resilient, scalable, and delightful application...and one that is not.“ </a:t>
            </a:r>
          </a:p>
          <a:p>
            <a:pPr>
              <a:spcAft>
                <a:spcPts val="0"/>
              </a:spcAft>
            </a:pPr>
            <a:r>
              <a:rPr lang="en-US" sz="1700" dirty="0"/>
              <a:t>Key Needs: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Access data anytime, anywhere.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Scalable storage solutions.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Data retention policies for security and compliance.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Azure’s tools help manage structured and unstructured data effectively.</a:t>
            </a:r>
          </a:p>
          <a:p>
            <a:pPr>
              <a:spcAft>
                <a:spcPts val="0"/>
              </a:spcAft>
            </a:pPr>
            <a:r>
              <a:rPr lang="en-US" sz="1700" dirty="0"/>
              <a:t>Key Benefits: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Scalability: Easily upgrade storage capacity on demand.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Security: Reliable, secure data storage.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Global Access: Data accessible anywhere.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Cost Savings: No need for physical servers.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Data Synchronization: Easy sharing across devices.</a:t>
            </a:r>
          </a:p>
          <a:p>
            <a:pPr lvl="1">
              <a:spcAft>
                <a:spcPts val="0"/>
              </a:spcAft>
            </a:pPr>
            <a:r>
              <a:rPr lang="en-US" sz="1700" dirty="0"/>
              <a:t>Disaster Recovery: Quick data backup and restoration.</a:t>
            </a:r>
            <a:endParaRPr lang="en-PK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289B0-BECE-8A1C-8FBF-1D686110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005342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82DA-71C6-AF3B-8412-9D2C6DE9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DATA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E3460-BF30-3E56-3362-DEB432D75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04103"/>
            <a:ext cx="11029615" cy="38712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Understanding Big Data: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Large volumes of complex, heterogeneous data that businesses analyze to improve strategies.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Managing this data requires specialized storage and processing techniques.</a:t>
            </a:r>
          </a:p>
          <a:p>
            <a:pPr marL="3240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Types of 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Structured Data: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Organized in tables with relationships.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Examples: SQL Server, Oracle, MySQL.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Suitable for CRUD operations.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Unstructured Data: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 predefined format.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Examples: Video files, social media posts.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Best stored in NoSQL databases or Azure Data Lake.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A5DC5-D4DD-3DDB-2CC4-A13D4D9F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206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0DFD-C5A8-24D4-4421-6857199A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 Overview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53F7-2011-E975-A604-1EF14AEE9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91934"/>
            <a:ext cx="11029615" cy="4731979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Key Features: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Scalable and durable.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Accessible via HTTP, HTTPS, and REST API.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Offers data replication across geographic locations for disaster recovery.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Can be managed via Azure Storage Explorer.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Azure Storage Account Types: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Azure Storage v1 and v2: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Different capabilities for varied storage needs.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Choose based on your organization’s specific use case.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Tools for Managing Azure Storage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Azure PowerShell, Azure CLI for automation.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Client libraries for API development in C#, Java, Python, etc.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Azure Storage Explorer for data administration.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Scalability and Disaster Recovery with Azure Storage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Scalability: Expand storage based on demand.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Disaster Recovery: Replicate and back up data across Azure’s global data centers.</a:t>
            </a:r>
            <a:endParaRPr lang="en-PK" sz="1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9638F-27DA-091C-166E-17CA2374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12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6FFA-53FA-D199-FF39-85D89020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Databases OVERVIEW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2F135-3C01-09E7-0DF5-3E5480C8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Fully managed cloud database services.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Supports both relational (SQL) and non-relational (NoSQL) databases.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Ideal for modern cloud application development.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Structured Databases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Relational Databases: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SQL Server, Oracle, Postgres, Azure SQL.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Used for structured data requiring relationships (e.g., customer records).</a:t>
            </a:r>
          </a:p>
          <a:p>
            <a:pPr marL="3240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Non-Structured Databases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NoSQL Databases: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Ideal for unstructured data like documents, videos, logs.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Examples: Azure Data Lake, Cosmos DB.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Cases for Azure Database Services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Relational Databases: Suitable for applications that need structured, transactional data.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NoSQL Databases: Ideal for handling large, diverse datasets.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28AF2-21BE-68AF-2AA9-2FFF7683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894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1FB4-E2FB-4552-37B4-3EEF745C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 Services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C186-E313-EF28-C4EE-7F6DC86E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Cloud-based storage solutions for various types of data</a:t>
            </a:r>
          </a:p>
          <a:p>
            <a:r>
              <a:rPr lang="en-US" dirty="0"/>
              <a:t>Service types vary depending on data needs</a:t>
            </a:r>
          </a:p>
          <a:p>
            <a:r>
              <a:rPr lang="en-US" dirty="0"/>
              <a:t>Azure Storage services update frequently (refer to Azure updates)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Azure Storage Service Options</a:t>
            </a:r>
          </a:p>
          <a:p>
            <a:r>
              <a:rPr lang="en-US" dirty="0"/>
              <a:t>Azure Blob Storage: Massive scalable object store</a:t>
            </a:r>
          </a:p>
          <a:p>
            <a:r>
              <a:rPr lang="en-US" dirty="0"/>
              <a:t>Azure Files: Managed file storage with SMB and NFS</a:t>
            </a:r>
          </a:p>
          <a:p>
            <a:r>
              <a:rPr lang="en-US" dirty="0"/>
              <a:t>Azure Queues: Secure message storage for applications</a:t>
            </a:r>
          </a:p>
          <a:p>
            <a:r>
              <a:rPr lang="en-US" dirty="0"/>
              <a:t>Azure Tables: NoSQL store for structured data</a:t>
            </a:r>
          </a:p>
          <a:p>
            <a:r>
              <a:rPr lang="en-US" dirty="0"/>
              <a:t>Azure Managed Disks: Block-level storage for IaaS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FD538-BC96-F405-9F1C-F7AFBA4B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72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1FB4-E2FB-4552-37B4-3EEF745C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360318"/>
            <a:ext cx="11029616" cy="1188720"/>
          </a:xfrm>
        </p:spPr>
        <p:txBody>
          <a:bodyPr/>
          <a:lstStyle/>
          <a:p>
            <a:r>
              <a:rPr lang="en-US" dirty="0"/>
              <a:t>Azure Blob Storage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C186-E313-EF28-C4EE-7F6DC86EA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50810"/>
            <a:ext cx="11029615" cy="4671332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Cloud-based object storage for binary data (text, video, audio)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Ideal for: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Storing files for distribution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Streaming videos/audio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Backup and archiving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 Blob Storage Components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Storage Account: Unique namespace and URL for data objects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Containers: Organizes blobs, like folders in a file system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Blobs: Types - Block, Append, Page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Block: Text and binary data (up to 190.7 TiB)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Append: For append operations (e.g., logging)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Page: Random access files (up to 8TB)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Accessing Azure Blob Storage: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Accessible globally via HTTPS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Supported languages: .NET, Java, Python, Node.js, Ruby, PHP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Access methods: REST APIs, Azure CLI, PowerShell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naming conventions, refer to Microsoft documentation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FD538-BC96-F405-9F1C-F7AFBA4B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  <p:pic>
        <p:nvPicPr>
          <p:cNvPr id="1026" name="Picture 2" descr="Azure Blob Storage. Blob stands for binary large… | by Tola Ore-Aruwaji |  Medium">
            <a:extLst>
              <a:ext uri="{FF2B5EF4-FFF2-40B4-BE49-F238E27FC236}">
                <a16:creationId xmlns:a16="http://schemas.microsoft.com/office/drawing/2014/main" id="{4E1962EB-9521-DA36-CE6D-6FCB10536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813" y="2840885"/>
            <a:ext cx="5229994" cy="245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954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1FB4-E2FB-4552-37B4-3EEF745C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Files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C186-E313-EF28-C4EE-7F6DC86EA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90876"/>
            <a:ext cx="11029615" cy="363448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Managed file shares in the cloud (SMB, NFS protocols)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Accessible by cloud or on-premises deployments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SMB shares work on Windows, Linux, and macOS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Supports caching with Azure File Sync for faster access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 Files Use Cases and Benefits: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Replace on-premises file servers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Migrate applications to the cloud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Persistent volume for containerization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Simplify cloud development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FD538-BC96-F405-9F1C-F7AFBA4B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2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1FB4-E2FB-4552-37B4-3EEF745C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Queue Storage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C186-E313-EF28-C4EE-7F6DC86EA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57400"/>
            <a:ext cx="11029615" cy="23317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Service for storing large numbers of messages in the cloud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Key Components: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URL Format: storageaccountname.queue.core.windows.net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Storage Account: Namespace for queue messages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Queue: Stores a set of messages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Message: Up to 64 KB in size, customizable time-to-live (TTL)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FD538-BC96-F405-9F1C-F7AFBA4B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22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1FB4-E2FB-4552-37B4-3EEF745C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Table Storage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C186-E313-EF28-C4EE-7F6DC86EA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9072"/>
            <a:ext cx="11029615" cy="366674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NoSQL storage for large sets of structured 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Ideal for: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Handling terabytes of structured data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Easy denormalization of datasets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Fast data queries with clustered indexing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 Table Storage Components: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Storage Account: Required for all access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Table: Collection of entities (schema-less)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Properties: Entities have up to 252 properties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System properties: Partition key, Row key, Timestamp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Row key ensures uniqueness within a partition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FD538-BC96-F405-9F1C-F7AFBA4B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9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1FB4-E2FB-4552-37B4-3EEF745C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Managed Disks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C186-E313-EF28-C4EE-7F6DC86EA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3076249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dirty="0"/>
              <a:t>Virtualized cloud storage for IaaS</a:t>
            </a:r>
          </a:p>
          <a:p>
            <a:pPr>
              <a:spcAft>
                <a:spcPts val="0"/>
              </a:spcAft>
            </a:pPr>
            <a:r>
              <a:rPr lang="en-US" dirty="0"/>
              <a:t>Supports ultra disks, SSDs, and VM Scale Sets</a:t>
            </a:r>
          </a:p>
          <a:p>
            <a:pPr>
              <a:spcAft>
                <a:spcPts val="0"/>
              </a:spcAft>
            </a:pPr>
            <a:r>
              <a:rPr lang="en-US" dirty="0"/>
              <a:t>Scalable and secured with high availability (99.999%)</a:t>
            </a:r>
          </a:p>
          <a:p>
            <a:pPr>
              <a:spcAft>
                <a:spcPts val="0"/>
              </a:spcAft>
            </a:pPr>
            <a:r>
              <a:rPr lang="en-US" dirty="0"/>
              <a:t>Benefits of Azure Managed Disks</a:t>
            </a:r>
          </a:p>
          <a:p>
            <a:pPr lvl="1">
              <a:spcAft>
                <a:spcPts val="0"/>
              </a:spcAft>
            </a:pPr>
            <a:r>
              <a:rPr lang="en-US" dirty="0"/>
              <a:t>Durability: Replicated data for availability</a:t>
            </a:r>
          </a:p>
          <a:p>
            <a:pPr lvl="1">
              <a:spcAft>
                <a:spcPts val="0"/>
              </a:spcAft>
            </a:pPr>
            <a:r>
              <a:rPr lang="en-US" dirty="0"/>
              <a:t>VM Deployments: Scalable with 50,000 disks per region</a:t>
            </a:r>
          </a:p>
          <a:p>
            <a:pPr lvl="1">
              <a:spcAft>
                <a:spcPts val="0"/>
              </a:spcAft>
            </a:pPr>
            <a:r>
              <a:rPr lang="en-US" dirty="0"/>
              <a:t>Security: Role-based access control (RBAC), encryption</a:t>
            </a:r>
          </a:p>
          <a:p>
            <a:pPr>
              <a:spcAft>
                <a:spcPts val="0"/>
              </a:spcAft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FD538-BC96-F405-9F1C-F7AFBA4B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0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SQL as a Fully Managed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1900" dirty="0"/>
              <a:t>Introduction: Azure SQL Database is a fully managed Platform-as-a-Service (PaaS) relational database.</a:t>
            </a:r>
          </a:p>
          <a:p>
            <a:pPr>
              <a:defRPr sz="1800"/>
            </a:pPr>
            <a:r>
              <a:rPr dirty="0"/>
              <a:t>Features:</a:t>
            </a:r>
          </a:p>
          <a:p>
            <a:pPr lvl="1">
              <a:defRPr sz="1800"/>
            </a:pPr>
            <a:r>
              <a:rPr dirty="0"/>
              <a:t>Automatic backups, updates, and patching</a:t>
            </a:r>
          </a:p>
          <a:p>
            <a:pPr lvl="1">
              <a:defRPr sz="1800"/>
            </a:pPr>
            <a:r>
              <a:rPr dirty="0"/>
              <a:t>Built-in high availability with 99.99% SLA</a:t>
            </a:r>
          </a:p>
          <a:p>
            <a:pPr lvl="1">
              <a:defRPr sz="1800"/>
            </a:pPr>
            <a:r>
              <a:rPr dirty="0"/>
              <a:t>AI-powered performance recommendations</a:t>
            </a:r>
          </a:p>
          <a:p>
            <a:pPr>
              <a:defRPr sz="1800"/>
            </a:pPr>
            <a:r>
              <a:rPr dirty="0"/>
              <a:t>Why Choose Azure SQL?</a:t>
            </a:r>
            <a:r>
              <a:rPr lang="en-US" dirty="0"/>
              <a:t> </a:t>
            </a:r>
          </a:p>
          <a:p>
            <a:pPr lvl="1">
              <a:defRPr sz="1800"/>
            </a:pPr>
            <a:r>
              <a:rPr lang="en-US" dirty="0"/>
              <a:t>No need for manual database management.</a:t>
            </a:r>
          </a:p>
          <a:p>
            <a:pPr lvl="1">
              <a:defRPr sz="1800"/>
            </a:pPr>
            <a:r>
              <a:rPr lang="en-US" dirty="0"/>
              <a:t>Optimized for cloud applications with elastic scaling.</a:t>
            </a:r>
            <a:br>
              <a:rPr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SQL 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SQL Server on Azure Virtual Machines (VMs): Full control over SQL Server instance for lift-and-shift scenarios.</a:t>
            </a:r>
          </a:p>
          <a:p>
            <a:pPr>
              <a:defRPr sz="1800"/>
            </a:pPr>
            <a:r>
              <a:rPr sz="2000" dirty="0"/>
              <a:t>SQL Managed Instance: Near 100% compatibility with on-prem SQL Server, with cloud-native features.</a:t>
            </a:r>
          </a:p>
          <a:p>
            <a:pPr>
              <a:defRPr sz="1800"/>
            </a:pPr>
            <a:r>
              <a:rPr sz="2000" dirty="0"/>
              <a:t>SQL Database: Fully abstracted serverless model with Hyperscale and autoscaling for cloud-native apps.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C7E6-ED89-3BCD-C9F2-A0F7CF36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SQL Server on Azure Virtual Machines (IaaS)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1F4BD-397A-FCC9-5DDE-AB82CD2A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CCEAF9F-A2CC-B0AB-365D-D7BCE3958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606945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616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78655-344F-2D06-BBF7-D9A7A26E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SQL Managed Instance (PaaS)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6684F-4AB3-D29B-8F6E-12D67906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AD335A1-F356-5B76-D257-1A7CC089A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9008865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2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1000-118C-630F-D05F-6E387119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SQL Database (PaaS)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D7BB5-08D9-0356-0538-33BBBD37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53C7034-E059-37E2-86C2-BF07876D9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787213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464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Cosmos DB: Global No-SQL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sz="1800" dirty="0"/>
              <a:t>Description: Azure Cosmos DB is a globally distributed, fully managed NoSQL database service.</a:t>
            </a:r>
          </a:p>
          <a:p>
            <a:pPr>
              <a:defRPr sz="1800"/>
            </a:pPr>
            <a:r>
              <a:rPr dirty="0"/>
              <a:t>Global Scale: Geo-replication enables distribution of data across multiple Azure regions.</a:t>
            </a:r>
          </a:p>
          <a:p>
            <a:pPr>
              <a:defRPr sz="1800"/>
            </a:pPr>
            <a:r>
              <a:rPr dirty="0"/>
              <a:t>Multi-Model Support: Supports document, key-value, graph, and column-family data models.</a:t>
            </a:r>
          </a:p>
          <a:p>
            <a:pPr>
              <a:defRPr sz="1800"/>
            </a:pPr>
            <a:r>
              <a:rPr dirty="0"/>
              <a:t>Performance: Single-digit millisecond latency and 99.999% availability for multi-region deployments.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t>Benefits of Azure Cosmos DB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CDEC4C-30FC-ED68-DAC3-FC4248796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29274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Consistency Levels in Cosmos DB</a:t>
            </a:r>
          </a:p>
        </p:txBody>
      </p:sp>
      <p:pic>
        <p:nvPicPr>
          <p:cNvPr id="4098" name="Picture 2" descr="Consistency level choices - Azure Cosmos DB | Microsoft Learn">
            <a:extLst>
              <a:ext uri="{FF2B5EF4-FFF2-40B4-BE49-F238E27FC236}">
                <a16:creationId xmlns:a16="http://schemas.microsoft.com/office/drawing/2014/main" id="{D9B7B878-01CF-A005-362A-C4BC02EEC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61870" y="4520668"/>
            <a:ext cx="7183597" cy="145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D12236-9A9A-F32A-84C8-A9B5CBE26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798354"/>
              </p:ext>
            </p:extLst>
          </p:nvPr>
        </p:nvGraphicFramePr>
        <p:xfrm>
          <a:off x="4561870" y="723900"/>
          <a:ext cx="7183597" cy="3152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Cosmos DB APIs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43" name="Rectangle 2">
            <a:extLst>
              <a:ext uri="{FF2B5EF4-FFF2-40B4-BE49-F238E27FC236}">
                <a16:creationId xmlns:a16="http://schemas.microsoft.com/office/drawing/2014/main" id="{2D4AC792-1E6B-5CB4-4C2C-31B9978F4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24897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3095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97" name="Rectangle 3096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3100" name="Rectangle 3099">
            <a:extLst>
              <a:ext uri="{FF2B5EF4-FFF2-40B4-BE49-F238E27FC236}">
                <a16:creationId xmlns:a16="http://schemas.microsoft.com/office/drawing/2014/main" id="{963FC0CD-F19B-4D9C-9C47-EB7E9D16E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FE218-F0E8-D662-7A26-5B0DEF4F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6889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COSMOS DB </a:t>
            </a:r>
            <a:r>
              <a:rPr lang="en-US" sz="3600" dirty="0"/>
              <a:t>APIS</a:t>
            </a:r>
          </a:p>
        </p:txBody>
      </p:sp>
      <p:sp>
        <p:nvSpPr>
          <p:cNvPr id="3101" name="Rectangle 3100">
            <a:extLst>
              <a:ext uri="{FF2B5EF4-FFF2-40B4-BE49-F238E27FC236}">
                <a16:creationId xmlns:a16="http://schemas.microsoft.com/office/drawing/2014/main" id="{2E70159E-5269-4C18-AA0B-D50513DB3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BBBE9C8C-98B2-41C2-B47B-9A396CBA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95" name="Rectangle 3094">
            <a:extLst>
              <a:ext uri="{FF2B5EF4-FFF2-40B4-BE49-F238E27FC236}">
                <a16:creationId xmlns:a16="http://schemas.microsoft.com/office/drawing/2014/main" id="{B2ECCA3D-5ECA-4A8B-B9D7-CE6DEB72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3076" name="Picture 4" descr="What is Azure Cosmos DB? | How it works? - CRM Crate">
            <a:extLst>
              <a:ext uri="{FF2B5EF4-FFF2-40B4-BE49-F238E27FC236}">
                <a16:creationId xmlns:a16="http://schemas.microsoft.com/office/drawing/2014/main" id="{9B2ECFF9-EB52-491A-9191-C5E92F435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6447" y="1584599"/>
            <a:ext cx="9974085" cy="458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FEAF3-EFB0-C561-3F9B-D8AACD1A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00800"/>
            <a:ext cx="69172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900" kern="1200" cap="all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4859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Global Distribution and Replication in Cosmos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1800" dirty="0"/>
              <a:t>Elastic Global Scale: Distribute data automatically across multiple regions for low-latency access.</a:t>
            </a:r>
          </a:p>
          <a:p>
            <a:pPr>
              <a:defRPr sz="1800"/>
            </a:pPr>
            <a:r>
              <a:rPr sz="1800" dirty="0"/>
              <a:t>Multi-Homing: Data available in every region, apps access nearest region automatically.</a:t>
            </a:r>
          </a:p>
          <a:p>
            <a:pPr>
              <a:defRPr sz="1800"/>
            </a:pPr>
            <a:r>
              <a:rPr sz="1800" dirty="0"/>
              <a:t>Region Changes: Region changes handled without app interruption, with multi-region writes for enhanced availability.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4887</TotalTime>
  <Words>1584</Words>
  <Application>Microsoft Office PowerPoint</Application>
  <PresentationFormat>Widescreen</PresentationFormat>
  <Paragraphs>213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 Nova Light</vt:lpstr>
      <vt:lpstr>Wingdings 2</vt:lpstr>
      <vt:lpstr>DividendVTI</vt:lpstr>
      <vt:lpstr> CHAPTER 5 Microsoft Azure Cloud Storage &amp; Databases</vt:lpstr>
      <vt:lpstr>Introduction to Microsoft Azure Cloud Storage and Databases</vt:lpstr>
      <vt:lpstr>UNDERSTANDING DATA</vt:lpstr>
      <vt:lpstr>Azure Storage Overview </vt:lpstr>
      <vt:lpstr>Azure Databases OVERVIEW</vt:lpstr>
      <vt:lpstr>Azure Storage Services</vt:lpstr>
      <vt:lpstr>Azure Blob Storage</vt:lpstr>
      <vt:lpstr>Azure Files</vt:lpstr>
      <vt:lpstr>Azure Queue Storage</vt:lpstr>
      <vt:lpstr>Azure Table Storage </vt:lpstr>
      <vt:lpstr>Azure Managed Disks</vt:lpstr>
      <vt:lpstr>Azure SQL as a Fully Managed Service</vt:lpstr>
      <vt:lpstr>Azure SQL Deployment Options</vt:lpstr>
      <vt:lpstr>SQL Server on Azure Virtual Machines (IaaS)</vt:lpstr>
      <vt:lpstr>SQL Managed Instance (PaaS)</vt:lpstr>
      <vt:lpstr>SQL Database (PaaS)</vt:lpstr>
      <vt:lpstr>Azure Cosmos DB: Global No-SQL Database</vt:lpstr>
      <vt:lpstr>Benefits of Azure Cosmos DB</vt:lpstr>
      <vt:lpstr>Consistency Levels in Cosmos DB</vt:lpstr>
      <vt:lpstr>Cosmos DB APIs</vt:lpstr>
      <vt:lpstr>COSMOS DB APIS</vt:lpstr>
      <vt:lpstr>Global Distribution and Replication in Cosmos 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33</cp:revision>
  <dcterms:created xsi:type="dcterms:W3CDTF">2024-08-20T00:20:53Z</dcterms:created>
  <dcterms:modified xsi:type="dcterms:W3CDTF">2025-10-02T10:28:13Z</dcterms:modified>
</cp:coreProperties>
</file>