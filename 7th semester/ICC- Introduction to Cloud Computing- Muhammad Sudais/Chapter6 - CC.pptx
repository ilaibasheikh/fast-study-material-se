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3" r:id="rId1"/>
  </p:sldMasterIdLst>
  <p:notesMasterIdLst>
    <p:notesMasterId r:id="rId14"/>
  </p:notesMasterIdLst>
  <p:sldIdLst>
    <p:sldId id="372" r:id="rId2"/>
    <p:sldId id="386" r:id="rId3"/>
    <p:sldId id="463" r:id="rId4"/>
    <p:sldId id="453" r:id="rId5"/>
    <p:sldId id="486" r:id="rId6"/>
    <p:sldId id="456" r:id="rId7"/>
    <p:sldId id="473" r:id="rId8"/>
    <p:sldId id="474" r:id="rId9"/>
    <p:sldId id="475" r:id="rId10"/>
    <p:sldId id="484" r:id="rId11"/>
    <p:sldId id="477" r:id="rId12"/>
    <p:sldId id="482" r:id="rId13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pter 6 - Book 1" id="{A67FD584-A4A7-4D57-9F74-BD3C2D2A3684}">
          <p14:sldIdLst>
            <p14:sldId id="372"/>
            <p14:sldId id="386"/>
            <p14:sldId id="463"/>
            <p14:sldId id="453"/>
            <p14:sldId id="486"/>
            <p14:sldId id="456"/>
            <p14:sldId id="473"/>
            <p14:sldId id="474"/>
            <p14:sldId id="475"/>
            <p14:sldId id="484"/>
            <p14:sldId id="477"/>
            <p14:sldId id="4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3941"/>
    <a:srgbClr val="3E62DB"/>
    <a:srgbClr val="82D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1" autoAdjust="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6022DD-3678-4D41-A197-5F845843DDE9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661AA9D-1F2D-417D-A5A6-100A999D1E1C}">
      <dgm:prSet/>
      <dgm:spPr/>
      <dgm:t>
        <a:bodyPr/>
        <a:lstStyle/>
        <a:p>
          <a:r>
            <a:rPr lang="en-PK" b="1" i="0" baseline="0"/>
            <a:t>Cloud Computing Overview:</a:t>
          </a:r>
          <a:r>
            <a:rPr lang="en-PK" b="0" i="0" baseline="0"/>
            <a:t> A model for delivering IT services over the internet, offering scalability and cost-efficiency.</a:t>
          </a:r>
          <a:endParaRPr lang="en-US"/>
        </a:p>
      </dgm:t>
    </dgm:pt>
    <dgm:pt modelId="{14A9A2DC-FB42-43C9-9E3A-D8FF47F678A0}" type="parTrans" cxnId="{DBB11E44-08BD-4F87-A0BD-1B7A56F2A832}">
      <dgm:prSet/>
      <dgm:spPr/>
      <dgm:t>
        <a:bodyPr/>
        <a:lstStyle/>
        <a:p>
          <a:endParaRPr lang="en-US"/>
        </a:p>
      </dgm:t>
    </dgm:pt>
    <dgm:pt modelId="{9F0C2C7B-7B08-413E-9ED1-16EE0D256BD9}" type="sibTrans" cxnId="{DBB11E44-08BD-4F87-A0BD-1B7A56F2A832}">
      <dgm:prSet/>
      <dgm:spPr/>
      <dgm:t>
        <a:bodyPr/>
        <a:lstStyle/>
        <a:p>
          <a:endParaRPr lang="en-US"/>
        </a:p>
      </dgm:t>
    </dgm:pt>
    <dgm:pt modelId="{7B846D22-B22C-4900-896E-0B875B01D870}">
      <dgm:prSet/>
      <dgm:spPr/>
      <dgm:t>
        <a:bodyPr/>
        <a:lstStyle/>
        <a:p>
          <a:r>
            <a:rPr lang="en-PK" b="1" i="0" baseline="0"/>
            <a:t>Security Challenges:</a:t>
          </a:r>
          <a:r>
            <a:rPr lang="en-PK" b="0" i="0" baseline="0"/>
            <a:t> Cloud computing shifts control from on-premises to remote infrastructure, necessitating new security approaches.</a:t>
          </a:r>
          <a:endParaRPr lang="en-US"/>
        </a:p>
      </dgm:t>
    </dgm:pt>
    <dgm:pt modelId="{E2C1B225-68B1-4DB3-87A9-3940347054F8}" type="parTrans" cxnId="{6D831838-58D9-48F8-B682-25A3D7C85341}">
      <dgm:prSet/>
      <dgm:spPr/>
      <dgm:t>
        <a:bodyPr/>
        <a:lstStyle/>
        <a:p>
          <a:endParaRPr lang="en-US"/>
        </a:p>
      </dgm:t>
    </dgm:pt>
    <dgm:pt modelId="{20AA0942-EEC1-4EE0-9225-32655EA5869B}" type="sibTrans" cxnId="{6D831838-58D9-48F8-B682-25A3D7C85341}">
      <dgm:prSet/>
      <dgm:spPr/>
      <dgm:t>
        <a:bodyPr/>
        <a:lstStyle/>
        <a:p>
          <a:endParaRPr lang="en-US"/>
        </a:p>
      </dgm:t>
    </dgm:pt>
    <dgm:pt modelId="{1A17D759-CDA2-40D2-B146-981C87904AAB}">
      <dgm:prSet/>
      <dgm:spPr/>
      <dgm:t>
        <a:bodyPr/>
        <a:lstStyle/>
        <a:p>
          <a:r>
            <a:rPr lang="en-PK" b="1" i="0" baseline="0"/>
            <a:t>Need for Cloud Security:</a:t>
          </a:r>
          <a:r>
            <a:rPr lang="en-PK" b="0" i="0" baseline="0"/>
            <a:t> Traditional perimeter-based security is inadequate; new strategies are required to protect data and applications effectively. </a:t>
          </a:r>
          <a:endParaRPr lang="en-US"/>
        </a:p>
      </dgm:t>
    </dgm:pt>
    <dgm:pt modelId="{7D7727DF-42BF-4A90-80A5-3F09AAAF143F}" type="parTrans" cxnId="{77912C33-8982-4F53-89B5-D5972DEAF6A4}">
      <dgm:prSet/>
      <dgm:spPr/>
      <dgm:t>
        <a:bodyPr/>
        <a:lstStyle/>
        <a:p>
          <a:endParaRPr lang="en-US"/>
        </a:p>
      </dgm:t>
    </dgm:pt>
    <dgm:pt modelId="{0E51F474-4B74-48EB-ACAB-4828761B2CB6}" type="sibTrans" cxnId="{77912C33-8982-4F53-89B5-D5972DEAF6A4}">
      <dgm:prSet/>
      <dgm:spPr/>
      <dgm:t>
        <a:bodyPr/>
        <a:lstStyle/>
        <a:p>
          <a:endParaRPr lang="en-US"/>
        </a:p>
      </dgm:t>
    </dgm:pt>
    <dgm:pt modelId="{C2BCF820-5889-4DB1-B2BB-EE75AC59E2DD}" type="pres">
      <dgm:prSet presAssocID="{266022DD-3678-4D41-A197-5F845843DDE9}" presName="outerComposite" presStyleCnt="0">
        <dgm:presLayoutVars>
          <dgm:chMax val="5"/>
          <dgm:dir/>
          <dgm:resizeHandles val="exact"/>
        </dgm:presLayoutVars>
      </dgm:prSet>
      <dgm:spPr/>
    </dgm:pt>
    <dgm:pt modelId="{D7A306E6-7466-4B97-B6DF-DFC334DB68FE}" type="pres">
      <dgm:prSet presAssocID="{266022DD-3678-4D41-A197-5F845843DDE9}" presName="dummyMaxCanvas" presStyleCnt="0">
        <dgm:presLayoutVars/>
      </dgm:prSet>
      <dgm:spPr/>
    </dgm:pt>
    <dgm:pt modelId="{CFB909CE-145D-4435-8922-5621C0FF246D}" type="pres">
      <dgm:prSet presAssocID="{266022DD-3678-4D41-A197-5F845843DDE9}" presName="ThreeNodes_1" presStyleLbl="node1" presStyleIdx="0" presStyleCnt="3">
        <dgm:presLayoutVars>
          <dgm:bulletEnabled val="1"/>
        </dgm:presLayoutVars>
      </dgm:prSet>
      <dgm:spPr/>
    </dgm:pt>
    <dgm:pt modelId="{CF830F95-ED10-4775-B4EB-134FE083049E}" type="pres">
      <dgm:prSet presAssocID="{266022DD-3678-4D41-A197-5F845843DDE9}" presName="ThreeNodes_2" presStyleLbl="node1" presStyleIdx="1" presStyleCnt="3">
        <dgm:presLayoutVars>
          <dgm:bulletEnabled val="1"/>
        </dgm:presLayoutVars>
      </dgm:prSet>
      <dgm:spPr/>
    </dgm:pt>
    <dgm:pt modelId="{5FEE2577-55D9-4075-976D-B316D430E597}" type="pres">
      <dgm:prSet presAssocID="{266022DD-3678-4D41-A197-5F845843DDE9}" presName="ThreeNodes_3" presStyleLbl="node1" presStyleIdx="2" presStyleCnt="3">
        <dgm:presLayoutVars>
          <dgm:bulletEnabled val="1"/>
        </dgm:presLayoutVars>
      </dgm:prSet>
      <dgm:spPr/>
    </dgm:pt>
    <dgm:pt modelId="{9E7304E4-7566-42AA-889D-FEF39F5F1216}" type="pres">
      <dgm:prSet presAssocID="{266022DD-3678-4D41-A197-5F845843DDE9}" presName="ThreeConn_1-2" presStyleLbl="fgAccFollowNode1" presStyleIdx="0" presStyleCnt="2">
        <dgm:presLayoutVars>
          <dgm:bulletEnabled val="1"/>
        </dgm:presLayoutVars>
      </dgm:prSet>
      <dgm:spPr/>
    </dgm:pt>
    <dgm:pt modelId="{2ED461A4-6057-4519-8E06-4780232B0E54}" type="pres">
      <dgm:prSet presAssocID="{266022DD-3678-4D41-A197-5F845843DDE9}" presName="ThreeConn_2-3" presStyleLbl="fgAccFollowNode1" presStyleIdx="1" presStyleCnt="2">
        <dgm:presLayoutVars>
          <dgm:bulletEnabled val="1"/>
        </dgm:presLayoutVars>
      </dgm:prSet>
      <dgm:spPr/>
    </dgm:pt>
    <dgm:pt modelId="{B2B44FE5-D534-4E55-8F30-028A52F8CB65}" type="pres">
      <dgm:prSet presAssocID="{266022DD-3678-4D41-A197-5F845843DDE9}" presName="ThreeNodes_1_text" presStyleLbl="node1" presStyleIdx="2" presStyleCnt="3">
        <dgm:presLayoutVars>
          <dgm:bulletEnabled val="1"/>
        </dgm:presLayoutVars>
      </dgm:prSet>
      <dgm:spPr/>
    </dgm:pt>
    <dgm:pt modelId="{E571ACBC-ABB4-4654-BD5C-0782BDF49B39}" type="pres">
      <dgm:prSet presAssocID="{266022DD-3678-4D41-A197-5F845843DDE9}" presName="ThreeNodes_2_text" presStyleLbl="node1" presStyleIdx="2" presStyleCnt="3">
        <dgm:presLayoutVars>
          <dgm:bulletEnabled val="1"/>
        </dgm:presLayoutVars>
      </dgm:prSet>
      <dgm:spPr/>
    </dgm:pt>
    <dgm:pt modelId="{131539E9-AF5C-4FB9-9C04-04FEF04DBDD6}" type="pres">
      <dgm:prSet presAssocID="{266022DD-3678-4D41-A197-5F845843DDE9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721BCB15-52F7-45BC-8583-02013252B657}" type="presOf" srcId="{7B846D22-B22C-4900-896E-0B875B01D870}" destId="{E571ACBC-ABB4-4654-BD5C-0782BDF49B39}" srcOrd="1" destOrd="0" presId="urn:microsoft.com/office/officeart/2005/8/layout/vProcess5"/>
    <dgm:cxn modelId="{3D79852C-0B56-4C34-9597-3107405BC2C5}" type="presOf" srcId="{1A17D759-CDA2-40D2-B146-981C87904AAB}" destId="{131539E9-AF5C-4FB9-9C04-04FEF04DBDD6}" srcOrd="1" destOrd="0" presId="urn:microsoft.com/office/officeart/2005/8/layout/vProcess5"/>
    <dgm:cxn modelId="{77912C33-8982-4F53-89B5-D5972DEAF6A4}" srcId="{266022DD-3678-4D41-A197-5F845843DDE9}" destId="{1A17D759-CDA2-40D2-B146-981C87904AAB}" srcOrd="2" destOrd="0" parTransId="{7D7727DF-42BF-4A90-80A5-3F09AAAF143F}" sibTransId="{0E51F474-4B74-48EB-ACAB-4828761B2CB6}"/>
    <dgm:cxn modelId="{6D831838-58D9-48F8-B682-25A3D7C85341}" srcId="{266022DD-3678-4D41-A197-5F845843DDE9}" destId="{7B846D22-B22C-4900-896E-0B875B01D870}" srcOrd="1" destOrd="0" parTransId="{E2C1B225-68B1-4DB3-87A9-3940347054F8}" sibTransId="{20AA0942-EEC1-4EE0-9225-32655EA5869B}"/>
    <dgm:cxn modelId="{DBB11E44-08BD-4F87-A0BD-1B7A56F2A832}" srcId="{266022DD-3678-4D41-A197-5F845843DDE9}" destId="{9661AA9D-1F2D-417D-A5A6-100A999D1E1C}" srcOrd="0" destOrd="0" parTransId="{14A9A2DC-FB42-43C9-9E3A-D8FF47F678A0}" sibTransId="{9F0C2C7B-7B08-413E-9ED1-16EE0D256BD9}"/>
    <dgm:cxn modelId="{78D9574E-3B1A-4128-808C-DE153841666A}" type="presOf" srcId="{9661AA9D-1F2D-417D-A5A6-100A999D1E1C}" destId="{CFB909CE-145D-4435-8922-5621C0FF246D}" srcOrd="0" destOrd="0" presId="urn:microsoft.com/office/officeart/2005/8/layout/vProcess5"/>
    <dgm:cxn modelId="{08020D8B-084C-4EB8-8293-74E4CC088F2A}" type="presOf" srcId="{9661AA9D-1F2D-417D-A5A6-100A999D1E1C}" destId="{B2B44FE5-D534-4E55-8F30-028A52F8CB65}" srcOrd="1" destOrd="0" presId="urn:microsoft.com/office/officeart/2005/8/layout/vProcess5"/>
    <dgm:cxn modelId="{67734FA2-EDE9-4058-B7F4-6BE103DDA213}" type="presOf" srcId="{266022DD-3678-4D41-A197-5F845843DDE9}" destId="{C2BCF820-5889-4DB1-B2BB-EE75AC59E2DD}" srcOrd="0" destOrd="0" presId="urn:microsoft.com/office/officeart/2005/8/layout/vProcess5"/>
    <dgm:cxn modelId="{DCBDF2BA-D5E2-4B9C-BB40-3AD72EFF36DA}" type="presOf" srcId="{20AA0942-EEC1-4EE0-9225-32655EA5869B}" destId="{2ED461A4-6057-4519-8E06-4780232B0E54}" srcOrd="0" destOrd="0" presId="urn:microsoft.com/office/officeart/2005/8/layout/vProcess5"/>
    <dgm:cxn modelId="{215ED2BD-C2C0-490F-B808-00C7C55BB43A}" type="presOf" srcId="{9F0C2C7B-7B08-413E-9ED1-16EE0D256BD9}" destId="{9E7304E4-7566-42AA-889D-FEF39F5F1216}" srcOrd="0" destOrd="0" presId="urn:microsoft.com/office/officeart/2005/8/layout/vProcess5"/>
    <dgm:cxn modelId="{09DEB3D4-2C2C-4526-8648-29B2369ACA0F}" type="presOf" srcId="{1A17D759-CDA2-40D2-B146-981C87904AAB}" destId="{5FEE2577-55D9-4075-976D-B316D430E597}" srcOrd="0" destOrd="0" presId="urn:microsoft.com/office/officeart/2005/8/layout/vProcess5"/>
    <dgm:cxn modelId="{DFCDD9E2-EF4A-434B-9B40-B92189FE5562}" type="presOf" srcId="{7B846D22-B22C-4900-896E-0B875B01D870}" destId="{CF830F95-ED10-4775-B4EB-134FE083049E}" srcOrd="0" destOrd="0" presId="urn:microsoft.com/office/officeart/2005/8/layout/vProcess5"/>
    <dgm:cxn modelId="{8315B5F6-07FA-4A39-AEB7-83F1B535EE33}" type="presParOf" srcId="{C2BCF820-5889-4DB1-B2BB-EE75AC59E2DD}" destId="{D7A306E6-7466-4B97-B6DF-DFC334DB68FE}" srcOrd="0" destOrd="0" presId="urn:microsoft.com/office/officeart/2005/8/layout/vProcess5"/>
    <dgm:cxn modelId="{0D344095-04CC-48A1-A8EE-2A81B0DDE8BC}" type="presParOf" srcId="{C2BCF820-5889-4DB1-B2BB-EE75AC59E2DD}" destId="{CFB909CE-145D-4435-8922-5621C0FF246D}" srcOrd="1" destOrd="0" presId="urn:microsoft.com/office/officeart/2005/8/layout/vProcess5"/>
    <dgm:cxn modelId="{469F3EE8-F3CF-4831-8935-6F2F5CFB9AED}" type="presParOf" srcId="{C2BCF820-5889-4DB1-B2BB-EE75AC59E2DD}" destId="{CF830F95-ED10-4775-B4EB-134FE083049E}" srcOrd="2" destOrd="0" presId="urn:microsoft.com/office/officeart/2005/8/layout/vProcess5"/>
    <dgm:cxn modelId="{835FBB7C-4B06-4BA8-B432-E3589ACDECE0}" type="presParOf" srcId="{C2BCF820-5889-4DB1-B2BB-EE75AC59E2DD}" destId="{5FEE2577-55D9-4075-976D-B316D430E597}" srcOrd="3" destOrd="0" presId="urn:microsoft.com/office/officeart/2005/8/layout/vProcess5"/>
    <dgm:cxn modelId="{D1E42CDA-960E-4C2F-A529-BDF733894C1B}" type="presParOf" srcId="{C2BCF820-5889-4DB1-B2BB-EE75AC59E2DD}" destId="{9E7304E4-7566-42AA-889D-FEF39F5F1216}" srcOrd="4" destOrd="0" presId="urn:microsoft.com/office/officeart/2005/8/layout/vProcess5"/>
    <dgm:cxn modelId="{3E0F99CA-312D-4AC1-B9F3-8902AD8D360D}" type="presParOf" srcId="{C2BCF820-5889-4DB1-B2BB-EE75AC59E2DD}" destId="{2ED461A4-6057-4519-8E06-4780232B0E54}" srcOrd="5" destOrd="0" presId="urn:microsoft.com/office/officeart/2005/8/layout/vProcess5"/>
    <dgm:cxn modelId="{FCA5B5FB-B656-478D-B396-2D83028B827D}" type="presParOf" srcId="{C2BCF820-5889-4DB1-B2BB-EE75AC59E2DD}" destId="{B2B44FE5-D534-4E55-8F30-028A52F8CB65}" srcOrd="6" destOrd="0" presId="urn:microsoft.com/office/officeart/2005/8/layout/vProcess5"/>
    <dgm:cxn modelId="{B74DD501-F6C0-4B55-8B8B-16697CD49020}" type="presParOf" srcId="{C2BCF820-5889-4DB1-B2BB-EE75AC59E2DD}" destId="{E571ACBC-ABB4-4654-BD5C-0782BDF49B39}" srcOrd="7" destOrd="0" presId="urn:microsoft.com/office/officeart/2005/8/layout/vProcess5"/>
    <dgm:cxn modelId="{CDB448A7-92E5-4518-A31D-DBD0F4A500FA}" type="presParOf" srcId="{C2BCF820-5889-4DB1-B2BB-EE75AC59E2DD}" destId="{131539E9-AF5C-4FB9-9C04-04FEF04DBDD6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B681C36-32DF-4F01-8B6E-C7C2503ADC4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2F87D2F-82DD-4E2F-87A8-B4F80A099082}">
      <dgm:prSet/>
      <dgm:spPr/>
      <dgm:t>
        <a:bodyPr/>
        <a:lstStyle/>
        <a:p>
          <a:r>
            <a:rPr lang="en-PK" b="1" i="0" baseline="0"/>
            <a:t>Security Necessity:</a:t>
          </a:r>
          <a:r>
            <a:rPr lang="en-PK" b="0" i="0" baseline="0"/>
            <a:t> Protecting data integrity, customer information, and compliance with regulations in the cloud.</a:t>
          </a:r>
          <a:endParaRPr lang="en-US"/>
        </a:p>
      </dgm:t>
    </dgm:pt>
    <dgm:pt modelId="{E7F6DA89-5295-4963-9113-F359A3D152F8}" type="parTrans" cxnId="{5A1D19E8-DF8D-486B-9591-9F5DBB6F79ED}">
      <dgm:prSet/>
      <dgm:spPr/>
      <dgm:t>
        <a:bodyPr/>
        <a:lstStyle/>
        <a:p>
          <a:endParaRPr lang="en-US"/>
        </a:p>
      </dgm:t>
    </dgm:pt>
    <dgm:pt modelId="{6D1EBED2-2722-4F2B-BE86-A785DD430C9C}" type="sibTrans" cxnId="{5A1D19E8-DF8D-486B-9591-9F5DBB6F79ED}">
      <dgm:prSet/>
      <dgm:spPr/>
      <dgm:t>
        <a:bodyPr/>
        <a:lstStyle/>
        <a:p>
          <a:endParaRPr lang="en-US"/>
        </a:p>
      </dgm:t>
    </dgm:pt>
    <dgm:pt modelId="{18AF3306-4C36-4BE7-BB7D-E4590F9EFB84}">
      <dgm:prSet/>
      <dgm:spPr/>
      <dgm:t>
        <a:bodyPr/>
        <a:lstStyle/>
        <a:p>
          <a:r>
            <a:rPr lang="en-PK" b="1" i="0" baseline="0"/>
            <a:t>Risk of Data Breaches:</a:t>
          </a:r>
          <a:r>
            <a:rPr lang="en-PK" b="0" i="0" baseline="0"/>
            <a:t> Increased exposure to threats due to the remote nature of cloud services.</a:t>
          </a:r>
          <a:endParaRPr lang="en-US"/>
        </a:p>
      </dgm:t>
    </dgm:pt>
    <dgm:pt modelId="{26F9BDB6-9DE7-44A3-A21E-3D16BF579D62}" type="parTrans" cxnId="{10B62419-7EA3-46C3-990E-BAB5FAF1407B}">
      <dgm:prSet/>
      <dgm:spPr/>
      <dgm:t>
        <a:bodyPr/>
        <a:lstStyle/>
        <a:p>
          <a:endParaRPr lang="en-US"/>
        </a:p>
      </dgm:t>
    </dgm:pt>
    <dgm:pt modelId="{037BD7C9-77F1-4582-9F03-031F9792FB13}" type="sibTrans" cxnId="{10B62419-7EA3-46C3-990E-BAB5FAF1407B}">
      <dgm:prSet/>
      <dgm:spPr/>
      <dgm:t>
        <a:bodyPr/>
        <a:lstStyle/>
        <a:p>
          <a:endParaRPr lang="en-US"/>
        </a:p>
      </dgm:t>
    </dgm:pt>
    <dgm:pt modelId="{369B1BF3-8E76-4A2A-9294-4D908A1BE36F}">
      <dgm:prSet/>
      <dgm:spPr/>
      <dgm:t>
        <a:bodyPr/>
        <a:lstStyle/>
        <a:p>
          <a:r>
            <a:rPr lang="en-PK" b="1" i="0" baseline="0"/>
            <a:t>Compliance Requirements:</a:t>
          </a:r>
          <a:r>
            <a:rPr lang="en-PK" b="0" i="0" baseline="0"/>
            <a:t> Avoiding legal and financial repercussions by ensuring robust cloud security measures. </a:t>
          </a:r>
          <a:endParaRPr lang="en-US"/>
        </a:p>
      </dgm:t>
    </dgm:pt>
    <dgm:pt modelId="{768E496C-41A4-4DF4-B25E-5631E50279D7}" type="parTrans" cxnId="{301C322C-88E5-4C91-A9A7-A6FC82277328}">
      <dgm:prSet/>
      <dgm:spPr/>
      <dgm:t>
        <a:bodyPr/>
        <a:lstStyle/>
        <a:p>
          <a:endParaRPr lang="en-US"/>
        </a:p>
      </dgm:t>
    </dgm:pt>
    <dgm:pt modelId="{261B3335-E7DD-42FC-91A5-D5ED2755E208}" type="sibTrans" cxnId="{301C322C-88E5-4C91-A9A7-A6FC82277328}">
      <dgm:prSet/>
      <dgm:spPr/>
      <dgm:t>
        <a:bodyPr/>
        <a:lstStyle/>
        <a:p>
          <a:endParaRPr lang="en-US"/>
        </a:p>
      </dgm:t>
    </dgm:pt>
    <dgm:pt modelId="{8ED0FCAE-4EDD-48C4-81FA-6AB3A4E3BE3B}" type="pres">
      <dgm:prSet presAssocID="{9B681C36-32DF-4F01-8B6E-C7C2503ADC4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B36C22D-2ED5-4FE8-B82E-5C7EC3E79747}" type="pres">
      <dgm:prSet presAssocID="{62F87D2F-82DD-4E2F-87A8-B4F80A099082}" presName="hierRoot1" presStyleCnt="0"/>
      <dgm:spPr/>
    </dgm:pt>
    <dgm:pt modelId="{A5E89372-6324-44EF-BDA7-7B80B13DEF78}" type="pres">
      <dgm:prSet presAssocID="{62F87D2F-82DD-4E2F-87A8-B4F80A099082}" presName="composite" presStyleCnt="0"/>
      <dgm:spPr/>
    </dgm:pt>
    <dgm:pt modelId="{BE26048A-3278-4845-B652-8A3287CEB41F}" type="pres">
      <dgm:prSet presAssocID="{62F87D2F-82DD-4E2F-87A8-B4F80A099082}" presName="background" presStyleLbl="node0" presStyleIdx="0" presStyleCnt="3"/>
      <dgm:spPr/>
    </dgm:pt>
    <dgm:pt modelId="{86A52004-79EB-4074-82F1-674616229338}" type="pres">
      <dgm:prSet presAssocID="{62F87D2F-82DD-4E2F-87A8-B4F80A099082}" presName="text" presStyleLbl="fgAcc0" presStyleIdx="0" presStyleCnt="3">
        <dgm:presLayoutVars>
          <dgm:chPref val="3"/>
        </dgm:presLayoutVars>
      </dgm:prSet>
      <dgm:spPr/>
    </dgm:pt>
    <dgm:pt modelId="{16C87CFF-8FF4-4E50-8218-122048510FEC}" type="pres">
      <dgm:prSet presAssocID="{62F87D2F-82DD-4E2F-87A8-B4F80A099082}" presName="hierChild2" presStyleCnt="0"/>
      <dgm:spPr/>
    </dgm:pt>
    <dgm:pt modelId="{03A9D54D-1608-4039-A671-D5CA400EDB22}" type="pres">
      <dgm:prSet presAssocID="{18AF3306-4C36-4BE7-BB7D-E4590F9EFB84}" presName="hierRoot1" presStyleCnt="0"/>
      <dgm:spPr/>
    </dgm:pt>
    <dgm:pt modelId="{0E5D8D15-B1FD-4587-A4CC-26B8F26B35B7}" type="pres">
      <dgm:prSet presAssocID="{18AF3306-4C36-4BE7-BB7D-E4590F9EFB84}" presName="composite" presStyleCnt="0"/>
      <dgm:spPr/>
    </dgm:pt>
    <dgm:pt modelId="{004BB25E-7AAA-48E5-9497-7028C482DA72}" type="pres">
      <dgm:prSet presAssocID="{18AF3306-4C36-4BE7-BB7D-E4590F9EFB84}" presName="background" presStyleLbl="node0" presStyleIdx="1" presStyleCnt="3"/>
      <dgm:spPr/>
    </dgm:pt>
    <dgm:pt modelId="{0D5BAD98-96E8-4BF0-BA04-F0EE17820088}" type="pres">
      <dgm:prSet presAssocID="{18AF3306-4C36-4BE7-BB7D-E4590F9EFB84}" presName="text" presStyleLbl="fgAcc0" presStyleIdx="1" presStyleCnt="3">
        <dgm:presLayoutVars>
          <dgm:chPref val="3"/>
        </dgm:presLayoutVars>
      </dgm:prSet>
      <dgm:spPr/>
    </dgm:pt>
    <dgm:pt modelId="{B4C8C2F5-EE23-4B40-9FAC-A9BEFC7C025C}" type="pres">
      <dgm:prSet presAssocID="{18AF3306-4C36-4BE7-BB7D-E4590F9EFB84}" presName="hierChild2" presStyleCnt="0"/>
      <dgm:spPr/>
    </dgm:pt>
    <dgm:pt modelId="{48D5357C-CFF4-40E4-B333-7E98D76F7B71}" type="pres">
      <dgm:prSet presAssocID="{369B1BF3-8E76-4A2A-9294-4D908A1BE36F}" presName="hierRoot1" presStyleCnt="0"/>
      <dgm:spPr/>
    </dgm:pt>
    <dgm:pt modelId="{6E5B3A17-15B0-4686-BBC8-3CDFA64E13F2}" type="pres">
      <dgm:prSet presAssocID="{369B1BF3-8E76-4A2A-9294-4D908A1BE36F}" presName="composite" presStyleCnt="0"/>
      <dgm:spPr/>
    </dgm:pt>
    <dgm:pt modelId="{B578762C-2494-4789-A8C1-088E811CCD32}" type="pres">
      <dgm:prSet presAssocID="{369B1BF3-8E76-4A2A-9294-4D908A1BE36F}" presName="background" presStyleLbl="node0" presStyleIdx="2" presStyleCnt="3"/>
      <dgm:spPr/>
    </dgm:pt>
    <dgm:pt modelId="{61A493C5-0A23-4AD8-BAFF-AD2ADCEE2295}" type="pres">
      <dgm:prSet presAssocID="{369B1BF3-8E76-4A2A-9294-4D908A1BE36F}" presName="text" presStyleLbl="fgAcc0" presStyleIdx="2" presStyleCnt="3">
        <dgm:presLayoutVars>
          <dgm:chPref val="3"/>
        </dgm:presLayoutVars>
      </dgm:prSet>
      <dgm:spPr/>
    </dgm:pt>
    <dgm:pt modelId="{5BE44D85-A90D-4E54-93EA-B43ABD2D365C}" type="pres">
      <dgm:prSet presAssocID="{369B1BF3-8E76-4A2A-9294-4D908A1BE36F}" presName="hierChild2" presStyleCnt="0"/>
      <dgm:spPr/>
    </dgm:pt>
  </dgm:ptLst>
  <dgm:cxnLst>
    <dgm:cxn modelId="{10B62419-7EA3-46C3-990E-BAB5FAF1407B}" srcId="{9B681C36-32DF-4F01-8B6E-C7C2503ADC4B}" destId="{18AF3306-4C36-4BE7-BB7D-E4590F9EFB84}" srcOrd="1" destOrd="0" parTransId="{26F9BDB6-9DE7-44A3-A21E-3D16BF579D62}" sibTransId="{037BD7C9-77F1-4582-9F03-031F9792FB13}"/>
    <dgm:cxn modelId="{301C322C-88E5-4C91-A9A7-A6FC82277328}" srcId="{9B681C36-32DF-4F01-8B6E-C7C2503ADC4B}" destId="{369B1BF3-8E76-4A2A-9294-4D908A1BE36F}" srcOrd="2" destOrd="0" parTransId="{768E496C-41A4-4DF4-B25E-5631E50279D7}" sibTransId="{261B3335-E7DD-42FC-91A5-D5ED2755E208}"/>
    <dgm:cxn modelId="{01878438-56CC-4F49-AB8E-EAA3A4FBBD50}" type="presOf" srcId="{369B1BF3-8E76-4A2A-9294-4D908A1BE36F}" destId="{61A493C5-0A23-4AD8-BAFF-AD2ADCEE2295}" srcOrd="0" destOrd="0" presId="urn:microsoft.com/office/officeart/2005/8/layout/hierarchy1"/>
    <dgm:cxn modelId="{3AC5D691-0C6A-4FC4-8DA1-6AE9D23A2F98}" type="presOf" srcId="{62F87D2F-82DD-4E2F-87A8-B4F80A099082}" destId="{86A52004-79EB-4074-82F1-674616229338}" srcOrd="0" destOrd="0" presId="urn:microsoft.com/office/officeart/2005/8/layout/hierarchy1"/>
    <dgm:cxn modelId="{47C029A6-7CAD-4631-849A-1917B45895E0}" type="presOf" srcId="{18AF3306-4C36-4BE7-BB7D-E4590F9EFB84}" destId="{0D5BAD98-96E8-4BF0-BA04-F0EE17820088}" srcOrd="0" destOrd="0" presId="urn:microsoft.com/office/officeart/2005/8/layout/hierarchy1"/>
    <dgm:cxn modelId="{C57495D6-5294-47A3-BD29-961B9D9D7D95}" type="presOf" srcId="{9B681C36-32DF-4F01-8B6E-C7C2503ADC4B}" destId="{8ED0FCAE-4EDD-48C4-81FA-6AB3A4E3BE3B}" srcOrd="0" destOrd="0" presId="urn:microsoft.com/office/officeart/2005/8/layout/hierarchy1"/>
    <dgm:cxn modelId="{5A1D19E8-DF8D-486B-9591-9F5DBB6F79ED}" srcId="{9B681C36-32DF-4F01-8B6E-C7C2503ADC4B}" destId="{62F87D2F-82DD-4E2F-87A8-B4F80A099082}" srcOrd="0" destOrd="0" parTransId="{E7F6DA89-5295-4963-9113-F359A3D152F8}" sibTransId="{6D1EBED2-2722-4F2B-BE86-A785DD430C9C}"/>
    <dgm:cxn modelId="{7C705AC3-34F9-4E4F-A4AA-852E3FDA5367}" type="presParOf" srcId="{8ED0FCAE-4EDD-48C4-81FA-6AB3A4E3BE3B}" destId="{4B36C22D-2ED5-4FE8-B82E-5C7EC3E79747}" srcOrd="0" destOrd="0" presId="urn:microsoft.com/office/officeart/2005/8/layout/hierarchy1"/>
    <dgm:cxn modelId="{8964B368-014F-405A-AB8A-765B6C139111}" type="presParOf" srcId="{4B36C22D-2ED5-4FE8-B82E-5C7EC3E79747}" destId="{A5E89372-6324-44EF-BDA7-7B80B13DEF78}" srcOrd="0" destOrd="0" presId="urn:microsoft.com/office/officeart/2005/8/layout/hierarchy1"/>
    <dgm:cxn modelId="{701E6CB8-C936-490B-A393-EE1D37A35E82}" type="presParOf" srcId="{A5E89372-6324-44EF-BDA7-7B80B13DEF78}" destId="{BE26048A-3278-4845-B652-8A3287CEB41F}" srcOrd="0" destOrd="0" presId="urn:microsoft.com/office/officeart/2005/8/layout/hierarchy1"/>
    <dgm:cxn modelId="{760189E1-E0BE-4E13-8034-293C5CAFB24A}" type="presParOf" srcId="{A5E89372-6324-44EF-BDA7-7B80B13DEF78}" destId="{86A52004-79EB-4074-82F1-674616229338}" srcOrd="1" destOrd="0" presId="urn:microsoft.com/office/officeart/2005/8/layout/hierarchy1"/>
    <dgm:cxn modelId="{CDD64A07-ADBB-4F4C-9FFD-268E8CEEC9C4}" type="presParOf" srcId="{4B36C22D-2ED5-4FE8-B82E-5C7EC3E79747}" destId="{16C87CFF-8FF4-4E50-8218-122048510FEC}" srcOrd="1" destOrd="0" presId="urn:microsoft.com/office/officeart/2005/8/layout/hierarchy1"/>
    <dgm:cxn modelId="{A1C18B0B-32B1-47B4-A7A2-84C12B78A104}" type="presParOf" srcId="{8ED0FCAE-4EDD-48C4-81FA-6AB3A4E3BE3B}" destId="{03A9D54D-1608-4039-A671-D5CA400EDB22}" srcOrd="1" destOrd="0" presId="urn:microsoft.com/office/officeart/2005/8/layout/hierarchy1"/>
    <dgm:cxn modelId="{A27CFE89-225E-4100-849B-F46522E8DED3}" type="presParOf" srcId="{03A9D54D-1608-4039-A671-D5CA400EDB22}" destId="{0E5D8D15-B1FD-4587-A4CC-26B8F26B35B7}" srcOrd="0" destOrd="0" presId="urn:microsoft.com/office/officeart/2005/8/layout/hierarchy1"/>
    <dgm:cxn modelId="{5F669A0B-81FB-479B-9514-6A4347B41B32}" type="presParOf" srcId="{0E5D8D15-B1FD-4587-A4CC-26B8F26B35B7}" destId="{004BB25E-7AAA-48E5-9497-7028C482DA72}" srcOrd="0" destOrd="0" presId="urn:microsoft.com/office/officeart/2005/8/layout/hierarchy1"/>
    <dgm:cxn modelId="{BBC86606-C366-40CB-88DA-37FD8C53059A}" type="presParOf" srcId="{0E5D8D15-B1FD-4587-A4CC-26B8F26B35B7}" destId="{0D5BAD98-96E8-4BF0-BA04-F0EE17820088}" srcOrd="1" destOrd="0" presId="urn:microsoft.com/office/officeart/2005/8/layout/hierarchy1"/>
    <dgm:cxn modelId="{8EF2B08A-2ED8-40F9-B6C2-CB964AA95EB2}" type="presParOf" srcId="{03A9D54D-1608-4039-A671-D5CA400EDB22}" destId="{B4C8C2F5-EE23-4B40-9FAC-A9BEFC7C025C}" srcOrd="1" destOrd="0" presId="urn:microsoft.com/office/officeart/2005/8/layout/hierarchy1"/>
    <dgm:cxn modelId="{B468FC05-AC3D-41F7-BEB5-8A863619CCF0}" type="presParOf" srcId="{8ED0FCAE-4EDD-48C4-81FA-6AB3A4E3BE3B}" destId="{48D5357C-CFF4-40E4-B333-7E98D76F7B71}" srcOrd="2" destOrd="0" presId="urn:microsoft.com/office/officeart/2005/8/layout/hierarchy1"/>
    <dgm:cxn modelId="{75EF3924-7111-42CC-8877-58C668EC9555}" type="presParOf" srcId="{48D5357C-CFF4-40E4-B333-7E98D76F7B71}" destId="{6E5B3A17-15B0-4686-BBC8-3CDFA64E13F2}" srcOrd="0" destOrd="0" presId="urn:microsoft.com/office/officeart/2005/8/layout/hierarchy1"/>
    <dgm:cxn modelId="{B43ECAA6-4C22-4DCD-8186-7ACE8FBE292E}" type="presParOf" srcId="{6E5B3A17-15B0-4686-BBC8-3CDFA64E13F2}" destId="{B578762C-2494-4789-A8C1-088E811CCD32}" srcOrd="0" destOrd="0" presId="urn:microsoft.com/office/officeart/2005/8/layout/hierarchy1"/>
    <dgm:cxn modelId="{58F245AC-CD1C-4502-9B48-2D004028BA84}" type="presParOf" srcId="{6E5B3A17-15B0-4686-BBC8-3CDFA64E13F2}" destId="{61A493C5-0A23-4AD8-BAFF-AD2ADCEE2295}" srcOrd="1" destOrd="0" presId="urn:microsoft.com/office/officeart/2005/8/layout/hierarchy1"/>
    <dgm:cxn modelId="{4025B125-4137-4847-8CF0-26C68CAFF6E8}" type="presParOf" srcId="{48D5357C-CFF4-40E4-B333-7E98D76F7B71}" destId="{5BE44D85-A90D-4E54-93EA-B43ABD2D365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BA75125-3D5E-4725-B583-8F2E3844B61A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38F3FCD-8E06-4713-BB47-DBA0844A205C}">
      <dgm:prSet/>
      <dgm:spPr/>
      <dgm:t>
        <a:bodyPr/>
        <a:lstStyle/>
        <a:p>
          <a:r>
            <a:rPr lang="en-PK" b="1" i="0" baseline="0"/>
            <a:t>Concept:</a:t>
          </a:r>
          <a:r>
            <a:rPr lang="en-PK" b="0" i="0" baseline="0"/>
            <a:t> Traditional network boundaries are no longer effective in cloud environments.</a:t>
          </a:r>
          <a:endParaRPr lang="en-US"/>
        </a:p>
      </dgm:t>
    </dgm:pt>
    <dgm:pt modelId="{7FF72C55-2076-4711-AF38-B5EC04646825}" type="parTrans" cxnId="{117EDD16-2156-4031-AD58-D41D7301EABB}">
      <dgm:prSet/>
      <dgm:spPr/>
      <dgm:t>
        <a:bodyPr/>
        <a:lstStyle/>
        <a:p>
          <a:endParaRPr lang="en-US"/>
        </a:p>
      </dgm:t>
    </dgm:pt>
    <dgm:pt modelId="{CD7EB513-67F2-42FB-BC81-020D10F1CC59}" type="sibTrans" cxnId="{117EDD16-2156-4031-AD58-D41D7301EABB}">
      <dgm:prSet/>
      <dgm:spPr/>
      <dgm:t>
        <a:bodyPr/>
        <a:lstStyle/>
        <a:p>
          <a:endParaRPr lang="en-US"/>
        </a:p>
      </dgm:t>
    </dgm:pt>
    <dgm:pt modelId="{0B7BF6D5-DB26-4C1F-9C45-CD52A2A9C204}">
      <dgm:prSet/>
      <dgm:spPr/>
      <dgm:t>
        <a:bodyPr/>
        <a:lstStyle/>
        <a:p>
          <a:r>
            <a:rPr lang="en-PK" b="1" i="0" baseline="0"/>
            <a:t>Security Approach:</a:t>
          </a:r>
          <a:r>
            <a:rPr lang="en-PK" b="0" i="0" baseline="0"/>
            <a:t> Requires new strategies for protecting data and applications without relying on physical network perimeters.</a:t>
          </a:r>
          <a:endParaRPr lang="en-US"/>
        </a:p>
      </dgm:t>
    </dgm:pt>
    <dgm:pt modelId="{C8207860-7649-44E3-85D7-3B8F8B4BDA4F}" type="parTrans" cxnId="{87FBC09D-7F75-4F77-A2A2-E4821F058158}">
      <dgm:prSet/>
      <dgm:spPr/>
      <dgm:t>
        <a:bodyPr/>
        <a:lstStyle/>
        <a:p>
          <a:endParaRPr lang="en-US"/>
        </a:p>
      </dgm:t>
    </dgm:pt>
    <dgm:pt modelId="{1C8C6030-B0E3-4579-AF47-BFC2DE4FB0E2}" type="sibTrans" cxnId="{87FBC09D-7F75-4F77-A2A2-E4821F058158}">
      <dgm:prSet/>
      <dgm:spPr/>
      <dgm:t>
        <a:bodyPr/>
        <a:lstStyle/>
        <a:p>
          <a:endParaRPr lang="en-US"/>
        </a:p>
      </dgm:t>
    </dgm:pt>
    <dgm:pt modelId="{5064E6C5-1116-4D1B-BC5A-CEB6CC4DE305}">
      <dgm:prSet/>
      <dgm:spPr/>
      <dgm:t>
        <a:bodyPr/>
        <a:lstStyle/>
        <a:p>
          <a:r>
            <a:rPr lang="en-PK" b="1" i="0" baseline="0"/>
            <a:t>Need for Comprehensive Security:</a:t>
          </a:r>
          <a:r>
            <a:rPr lang="en-PK" b="0" i="0" baseline="0"/>
            <a:t> Emphasizes the importance of security models that address distributed and open environments. </a:t>
          </a:r>
          <a:endParaRPr lang="en-US"/>
        </a:p>
      </dgm:t>
    </dgm:pt>
    <dgm:pt modelId="{96871708-DEEE-4BA0-8502-7B1C3E8899FA}" type="parTrans" cxnId="{FAF5790B-6783-4EB6-9A6E-48F73228FC57}">
      <dgm:prSet/>
      <dgm:spPr/>
      <dgm:t>
        <a:bodyPr/>
        <a:lstStyle/>
        <a:p>
          <a:endParaRPr lang="en-US"/>
        </a:p>
      </dgm:t>
    </dgm:pt>
    <dgm:pt modelId="{3191E5D8-7DD0-4A7A-907A-64E1835244CB}" type="sibTrans" cxnId="{FAF5790B-6783-4EB6-9A6E-48F73228FC57}">
      <dgm:prSet/>
      <dgm:spPr/>
      <dgm:t>
        <a:bodyPr/>
        <a:lstStyle/>
        <a:p>
          <a:endParaRPr lang="en-US"/>
        </a:p>
      </dgm:t>
    </dgm:pt>
    <dgm:pt modelId="{1054AA5A-6535-4BC3-82B6-E8A2A12745C8}" type="pres">
      <dgm:prSet presAssocID="{0BA75125-3D5E-4725-B583-8F2E3844B61A}" presName="linear" presStyleCnt="0">
        <dgm:presLayoutVars>
          <dgm:animLvl val="lvl"/>
          <dgm:resizeHandles val="exact"/>
        </dgm:presLayoutVars>
      </dgm:prSet>
      <dgm:spPr/>
    </dgm:pt>
    <dgm:pt modelId="{9D17D673-BF77-4BA5-9BEF-CB03E2EA2E00}" type="pres">
      <dgm:prSet presAssocID="{D38F3FCD-8E06-4713-BB47-DBA0844A205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B0AD56D-6CE8-46DD-B115-7FC8DB2A8DE6}" type="pres">
      <dgm:prSet presAssocID="{CD7EB513-67F2-42FB-BC81-020D10F1CC59}" presName="spacer" presStyleCnt="0"/>
      <dgm:spPr/>
    </dgm:pt>
    <dgm:pt modelId="{D6603CA8-B2D8-4423-8C33-308569EC6EE6}" type="pres">
      <dgm:prSet presAssocID="{0B7BF6D5-DB26-4C1F-9C45-CD52A2A9C20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E1EA4D4-E8EF-4731-ADF2-61CDD7A6D6E0}" type="pres">
      <dgm:prSet presAssocID="{1C8C6030-B0E3-4579-AF47-BFC2DE4FB0E2}" presName="spacer" presStyleCnt="0"/>
      <dgm:spPr/>
    </dgm:pt>
    <dgm:pt modelId="{17F3B6F0-6A4D-41BE-9785-9B189C4886CE}" type="pres">
      <dgm:prSet presAssocID="{5064E6C5-1116-4D1B-BC5A-CEB6CC4DE30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AF5790B-6783-4EB6-9A6E-48F73228FC57}" srcId="{0BA75125-3D5E-4725-B583-8F2E3844B61A}" destId="{5064E6C5-1116-4D1B-BC5A-CEB6CC4DE305}" srcOrd="2" destOrd="0" parTransId="{96871708-DEEE-4BA0-8502-7B1C3E8899FA}" sibTransId="{3191E5D8-7DD0-4A7A-907A-64E1835244CB}"/>
    <dgm:cxn modelId="{117EDD16-2156-4031-AD58-D41D7301EABB}" srcId="{0BA75125-3D5E-4725-B583-8F2E3844B61A}" destId="{D38F3FCD-8E06-4713-BB47-DBA0844A205C}" srcOrd="0" destOrd="0" parTransId="{7FF72C55-2076-4711-AF38-B5EC04646825}" sibTransId="{CD7EB513-67F2-42FB-BC81-020D10F1CC59}"/>
    <dgm:cxn modelId="{3309532C-500B-4BFF-996C-30E057049A15}" type="presOf" srcId="{5064E6C5-1116-4D1B-BC5A-CEB6CC4DE305}" destId="{17F3B6F0-6A4D-41BE-9785-9B189C4886CE}" srcOrd="0" destOrd="0" presId="urn:microsoft.com/office/officeart/2005/8/layout/vList2"/>
    <dgm:cxn modelId="{E6FB613D-420E-4984-B8A1-3B2EB472C2A4}" type="presOf" srcId="{D38F3FCD-8E06-4713-BB47-DBA0844A205C}" destId="{9D17D673-BF77-4BA5-9BEF-CB03E2EA2E00}" srcOrd="0" destOrd="0" presId="urn:microsoft.com/office/officeart/2005/8/layout/vList2"/>
    <dgm:cxn modelId="{D789583F-9D59-4C05-877B-C9E97428E338}" type="presOf" srcId="{0BA75125-3D5E-4725-B583-8F2E3844B61A}" destId="{1054AA5A-6535-4BC3-82B6-E8A2A12745C8}" srcOrd="0" destOrd="0" presId="urn:microsoft.com/office/officeart/2005/8/layout/vList2"/>
    <dgm:cxn modelId="{26771D5B-7D61-43EE-BDF5-AD7893803663}" type="presOf" srcId="{0B7BF6D5-DB26-4C1F-9C45-CD52A2A9C204}" destId="{D6603CA8-B2D8-4423-8C33-308569EC6EE6}" srcOrd="0" destOrd="0" presId="urn:microsoft.com/office/officeart/2005/8/layout/vList2"/>
    <dgm:cxn modelId="{87FBC09D-7F75-4F77-A2A2-E4821F058158}" srcId="{0BA75125-3D5E-4725-B583-8F2E3844B61A}" destId="{0B7BF6D5-DB26-4C1F-9C45-CD52A2A9C204}" srcOrd="1" destOrd="0" parTransId="{C8207860-7649-44E3-85D7-3B8F8B4BDA4F}" sibTransId="{1C8C6030-B0E3-4579-AF47-BFC2DE4FB0E2}"/>
    <dgm:cxn modelId="{66F85C6C-AD59-434C-B48A-4CF60178BF43}" type="presParOf" srcId="{1054AA5A-6535-4BC3-82B6-E8A2A12745C8}" destId="{9D17D673-BF77-4BA5-9BEF-CB03E2EA2E00}" srcOrd="0" destOrd="0" presId="urn:microsoft.com/office/officeart/2005/8/layout/vList2"/>
    <dgm:cxn modelId="{610E49F2-C8ED-444F-A75A-61029CC6BFFE}" type="presParOf" srcId="{1054AA5A-6535-4BC3-82B6-E8A2A12745C8}" destId="{CB0AD56D-6CE8-46DD-B115-7FC8DB2A8DE6}" srcOrd="1" destOrd="0" presId="urn:microsoft.com/office/officeart/2005/8/layout/vList2"/>
    <dgm:cxn modelId="{DFE1F5C6-21C9-4D51-9179-D397CE3C88AA}" type="presParOf" srcId="{1054AA5A-6535-4BC3-82B6-E8A2A12745C8}" destId="{D6603CA8-B2D8-4423-8C33-308569EC6EE6}" srcOrd="2" destOrd="0" presId="urn:microsoft.com/office/officeart/2005/8/layout/vList2"/>
    <dgm:cxn modelId="{3589D781-5630-4E14-A8EE-8596CEF88C82}" type="presParOf" srcId="{1054AA5A-6535-4BC3-82B6-E8A2A12745C8}" destId="{6E1EA4D4-E8EF-4731-ADF2-61CDD7A6D6E0}" srcOrd="3" destOrd="0" presId="urn:microsoft.com/office/officeart/2005/8/layout/vList2"/>
    <dgm:cxn modelId="{5D5005D5-E13C-4B78-A914-9B3192701B5E}" type="presParOf" srcId="{1054AA5A-6535-4BC3-82B6-E8A2A12745C8}" destId="{17F3B6F0-6A4D-41BE-9785-9B189C4886C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7D4857A-DC94-4CD8-8138-423EEAB1D2A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6BA73CE-4ED7-4863-A529-C25CAF916451}">
      <dgm:prSet/>
      <dgm:spPr/>
      <dgm:t>
        <a:bodyPr/>
        <a:lstStyle/>
        <a:p>
          <a:r>
            <a:rPr lang="en-PK" b="1" i="0" baseline="0" dirty="0"/>
            <a:t>Privileged User Access:</a:t>
          </a:r>
          <a:r>
            <a:rPr lang="en-PK" b="0" i="0" baseline="0" dirty="0"/>
            <a:t> Managing and monitoring elevated permissions.</a:t>
          </a:r>
          <a:endParaRPr lang="en-US" dirty="0"/>
        </a:p>
      </dgm:t>
    </dgm:pt>
    <dgm:pt modelId="{23C702AD-C2F6-40C5-82DC-E14913C41296}" type="parTrans" cxnId="{448BD490-86CC-434B-AD79-ECC62CB96D03}">
      <dgm:prSet/>
      <dgm:spPr/>
      <dgm:t>
        <a:bodyPr/>
        <a:lstStyle/>
        <a:p>
          <a:endParaRPr lang="en-US"/>
        </a:p>
      </dgm:t>
    </dgm:pt>
    <dgm:pt modelId="{2193E10D-379B-430D-82A9-DF9E1125A5F7}" type="sibTrans" cxnId="{448BD490-86CC-434B-AD79-ECC62CB96D03}">
      <dgm:prSet/>
      <dgm:spPr/>
      <dgm:t>
        <a:bodyPr/>
        <a:lstStyle/>
        <a:p>
          <a:endParaRPr lang="en-US"/>
        </a:p>
      </dgm:t>
    </dgm:pt>
    <dgm:pt modelId="{8A93FF0F-A822-4094-ADED-C5209588DBA1}">
      <dgm:prSet/>
      <dgm:spPr/>
      <dgm:t>
        <a:bodyPr/>
        <a:lstStyle/>
        <a:p>
          <a:r>
            <a:rPr lang="en-PK" b="1" i="0" baseline="0"/>
            <a:t>Regulatory Compliance:</a:t>
          </a:r>
          <a:r>
            <a:rPr lang="en-PK" b="0" i="0" baseline="0"/>
            <a:t> Adhering to data protection laws and standards.</a:t>
          </a:r>
          <a:endParaRPr lang="en-US"/>
        </a:p>
      </dgm:t>
    </dgm:pt>
    <dgm:pt modelId="{35310C5A-3B47-4646-9C43-6FCB3C062A69}" type="parTrans" cxnId="{34BFEBEA-07BD-4000-8BA9-89D00B4733AA}">
      <dgm:prSet/>
      <dgm:spPr/>
      <dgm:t>
        <a:bodyPr/>
        <a:lstStyle/>
        <a:p>
          <a:endParaRPr lang="en-US"/>
        </a:p>
      </dgm:t>
    </dgm:pt>
    <dgm:pt modelId="{CF6CB2F7-9AC6-4B0C-9C68-79A126A75C25}" type="sibTrans" cxnId="{34BFEBEA-07BD-4000-8BA9-89D00B4733AA}">
      <dgm:prSet/>
      <dgm:spPr/>
      <dgm:t>
        <a:bodyPr/>
        <a:lstStyle/>
        <a:p>
          <a:endParaRPr lang="en-US"/>
        </a:p>
      </dgm:t>
    </dgm:pt>
    <dgm:pt modelId="{7305AE40-90DC-4F7E-8A28-742EC3BC2D62}">
      <dgm:prSet/>
      <dgm:spPr/>
      <dgm:t>
        <a:bodyPr/>
        <a:lstStyle/>
        <a:p>
          <a:r>
            <a:rPr lang="en-PK" b="1" i="0" baseline="0"/>
            <a:t>Data Location:</a:t>
          </a:r>
          <a:r>
            <a:rPr lang="en-PK" b="0" i="0" baseline="0"/>
            <a:t> Ensuring compliance with regional data sovereignty laws.</a:t>
          </a:r>
          <a:endParaRPr lang="en-US"/>
        </a:p>
      </dgm:t>
    </dgm:pt>
    <dgm:pt modelId="{4CD09404-0795-4AD5-B0B6-A19BBE109978}" type="parTrans" cxnId="{4D1498B8-6C01-4F73-9C04-69B6B875E2D1}">
      <dgm:prSet/>
      <dgm:spPr/>
      <dgm:t>
        <a:bodyPr/>
        <a:lstStyle/>
        <a:p>
          <a:endParaRPr lang="en-US"/>
        </a:p>
      </dgm:t>
    </dgm:pt>
    <dgm:pt modelId="{88790543-0098-48CD-9E0D-C7C9E1BF1F8E}" type="sibTrans" cxnId="{4D1498B8-6C01-4F73-9C04-69B6B875E2D1}">
      <dgm:prSet/>
      <dgm:spPr/>
      <dgm:t>
        <a:bodyPr/>
        <a:lstStyle/>
        <a:p>
          <a:endParaRPr lang="en-US"/>
        </a:p>
      </dgm:t>
    </dgm:pt>
    <dgm:pt modelId="{18D36B52-5CA2-4B1D-9C15-A456E2FA9284}">
      <dgm:prSet/>
      <dgm:spPr/>
      <dgm:t>
        <a:bodyPr/>
        <a:lstStyle/>
        <a:p>
          <a:r>
            <a:rPr lang="en-PK" b="1" i="0" baseline="0"/>
            <a:t>Data Segregation:</a:t>
          </a:r>
          <a:r>
            <a:rPr lang="en-PK" b="0" i="0" baseline="0"/>
            <a:t> Protecting data in shared environments.</a:t>
          </a:r>
          <a:endParaRPr lang="en-US"/>
        </a:p>
      </dgm:t>
    </dgm:pt>
    <dgm:pt modelId="{A7EF036B-F45D-4AB4-B54A-1CD0330C6FF5}" type="parTrans" cxnId="{ACA583F3-FC66-4974-A4D9-2400201CC226}">
      <dgm:prSet/>
      <dgm:spPr/>
      <dgm:t>
        <a:bodyPr/>
        <a:lstStyle/>
        <a:p>
          <a:endParaRPr lang="en-US"/>
        </a:p>
      </dgm:t>
    </dgm:pt>
    <dgm:pt modelId="{B54B9115-06A3-474D-84D5-30556BB3EE26}" type="sibTrans" cxnId="{ACA583F3-FC66-4974-A4D9-2400201CC226}">
      <dgm:prSet/>
      <dgm:spPr/>
      <dgm:t>
        <a:bodyPr/>
        <a:lstStyle/>
        <a:p>
          <a:endParaRPr lang="en-US"/>
        </a:p>
      </dgm:t>
    </dgm:pt>
    <dgm:pt modelId="{90DF687A-1F5E-454B-B29F-699CB5417780}">
      <dgm:prSet/>
      <dgm:spPr/>
      <dgm:t>
        <a:bodyPr/>
        <a:lstStyle/>
        <a:p>
          <a:r>
            <a:rPr lang="en-PK" b="1" i="0" baseline="0"/>
            <a:t>Recovery:</a:t>
          </a:r>
          <a:r>
            <a:rPr lang="en-PK" b="0" i="0" baseline="0"/>
            <a:t> Effective backup and recovery processes.</a:t>
          </a:r>
          <a:endParaRPr lang="en-US"/>
        </a:p>
      </dgm:t>
    </dgm:pt>
    <dgm:pt modelId="{D2CF0B22-7442-48F2-833E-3BA638963519}" type="parTrans" cxnId="{D25C33B5-5826-4408-A20E-F3664C242F1B}">
      <dgm:prSet/>
      <dgm:spPr/>
      <dgm:t>
        <a:bodyPr/>
        <a:lstStyle/>
        <a:p>
          <a:endParaRPr lang="en-US"/>
        </a:p>
      </dgm:t>
    </dgm:pt>
    <dgm:pt modelId="{1C7F2068-CA94-406B-A8E1-3FF368CDFFD3}" type="sibTrans" cxnId="{D25C33B5-5826-4408-A20E-F3664C242F1B}">
      <dgm:prSet/>
      <dgm:spPr/>
      <dgm:t>
        <a:bodyPr/>
        <a:lstStyle/>
        <a:p>
          <a:endParaRPr lang="en-US"/>
        </a:p>
      </dgm:t>
    </dgm:pt>
    <dgm:pt modelId="{71FEB7DA-924A-4BF9-99D6-C6BDFD523B95}">
      <dgm:prSet/>
      <dgm:spPr/>
      <dgm:t>
        <a:bodyPr/>
        <a:lstStyle/>
        <a:p>
          <a:r>
            <a:rPr lang="en-PK" b="1" i="0" baseline="0"/>
            <a:t>Investigative Support:</a:t>
          </a:r>
          <a:r>
            <a:rPr lang="en-PK" b="0" i="0" baseline="0"/>
            <a:t> Mechanisms for investigating security incidents.</a:t>
          </a:r>
          <a:endParaRPr lang="en-US"/>
        </a:p>
      </dgm:t>
    </dgm:pt>
    <dgm:pt modelId="{D5D862CD-4E19-49A4-82F2-699537AD1B4C}" type="parTrans" cxnId="{F1306991-F638-45A8-954F-877A787E4594}">
      <dgm:prSet/>
      <dgm:spPr/>
      <dgm:t>
        <a:bodyPr/>
        <a:lstStyle/>
        <a:p>
          <a:endParaRPr lang="en-US"/>
        </a:p>
      </dgm:t>
    </dgm:pt>
    <dgm:pt modelId="{048438F5-EA6C-4F79-B152-FEB8BC8B6606}" type="sibTrans" cxnId="{F1306991-F638-45A8-954F-877A787E4594}">
      <dgm:prSet/>
      <dgm:spPr/>
      <dgm:t>
        <a:bodyPr/>
        <a:lstStyle/>
        <a:p>
          <a:endParaRPr lang="en-US"/>
        </a:p>
      </dgm:t>
    </dgm:pt>
    <dgm:pt modelId="{5666D144-D513-4718-8A8D-8268C54E515D}">
      <dgm:prSet/>
      <dgm:spPr/>
      <dgm:t>
        <a:bodyPr/>
        <a:lstStyle/>
        <a:p>
          <a:r>
            <a:rPr lang="en-PK" b="1" i="0" baseline="0"/>
            <a:t>Long-Term Viability:</a:t>
          </a:r>
          <a:r>
            <a:rPr lang="en-PK" b="0" i="0" baseline="0"/>
            <a:t> Addressing risks related to service provider stability. </a:t>
          </a:r>
          <a:endParaRPr lang="en-US"/>
        </a:p>
      </dgm:t>
    </dgm:pt>
    <dgm:pt modelId="{0F1A4B04-92FA-4B7D-AC60-3047F5B15166}" type="parTrans" cxnId="{7AD33A5E-E9EC-4FE4-BAD9-3543CBEC90B7}">
      <dgm:prSet/>
      <dgm:spPr/>
      <dgm:t>
        <a:bodyPr/>
        <a:lstStyle/>
        <a:p>
          <a:endParaRPr lang="en-US"/>
        </a:p>
      </dgm:t>
    </dgm:pt>
    <dgm:pt modelId="{001DEFDB-F07E-4DBD-9A87-AD600341F451}" type="sibTrans" cxnId="{7AD33A5E-E9EC-4FE4-BAD9-3543CBEC90B7}">
      <dgm:prSet/>
      <dgm:spPr/>
      <dgm:t>
        <a:bodyPr/>
        <a:lstStyle/>
        <a:p>
          <a:endParaRPr lang="en-US"/>
        </a:p>
      </dgm:t>
    </dgm:pt>
    <dgm:pt modelId="{9C2EC38F-156A-4E6D-815F-8795AECB4621}" type="pres">
      <dgm:prSet presAssocID="{37D4857A-DC94-4CD8-8138-423EEAB1D2A2}" presName="root" presStyleCnt="0">
        <dgm:presLayoutVars>
          <dgm:dir/>
          <dgm:resizeHandles val="exact"/>
        </dgm:presLayoutVars>
      </dgm:prSet>
      <dgm:spPr/>
    </dgm:pt>
    <dgm:pt modelId="{D979F60B-E7D0-4B55-A040-6DF6AD05FBA4}" type="pres">
      <dgm:prSet presAssocID="{D6BA73CE-4ED7-4863-A529-C25CAF916451}" presName="compNode" presStyleCnt="0"/>
      <dgm:spPr/>
    </dgm:pt>
    <dgm:pt modelId="{AB480258-A87A-44EC-A92D-33662BDA9FBE}" type="pres">
      <dgm:prSet presAssocID="{D6BA73CE-4ED7-4863-A529-C25CAF916451}" presName="bgRect" presStyleLbl="bgShp" presStyleIdx="0" presStyleCnt="7"/>
      <dgm:spPr/>
    </dgm:pt>
    <dgm:pt modelId="{2367887B-C9CC-47F2-91E3-F145DFBF5232}" type="pres">
      <dgm:prSet presAssocID="{D6BA73CE-4ED7-4863-A529-C25CAF916451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 with solid fill"/>
        </a:ext>
      </dgm:extLst>
    </dgm:pt>
    <dgm:pt modelId="{E3C4413D-BD0D-4C87-9775-AC980F0D8E30}" type="pres">
      <dgm:prSet presAssocID="{D6BA73CE-4ED7-4863-A529-C25CAF916451}" presName="spaceRect" presStyleCnt="0"/>
      <dgm:spPr/>
    </dgm:pt>
    <dgm:pt modelId="{198D9A65-0244-4B98-B9BD-B2781FAA8605}" type="pres">
      <dgm:prSet presAssocID="{D6BA73CE-4ED7-4863-A529-C25CAF916451}" presName="parTx" presStyleLbl="revTx" presStyleIdx="0" presStyleCnt="7">
        <dgm:presLayoutVars>
          <dgm:chMax val="0"/>
          <dgm:chPref val="0"/>
        </dgm:presLayoutVars>
      </dgm:prSet>
      <dgm:spPr/>
    </dgm:pt>
    <dgm:pt modelId="{C9998339-A4CD-41F2-911D-2C43EB19286E}" type="pres">
      <dgm:prSet presAssocID="{2193E10D-379B-430D-82A9-DF9E1125A5F7}" presName="sibTrans" presStyleCnt="0"/>
      <dgm:spPr/>
    </dgm:pt>
    <dgm:pt modelId="{C7C6703E-EFA5-4ED6-A390-1B4138232926}" type="pres">
      <dgm:prSet presAssocID="{8A93FF0F-A822-4094-ADED-C5209588DBA1}" presName="compNode" presStyleCnt="0"/>
      <dgm:spPr/>
    </dgm:pt>
    <dgm:pt modelId="{5428C8E5-963B-46B2-8900-1E40331D37B2}" type="pres">
      <dgm:prSet presAssocID="{8A93FF0F-A822-4094-ADED-C5209588DBA1}" presName="bgRect" presStyleLbl="bgShp" presStyleIdx="1" presStyleCnt="7"/>
      <dgm:spPr/>
    </dgm:pt>
    <dgm:pt modelId="{A28B6B1E-41BC-4C95-B0BE-CDC7B71724F2}" type="pres">
      <dgm:prSet presAssocID="{8A93FF0F-A822-4094-ADED-C5209588DBA1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D0B75D3B-7CFB-4B66-8450-CD2B882B3AE2}" type="pres">
      <dgm:prSet presAssocID="{8A93FF0F-A822-4094-ADED-C5209588DBA1}" presName="spaceRect" presStyleCnt="0"/>
      <dgm:spPr/>
    </dgm:pt>
    <dgm:pt modelId="{3B83C6FA-FCB0-46B4-B132-CC38AF9C4F72}" type="pres">
      <dgm:prSet presAssocID="{8A93FF0F-A822-4094-ADED-C5209588DBA1}" presName="parTx" presStyleLbl="revTx" presStyleIdx="1" presStyleCnt="7">
        <dgm:presLayoutVars>
          <dgm:chMax val="0"/>
          <dgm:chPref val="0"/>
        </dgm:presLayoutVars>
      </dgm:prSet>
      <dgm:spPr/>
    </dgm:pt>
    <dgm:pt modelId="{BF1C99BE-B381-4900-9B51-FE01522607B2}" type="pres">
      <dgm:prSet presAssocID="{CF6CB2F7-9AC6-4B0C-9C68-79A126A75C25}" presName="sibTrans" presStyleCnt="0"/>
      <dgm:spPr/>
    </dgm:pt>
    <dgm:pt modelId="{187C93CB-0CBC-4D30-9540-99F5BE374A35}" type="pres">
      <dgm:prSet presAssocID="{7305AE40-90DC-4F7E-8A28-742EC3BC2D62}" presName="compNode" presStyleCnt="0"/>
      <dgm:spPr/>
    </dgm:pt>
    <dgm:pt modelId="{4252B2A3-BA3A-4A9C-9EB8-5E5334C1558F}" type="pres">
      <dgm:prSet presAssocID="{7305AE40-90DC-4F7E-8A28-742EC3BC2D62}" presName="bgRect" presStyleLbl="bgShp" presStyleIdx="2" presStyleCnt="7"/>
      <dgm:spPr/>
    </dgm:pt>
    <dgm:pt modelId="{8B9907D3-C525-4667-9E70-150F3298F139}" type="pres">
      <dgm:prSet presAssocID="{7305AE40-90DC-4F7E-8A28-742EC3BC2D62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ld with solid fill"/>
        </a:ext>
      </dgm:extLst>
    </dgm:pt>
    <dgm:pt modelId="{B8E52525-4288-4344-883C-029F9F438302}" type="pres">
      <dgm:prSet presAssocID="{7305AE40-90DC-4F7E-8A28-742EC3BC2D62}" presName="spaceRect" presStyleCnt="0"/>
      <dgm:spPr/>
    </dgm:pt>
    <dgm:pt modelId="{F4316F31-A159-4DCF-A923-C6E8AD972975}" type="pres">
      <dgm:prSet presAssocID="{7305AE40-90DC-4F7E-8A28-742EC3BC2D62}" presName="parTx" presStyleLbl="revTx" presStyleIdx="2" presStyleCnt="7">
        <dgm:presLayoutVars>
          <dgm:chMax val="0"/>
          <dgm:chPref val="0"/>
        </dgm:presLayoutVars>
      </dgm:prSet>
      <dgm:spPr/>
    </dgm:pt>
    <dgm:pt modelId="{7096DF7D-7F5A-444F-BD28-3F7C4E9294F3}" type="pres">
      <dgm:prSet presAssocID="{88790543-0098-48CD-9E0D-C7C9E1BF1F8E}" presName="sibTrans" presStyleCnt="0"/>
      <dgm:spPr/>
    </dgm:pt>
    <dgm:pt modelId="{F88C2C4F-C6AB-4DB1-B30B-4FCB66C0520F}" type="pres">
      <dgm:prSet presAssocID="{18D36B52-5CA2-4B1D-9C15-A456E2FA9284}" presName="compNode" presStyleCnt="0"/>
      <dgm:spPr/>
    </dgm:pt>
    <dgm:pt modelId="{D2CB2F65-524D-46DA-AB86-325DFCEB31D4}" type="pres">
      <dgm:prSet presAssocID="{18D36B52-5CA2-4B1D-9C15-A456E2FA9284}" presName="bgRect" presStyleLbl="bgShp" presStyleIdx="3" presStyleCnt="7"/>
      <dgm:spPr/>
    </dgm:pt>
    <dgm:pt modelId="{58EA5CA5-C77B-4957-AAF0-E713A5FCB39A}" type="pres">
      <dgm:prSet presAssocID="{18D36B52-5CA2-4B1D-9C15-A456E2FA9284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C5642B44-3671-4F2F-9A13-BF569FC0042A}" type="pres">
      <dgm:prSet presAssocID="{18D36B52-5CA2-4B1D-9C15-A456E2FA9284}" presName="spaceRect" presStyleCnt="0"/>
      <dgm:spPr/>
    </dgm:pt>
    <dgm:pt modelId="{76F22A7F-B77D-4E5E-8FE2-7AD23534A455}" type="pres">
      <dgm:prSet presAssocID="{18D36B52-5CA2-4B1D-9C15-A456E2FA9284}" presName="parTx" presStyleLbl="revTx" presStyleIdx="3" presStyleCnt="7">
        <dgm:presLayoutVars>
          <dgm:chMax val="0"/>
          <dgm:chPref val="0"/>
        </dgm:presLayoutVars>
      </dgm:prSet>
      <dgm:spPr/>
    </dgm:pt>
    <dgm:pt modelId="{DBC7AFC0-DB5B-4D72-B8FA-3AC35AFEACC2}" type="pres">
      <dgm:prSet presAssocID="{B54B9115-06A3-474D-84D5-30556BB3EE26}" presName="sibTrans" presStyleCnt="0"/>
      <dgm:spPr/>
    </dgm:pt>
    <dgm:pt modelId="{CADC9E94-B519-4984-88FB-DDF53197EB30}" type="pres">
      <dgm:prSet presAssocID="{90DF687A-1F5E-454B-B29F-699CB5417780}" presName="compNode" presStyleCnt="0"/>
      <dgm:spPr/>
    </dgm:pt>
    <dgm:pt modelId="{C921F5BA-76EF-414F-848F-75F6865F15BF}" type="pres">
      <dgm:prSet presAssocID="{90DF687A-1F5E-454B-B29F-699CB5417780}" presName="bgRect" presStyleLbl="bgShp" presStyleIdx="4" presStyleCnt="7"/>
      <dgm:spPr/>
    </dgm:pt>
    <dgm:pt modelId="{CC0EAA6B-0CAA-4E66-A645-637681F030C4}" type="pres">
      <dgm:prSet presAssocID="{90DF687A-1F5E-454B-B29F-699CB5417780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77E1E0E2-69A8-420A-B069-C1232CAC48F2}" type="pres">
      <dgm:prSet presAssocID="{90DF687A-1F5E-454B-B29F-699CB5417780}" presName="spaceRect" presStyleCnt="0"/>
      <dgm:spPr/>
    </dgm:pt>
    <dgm:pt modelId="{E56FA2A4-D1D7-4601-9CE5-409E18F38FD8}" type="pres">
      <dgm:prSet presAssocID="{90DF687A-1F5E-454B-B29F-699CB5417780}" presName="parTx" presStyleLbl="revTx" presStyleIdx="4" presStyleCnt="7">
        <dgm:presLayoutVars>
          <dgm:chMax val="0"/>
          <dgm:chPref val="0"/>
        </dgm:presLayoutVars>
      </dgm:prSet>
      <dgm:spPr/>
    </dgm:pt>
    <dgm:pt modelId="{593214B9-36E5-4D57-8F2A-CB51DDB02054}" type="pres">
      <dgm:prSet presAssocID="{1C7F2068-CA94-406B-A8E1-3FF368CDFFD3}" presName="sibTrans" presStyleCnt="0"/>
      <dgm:spPr/>
    </dgm:pt>
    <dgm:pt modelId="{DA6AB9BA-C5E2-4C8C-838A-9308A2956694}" type="pres">
      <dgm:prSet presAssocID="{71FEB7DA-924A-4BF9-99D6-C6BDFD523B95}" presName="compNode" presStyleCnt="0"/>
      <dgm:spPr/>
    </dgm:pt>
    <dgm:pt modelId="{181C0895-3405-4532-A758-BE60B8F62BCC}" type="pres">
      <dgm:prSet presAssocID="{71FEB7DA-924A-4BF9-99D6-C6BDFD523B95}" presName="bgRect" presStyleLbl="bgShp" presStyleIdx="5" presStyleCnt="7"/>
      <dgm:spPr/>
    </dgm:pt>
    <dgm:pt modelId="{5D5DDCB0-FA0B-4AF9-9935-AB3161A93495}" type="pres">
      <dgm:prSet presAssocID="{71FEB7DA-924A-4BF9-99D6-C6BDFD523B95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tective"/>
        </a:ext>
      </dgm:extLst>
    </dgm:pt>
    <dgm:pt modelId="{C648AF23-3B8A-4B6A-A1E2-DCB37D89EBCB}" type="pres">
      <dgm:prSet presAssocID="{71FEB7DA-924A-4BF9-99D6-C6BDFD523B95}" presName="spaceRect" presStyleCnt="0"/>
      <dgm:spPr/>
    </dgm:pt>
    <dgm:pt modelId="{F33AC615-6F26-4D13-A425-0F0CB4FF06EC}" type="pres">
      <dgm:prSet presAssocID="{71FEB7DA-924A-4BF9-99D6-C6BDFD523B95}" presName="parTx" presStyleLbl="revTx" presStyleIdx="5" presStyleCnt="7">
        <dgm:presLayoutVars>
          <dgm:chMax val="0"/>
          <dgm:chPref val="0"/>
        </dgm:presLayoutVars>
      </dgm:prSet>
      <dgm:spPr/>
    </dgm:pt>
    <dgm:pt modelId="{18AD6EC9-AB48-42F6-ACF4-0E2DA71D9094}" type="pres">
      <dgm:prSet presAssocID="{048438F5-EA6C-4F79-B152-FEB8BC8B6606}" presName="sibTrans" presStyleCnt="0"/>
      <dgm:spPr/>
    </dgm:pt>
    <dgm:pt modelId="{09F263DC-585F-47F0-A317-E08096F4C7B7}" type="pres">
      <dgm:prSet presAssocID="{5666D144-D513-4718-8A8D-8268C54E515D}" presName="compNode" presStyleCnt="0"/>
      <dgm:spPr/>
    </dgm:pt>
    <dgm:pt modelId="{2ACE049A-D6E4-43B5-847F-3C03445C9B4A}" type="pres">
      <dgm:prSet presAssocID="{5666D144-D513-4718-8A8D-8268C54E515D}" presName="bgRect" presStyleLbl="bgShp" presStyleIdx="6" presStyleCnt="7"/>
      <dgm:spPr/>
    </dgm:pt>
    <dgm:pt modelId="{F6EDBAC1-DFCD-4FC8-9EDD-7508BA597709}" type="pres">
      <dgm:prSet presAssocID="{5666D144-D513-4718-8A8D-8268C54E515D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gh Voltage"/>
        </a:ext>
      </dgm:extLst>
    </dgm:pt>
    <dgm:pt modelId="{3E7DF753-B5A7-4D45-900E-B60854000A27}" type="pres">
      <dgm:prSet presAssocID="{5666D144-D513-4718-8A8D-8268C54E515D}" presName="spaceRect" presStyleCnt="0"/>
      <dgm:spPr/>
    </dgm:pt>
    <dgm:pt modelId="{8D3A82AE-B5FB-473F-9D24-272D0AA5B820}" type="pres">
      <dgm:prSet presAssocID="{5666D144-D513-4718-8A8D-8268C54E515D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7D511301-E0C0-41E2-8E0C-ABBF0A64F532}" type="presOf" srcId="{90DF687A-1F5E-454B-B29F-699CB5417780}" destId="{E56FA2A4-D1D7-4601-9CE5-409E18F38FD8}" srcOrd="0" destOrd="0" presId="urn:microsoft.com/office/officeart/2018/2/layout/IconVerticalSolidList"/>
    <dgm:cxn modelId="{B36E842A-B73A-49BC-9029-AF9735817EF1}" type="presOf" srcId="{71FEB7DA-924A-4BF9-99D6-C6BDFD523B95}" destId="{F33AC615-6F26-4D13-A425-0F0CB4FF06EC}" srcOrd="0" destOrd="0" presId="urn:microsoft.com/office/officeart/2018/2/layout/IconVerticalSolidList"/>
    <dgm:cxn modelId="{7AD33A5E-E9EC-4FE4-BAD9-3543CBEC90B7}" srcId="{37D4857A-DC94-4CD8-8138-423EEAB1D2A2}" destId="{5666D144-D513-4718-8A8D-8268C54E515D}" srcOrd="6" destOrd="0" parTransId="{0F1A4B04-92FA-4B7D-AC60-3047F5B15166}" sibTransId="{001DEFDB-F07E-4DBD-9A87-AD600341F451}"/>
    <dgm:cxn modelId="{1D974560-E728-43BD-99AA-B1CFB251B3A6}" type="presOf" srcId="{7305AE40-90DC-4F7E-8A28-742EC3BC2D62}" destId="{F4316F31-A159-4DCF-A923-C6E8AD972975}" srcOrd="0" destOrd="0" presId="urn:microsoft.com/office/officeart/2018/2/layout/IconVerticalSolidList"/>
    <dgm:cxn modelId="{547AE741-48EB-40E1-8AB6-65889483505E}" type="presOf" srcId="{18D36B52-5CA2-4B1D-9C15-A456E2FA9284}" destId="{76F22A7F-B77D-4E5E-8FE2-7AD23534A455}" srcOrd="0" destOrd="0" presId="urn:microsoft.com/office/officeart/2018/2/layout/IconVerticalSolidList"/>
    <dgm:cxn modelId="{448BD490-86CC-434B-AD79-ECC62CB96D03}" srcId="{37D4857A-DC94-4CD8-8138-423EEAB1D2A2}" destId="{D6BA73CE-4ED7-4863-A529-C25CAF916451}" srcOrd="0" destOrd="0" parTransId="{23C702AD-C2F6-40C5-82DC-E14913C41296}" sibTransId="{2193E10D-379B-430D-82A9-DF9E1125A5F7}"/>
    <dgm:cxn modelId="{F1306991-F638-45A8-954F-877A787E4594}" srcId="{37D4857A-DC94-4CD8-8138-423EEAB1D2A2}" destId="{71FEB7DA-924A-4BF9-99D6-C6BDFD523B95}" srcOrd="5" destOrd="0" parTransId="{D5D862CD-4E19-49A4-82F2-699537AD1B4C}" sibTransId="{048438F5-EA6C-4F79-B152-FEB8BC8B6606}"/>
    <dgm:cxn modelId="{506FD3B4-62AB-4FAC-A99D-3132BE991076}" type="presOf" srcId="{5666D144-D513-4718-8A8D-8268C54E515D}" destId="{8D3A82AE-B5FB-473F-9D24-272D0AA5B820}" srcOrd="0" destOrd="0" presId="urn:microsoft.com/office/officeart/2018/2/layout/IconVerticalSolidList"/>
    <dgm:cxn modelId="{D25C33B5-5826-4408-A20E-F3664C242F1B}" srcId="{37D4857A-DC94-4CD8-8138-423EEAB1D2A2}" destId="{90DF687A-1F5E-454B-B29F-699CB5417780}" srcOrd="4" destOrd="0" parTransId="{D2CF0B22-7442-48F2-833E-3BA638963519}" sibTransId="{1C7F2068-CA94-406B-A8E1-3FF368CDFFD3}"/>
    <dgm:cxn modelId="{4D1498B8-6C01-4F73-9C04-69B6B875E2D1}" srcId="{37D4857A-DC94-4CD8-8138-423EEAB1D2A2}" destId="{7305AE40-90DC-4F7E-8A28-742EC3BC2D62}" srcOrd="2" destOrd="0" parTransId="{4CD09404-0795-4AD5-B0B6-A19BBE109978}" sibTransId="{88790543-0098-48CD-9E0D-C7C9E1BF1F8E}"/>
    <dgm:cxn modelId="{7B3F97C2-4A2A-45C8-9FFC-5756705707AE}" type="presOf" srcId="{8A93FF0F-A822-4094-ADED-C5209588DBA1}" destId="{3B83C6FA-FCB0-46B4-B132-CC38AF9C4F72}" srcOrd="0" destOrd="0" presId="urn:microsoft.com/office/officeart/2018/2/layout/IconVerticalSolidList"/>
    <dgm:cxn modelId="{42CC9FCD-0330-494C-BE5B-5872E0F09709}" type="presOf" srcId="{D6BA73CE-4ED7-4863-A529-C25CAF916451}" destId="{198D9A65-0244-4B98-B9BD-B2781FAA8605}" srcOrd="0" destOrd="0" presId="urn:microsoft.com/office/officeart/2018/2/layout/IconVerticalSolidList"/>
    <dgm:cxn modelId="{34BFEBEA-07BD-4000-8BA9-89D00B4733AA}" srcId="{37D4857A-DC94-4CD8-8138-423EEAB1D2A2}" destId="{8A93FF0F-A822-4094-ADED-C5209588DBA1}" srcOrd="1" destOrd="0" parTransId="{35310C5A-3B47-4646-9C43-6FCB3C062A69}" sibTransId="{CF6CB2F7-9AC6-4B0C-9C68-79A126A75C25}"/>
    <dgm:cxn modelId="{ACA583F3-FC66-4974-A4D9-2400201CC226}" srcId="{37D4857A-DC94-4CD8-8138-423EEAB1D2A2}" destId="{18D36B52-5CA2-4B1D-9C15-A456E2FA9284}" srcOrd="3" destOrd="0" parTransId="{A7EF036B-F45D-4AB4-B54A-1CD0330C6FF5}" sibTransId="{B54B9115-06A3-474D-84D5-30556BB3EE26}"/>
    <dgm:cxn modelId="{D462EFF6-0DDB-4A0F-8D4C-AA860835E8F8}" type="presOf" srcId="{37D4857A-DC94-4CD8-8138-423EEAB1D2A2}" destId="{9C2EC38F-156A-4E6D-815F-8795AECB4621}" srcOrd="0" destOrd="0" presId="urn:microsoft.com/office/officeart/2018/2/layout/IconVerticalSolidList"/>
    <dgm:cxn modelId="{5D6CE3D2-EBCA-462E-AE8A-DC3700B1B2EA}" type="presParOf" srcId="{9C2EC38F-156A-4E6D-815F-8795AECB4621}" destId="{D979F60B-E7D0-4B55-A040-6DF6AD05FBA4}" srcOrd="0" destOrd="0" presId="urn:microsoft.com/office/officeart/2018/2/layout/IconVerticalSolidList"/>
    <dgm:cxn modelId="{FA128276-DBEB-4FFD-902E-73F295332FF1}" type="presParOf" srcId="{D979F60B-E7D0-4B55-A040-6DF6AD05FBA4}" destId="{AB480258-A87A-44EC-A92D-33662BDA9FBE}" srcOrd="0" destOrd="0" presId="urn:microsoft.com/office/officeart/2018/2/layout/IconVerticalSolidList"/>
    <dgm:cxn modelId="{7C7AB920-01F7-45D5-AE23-E6AB1FA808CA}" type="presParOf" srcId="{D979F60B-E7D0-4B55-A040-6DF6AD05FBA4}" destId="{2367887B-C9CC-47F2-91E3-F145DFBF5232}" srcOrd="1" destOrd="0" presId="urn:microsoft.com/office/officeart/2018/2/layout/IconVerticalSolidList"/>
    <dgm:cxn modelId="{46F7E5D2-9DD9-4C56-99D0-6B281A1578B9}" type="presParOf" srcId="{D979F60B-E7D0-4B55-A040-6DF6AD05FBA4}" destId="{E3C4413D-BD0D-4C87-9775-AC980F0D8E30}" srcOrd="2" destOrd="0" presId="urn:microsoft.com/office/officeart/2018/2/layout/IconVerticalSolidList"/>
    <dgm:cxn modelId="{5ADA8C3D-76F6-4765-9B5E-3412B8D782EF}" type="presParOf" srcId="{D979F60B-E7D0-4B55-A040-6DF6AD05FBA4}" destId="{198D9A65-0244-4B98-B9BD-B2781FAA8605}" srcOrd="3" destOrd="0" presId="urn:microsoft.com/office/officeart/2018/2/layout/IconVerticalSolidList"/>
    <dgm:cxn modelId="{93BC81AA-9019-44C6-A0DD-B8DDC35CDD7B}" type="presParOf" srcId="{9C2EC38F-156A-4E6D-815F-8795AECB4621}" destId="{C9998339-A4CD-41F2-911D-2C43EB19286E}" srcOrd="1" destOrd="0" presId="urn:microsoft.com/office/officeart/2018/2/layout/IconVerticalSolidList"/>
    <dgm:cxn modelId="{5DF1D3A1-37B9-462D-ADAE-CF2FE19C0C74}" type="presParOf" srcId="{9C2EC38F-156A-4E6D-815F-8795AECB4621}" destId="{C7C6703E-EFA5-4ED6-A390-1B4138232926}" srcOrd="2" destOrd="0" presId="urn:microsoft.com/office/officeart/2018/2/layout/IconVerticalSolidList"/>
    <dgm:cxn modelId="{2D626FB9-F452-4465-8C1B-DE34A5B9B104}" type="presParOf" srcId="{C7C6703E-EFA5-4ED6-A390-1B4138232926}" destId="{5428C8E5-963B-46B2-8900-1E40331D37B2}" srcOrd="0" destOrd="0" presId="urn:microsoft.com/office/officeart/2018/2/layout/IconVerticalSolidList"/>
    <dgm:cxn modelId="{BD75E9D5-1005-4149-BD03-25DBF6870563}" type="presParOf" srcId="{C7C6703E-EFA5-4ED6-A390-1B4138232926}" destId="{A28B6B1E-41BC-4C95-B0BE-CDC7B71724F2}" srcOrd="1" destOrd="0" presId="urn:microsoft.com/office/officeart/2018/2/layout/IconVerticalSolidList"/>
    <dgm:cxn modelId="{D248200C-EB71-4F88-8A2D-9D0E25F18263}" type="presParOf" srcId="{C7C6703E-EFA5-4ED6-A390-1B4138232926}" destId="{D0B75D3B-7CFB-4B66-8450-CD2B882B3AE2}" srcOrd="2" destOrd="0" presId="urn:microsoft.com/office/officeart/2018/2/layout/IconVerticalSolidList"/>
    <dgm:cxn modelId="{881EE690-53D4-438D-944B-606F980EC6CB}" type="presParOf" srcId="{C7C6703E-EFA5-4ED6-A390-1B4138232926}" destId="{3B83C6FA-FCB0-46B4-B132-CC38AF9C4F72}" srcOrd="3" destOrd="0" presId="urn:microsoft.com/office/officeart/2018/2/layout/IconVerticalSolidList"/>
    <dgm:cxn modelId="{853C6527-8553-466C-8437-92983EF0905C}" type="presParOf" srcId="{9C2EC38F-156A-4E6D-815F-8795AECB4621}" destId="{BF1C99BE-B381-4900-9B51-FE01522607B2}" srcOrd="3" destOrd="0" presId="urn:microsoft.com/office/officeart/2018/2/layout/IconVerticalSolidList"/>
    <dgm:cxn modelId="{CE1BBC0E-9A23-43C5-BA59-63576851D930}" type="presParOf" srcId="{9C2EC38F-156A-4E6D-815F-8795AECB4621}" destId="{187C93CB-0CBC-4D30-9540-99F5BE374A35}" srcOrd="4" destOrd="0" presId="urn:microsoft.com/office/officeart/2018/2/layout/IconVerticalSolidList"/>
    <dgm:cxn modelId="{40A82D4F-1227-4A07-8EE3-9BB630382145}" type="presParOf" srcId="{187C93CB-0CBC-4D30-9540-99F5BE374A35}" destId="{4252B2A3-BA3A-4A9C-9EB8-5E5334C1558F}" srcOrd="0" destOrd="0" presId="urn:microsoft.com/office/officeart/2018/2/layout/IconVerticalSolidList"/>
    <dgm:cxn modelId="{D979A3ED-D1DA-4A0C-8990-B27A398EA284}" type="presParOf" srcId="{187C93CB-0CBC-4D30-9540-99F5BE374A35}" destId="{8B9907D3-C525-4667-9E70-150F3298F139}" srcOrd="1" destOrd="0" presId="urn:microsoft.com/office/officeart/2018/2/layout/IconVerticalSolidList"/>
    <dgm:cxn modelId="{B0620101-C863-4848-9CD3-7C4DAC330E9F}" type="presParOf" srcId="{187C93CB-0CBC-4D30-9540-99F5BE374A35}" destId="{B8E52525-4288-4344-883C-029F9F438302}" srcOrd="2" destOrd="0" presId="urn:microsoft.com/office/officeart/2018/2/layout/IconVerticalSolidList"/>
    <dgm:cxn modelId="{E6180AE3-CCDC-4782-A90B-903081CDAEBA}" type="presParOf" srcId="{187C93CB-0CBC-4D30-9540-99F5BE374A35}" destId="{F4316F31-A159-4DCF-A923-C6E8AD972975}" srcOrd="3" destOrd="0" presId="urn:microsoft.com/office/officeart/2018/2/layout/IconVerticalSolidList"/>
    <dgm:cxn modelId="{3E88946F-63A3-4DD8-A071-0E713D16ED13}" type="presParOf" srcId="{9C2EC38F-156A-4E6D-815F-8795AECB4621}" destId="{7096DF7D-7F5A-444F-BD28-3F7C4E9294F3}" srcOrd="5" destOrd="0" presId="urn:microsoft.com/office/officeart/2018/2/layout/IconVerticalSolidList"/>
    <dgm:cxn modelId="{600F6F47-61BA-4F70-A7E2-61E04167B48F}" type="presParOf" srcId="{9C2EC38F-156A-4E6D-815F-8795AECB4621}" destId="{F88C2C4F-C6AB-4DB1-B30B-4FCB66C0520F}" srcOrd="6" destOrd="0" presId="urn:microsoft.com/office/officeart/2018/2/layout/IconVerticalSolidList"/>
    <dgm:cxn modelId="{5258E8A6-0AD3-4125-9A5C-5707B7C97003}" type="presParOf" srcId="{F88C2C4F-C6AB-4DB1-B30B-4FCB66C0520F}" destId="{D2CB2F65-524D-46DA-AB86-325DFCEB31D4}" srcOrd="0" destOrd="0" presId="urn:microsoft.com/office/officeart/2018/2/layout/IconVerticalSolidList"/>
    <dgm:cxn modelId="{8003D7B6-84B3-4AA6-80F8-F6634F5218AF}" type="presParOf" srcId="{F88C2C4F-C6AB-4DB1-B30B-4FCB66C0520F}" destId="{58EA5CA5-C77B-4957-AAF0-E713A5FCB39A}" srcOrd="1" destOrd="0" presId="urn:microsoft.com/office/officeart/2018/2/layout/IconVerticalSolidList"/>
    <dgm:cxn modelId="{27D06A1B-ECC2-4675-8C57-2DDCF76B1B6A}" type="presParOf" srcId="{F88C2C4F-C6AB-4DB1-B30B-4FCB66C0520F}" destId="{C5642B44-3671-4F2F-9A13-BF569FC0042A}" srcOrd="2" destOrd="0" presId="urn:microsoft.com/office/officeart/2018/2/layout/IconVerticalSolidList"/>
    <dgm:cxn modelId="{E4BED87F-1ABB-4DA5-B375-F4C611469133}" type="presParOf" srcId="{F88C2C4F-C6AB-4DB1-B30B-4FCB66C0520F}" destId="{76F22A7F-B77D-4E5E-8FE2-7AD23534A455}" srcOrd="3" destOrd="0" presId="urn:microsoft.com/office/officeart/2018/2/layout/IconVerticalSolidList"/>
    <dgm:cxn modelId="{47C7A666-333E-42B0-B8C1-3E7AA5FE140D}" type="presParOf" srcId="{9C2EC38F-156A-4E6D-815F-8795AECB4621}" destId="{DBC7AFC0-DB5B-4D72-B8FA-3AC35AFEACC2}" srcOrd="7" destOrd="0" presId="urn:microsoft.com/office/officeart/2018/2/layout/IconVerticalSolidList"/>
    <dgm:cxn modelId="{87528D07-40C3-479E-BFCD-4FEF080914D1}" type="presParOf" srcId="{9C2EC38F-156A-4E6D-815F-8795AECB4621}" destId="{CADC9E94-B519-4984-88FB-DDF53197EB30}" srcOrd="8" destOrd="0" presId="urn:microsoft.com/office/officeart/2018/2/layout/IconVerticalSolidList"/>
    <dgm:cxn modelId="{A57ADF3E-543A-4719-B692-2345755CEA5A}" type="presParOf" srcId="{CADC9E94-B519-4984-88FB-DDF53197EB30}" destId="{C921F5BA-76EF-414F-848F-75F6865F15BF}" srcOrd="0" destOrd="0" presId="urn:microsoft.com/office/officeart/2018/2/layout/IconVerticalSolidList"/>
    <dgm:cxn modelId="{E8050816-E683-4E71-8AF5-6BF248BAE1F2}" type="presParOf" srcId="{CADC9E94-B519-4984-88FB-DDF53197EB30}" destId="{CC0EAA6B-0CAA-4E66-A645-637681F030C4}" srcOrd="1" destOrd="0" presId="urn:microsoft.com/office/officeart/2018/2/layout/IconVerticalSolidList"/>
    <dgm:cxn modelId="{42725006-2D1D-4300-926C-2CE5F4A8079A}" type="presParOf" srcId="{CADC9E94-B519-4984-88FB-DDF53197EB30}" destId="{77E1E0E2-69A8-420A-B069-C1232CAC48F2}" srcOrd="2" destOrd="0" presId="urn:microsoft.com/office/officeart/2018/2/layout/IconVerticalSolidList"/>
    <dgm:cxn modelId="{197F4A2E-B1B2-4ECD-860A-0B906673D3CB}" type="presParOf" srcId="{CADC9E94-B519-4984-88FB-DDF53197EB30}" destId="{E56FA2A4-D1D7-4601-9CE5-409E18F38FD8}" srcOrd="3" destOrd="0" presId="urn:microsoft.com/office/officeart/2018/2/layout/IconVerticalSolidList"/>
    <dgm:cxn modelId="{8B32D8C2-2DCC-4D33-8F35-19290A4EF6E6}" type="presParOf" srcId="{9C2EC38F-156A-4E6D-815F-8795AECB4621}" destId="{593214B9-36E5-4D57-8F2A-CB51DDB02054}" srcOrd="9" destOrd="0" presId="urn:microsoft.com/office/officeart/2018/2/layout/IconVerticalSolidList"/>
    <dgm:cxn modelId="{64AF0B85-24AB-4934-9C30-E65D73265453}" type="presParOf" srcId="{9C2EC38F-156A-4E6D-815F-8795AECB4621}" destId="{DA6AB9BA-C5E2-4C8C-838A-9308A2956694}" srcOrd="10" destOrd="0" presId="urn:microsoft.com/office/officeart/2018/2/layout/IconVerticalSolidList"/>
    <dgm:cxn modelId="{13265245-AC33-47C1-A4AF-339C8E000063}" type="presParOf" srcId="{DA6AB9BA-C5E2-4C8C-838A-9308A2956694}" destId="{181C0895-3405-4532-A758-BE60B8F62BCC}" srcOrd="0" destOrd="0" presId="urn:microsoft.com/office/officeart/2018/2/layout/IconVerticalSolidList"/>
    <dgm:cxn modelId="{B345FE1D-ADFC-4C16-BEA7-274FF6906670}" type="presParOf" srcId="{DA6AB9BA-C5E2-4C8C-838A-9308A2956694}" destId="{5D5DDCB0-FA0B-4AF9-9935-AB3161A93495}" srcOrd="1" destOrd="0" presId="urn:microsoft.com/office/officeart/2018/2/layout/IconVerticalSolidList"/>
    <dgm:cxn modelId="{FFE788DA-C306-4B8B-9E47-982C6A06F8B3}" type="presParOf" srcId="{DA6AB9BA-C5E2-4C8C-838A-9308A2956694}" destId="{C648AF23-3B8A-4B6A-A1E2-DCB37D89EBCB}" srcOrd="2" destOrd="0" presId="urn:microsoft.com/office/officeart/2018/2/layout/IconVerticalSolidList"/>
    <dgm:cxn modelId="{A34FF73E-CE1D-49AE-81B8-FB99D6EC2DB5}" type="presParOf" srcId="{DA6AB9BA-C5E2-4C8C-838A-9308A2956694}" destId="{F33AC615-6F26-4D13-A425-0F0CB4FF06EC}" srcOrd="3" destOrd="0" presId="urn:microsoft.com/office/officeart/2018/2/layout/IconVerticalSolidList"/>
    <dgm:cxn modelId="{3FA4750E-4DAC-4CED-BAF4-9BFCE1D41517}" type="presParOf" srcId="{9C2EC38F-156A-4E6D-815F-8795AECB4621}" destId="{18AD6EC9-AB48-42F6-ACF4-0E2DA71D9094}" srcOrd="11" destOrd="0" presId="urn:microsoft.com/office/officeart/2018/2/layout/IconVerticalSolidList"/>
    <dgm:cxn modelId="{63BAC2BF-7666-400B-B465-2C40CE513A1E}" type="presParOf" srcId="{9C2EC38F-156A-4E6D-815F-8795AECB4621}" destId="{09F263DC-585F-47F0-A317-E08096F4C7B7}" srcOrd="12" destOrd="0" presId="urn:microsoft.com/office/officeart/2018/2/layout/IconVerticalSolidList"/>
    <dgm:cxn modelId="{0290F6D4-6278-40DD-B2E1-1AA4776CF955}" type="presParOf" srcId="{09F263DC-585F-47F0-A317-E08096F4C7B7}" destId="{2ACE049A-D6E4-43B5-847F-3C03445C9B4A}" srcOrd="0" destOrd="0" presId="urn:microsoft.com/office/officeart/2018/2/layout/IconVerticalSolidList"/>
    <dgm:cxn modelId="{78E7142C-4853-4656-8E8B-2FDAB743682E}" type="presParOf" srcId="{09F263DC-585F-47F0-A317-E08096F4C7B7}" destId="{F6EDBAC1-DFCD-4FC8-9EDD-7508BA597709}" srcOrd="1" destOrd="0" presId="urn:microsoft.com/office/officeart/2018/2/layout/IconVerticalSolidList"/>
    <dgm:cxn modelId="{82A671AC-958D-49DD-A825-8BFDF846234D}" type="presParOf" srcId="{09F263DC-585F-47F0-A317-E08096F4C7B7}" destId="{3E7DF753-B5A7-4D45-900E-B60854000A27}" srcOrd="2" destOrd="0" presId="urn:microsoft.com/office/officeart/2018/2/layout/IconVerticalSolidList"/>
    <dgm:cxn modelId="{0DFF573D-685A-4FD3-8655-130643A07BAB}" type="presParOf" srcId="{09F263DC-585F-47F0-A317-E08096F4C7B7}" destId="{8D3A82AE-B5FB-473F-9D24-272D0AA5B82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C22BF0A-BFD5-4B23-BA75-DCFAE7C311A2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8FA6EBC-20E0-40E1-8D16-D7F17BA21DBE}">
      <dgm:prSet/>
      <dgm:spPr/>
      <dgm:t>
        <a:bodyPr/>
        <a:lstStyle/>
        <a:p>
          <a:r>
            <a:rPr lang="en-PK" b="1" i="0" baseline="0"/>
            <a:t>IaaS (Infrastructure as a Service):</a:t>
          </a:r>
          <a:endParaRPr lang="en-US"/>
        </a:p>
      </dgm:t>
    </dgm:pt>
    <dgm:pt modelId="{797DD247-42BA-4DB3-95FA-9A21C45B0AD1}" type="parTrans" cxnId="{419614FF-65F7-4981-9F42-126AE23A44FA}">
      <dgm:prSet/>
      <dgm:spPr/>
      <dgm:t>
        <a:bodyPr/>
        <a:lstStyle/>
        <a:p>
          <a:endParaRPr lang="en-US"/>
        </a:p>
      </dgm:t>
    </dgm:pt>
    <dgm:pt modelId="{0A6B39EF-BED2-491B-AE2A-0D02B244B80A}" type="sibTrans" cxnId="{419614FF-65F7-4981-9F42-126AE23A44FA}">
      <dgm:prSet/>
      <dgm:spPr/>
      <dgm:t>
        <a:bodyPr/>
        <a:lstStyle/>
        <a:p>
          <a:endParaRPr lang="en-US"/>
        </a:p>
      </dgm:t>
    </dgm:pt>
    <dgm:pt modelId="{58FCE907-6083-4EA1-BADB-287528E7049C}">
      <dgm:prSet/>
      <dgm:spPr/>
      <dgm:t>
        <a:bodyPr/>
        <a:lstStyle/>
        <a:p>
          <a:r>
            <a:rPr lang="en-PK" b="1" i="0" baseline="0"/>
            <a:t>Provider:</a:t>
          </a:r>
          <a:r>
            <a:rPr lang="en-PK" b="0" i="0" baseline="0"/>
            <a:t> Manages the physical infrastructure (servers, storage, network).</a:t>
          </a:r>
          <a:endParaRPr lang="en-US"/>
        </a:p>
      </dgm:t>
    </dgm:pt>
    <dgm:pt modelId="{0DD8973A-FE10-4AEB-8979-487A874C0F22}" type="parTrans" cxnId="{22222776-75BF-40F5-870F-F44ABA96510A}">
      <dgm:prSet/>
      <dgm:spPr/>
      <dgm:t>
        <a:bodyPr/>
        <a:lstStyle/>
        <a:p>
          <a:endParaRPr lang="en-US"/>
        </a:p>
      </dgm:t>
    </dgm:pt>
    <dgm:pt modelId="{50BF654B-1C22-405A-BC8A-9BBE216B271A}" type="sibTrans" cxnId="{22222776-75BF-40F5-870F-F44ABA96510A}">
      <dgm:prSet/>
      <dgm:spPr/>
      <dgm:t>
        <a:bodyPr/>
        <a:lstStyle/>
        <a:p>
          <a:endParaRPr lang="en-US"/>
        </a:p>
      </dgm:t>
    </dgm:pt>
    <dgm:pt modelId="{BB6CE555-759A-41C3-9EBF-DD28F59E73E9}">
      <dgm:prSet/>
      <dgm:spPr/>
      <dgm:t>
        <a:bodyPr/>
        <a:lstStyle/>
        <a:p>
          <a:r>
            <a:rPr lang="en-PK" b="1" i="0" baseline="0"/>
            <a:t>Consumer:</a:t>
          </a:r>
          <a:r>
            <a:rPr lang="en-PK" b="0" i="0" baseline="0"/>
            <a:t> Responsible for managing the operating system, applications, and data.</a:t>
          </a:r>
          <a:endParaRPr lang="en-US"/>
        </a:p>
      </dgm:t>
    </dgm:pt>
    <dgm:pt modelId="{403C036F-017C-4A95-BBC2-7837C5481A1E}" type="parTrans" cxnId="{AC133C14-297E-4EEF-82D8-88642BD0AF73}">
      <dgm:prSet/>
      <dgm:spPr/>
      <dgm:t>
        <a:bodyPr/>
        <a:lstStyle/>
        <a:p>
          <a:endParaRPr lang="en-US"/>
        </a:p>
      </dgm:t>
    </dgm:pt>
    <dgm:pt modelId="{B4677DA6-40BD-4DB3-AC12-545A91D226E3}" type="sibTrans" cxnId="{AC133C14-297E-4EEF-82D8-88642BD0AF73}">
      <dgm:prSet/>
      <dgm:spPr/>
      <dgm:t>
        <a:bodyPr/>
        <a:lstStyle/>
        <a:p>
          <a:endParaRPr lang="en-US"/>
        </a:p>
      </dgm:t>
    </dgm:pt>
    <dgm:pt modelId="{0206ADDE-9651-47CF-888E-B8A81646C6A9}">
      <dgm:prSet/>
      <dgm:spPr/>
      <dgm:t>
        <a:bodyPr/>
        <a:lstStyle/>
        <a:p>
          <a:r>
            <a:rPr lang="en-PK" b="1" i="0" baseline="0"/>
            <a:t>PaaS (Platform as a Service):</a:t>
          </a:r>
          <a:endParaRPr lang="en-US"/>
        </a:p>
      </dgm:t>
    </dgm:pt>
    <dgm:pt modelId="{12A960EF-F8AD-4834-BF46-0B0666511FD3}" type="parTrans" cxnId="{F2F7E2EE-CF8C-4756-8F2B-0D6701D52DDD}">
      <dgm:prSet/>
      <dgm:spPr/>
      <dgm:t>
        <a:bodyPr/>
        <a:lstStyle/>
        <a:p>
          <a:endParaRPr lang="en-US"/>
        </a:p>
      </dgm:t>
    </dgm:pt>
    <dgm:pt modelId="{7FE3FCDE-5B88-44FF-9378-D34333A439E3}" type="sibTrans" cxnId="{F2F7E2EE-CF8C-4756-8F2B-0D6701D52DDD}">
      <dgm:prSet/>
      <dgm:spPr/>
      <dgm:t>
        <a:bodyPr/>
        <a:lstStyle/>
        <a:p>
          <a:endParaRPr lang="en-US"/>
        </a:p>
      </dgm:t>
    </dgm:pt>
    <dgm:pt modelId="{E4509FB9-33C3-4537-A09F-9DE0AF47F773}">
      <dgm:prSet/>
      <dgm:spPr/>
      <dgm:t>
        <a:bodyPr/>
        <a:lstStyle/>
        <a:p>
          <a:r>
            <a:rPr lang="en-PK" b="1" i="0" baseline="0"/>
            <a:t>Provider:</a:t>
          </a:r>
          <a:r>
            <a:rPr lang="en-PK" b="0" i="0" baseline="0"/>
            <a:t> Manages infrastructure and platform services (runtime environments, middleware).</a:t>
          </a:r>
          <a:endParaRPr lang="en-US"/>
        </a:p>
      </dgm:t>
    </dgm:pt>
    <dgm:pt modelId="{68CDF111-5479-4BDF-B805-4A9D725EA25A}" type="parTrans" cxnId="{538809F6-AA33-43AD-94A2-11B378DA8100}">
      <dgm:prSet/>
      <dgm:spPr/>
      <dgm:t>
        <a:bodyPr/>
        <a:lstStyle/>
        <a:p>
          <a:endParaRPr lang="en-US"/>
        </a:p>
      </dgm:t>
    </dgm:pt>
    <dgm:pt modelId="{1E28BFC9-51FA-4EE6-A963-97718A551511}" type="sibTrans" cxnId="{538809F6-AA33-43AD-94A2-11B378DA8100}">
      <dgm:prSet/>
      <dgm:spPr/>
      <dgm:t>
        <a:bodyPr/>
        <a:lstStyle/>
        <a:p>
          <a:endParaRPr lang="en-US"/>
        </a:p>
      </dgm:t>
    </dgm:pt>
    <dgm:pt modelId="{529A5C08-DF46-4140-BD39-9AEA0FC5A539}">
      <dgm:prSet/>
      <dgm:spPr/>
      <dgm:t>
        <a:bodyPr/>
        <a:lstStyle/>
        <a:p>
          <a:r>
            <a:rPr lang="en-PK" b="1" i="0" baseline="0"/>
            <a:t>Consumer:</a:t>
          </a:r>
          <a:r>
            <a:rPr lang="en-PK" b="0" i="0" baseline="0"/>
            <a:t> Manages applications and data security.</a:t>
          </a:r>
          <a:endParaRPr lang="en-US"/>
        </a:p>
      </dgm:t>
    </dgm:pt>
    <dgm:pt modelId="{D5F45516-BE4A-4EBF-BEE8-A693422DE4B4}" type="parTrans" cxnId="{BC11A45E-3AA9-4232-A89B-8D2FF198516F}">
      <dgm:prSet/>
      <dgm:spPr/>
      <dgm:t>
        <a:bodyPr/>
        <a:lstStyle/>
        <a:p>
          <a:endParaRPr lang="en-US"/>
        </a:p>
      </dgm:t>
    </dgm:pt>
    <dgm:pt modelId="{6D88D88E-D5E9-4C73-9B90-4A63EFFD1E2A}" type="sibTrans" cxnId="{BC11A45E-3AA9-4232-A89B-8D2FF198516F}">
      <dgm:prSet/>
      <dgm:spPr/>
      <dgm:t>
        <a:bodyPr/>
        <a:lstStyle/>
        <a:p>
          <a:endParaRPr lang="en-US"/>
        </a:p>
      </dgm:t>
    </dgm:pt>
    <dgm:pt modelId="{2543C903-BFFD-4594-BBAD-8A2DB7F1E417}">
      <dgm:prSet/>
      <dgm:spPr/>
      <dgm:t>
        <a:bodyPr/>
        <a:lstStyle/>
        <a:p>
          <a:r>
            <a:rPr lang="en-PK" b="1" i="0" baseline="0"/>
            <a:t>SaaS (Software as a Service):</a:t>
          </a:r>
          <a:endParaRPr lang="en-US"/>
        </a:p>
      </dgm:t>
    </dgm:pt>
    <dgm:pt modelId="{9D442DAF-E497-4E7E-8910-7A2D1197AC63}" type="parTrans" cxnId="{7A02AF1B-1B78-4021-BB07-6A33BD91AC8C}">
      <dgm:prSet/>
      <dgm:spPr/>
      <dgm:t>
        <a:bodyPr/>
        <a:lstStyle/>
        <a:p>
          <a:endParaRPr lang="en-US"/>
        </a:p>
      </dgm:t>
    </dgm:pt>
    <dgm:pt modelId="{6B0E7E43-1824-4901-9ED0-94A2CFC01CEE}" type="sibTrans" cxnId="{7A02AF1B-1B78-4021-BB07-6A33BD91AC8C}">
      <dgm:prSet/>
      <dgm:spPr/>
      <dgm:t>
        <a:bodyPr/>
        <a:lstStyle/>
        <a:p>
          <a:endParaRPr lang="en-US"/>
        </a:p>
      </dgm:t>
    </dgm:pt>
    <dgm:pt modelId="{B3B999C9-8B5F-49F8-88F9-10CCDD443711}">
      <dgm:prSet/>
      <dgm:spPr/>
      <dgm:t>
        <a:bodyPr/>
        <a:lstStyle/>
        <a:p>
          <a:r>
            <a:rPr lang="en-PK" b="1" i="0" baseline="0"/>
            <a:t>Provider:</a:t>
          </a:r>
          <a:r>
            <a:rPr lang="en-PK" b="0" i="0" baseline="0"/>
            <a:t> Handles the entire stack, including infrastructure, platform, and applications.</a:t>
          </a:r>
          <a:endParaRPr lang="en-US"/>
        </a:p>
      </dgm:t>
    </dgm:pt>
    <dgm:pt modelId="{A9BCC130-5150-4AAC-9283-5AF5D7C14317}" type="parTrans" cxnId="{6E0E866D-B1BD-4691-9BEC-9FF11BEA9F86}">
      <dgm:prSet/>
      <dgm:spPr/>
      <dgm:t>
        <a:bodyPr/>
        <a:lstStyle/>
        <a:p>
          <a:endParaRPr lang="en-US"/>
        </a:p>
      </dgm:t>
    </dgm:pt>
    <dgm:pt modelId="{21AEEB7A-14A4-450C-AFAC-624B03465214}" type="sibTrans" cxnId="{6E0E866D-B1BD-4691-9BEC-9FF11BEA9F86}">
      <dgm:prSet/>
      <dgm:spPr/>
      <dgm:t>
        <a:bodyPr/>
        <a:lstStyle/>
        <a:p>
          <a:endParaRPr lang="en-US"/>
        </a:p>
      </dgm:t>
    </dgm:pt>
    <dgm:pt modelId="{36D4EBF1-F0A6-42FC-8F7C-6B6D6B9AC7ED}">
      <dgm:prSet/>
      <dgm:spPr/>
      <dgm:t>
        <a:bodyPr/>
        <a:lstStyle/>
        <a:p>
          <a:r>
            <a:rPr lang="en-PK" b="1" i="0" baseline="0"/>
            <a:t>Consumer:</a:t>
          </a:r>
          <a:r>
            <a:rPr lang="en-PK" b="0" i="0" baseline="0"/>
            <a:t> Focuses on managing user data and access.</a:t>
          </a:r>
          <a:endParaRPr lang="en-US"/>
        </a:p>
      </dgm:t>
    </dgm:pt>
    <dgm:pt modelId="{9E98BCC8-F209-4AD4-8394-DB750743BA13}" type="parTrans" cxnId="{C95E3DE0-7BE6-44B7-97E4-2681DB8529A3}">
      <dgm:prSet/>
      <dgm:spPr/>
      <dgm:t>
        <a:bodyPr/>
        <a:lstStyle/>
        <a:p>
          <a:endParaRPr lang="en-US"/>
        </a:p>
      </dgm:t>
    </dgm:pt>
    <dgm:pt modelId="{6D43661D-9466-4E14-B4F6-9197A2F2AFC4}" type="sibTrans" cxnId="{C95E3DE0-7BE6-44B7-97E4-2681DB8529A3}">
      <dgm:prSet/>
      <dgm:spPr/>
      <dgm:t>
        <a:bodyPr/>
        <a:lstStyle/>
        <a:p>
          <a:endParaRPr lang="en-US"/>
        </a:p>
      </dgm:t>
    </dgm:pt>
    <dgm:pt modelId="{5FD7DBCE-7E85-4404-B82E-A7A24E79CFC5}">
      <dgm:prSet/>
      <dgm:spPr/>
      <dgm:t>
        <a:bodyPr/>
        <a:lstStyle/>
        <a:p>
          <a:r>
            <a:rPr lang="en-PK" b="1" i="0" baseline="0"/>
            <a:t>Traditional Computing:</a:t>
          </a:r>
          <a:endParaRPr lang="en-US"/>
        </a:p>
      </dgm:t>
    </dgm:pt>
    <dgm:pt modelId="{F8E7915F-E3B7-4662-8281-E8CF8CD44ACF}" type="parTrans" cxnId="{034E6859-17A4-4B27-BCBB-80D8DDC6B8A5}">
      <dgm:prSet/>
      <dgm:spPr/>
      <dgm:t>
        <a:bodyPr/>
        <a:lstStyle/>
        <a:p>
          <a:endParaRPr lang="en-US"/>
        </a:p>
      </dgm:t>
    </dgm:pt>
    <dgm:pt modelId="{A926735E-A359-4445-BB29-484E80B7BF86}" type="sibTrans" cxnId="{034E6859-17A4-4B27-BCBB-80D8DDC6B8A5}">
      <dgm:prSet/>
      <dgm:spPr/>
      <dgm:t>
        <a:bodyPr/>
        <a:lstStyle/>
        <a:p>
          <a:endParaRPr lang="en-US"/>
        </a:p>
      </dgm:t>
    </dgm:pt>
    <dgm:pt modelId="{BF590846-1286-479E-B0F8-835A52410F80}">
      <dgm:prSet/>
      <dgm:spPr/>
      <dgm:t>
        <a:bodyPr/>
        <a:lstStyle/>
        <a:p>
          <a:r>
            <a:rPr lang="en-PK" b="1" i="0" baseline="0"/>
            <a:t>Consumers:</a:t>
          </a:r>
          <a:r>
            <a:rPr lang="en-PK" b="0" i="0" baseline="0"/>
            <a:t> Handle all aspects of security from physical hardware to application-level security.</a:t>
          </a:r>
          <a:endParaRPr lang="en-US"/>
        </a:p>
      </dgm:t>
    </dgm:pt>
    <dgm:pt modelId="{C628226C-D0E2-49B0-915A-0C29E9B2CA55}" type="parTrans" cxnId="{5B527795-932B-45EF-9A32-F86E9FC920A0}">
      <dgm:prSet/>
      <dgm:spPr/>
      <dgm:t>
        <a:bodyPr/>
        <a:lstStyle/>
        <a:p>
          <a:endParaRPr lang="en-US"/>
        </a:p>
      </dgm:t>
    </dgm:pt>
    <dgm:pt modelId="{800AEDA7-7BF2-48A1-A390-ACA21A3547CF}" type="sibTrans" cxnId="{5B527795-932B-45EF-9A32-F86E9FC920A0}">
      <dgm:prSet/>
      <dgm:spPr/>
      <dgm:t>
        <a:bodyPr/>
        <a:lstStyle/>
        <a:p>
          <a:endParaRPr lang="en-US"/>
        </a:p>
      </dgm:t>
    </dgm:pt>
    <dgm:pt modelId="{F64F41D6-F0B8-4523-9979-614780503DDC}">
      <dgm:prSet/>
      <dgm:spPr/>
      <dgm:t>
        <a:bodyPr/>
        <a:lstStyle/>
        <a:p>
          <a:r>
            <a:rPr lang="en-PK" b="1" i="0" baseline="0"/>
            <a:t>In-house Management:</a:t>
          </a:r>
          <a:r>
            <a:rPr lang="en-PK" b="0" i="0" baseline="0"/>
            <a:t> Requires comprehensive security measures across all layers, including hardware, network, and software.</a:t>
          </a:r>
          <a:endParaRPr lang="en-US"/>
        </a:p>
      </dgm:t>
    </dgm:pt>
    <dgm:pt modelId="{7BE9925D-9435-4357-A9A6-142EF20F1F62}" type="parTrans" cxnId="{1565855D-B571-40DD-BBA4-69FF1D3E3FC2}">
      <dgm:prSet/>
      <dgm:spPr/>
      <dgm:t>
        <a:bodyPr/>
        <a:lstStyle/>
        <a:p>
          <a:endParaRPr lang="en-US"/>
        </a:p>
      </dgm:t>
    </dgm:pt>
    <dgm:pt modelId="{BD3207C2-7801-4810-B94A-6C017625CE73}" type="sibTrans" cxnId="{1565855D-B571-40DD-BBA4-69FF1D3E3FC2}">
      <dgm:prSet/>
      <dgm:spPr/>
      <dgm:t>
        <a:bodyPr/>
        <a:lstStyle/>
        <a:p>
          <a:endParaRPr lang="en-US"/>
        </a:p>
      </dgm:t>
    </dgm:pt>
    <dgm:pt modelId="{726F37C5-42A5-4B79-AF04-A89AE56F2521}" type="pres">
      <dgm:prSet presAssocID="{2C22BF0A-BFD5-4B23-BA75-DCFAE7C311A2}" presName="Name0" presStyleCnt="0">
        <dgm:presLayoutVars>
          <dgm:dir/>
          <dgm:animLvl val="lvl"/>
          <dgm:resizeHandles val="exact"/>
        </dgm:presLayoutVars>
      </dgm:prSet>
      <dgm:spPr/>
    </dgm:pt>
    <dgm:pt modelId="{E0DB5401-D662-4263-B10B-BE5074CC19BE}" type="pres">
      <dgm:prSet presAssocID="{98FA6EBC-20E0-40E1-8D16-D7F17BA21DBE}" presName="composite" presStyleCnt="0"/>
      <dgm:spPr/>
    </dgm:pt>
    <dgm:pt modelId="{4A4D0429-2DD3-4EE0-810F-193906FF3ED0}" type="pres">
      <dgm:prSet presAssocID="{98FA6EBC-20E0-40E1-8D16-D7F17BA21DBE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4E096F4E-6300-4CD1-AC7C-1194742DAB37}" type="pres">
      <dgm:prSet presAssocID="{98FA6EBC-20E0-40E1-8D16-D7F17BA21DBE}" presName="desTx" presStyleLbl="alignAccFollowNode1" presStyleIdx="0" presStyleCnt="4">
        <dgm:presLayoutVars>
          <dgm:bulletEnabled val="1"/>
        </dgm:presLayoutVars>
      </dgm:prSet>
      <dgm:spPr/>
    </dgm:pt>
    <dgm:pt modelId="{8C8D5B99-8BDA-40AC-A300-817551F12796}" type="pres">
      <dgm:prSet presAssocID="{0A6B39EF-BED2-491B-AE2A-0D02B244B80A}" presName="space" presStyleCnt="0"/>
      <dgm:spPr/>
    </dgm:pt>
    <dgm:pt modelId="{58CE4B57-E3BE-4DBF-9FA4-145598F1D3C0}" type="pres">
      <dgm:prSet presAssocID="{0206ADDE-9651-47CF-888E-B8A81646C6A9}" presName="composite" presStyleCnt="0"/>
      <dgm:spPr/>
    </dgm:pt>
    <dgm:pt modelId="{E3A32729-4FD9-480F-8160-8CA12A7FE6CB}" type="pres">
      <dgm:prSet presAssocID="{0206ADDE-9651-47CF-888E-B8A81646C6A9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BA68815D-7011-49FE-B0AE-DCAEEDB31373}" type="pres">
      <dgm:prSet presAssocID="{0206ADDE-9651-47CF-888E-B8A81646C6A9}" presName="desTx" presStyleLbl="alignAccFollowNode1" presStyleIdx="1" presStyleCnt="4">
        <dgm:presLayoutVars>
          <dgm:bulletEnabled val="1"/>
        </dgm:presLayoutVars>
      </dgm:prSet>
      <dgm:spPr/>
    </dgm:pt>
    <dgm:pt modelId="{DB896473-357C-4438-8F32-427B84B557AA}" type="pres">
      <dgm:prSet presAssocID="{7FE3FCDE-5B88-44FF-9378-D34333A439E3}" presName="space" presStyleCnt="0"/>
      <dgm:spPr/>
    </dgm:pt>
    <dgm:pt modelId="{898A0DD4-C286-4450-9355-1E658277DA6F}" type="pres">
      <dgm:prSet presAssocID="{2543C903-BFFD-4594-BBAD-8A2DB7F1E417}" presName="composite" presStyleCnt="0"/>
      <dgm:spPr/>
    </dgm:pt>
    <dgm:pt modelId="{BCF46A99-9F46-4ABB-8C58-422D4A670A75}" type="pres">
      <dgm:prSet presAssocID="{2543C903-BFFD-4594-BBAD-8A2DB7F1E417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012CC9DF-8813-4283-9379-D2B9DC1A4765}" type="pres">
      <dgm:prSet presAssocID="{2543C903-BFFD-4594-BBAD-8A2DB7F1E417}" presName="desTx" presStyleLbl="alignAccFollowNode1" presStyleIdx="2" presStyleCnt="4">
        <dgm:presLayoutVars>
          <dgm:bulletEnabled val="1"/>
        </dgm:presLayoutVars>
      </dgm:prSet>
      <dgm:spPr/>
    </dgm:pt>
    <dgm:pt modelId="{F3AE9183-BC48-487D-B36B-9F356E12AE24}" type="pres">
      <dgm:prSet presAssocID="{6B0E7E43-1824-4901-9ED0-94A2CFC01CEE}" presName="space" presStyleCnt="0"/>
      <dgm:spPr/>
    </dgm:pt>
    <dgm:pt modelId="{A4DC9464-851F-4E95-B604-7B28162C7799}" type="pres">
      <dgm:prSet presAssocID="{5FD7DBCE-7E85-4404-B82E-A7A24E79CFC5}" presName="composite" presStyleCnt="0"/>
      <dgm:spPr/>
    </dgm:pt>
    <dgm:pt modelId="{EABD2349-28D9-4CA5-A27A-3264827B1BFE}" type="pres">
      <dgm:prSet presAssocID="{5FD7DBCE-7E85-4404-B82E-A7A24E79CFC5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A2F2DAC1-327F-450A-AA75-2207142121F5}" type="pres">
      <dgm:prSet presAssocID="{5FD7DBCE-7E85-4404-B82E-A7A24E79CFC5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AC133C14-297E-4EEF-82D8-88642BD0AF73}" srcId="{98FA6EBC-20E0-40E1-8D16-D7F17BA21DBE}" destId="{BB6CE555-759A-41C3-9EBF-DD28F59E73E9}" srcOrd="1" destOrd="0" parTransId="{403C036F-017C-4A95-BBC2-7837C5481A1E}" sibTransId="{B4677DA6-40BD-4DB3-AC12-545A91D226E3}"/>
    <dgm:cxn modelId="{7A02AF1B-1B78-4021-BB07-6A33BD91AC8C}" srcId="{2C22BF0A-BFD5-4B23-BA75-DCFAE7C311A2}" destId="{2543C903-BFFD-4594-BBAD-8A2DB7F1E417}" srcOrd="2" destOrd="0" parTransId="{9D442DAF-E497-4E7E-8910-7A2D1197AC63}" sibTransId="{6B0E7E43-1824-4901-9ED0-94A2CFC01CEE}"/>
    <dgm:cxn modelId="{4F5DC927-0824-4047-B608-F695ED25758E}" type="presOf" srcId="{BF590846-1286-479E-B0F8-835A52410F80}" destId="{A2F2DAC1-327F-450A-AA75-2207142121F5}" srcOrd="0" destOrd="0" presId="urn:microsoft.com/office/officeart/2005/8/layout/hList1"/>
    <dgm:cxn modelId="{B01C665D-6AB4-4130-9555-37025BF9C2F0}" type="presOf" srcId="{2C22BF0A-BFD5-4B23-BA75-DCFAE7C311A2}" destId="{726F37C5-42A5-4B79-AF04-A89AE56F2521}" srcOrd="0" destOrd="0" presId="urn:microsoft.com/office/officeart/2005/8/layout/hList1"/>
    <dgm:cxn modelId="{1565855D-B571-40DD-BBA4-69FF1D3E3FC2}" srcId="{5FD7DBCE-7E85-4404-B82E-A7A24E79CFC5}" destId="{F64F41D6-F0B8-4523-9979-614780503DDC}" srcOrd="1" destOrd="0" parTransId="{7BE9925D-9435-4357-A9A6-142EF20F1F62}" sibTransId="{BD3207C2-7801-4810-B94A-6C017625CE73}"/>
    <dgm:cxn modelId="{BC11A45E-3AA9-4232-A89B-8D2FF198516F}" srcId="{0206ADDE-9651-47CF-888E-B8A81646C6A9}" destId="{529A5C08-DF46-4140-BD39-9AEA0FC5A539}" srcOrd="1" destOrd="0" parTransId="{D5F45516-BE4A-4EBF-BEE8-A693422DE4B4}" sibTransId="{6D88D88E-D5E9-4C73-9B90-4A63EFFD1E2A}"/>
    <dgm:cxn modelId="{54221668-8FEC-4493-806C-94428DD9649F}" type="presOf" srcId="{2543C903-BFFD-4594-BBAD-8A2DB7F1E417}" destId="{BCF46A99-9F46-4ABB-8C58-422D4A670A75}" srcOrd="0" destOrd="0" presId="urn:microsoft.com/office/officeart/2005/8/layout/hList1"/>
    <dgm:cxn modelId="{6E0E866D-B1BD-4691-9BEC-9FF11BEA9F86}" srcId="{2543C903-BFFD-4594-BBAD-8A2DB7F1E417}" destId="{B3B999C9-8B5F-49F8-88F9-10CCDD443711}" srcOrd="0" destOrd="0" parTransId="{A9BCC130-5150-4AAC-9283-5AF5D7C14317}" sibTransId="{21AEEB7A-14A4-450C-AFAC-624B03465214}"/>
    <dgm:cxn modelId="{BC4BA255-3DF9-4501-A4C2-E154261E8A1B}" type="presOf" srcId="{36D4EBF1-F0A6-42FC-8F7C-6B6D6B9AC7ED}" destId="{012CC9DF-8813-4283-9379-D2B9DC1A4765}" srcOrd="0" destOrd="1" presId="urn:microsoft.com/office/officeart/2005/8/layout/hList1"/>
    <dgm:cxn modelId="{22222776-75BF-40F5-870F-F44ABA96510A}" srcId="{98FA6EBC-20E0-40E1-8D16-D7F17BA21DBE}" destId="{58FCE907-6083-4EA1-BADB-287528E7049C}" srcOrd="0" destOrd="0" parTransId="{0DD8973A-FE10-4AEB-8979-487A874C0F22}" sibTransId="{50BF654B-1C22-405A-BC8A-9BBE216B271A}"/>
    <dgm:cxn modelId="{F1B06357-DA05-4AA2-9D38-5E6E33544066}" type="presOf" srcId="{98FA6EBC-20E0-40E1-8D16-D7F17BA21DBE}" destId="{4A4D0429-2DD3-4EE0-810F-193906FF3ED0}" srcOrd="0" destOrd="0" presId="urn:microsoft.com/office/officeart/2005/8/layout/hList1"/>
    <dgm:cxn modelId="{8AF20178-51B8-4D89-BEFD-BFAB8A565273}" type="presOf" srcId="{58FCE907-6083-4EA1-BADB-287528E7049C}" destId="{4E096F4E-6300-4CD1-AC7C-1194742DAB37}" srcOrd="0" destOrd="0" presId="urn:microsoft.com/office/officeart/2005/8/layout/hList1"/>
    <dgm:cxn modelId="{034E6859-17A4-4B27-BCBB-80D8DDC6B8A5}" srcId="{2C22BF0A-BFD5-4B23-BA75-DCFAE7C311A2}" destId="{5FD7DBCE-7E85-4404-B82E-A7A24E79CFC5}" srcOrd="3" destOrd="0" parTransId="{F8E7915F-E3B7-4662-8281-E8CF8CD44ACF}" sibTransId="{A926735E-A359-4445-BB29-484E80B7BF86}"/>
    <dgm:cxn modelId="{EFDE8C87-FB38-41B1-98D0-C6F839BFAABD}" type="presOf" srcId="{F64F41D6-F0B8-4523-9979-614780503DDC}" destId="{A2F2DAC1-327F-450A-AA75-2207142121F5}" srcOrd="0" destOrd="1" presId="urn:microsoft.com/office/officeart/2005/8/layout/hList1"/>
    <dgm:cxn modelId="{B7CACD8E-AEDE-4DFC-AE82-63862B83EF22}" type="presOf" srcId="{529A5C08-DF46-4140-BD39-9AEA0FC5A539}" destId="{BA68815D-7011-49FE-B0AE-DCAEEDB31373}" srcOrd="0" destOrd="1" presId="urn:microsoft.com/office/officeart/2005/8/layout/hList1"/>
    <dgm:cxn modelId="{5B527795-932B-45EF-9A32-F86E9FC920A0}" srcId="{5FD7DBCE-7E85-4404-B82E-A7A24E79CFC5}" destId="{BF590846-1286-479E-B0F8-835A52410F80}" srcOrd="0" destOrd="0" parTransId="{C628226C-D0E2-49B0-915A-0C29E9B2CA55}" sibTransId="{800AEDA7-7BF2-48A1-A390-ACA21A3547CF}"/>
    <dgm:cxn modelId="{1EFF879C-B255-4294-AE20-BD4055E8B6BF}" type="presOf" srcId="{B3B999C9-8B5F-49F8-88F9-10CCDD443711}" destId="{012CC9DF-8813-4283-9379-D2B9DC1A4765}" srcOrd="0" destOrd="0" presId="urn:microsoft.com/office/officeart/2005/8/layout/hList1"/>
    <dgm:cxn modelId="{8A78B3C8-167B-4A3C-BFEA-BE9CA099ECF2}" type="presOf" srcId="{5FD7DBCE-7E85-4404-B82E-A7A24E79CFC5}" destId="{EABD2349-28D9-4CA5-A27A-3264827B1BFE}" srcOrd="0" destOrd="0" presId="urn:microsoft.com/office/officeart/2005/8/layout/hList1"/>
    <dgm:cxn modelId="{0A0A36D3-E840-4F4A-A35E-E984821515E7}" type="presOf" srcId="{0206ADDE-9651-47CF-888E-B8A81646C6A9}" destId="{E3A32729-4FD9-480F-8160-8CA12A7FE6CB}" srcOrd="0" destOrd="0" presId="urn:microsoft.com/office/officeart/2005/8/layout/hList1"/>
    <dgm:cxn modelId="{EAE2CCD8-0E6D-461F-ADBB-29EB590B262A}" type="presOf" srcId="{BB6CE555-759A-41C3-9EBF-DD28F59E73E9}" destId="{4E096F4E-6300-4CD1-AC7C-1194742DAB37}" srcOrd="0" destOrd="1" presId="urn:microsoft.com/office/officeart/2005/8/layout/hList1"/>
    <dgm:cxn modelId="{C95E3DE0-7BE6-44B7-97E4-2681DB8529A3}" srcId="{2543C903-BFFD-4594-BBAD-8A2DB7F1E417}" destId="{36D4EBF1-F0A6-42FC-8F7C-6B6D6B9AC7ED}" srcOrd="1" destOrd="0" parTransId="{9E98BCC8-F209-4AD4-8394-DB750743BA13}" sibTransId="{6D43661D-9466-4E14-B4F6-9197A2F2AFC4}"/>
    <dgm:cxn modelId="{F2939EE4-CE17-45C1-8AFA-0321F65C24BD}" type="presOf" srcId="{E4509FB9-33C3-4537-A09F-9DE0AF47F773}" destId="{BA68815D-7011-49FE-B0AE-DCAEEDB31373}" srcOrd="0" destOrd="0" presId="urn:microsoft.com/office/officeart/2005/8/layout/hList1"/>
    <dgm:cxn modelId="{F2F7E2EE-CF8C-4756-8F2B-0D6701D52DDD}" srcId="{2C22BF0A-BFD5-4B23-BA75-DCFAE7C311A2}" destId="{0206ADDE-9651-47CF-888E-B8A81646C6A9}" srcOrd="1" destOrd="0" parTransId="{12A960EF-F8AD-4834-BF46-0B0666511FD3}" sibTransId="{7FE3FCDE-5B88-44FF-9378-D34333A439E3}"/>
    <dgm:cxn modelId="{538809F6-AA33-43AD-94A2-11B378DA8100}" srcId="{0206ADDE-9651-47CF-888E-B8A81646C6A9}" destId="{E4509FB9-33C3-4537-A09F-9DE0AF47F773}" srcOrd="0" destOrd="0" parTransId="{68CDF111-5479-4BDF-B805-4A9D725EA25A}" sibTransId="{1E28BFC9-51FA-4EE6-A963-97718A551511}"/>
    <dgm:cxn modelId="{419614FF-65F7-4981-9F42-126AE23A44FA}" srcId="{2C22BF0A-BFD5-4B23-BA75-DCFAE7C311A2}" destId="{98FA6EBC-20E0-40E1-8D16-D7F17BA21DBE}" srcOrd="0" destOrd="0" parTransId="{797DD247-42BA-4DB3-95FA-9A21C45B0AD1}" sibTransId="{0A6B39EF-BED2-491B-AE2A-0D02B244B80A}"/>
    <dgm:cxn modelId="{082F0362-711D-4B0A-B133-2A46A6EB8F8B}" type="presParOf" srcId="{726F37C5-42A5-4B79-AF04-A89AE56F2521}" destId="{E0DB5401-D662-4263-B10B-BE5074CC19BE}" srcOrd="0" destOrd="0" presId="urn:microsoft.com/office/officeart/2005/8/layout/hList1"/>
    <dgm:cxn modelId="{1A7EF09B-68F6-4A2A-87A8-5C387AC6F34E}" type="presParOf" srcId="{E0DB5401-D662-4263-B10B-BE5074CC19BE}" destId="{4A4D0429-2DD3-4EE0-810F-193906FF3ED0}" srcOrd="0" destOrd="0" presId="urn:microsoft.com/office/officeart/2005/8/layout/hList1"/>
    <dgm:cxn modelId="{58558A15-807B-4E30-94C2-455420CBA19E}" type="presParOf" srcId="{E0DB5401-D662-4263-B10B-BE5074CC19BE}" destId="{4E096F4E-6300-4CD1-AC7C-1194742DAB37}" srcOrd="1" destOrd="0" presId="urn:microsoft.com/office/officeart/2005/8/layout/hList1"/>
    <dgm:cxn modelId="{16D74998-51A6-415E-B7C5-F12666968993}" type="presParOf" srcId="{726F37C5-42A5-4B79-AF04-A89AE56F2521}" destId="{8C8D5B99-8BDA-40AC-A300-817551F12796}" srcOrd="1" destOrd="0" presId="urn:microsoft.com/office/officeart/2005/8/layout/hList1"/>
    <dgm:cxn modelId="{0EB2EE84-CCF7-402B-8E5B-EA5483BAFA05}" type="presParOf" srcId="{726F37C5-42A5-4B79-AF04-A89AE56F2521}" destId="{58CE4B57-E3BE-4DBF-9FA4-145598F1D3C0}" srcOrd="2" destOrd="0" presId="urn:microsoft.com/office/officeart/2005/8/layout/hList1"/>
    <dgm:cxn modelId="{50F7FE59-626A-4EBC-9E77-94B99E3FADE7}" type="presParOf" srcId="{58CE4B57-E3BE-4DBF-9FA4-145598F1D3C0}" destId="{E3A32729-4FD9-480F-8160-8CA12A7FE6CB}" srcOrd="0" destOrd="0" presId="urn:microsoft.com/office/officeart/2005/8/layout/hList1"/>
    <dgm:cxn modelId="{4562E68F-1DBF-4E23-8C69-5F6080431473}" type="presParOf" srcId="{58CE4B57-E3BE-4DBF-9FA4-145598F1D3C0}" destId="{BA68815D-7011-49FE-B0AE-DCAEEDB31373}" srcOrd="1" destOrd="0" presId="urn:microsoft.com/office/officeart/2005/8/layout/hList1"/>
    <dgm:cxn modelId="{A1894EBE-9324-4271-AE1E-18B09AC7A826}" type="presParOf" srcId="{726F37C5-42A5-4B79-AF04-A89AE56F2521}" destId="{DB896473-357C-4438-8F32-427B84B557AA}" srcOrd="3" destOrd="0" presId="urn:microsoft.com/office/officeart/2005/8/layout/hList1"/>
    <dgm:cxn modelId="{897F974C-685A-45FC-8A23-1F4361DB9588}" type="presParOf" srcId="{726F37C5-42A5-4B79-AF04-A89AE56F2521}" destId="{898A0DD4-C286-4450-9355-1E658277DA6F}" srcOrd="4" destOrd="0" presId="urn:microsoft.com/office/officeart/2005/8/layout/hList1"/>
    <dgm:cxn modelId="{BAEDBA0B-7954-47D1-B919-C00218860F28}" type="presParOf" srcId="{898A0DD4-C286-4450-9355-1E658277DA6F}" destId="{BCF46A99-9F46-4ABB-8C58-422D4A670A75}" srcOrd="0" destOrd="0" presId="urn:microsoft.com/office/officeart/2005/8/layout/hList1"/>
    <dgm:cxn modelId="{5899446D-D2BA-409F-A214-58E898DC4BD7}" type="presParOf" srcId="{898A0DD4-C286-4450-9355-1E658277DA6F}" destId="{012CC9DF-8813-4283-9379-D2B9DC1A4765}" srcOrd="1" destOrd="0" presId="urn:microsoft.com/office/officeart/2005/8/layout/hList1"/>
    <dgm:cxn modelId="{5EEE4CF2-AA98-4F1F-928D-9A2B1C407B83}" type="presParOf" srcId="{726F37C5-42A5-4B79-AF04-A89AE56F2521}" destId="{F3AE9183-BC48-487D-B36B-9F356E12AE24}" srcOrd="5" destOrd="0" presId="urn:microsoft.com/office/officeart/2005/8/layout/hList1"/>
    <dgm:cxn modelId="{FE9E8960-C10E-46B3-8D65-1C166D7BBBA4}" type="presParOf" srcId="{726F37C5-42A5-4B79-AF04-A89AE56F2521}" destId="{A4DC9464-851F-4E95-B604-7B28162C7799}" srcOrd="6" destOrd="0" presId="urn:microsoft.com/office/officeart/2005/8/layout/hList1"/>
    <dgm:cxn modelId="{F8B04C64-581F-4DE0-8E89-1918D9F84331}" type="presParOf" srcId="{A4DC9464-851F-4E95-B604-7B28162C7799}" destId="{EABD2349-28D9-4CA5-A27A-3264827B1BFE}" srcOrd="0" destOrd="0" presId="urn:microsoft.com/office/officeart/2005/8/layout/hList1"/>
    <dgm:cxn modelId="{FB2F2E86-637F-41CB-973E-29AE8A704121}" type="presParOf" srcId="{A4DC9464-851F-4E95-B604-7B28162C7799}" destId="{A2F2DAC1-327F-450A-AA75-2207142121F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1DAF148-0676-4DA7-9280-44F43118547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C85D81A-1FFB-413F-BD14-090F86FECBB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 i="0" baseline="0" dirty="0"/>
            <a:t>T</a:t>
          </a:r>
          <a:r>
            <a:rPr lang="en-PK" sz="2000" b="1" i="0" baseline="0" dirty="0"/>
            <a:t>rusted Computing:</a:t>
          </a:r>
          <a:endParaRPr lang="en-US" sz="2000" dirty="0"/>
        </a:p>
      </dgm:t>
    </dgm:pt>
    <dgm:pt modelId="{DA001525-85A7-4309-B73C-840CFD991722}" type="parTrans" cxnId="{EA8C3D1B-F959-4FB9-AA33-CBD8145B44E7}">
      <dgm:prSet/>
      <dgm:spPr/>
      <dgm:t>
        <a:bodyPr/>
        <a:lstStyle/>
        <a:p>
          <a:endParaRPr lang="en-US" sz="2400"/>
        </a:p>
      </dgm:t>
    </dgm:pt>
    <dgm:pt modelId="{072EB206-AD30-490C-A16E-CEC4AA387DC0}" type="sibTrans" cxnId="{EA8C3D1B-F959-4FB9-AA33-CBD8145B44E7}">
      <dgm:prSet/>
      <dgm:spPr/>
      <dgm:t>
        <a:bodyPr/>
        <a:lstStyle/>
        <a:p>
          <a:endParaRPr lang="en-US" sz="2400"/>
        </a:p>
      </dgm:t>
    </dgm:pt>
    <dgm:pt modelId="{501BEF7D-8808-48BE-A712-E7DEC0BC8D0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PK" sz="1400" b="0" i="0" baseline="0" dirty="0"/>
            <a:t>Technologies and policies designed to create secure and reliable computing systems.</a:t>
          </a:r>
          <a:endParaRPr lang="en-US" sz="1400" dirty="0"/>
        </a:p>
      </dgm:t>
    </dgm:pt>
    <dgm:pt modelId="{2452C0AE-5562-417D-85F6-5A76EAA5579C}" type="parTrans" cxnId="{CBE04422-DDFA-4409-B2AB-AE927D0BF941}">
      <dgm:prSet/>
      <dgm:spPr/>
      <dgm:t>
        <a:bodyPr/>
        <a:lstStyle/>
        <a:p>
          <a:endParaRPr lang="en-US" sz="2400"/>
        </a:p>
      </dgm:t>
    </dgm:pt>
    <dgm:pt modelId="{6A8705AB-301B-4051-9522-431F5D98C078}" type="sibTrans" cxnId="{CBE04422-DDFA-4409-B2AB-AE927D0BF941}">
      <dgm:prSet/>
      <dgm:spPr/>
      <dgm:t>
        <a:bodyPr/>
        <a:lstStyle/>
        <a:p>
          <a:endParaRPr lang="en-US" sz="2400"/>
        </a:p>
      </dgm:t>
    </dgm:pt>
    <dgm:pt modelId="{11FDDC68-17ED-4DD8-A2BB-E946DCD430B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PK" sz="1400" b="0" i="0" baseline="0"/>
            <a:t>Trust in cloud computing is essential for widespread adoption.</a:t>
          </a:r>
          <a:endParaRPr lang="en-US" sz="1400"/>
        </a:p>
      </dgm:t>
    </dgm:pt>
    <dgm:pt modelId="{7B8ED1E3-7CBF-467C-966C-D8249F98E082}" type="parTrans" cxnId="{4B5A3737-8A26-45DB-8C4D-ACD60D52A1CB}">
      <dgm:prSet/>
      <dgm:spPr/>
      <dgm:t>
        <a:bodyPr/>
        <a:lstStyle/>
        <a:p>
          <a:endParaRPr lang="en-US" sz="2400"/>
        </a:p>
      </dgm:t>
    </dgm:pt>
    <dgm:pt modelId="{0DBDE56F-F92D-4DC0-868B-FEA376A83F1D}" type="sibTrans" cxnId="{4B5A3737-8A26-45DB-8C4D-ACD60D52A1CB}">
      <dgm:prSet/>
      <dgm:spPr/>
      <dgm:t>
        <a:bodyPr/>
        <a:lstStyle/>
        <a:p>
          <a:endParaRPr lang="en-US" sz="2400"/>
        </a:p>
      </dgm:t>
    </dgm:pt>
    <dgm:pt modelId="{A07638C5-1042-416B-A819-FD0DBCF90DE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PK" sz="2000" b="1" i="0" baseline="0" dirty="0"/>
            <a:t>Trust Challenges:</a:t>
          </a:r>
          <a:endParaRPr lang="en-US" sz="2000" dirty="0"/>
        </a:p>
      </dgm:t>
    </dgm:pt>
    <dgm:pt modelId="{E0A29FA0-54BD-4393-9264-19DD80CE7422}" type="parTrans" cxnId="{2F295600-BCA2-48EB-9E6C-408497E6DAC4}">
      <dgm:prSet/>
      <dgm:spPr/>
      <dgm:t>
        <a:bodyPr/>
        <a:lstStyle/>
        <a:p>
          <a:endParaRPr lang="en-US" sz="2400"/>
        </a:p>
      </dgm:t>
    </dgm:pt>
    <dgm:pt modelId="{7561653C-36ED-4366-895A-4201AD4FA230}" type="sibTrans" cxnId="{2F295600-BCA2-48EB-9E6C-408497E6DAC4}">
      <dgm:prSet/>
      <dgm:spPr/>
      <dgm:t>
        <a:bodyPr/>
        <a:lstStyle/>
        <a:p>
          <a:endParaRPr lang="en-US" sz="2400"/>
        </a:p>
      </dgm:t>
    </dgm:pt>
    <dgm:pt modelId="{22A514B0-3AD3-444D-9772-9B7DDA226A4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PK" sz="1400" b="0" i="0" baseline="0"/>
            <a:t>Consumer scepticism regarding cloud security.</a:t>
          </a:r>
          <a:endParaRPr lang="en-US" sz="1400"/>
        </a:p>
      </dgm:t>
    </dgm:pt>
    <dgm:pt modelId="{DDA0320D-DE9D-4E4D-9443-B3E48693CD60}" type="parTrans" cxnId="{EA6C27C6-ADAB-4279-859B-11902CD8E4AF}">
      <dgm:prSet/>
      <dgm:spPr/>
      <dgm:t>
        <a:bodyPr/>
        <a:lstStyle/>
        <a:p>
          <a:endParaRPr lang="en-US" sz="2400"/>
        </a:p>
      </dgm:t>
    </dgm:pt>
    <dgm:pt modelId="{96C98874-C66D-4016-92AD-699AB5B3AC7A}" type="sibTrans" cxnId="{EA6C27C6-ADAB-4279-859B-11902CD8E4AF}">
      <dgm:prSet/>
      <dgm:spPr/>
      <dgm:t>
        <a:bodyPr/>
        <a:lstStyle/>
        <a:p>
          <a:endParaRPr lang="en-US" sz="2400"/>
        </a:p>
      </dgm:t>
    </dgm:pt>
    <dgm:pt modelId="{42D2E4DF-1E7E-4C00-8349-D17A62A843F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PK" sz="1400" b="0" i="0" baseline="0"/>
            <a:t>Efforts by providers to address concerns about insider and outsider threats.</a:t>
          </a:r>
          <a:endParaRPr lang="en-US" sz="1400"/>
        </a:p>
      </dgm:t>
    </dgm:pt>
    <dgm:pt modelId="{0C11FD68-B3D1-4546-81BB-5AE5D2174F16}" type="parTrans" cxnId="{F0B59C09-B626-4E99-950C-C99BEE49A89B}">
      <dgm:prSet/>
      <dgm:spPr/>
      <dgm:t>
        <a:bodyPr/>
        <a:lstStyle/>
        <a:p>
          <a:endParaRPr lang="en-US" sz="2400"/>
        </a:p>
      </dgm:t>
    </dgm:pt>
    <dgm:pt modelId="{CD07F91B-B7A4-4C2E-8765-615B664591CF}" type="sibTrans" cxnId="{F0B59C09-B626-4E99-950C-C99BEE49A89B}">
      <dgm:prSet/>
      <dgm:spPr/>
      <dgm:t>
        <a:bodyPr/>
        <a:lstStyle/>
        <a:p>
          <a:endParaRPr lang="en-US" sz="2400"/>
        </a:p>
      </dgm:t>
    </dgm:pt>
    <dgm:pt modelId="{C453B494-B901-4393-8883-8E9F937DF7C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PK" sz="2000" b="1" i="0" baseline="0" dirty="0"/>
            <a:t>Certification Programs:</a:t>
          </a:r>
          <a:endParaRPr lang="en-US" sz="2000" dirty="0"/>
        </a:p>
      </dgm:t>
    </dgm:pt>
    <dgm:pt modelId="{A1682C6F-F103-457C-AC84-885AE16A5A9E}" type="parTrans" cxnId="{2CF15838-23E8-4D2A-9901-48327C9242EA}">
      <dgm:prSet/>
      <dgm:spPr/>
      <dgm:t>
        <a:bodyPr/>
        <a:lstStyle/>
        <a:p>
          <a:endParaRPr lang="en-US" sz="2400"/>
        </a:p>
      </dgm:t>
    </dgm:pt>
    <dgm:pt modelId="{E37E2A85-B7BE-4CF9-B253-3B4969132C57}" type="sibTrans" cxnId="{2CF15838-23E8-4D2A-9901-48327C9242EA}">
      <dgm:prSet/>
      <dgm:spPr/>
      <dgm:t>
        <a:bodyPr/>
        <a:lstStyle/>
        <a:p>
          <a:endParaRPr lang="en-US" sz="2400"/>
        </a:p>
      </dgm:t>
    </dgm:pt>
    <dgm:pt modelId="{90C3DDD2-2409-4D59-9A6B-99A155775EC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PK" sz="1400" b="0" i="0" baseline="0"/>
            <a:t>Certifications like CSA STAR provide assurance of security and compliance.</a:t>
          </a:r>
          <a:endParaRPr lang="en-US" sz="1400"/>
        </a:p>
      </dgm:t>
    </dgm:pt>
    <dgm:pt modelId="{D48416F8-8C4D-4039-91BA-66A6F1F18BA5}" type="parTrans" cxnId="{EC324618-30F3-42B7-9B43-032F17EC2D4C}">
      <dgm:prSet/>
      <dgm:spPr/>
      <dgm:t>
        <a:bodyPr/>
        <a:lstStyle/>
        <a:p>
          <a:endParaRPr lang="en-US" sz="2400"/>
        </a:p>
      </dgm:t>
    </dgm:pt>
    <dgm:pt modelId="{93E7887A-C758-45D2-94A8-5D80CE5A1E38}" type="sibTrans" cxnId="{EC324618-30F3-42B7-9B43-032F17EC2D4C}">
      <dgm:prSet/>
      <dgm:spPr/>
      <dgm:t>
        <a:bodyPr/>
        <a:lstStyle/>
        <a:p>
          <a:endParaRPr lang="en-US" sz="2400"/>
        </a:p>
      </dgm:t>
    </dgm:pt>
    <dgm:pt modelId="{340B4E1A-76FD-48CC-837E-930D9493081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PK" sz="1400" b="0" i="0" baseline="0"/>
            <a:t>Act as quality stamps for cloud services, boosting consumer confidence.</a:t>
          </a:r>
          <a:endParaRPr lang="en-US" sz="1400"/>
        </a:p>
      </dgm:t>
    </dgm:pt>
    <dgm:pt modelId="{CD919542-2A11-4E78-90F2-5AA99BEC0A30}" type="parTrans" cxnId="{AC28754D-BC7F-4362-935A-2420CD750138}">
      <dgm:prSet/>
      <dgm:spPr/>
      <dgm:t>
        <a:bodyPr/>
        <a:lstStyle/>
        <a:p>
          <a:endParaRPr lang="en-US" sz="2400"/>
        </a:p>
      </dgm:t>
    </dgm:pt>
    <dgm:pt modelId="{627267D2-01C1-4628-9E86-AB0BC3F32B78}" type="sibTrans" cxnId="{AC28754D-BC7F-4362-935A-2420CD750138}">
      <dgm:prSet/>
      <dgm:spPr/>
      <dgm:t>
        <a:bodyPr/>
        <a:lstStyle/>
        <a:p>
          <a:endParaRPr lang="en-US" sz="2400"/>
        </a:p>
      </dgm:t>
    </dgm:pt>
    <dgm:pt modelId="{4F4A31B1-0EC6-4E9F-B0D3-FB34B65C35F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PK" sz="2000" b="1" i="0" baseline="0" dirty="0"/>
            <a:t>Provider Transparency:</a:t>
          </a:r>
          <a:endParaRPr lang="en-US" sz="2000" dirty="0"/>
        </a:p>
      </dgm:t>
    </dgm:pt>
    <dgm:pt modelId="{2D0E56C0-2282-49F2-AA7F-60E6F523CFB2}" type="parTrans" cxnId="{AB422600-5D21-4239-B569-DEE6277BFD45}">
      <dgm:prSet/>
      <dgm:spPr/>
      <dgm:t>
        <a:bodyPr/>
        <a:lstStyle/>
        <a:p>
          <a:endParaRPr lang="en-US" sz="2400"/>
        </a:p>
      </dgm:t>
    </dgm:pt>
    <dgm:pt modelId="{3547FE08-6043-49C7-8435-115FC0E9895E}" type="sibTrans" cxnId="{AB422600-5D21-4239-B569-DEE6277BFD45}">
      <dgm:prSet/>
      <dgm:spPr/>
      <dgm:t>
        <a:bodyPr/>
        <a:lstStyle/>
        <a:p>
          <a:endParaRPr lang="en-US" sz="2400"/>
        </a:p>
      </dgm:t>
    </dgm:pt>
    <dgm:pt modelId="{8F761CD4-B42F-45D3-87DE-03EFB2B79EC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PK" sz="1400" b="0" i="0" baseline="0"/>
            <a:t>Major providers (e.g., Google, Amazon, Microsoft) work to increase transparency regarding their security practices.</a:t>
          </a:r>
          <a:endParaRPr lang="en-US" sz="1400"/>
        </a:p>
      </dgm:t>
    </dgm:pt>
    <dgm:pt modelId="{13ABDE22-67A3-40C3-A80D-F69F7E09ACD1}" type="parTrans" cxnId="{801B6977-56FE-4190-87BF-16A35B812567}">
      <dgm:prSet/>
      <dgm:spPr/>
      <dgm:t>
        <a:bodyPr/>
        <a:lstStyle/>
        <a:p>
          <a:endParaRPr lang="en-US" sz="2400"/>
        </a:p>
      </dgm:t>
    </dgm:pt>
    <dgm:pt modelId="{99F73798-C57A-4D5A-A161-2B9FF737ECDF}" type="sibTrans" cxnId="{801B6977-56FE-4190-87BF-16A35B812567}">
      <dgm:prSet/>
      <dgm:spPr/>
      <dgm:t>
        <a:bodyPr/>
        <a:lstStyle/>
        <a:p>
          <a:endParaRPr lang="en-US" sz="2400"/>
        </a:p>
      </dgm:t>
    </dgm:pt>
    <dgm:pt modelId="{A11E99EA-11DD-41E7-B8BE-2A43DFB1FFB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PK" sz="1400" b="0" i="0" baseline="0"/>
            <a:t>Ongoing efforts to build and maintain trust with consumers.</a:t>
          </a:r>
          <a:endParaRPr lang="en-US" sz="1400"/>
        </a:p>
      </dgm:t>
    </dgm:pt>
    <dgm:pt modelId="{467A994F-98F6-45E1-94BB-DF20F8B7EA18}" type="parTrans" cxnId="{42930434-83BF-44BD-ADE4-2C5F345DB9E5}">
      <dgm:prSet/>
      <dgm:spPr/>
      <dgm:t>
        <a:bodyPr/>
        <a:lstStyle/>
        <a:p>
          <a:endParaRPr lang="en-US" sz="2400"/>
        </a:p>
      </dgm:t>
    </dgm:pt>
    <dgm:pt modelId="{E003E5A6-2064-48E6-90A9-233F81D9241A}" type="sibTrans" cxnId="{42930434-83BF-44BD-ADE4-2C5F345DB9E5}">
      <dgm:prSet/>
      <dgm:spPr/>
      <dgm:t>
        <a:bodyPr/>
        <a:lstStyle/>
        <a:p>
          <a:endParaRPr lang="en-US" sz="2400"/>
        </a:p>
      </dgm:t>
    </dgm:pt>
    <dgm:pt modelId="{393DF69E-D569-4ADE-ACF7-7AD78F5153A6}" type="pres">
      <dgm:prSet presAssocID="{61DAF148-0676-4DA7-9280-44F431185474}" presName="root" presStyleCnt="0">
        <dgm:presLayoutVars>
          <dgm:dir/>
          <dgm:resizeHandles val="exact"/>
        </dgm:presLayoutVars>
      </dgm:prSet>
      <dgm:spPr/>
    </dgm:pt>
    <dgm:pt modelId="{FE94540E-A50C-4947-A664-7B6AAD3BF44C}" type="pres">
      <dgm:prSet presAssocID="{BC85D81A-1FFB-413F-BD14-090F86FECBBA}" presName="compNode" presStyleCnt="0"/>
      <dgm:spPr/>
    </dgm:pt>
    <dgm:pt modelId="{91111A61-A234-4895-930F-8A4526396D79}" type="pres">
      <dgm:prSet presAssocID="{BC85D81A-1FFB-413F-BD14-090F86FECBBA}" presName="bgRect" presStyleLbl="bgShp" presStyleIdx="0" presStyleCnt="4"/>
      <dgm:spPr/>
    </dgm:pt>
    <dgm:pt modelId="{C6E96F1A-B0E8-4EF3-B715-2992A0635003}" type="pres">
      <dgm:prSet presAssocID="{BC85D81A-1FFB-413F-BD14-090F86FECBB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081DB38A-D4F5-4604-996F-C6C5E0121116}" type="pres">
      <dgm:prSet presAssocID="{BC85D81A-1FFB-413F-BD14-090F86FECBBA}" presName="spaceRect" presStyleCnt="0"/>
      <dgm:spPr/>
    </dgm:pt>
    <dgm:pt modelId="{15FCABFB-F1A9-4B4B-8385-B771B9CD0363}" type="pres">
      <dgm:prSet presAssocID="{BC85D81A-1FFB-413F-BD14-090F86FECBBA}" presName="parTx" presStyleLbl="revTx" presStyleIdx="0" presStyleCnt="8">
        <dgm:presLayoutVars>
          <dgm:chMax val="0"/>
          <dgm:chPref val="0"/>
        </dgm:presLayoutVars>
      </dgm:prSet>
      <dgm:spPr/>
    </dgm:pt>
    <dgm:pt modelId="{1F04729F-8C38-41FA-BECA-71776F16CE99}" type="pres">
      <dgm:prSet presAssocID="{BC85D81A-1FFB-413F-BD14-090F86FECBBA}" presName="desTx" presStyleLbl="revTx" presStyleIdx="1" presStyleCnt="8">
        <dgm:presLayoutVars/>
      </dgm:prSet>
      <dgm:spPr/>
    </dgm:pt>
    <dgm:pt modelId="{C00A60D3-1DB1-41A3-990C-71223C284AF5}" type="pres">
      <dgm:prSet presAssocID="{072EB206-AD30-490C-A16E-CEC4AA387DC0}" presName="sibTrans" presStyleCnt="0"/>
      <dgm:spPr/>
    </dgm:pt>
    <dgm:pt modelId="{95B30DF5-D13C-49EC-B011-348E66D75404}" type="pres">
      <dgm:prSet presAssocID="{A07638C5-1042-416B-A819-FD0DBCF90DE4}" presName="compNode" presStyleCnt="0"/>
      <dgm:spPr/>
    </dgm:pt>
    <dgm:pt modelId="{58C4FE80-772D-4BD4-B57A-83DAC787245D}" type="pres">
      <dgm:prSet presAssocID="{A07638C5-1042-416B-A819-FD0DBCF90DE4}" presName="bgRect" presStyleLbl="bgShp" presStyleIdx="1" presStyleCnt="4"/>
      <dgm:spPr/>
    </dgm:pt>
    <dgm:pt modelId="{98E4DC87-58D8-4014-8A1E-29C7565667B4}" type="pres">
      <dgm:prSet presAssocID="{A07638C5-1042-416B-A819-FD0DBCF90DE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0DE11D67-FCCC-4F73-BCE3-886A59E6EBF9}" type="pres">
      <dgm:prSet presAssocID="{A07638C5-1042-416B-A819-FD0DBCF90DE4}" presName="spaceRect" presStyleCnt="0"/>
      <dgm:spPr/>
    </dgm:pt>
    <dgm:pt modelId="{68759BB4-958F-4600-AD4E-B49C42536301}" type="pres">
      <dgm:prSet presAssocID="{A07638C5-1042-416B-A819-FD0DBCF90DE4}" presName="parTx" presStyleLbl="revTx" presStyleIdx="2" presStyleCnt="8">
        <dgm:presLayoutVars>
          <dgm:chMax val="0"/>
          <dgm:chPref val="0"/>
        </dgm:presLayoutVars>
      </dgm:prSet>
      <dgm:spPr/>
    </dgm:pt>
    <dgm:pt modelId="{41BB435B-4941-4D65-9208-29D1C9AE40D5}" type="pres">
      <dgm:prSet presAssocID="{A07638C5-1042-416B-A819-FD0DBCF90DE4}" presName="desTx" presStyleLbl="revTx" presStyleIdx="3" presStyleCnt="8">
        <dgm:presLayoutVars/>
      </dgm:prSet>
      <dgm:spPr/>
    </dgm:pt>
    <dgm:pt modelId="{92396845-5398-49A6-8FC0-932EA553DC85}" type="pres">
      <dgm:prSet presAssocID="{7561653C-36ED-4366-895A-4201AD4FA230}" presName="sibTrans" presStyleCnt="0"/>
      <dgm:spPr/>
    </dgm:pt>
    <dgm:pt modelId="{25475EB7-47EC-4DBC-AFFA-C6A7B0100B9A}" type="pres">
      <dgm:prSet presAssocID="{C453B494-B901-4393-8883-8E9F937DF7CF}" presName="compNode" presStyleCnt="0"/>
      <dgm:spPr/>
    </dgm:pt>
    <dgm:pt modelId="{3F17F9F2-6A71-482D-8CDE-38FD9D722552}" type="pres">
      <dgm:prSet presAssocID="{C453B494-B901-4393-8883-8E9F937DF7CF}" presName="bgRect" presStyleLbl="bgShp" presStyleIdx="2" presStyleCnt="4"/>
      <dgm:spPr/>
    </dgm:pt>
    <dgm:pt modelId="{610304D3-54EB-4C1C-9274-585692D33291}" type="pres">
      <dgm:prSet presAssocID="{C453B494-B901-4393-8883-8E9F937DF7C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ploma"/>
        </a:ext>
      </dgm:extLst>
    </dgm:pt>
    <dgm:pt modelId="{6E417C5D-B402-40D4-ABFA-89B1FEB55D4B}" type="pres">
      <dgm:prSet presAssocID="{C453B494-B901-4393-8883-8E9F937DF7CF}" presName="spaceRect" presStyleCnt="0"/>
      <dgm:spPr/>
    </dgm:pt>
    <dgm:pt modelId="{1D27CBA7-D01C-4867-9EB8-11FE4ABA7FC6}" type="pres">
      <dgm:prSet presAssocID="{C453B494-B901-4393-8883-8E9F937DF7CF}" presName="parTx" presStyleLbl="revTx" presStyleIdx="4" presStyleCnt="8">
        <dgm:presLayoutVars>
          <dgm:chMax val="0"/>
          <dgm:chPref val="0"/>
        </dgm:presLayoutVars>
      </dgm:prSet>
      <dgm:spPr/>
    </dgm:pt>
    <dgm:pt modelId="{C03CE816-52D2-47C3-AAF3-D7D043D8FC62}" type="pres">
      <dgm:prSet presAssocID="{C453B494-B901-4393-8883-8E9F937DF7CF}" presName="desTx" presStyleLbl="revTx" presStyleIdx="5" presStyleCnt="8">
        <dgm:presLayoutVars/>
      </dgm:prSet>
      <dgm:spPr/>
    </dgm:pt>
    <dgm:pt modelId="{F9F01786-F103-4A0E-A999-9E6E3C6F8876}" type="pres">
      <dgm:prSet presAssocID="{E37E2A85-B7BE-4CF9-B253-3B4969132C57}" presName="sibTrans" presStyleCnt="0"/>
      <dgm:spPr/>
    </dgm:pt>
    <dgm:pt modelId="{EB506CB2-7E8E-4BBA-AEAA-F7283C3A8339}" type="pres">
      <dgm:prSet presAssocID="{4F4A31B1-0EC6-4E9F-B0D3-FB34B65C35F9}" presName="compNode" presStyleCnt="0"/>
      <dgm:spPr/>
    </dgm:pt>
    <dgm:pt modelId="{3FA8A63D-6428-4A79-9E50-2474B2196089}" type="pres">
      <dgm:prSet presAssocID="{4F4A31B1-0EC6-4E9F-B0D3-FB34B65C35F9}" presName="bgRect" presStyleLbl="bgShp" presStyleIdx="3" presStyleCnt="4"/>
      <dgm:spPr/>
    </dgm:pt>
    <dgm:pt modelId="{767A94C1-6E91-47CF-8D5B-C253BE9C0E91}" type="pres">
      <dgm:prSet presAssocID="{4F4A31B1-0EC6-4E9F-B0D3-FB34B65C35F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inoculars with solid fill"/>
        </a:ext>
      </dgm:extLst>
    </dgm:pt>
    <dgm:pt modelId="{F581817D-42DC-41DD-9021-EE61E6C0E8EE}" type="pres">
      <dgm:prSet presAssocID="{4F4A31B1-0EC6-4E9F-B0D3-FB34B65C35F9}" presName="spaceRect" presStyleCnt="0"/>
      <dgm:spPr/>
    </dgm:pt>
    <dgm:pt modelId="{82A4B1EA-7633-4786-A1A0-2F52EB0C621B}" type="pres">
      <dgm:prSet presAssocID="{4F4A31B1-0EC6-4E9F-B0D3-FB34B65C35F9}" presName="parTx" presStyleLbl="revTx" presStyleIdx="6" presStyleCnt="8">
        <dgm:presLayoutVars>
          <dgm:chMax val="0"/>
          <dgm:chPref val="0"/>
        </dgm:presLayoutVars>
      </dgm:prSet>
      <dgm:spPr/>
    </dgm:pt>
    <dgm:pt modelId="{7F31D313-FDE9-47E1-B235-0236AC5C23E6}" type="pres">
      <dgm:prSet presAssocID="{4F4A31B1-0EC6-4E9F-B0D3-FB34B65C35F9}" presName="desTx" presStyleLbl="revTx" presStyleIdx="7" presStyleCnt="8">
        <dgm:presLayoutVars/>
      </dgm:prSet>
      <dgm:spPr/>
    </dgm:pt>
  </dgm:ptLst>
  <dgm:cxnLst>
    <dgm:cxn modelId="{AB422600-5D21-4239-B569-DEE6277BFD45}" srcId="{61DAF148-0676-4DA7-9280-44F431185474}" destId="{4F4A31B1-0EC6-4E9F-B0D3-FB34B65C35F9}" srcOrd="3" destOrd="0" parTransId="{2D0E56C0-2282-49F2-AA7F-60E6F523CFB2}" sibTransId="{3547FE08-6043-49C7-8435-115FC0E9895E}"/>
    <dgm:cxn modelId="{2F295600-BCA2-48EB-9E6C-408497E6DAC4}" srcId="{61DAF148-0676-4DA7-9280-44F431185474}" destId="{A07638C5-1042-416B-A819-FD0DBCF90DE4}" srcOrd="1" destOrd="0" parTransId="{E0A29FA0-54BD-4393-9264-19DD80CE7422}" sibTransId="{7561653C-36ED-4366-895A-4201AD4FA230}"/>
    <dgm:cxn modelId="{1D299509-988D-4711-BC07-1F785BB1D5E1}" type="presOf" srcId="{4F4A31B1-0EC6-4E9F-B0D3-FB34B65C35F9}" destId="{82A4B1EA-7633-4786-A1A0-2F52EB0C621B}" srcOrd="0" destOrd="0" presId="urn:microsoft.com/office/officeart/2018/2/layout/IconVerticalSolidList"/>
    <dgm:cxn modelId="{F0B59C09-B626-4E99-950C-C99BEE49A89B}" srcId="{A07638C5-1042-416B-A819-FD0DBCF90DE4}" destId="{42D2E4DF-1E7E-4C00-8349-D17A62A843F8}" srcOrd="1" destOrd="0" parTransId="{0C11FD68-B3D1-4546-81BB-5AE5D2174F16}" sibTransId="{CD07F91B-B7A4-4C2E-8765-615B664591CF}"/>
    <dgm:cxn modelId="{3DFC4A0E-4CBD-43E5-8A98-8992E6E5BEA6}" type="presOf" srcId="{A11E99EA-11DD-41E7-B8BE-2A43DFB1FFB3}" destId="{7F31D313-FDE9-47E1-B235-0236AC5C23E6}" srcOrd="0" destOrd="1" presId="urn:microsoft.com/office/officeart/2018/2/layout/IconVerticalSolidList"/>
    <dgm:cxn modelId="{E5AF0C10-37A6-4159-998C-9FC1C1B14392}" type="presOf" srcId="{11FDDC68-17ED-4DD8-A2BB-E946DCD430BC}" destId="{1F04729F-8C38-41FA-BECA-71776F16CE99}" srcOrd="0" destOrd="1" presId="urn:microsoft.com/office/officeart/2018/2/layout/IconVerticalSolidList"/>
    <dgm:cxn modelId="{5C727C12-FF01-40DA-A34C-8D4720C54136}" type="presOf" srcId="{501BEF7D-8808-48BE-A712-E7DEC0BC8D00}" destId="{1F04729F-8C38-41FA-BECA-71776F16CE99}" srcOrd="0" destOrd="0" presId="urn:microsoft.com/office/officeart/2018/2/layout/IconVerticalSolidList"/>
    <dgm:cxn modelId="{EC324618-30F3-42B7-9B43-032F17EC2D4C}" srcId="{C453B494-B901-4393-8883-8E9F937DF7CF}" destId="{90C3DDD2-2409-4D59-9A6B-99A155775EC5}" srcOrd="0" destOrd="0" parTransId="{D48416F8-8C4D-4039-91BA-66A6F1F18BA5}" sibTransId="{93E7887A-C758-45D2-94A8-5D80CE5A1E38}"/>
    <dgm:cxn modelId="{EA8C3D1B-F959-4FB9-AA33-CBD8145B44E7}" srcId="{61DAF148-0676-4DA7-9280-44F431185474}" destId="{BC85D81A-1FFB-413F-BD14-090F86FECBBA}" srcOrd="0" destOrd="0" parTransId="{DA001525-85A7-4309-B73C-840CFD991722}" sibTransId="{072EB206-AD30-490C-A16E-CEC4AA387DC0}"/>
    <dgm:cxn modelId="{CBE04422-DDFA-4409-B2AB-AE927D0BF941}" srcId="{BC85D81A-1FFB-413F-BD14-090F86FECBBA}" destId="{501BEF7D-8808-48BE-A712-E7DEC0BC8D00}" srcOrd="0" destOrd="0" parTransId="{2452C0AE-5562-417D-85F6-5A76EAA5579C}" sibTransId="{6A8705AB-301B-4051-9522-431F5D98C078}"/>
    <dgm:cxn modelId="{AD155C2A-1BBA-4235-AF34-EE48C818275C}" type="presOf" srcId="{340B4E1A-76FD-48CC-837E-930D94930815}" destId="{C03CE816-52D2-47C3-AAF3-D7D043D8FC62}" srcOrd="0" destOrd="1" presId="urn:microsoft.com/office/officeart/2018/2/layout/IconVerticalSolidList"/>
    <dgm:cxn modelId="{5A939733-A930-444C-97B8-A1D1254A6CBD}" type="presOf" srcId="{42D2E4DF-1E7E-4C00-8349-D17A62A843F8}" destId="{41BB435B-4941-4D65-9208-29D1C9AE40D5}" srcOrd="0" destOrd="1" presId="urn:microsoft.com/office/officeart/2018/2/layout/IconVerticalSolidList"/>
    <dgm:cxn modelId="{42930434-83BF-44BD-ADE4-2C5F345DB9E5}" srcId="{4F4A31B1-0EC6-4E9F-B0D3-FB34B65C35F9}" destId="{A11E99EA-11DD-41E7-B8BE-2A43DFB1FFB3}" srcOrd="1" destOrd="0" parTransId="{467A994F-98F6-45E1-94BB-DF20F8B7EA18}" sibTransId="{E003E5A6-2064-48E6-90A9-233F81D9241A}"/>
    <dgm:cxn modelId="{4B5A3737-8A26-45DB-8C4D-ACD60D52A1CB}" srcId="{BC85D81A-1FFB-413F-BD14-090F86FECBBA}" destId="{11FDDC68-17ED-4DD8-A2BB-E946DCD430BC}" srcOrd="1" destOrd="0" parTransId="{7B8ED1E3-7CBF-467C-966C-D8249F98E082}" sibTransId="{0DBDE56F-F92D-4DC0-868B-FEA376A83F1D}"/>
    <dgm:cxn modelId="{2CF15838-23E8-4D2A-9901-48327C9242EA}" srcId="{61DAF148-0676-4DA7-9280-44F431185474}" destId="{C453B494-B901-4393-8883-8E9F937DF7CF}" srcOrd="2" destOrd="0" parTransId="{A1682C6F-F103-457C-AC84-885AE16A5A9E}" sibTransId="{E37E2A85-B7BE-4CF9-B253-3B4969132C57}"/>
    <dgm:cxn modelId="{8D0BA14B-CAF0-4591-AAC3-D45D0418FC7F}" type="presOf" srcId="{90C3DDD2-2409-4D59-9A6B-99A155775EC5}" destId="{C03CE816-52D2-47C3-AAF3-D7D043D8FC62}" srcOrd="0" destOrd="0" presId="urn:microsoft.com/office/officeart/2018/2/layout/IconVerticalSolidList"/>
    <dgm:cxn modelId="{AC28754D-BC7F-4362-935A-2420CD750138}" srcId="{C453B494-B901-4393-8883-8E9F937DF7CF}" destId="{340B4E1A-76FD-48CC-837E-930D94930815}" srcOrd="1" destOrd="0" parTransId="{CD919542-2A11-4E78-90F2-5AA99BEC0A30}" sibTransId="{627267D2-01C1-4628-9E86-AB0BC3F32B78}"/>
    <dgm:cxn modelId="{44DAF653-5FC0-47EA-B4BF-6D2CF2747EF7}" type="presOf" srcId="{BC85D81A-1FFB-413F-BD14-090F86FECBBA}" destId="{15FCABFB-F1A9-4B4B-8385-B771B9CD0363}" srcOrd="0" destOrd="0" presId="urn:microsoft.com/office/officeart/2018/2/layout/IconVerticalSolidList"/>
    <dgm:cxn modelId="{801B6977-56FE-4190-87BF-16A35B812567}" srcId="{4F4A31B1-0EC6-4E9F-B0D3-FB34B65C35F9}" destId="{8F761CD4-B42F-45D3-87DE-03EFB2B79ECB}" srcOrd="0" destOrd="0" parTransId="{13ABDE22-67A3-40C3-A80D-F69F7E09ACD1}" sibTransId="{99F73798-C57A-4D5A-A161-2B9FF737ECDF}"/>
    <dgm:cxn modelId="{2BA19A93-BE63-419D-BAAD-8209E1D89312}" type="presOf" srcId="{61DAF148-0676-4DA7-9280-44F431185474}" destId="{393DF69E-D569-4ADE-ACF7-7AD78F5153A6}" srcOrd="0" destOrd="0" presId="urn:microsoft.com/office/officeart/2018/2/layout/IconVerticalSolidList"/>
    <dgm:cxn modelId="{EF1433B0-5FBB-4CBA-A4B2-75223AA85C5C}" type="presOf" srcId="{C453B494-B901-4393-8883-8E9F937DF7CF}" destId="{1D27CBA7-D01C-4867-9EB8-11FE4ABA7FC6}" srcOrd="0" destOrd="0" presId="urn:microsoft.com/office/officeart/2018/2/layout/IconVerticalSolidList"/>
    <dgm:cxn modelId="{75BF81B8-FB8B-4FE9-B1F4-BD9C95E80AAB}" type="presOf" srcId="{A07638C5-1042-416B-A819-FD0DBCF90DE4}" destId="{68759BB4-958F-4600-AD4E-B49C42536301}" srcOrd="0" destOrd="0" presId="urn:microsoft.com/office/officeart/2018/2/layout/IconVerticalSolidList"/>
    <dgm:cxn modelId="{EA6C27C6-ADAB-4279-859B-11902CD8E4AF}" srcId="{A07638C5-1042-416B-A819-FD0DBCF90DE4}" destId="{22A514B0-3AD3-444D-9772-9B7DDA226A4B}" srcOrd="0" destOrd="0" parTransId="{DDA0320D-DE9D-4E4D-9443-B3E48693CD60}" sibTransId="{96C98874-C66D-4016-92AD-699AB5B3AC7A}"/>
    <dgm:cxn modelId="{D6BEC5DF-E26B-44DE-AB58-993963BF3083}" type="presOf" srcId="{22A514B0-3AD3-444D-9772-9B7DDA226A4B}" destId="{41BB435B-4941-4D65-9208-29D1C9AE40D5}" srcOrd="0" destOrd="0" presId="urn:microsoft.com/office/officeart/2018/2/layout/IconVerticalSolidList"/>
    <dgm:cxn modelId="{C16C98E9-5D08-4F07-890D-12162F1CB635}" type="presOf" srcId="{8F761CD4-B42F-45D3-87DE-03EFB2B79ECB}" destId="{7F31D313-FDE9-47E1-B235-0236AC5C23E6}" srcOrd="0" destOrd="0" presId="urn:microsoft.com/office/officeart/2018/2/layout/IconVerticalSolidList"/>
    <dgm:cxn modelId="{C58ACE7A-09B6-4BFD-819F-44E8E5ED66B0}" type="presParOf" srcId="{393DF69E-D569-4ADE-ACF7-7AD78F5153A6}" destId="{FE94540E-A50C-4947-A664-7B6AAD3BF44C}" srcOrd="0" destOrd="0" presId="urn:microsoft.com/office/officeart/2018/2/layout/IconVerticalSolidList"/>
    <dgm:cxn modelId="{F257BDE5-3D91-4CBC-ADEA-A888F9F5181E}" type="presParOf" srcId="{FE94540E-A50C-4947-A664-7B6AAD3BF44C}" destId="{91111A61-A234-4895-930F-8A4526396D79}" srcOrd="0" destOrd="0" presId="urn:microsoft.com/office/officeart/2018/2/layout/IconVerticalSolidList"/>
    <dgm:cxn modelId="{6565B407-C5DA-4F94-9DB2-6C36591DE4A1}" type="presParOf" srcId="{FE94540E-A50C-4947-A664-7B6AAD3BF44C}" destId="{C6E96F1A-B0E8-4EF3-B715-2992A0635003}" srcOrd="1" destOrd="0" presId="urn:microsoft.com/office/officeart/2018/2/layout/IconVerticalSolidList"/>
    <dgm:cxn modelId="{2641BB60-4441-4BF9-8225-38B2A15A61F3}" type="presParOf" srcId="{FE94540E-A50C-4947-A664-7B6AAD3BF44C}" destId="{081DB38A-D4F5-4604-996F-C6C5E0121116}" srcOrd="2" destOrd="0" presId="urn:microsoft.com/office/officeart/2018/2/layout/IconVerticalSolidList"/>
    <dgm:cxn modelId="{6CDA810C-B3BE-4AA6-A57F-090ACCE9824E}" type="presParOf" srcId="{FE94540E-A50C-4947-A664-7B6AAD3BF44C}" destId="{15FCABFB-F1A9-4B4B-8385-B771B9CD0363}" srcOrd="3" destOrd="0" presId="urn:microsoft.com/office/officeart/2018/2/layout/IconVerticalSolidList"/>
    <dgm:cxn modelId="{E70B3B3F-929D-4729-9385-C1862D83CD32}" type="presParOf" srcId="{FE94540E-A50C-4947-A664-7B6AAD3BF44C}" destId="{1F04729F-8C38-41FA-BECA-71776F16CE99}" srcOrd="4" destOrd="0" presId="urn:microsoft.com/office/officeart/2018/2/layout/IconVerticalSolidList"/>
    <dgm:cxn modelId="{6C2BB9F8-F29E-416B-88C2-69B277902C36}" type="presParOf" srcId="{393DF69E-D569-4ADE-ACF7-7AD78F5153A6}" destId="{C00A60D3-1DB1-41A3-990C-71223C284AF5}" srcOrd="1" destOrd="0" presId="urn:microsoft.com/office/officeart/2018/2/layout/IconVerticalSolidList"/>
    <dgm:cxn modelId="{46E01FCC-78CE-4990-BE1E-02C797FB2649}" type="presParOf" srcId="{393DF69E-D569-4ADE-ACF7-7AD78F5153A6}" destId="{95B30DF5-D13C-49EC-B011-348E66D75404}" srcOrd="2" destOrd="0" presId="urn:microsoft.com/office/officeart/2018/2/layout/IconVerticalSolidList"/>
    <dgm:cxn modelId="{C490F59F-27D5-4299-B497-98F1C5A52DC0}" type="presParOf" srcId="{95B30DF5-D13C-49EC-B011-348E66D75404}" destId="{58C4FE80-772D-4BD4-B57A-83DAC787245D}" srcOrd="0" destOrd="0" presId="urn:microsoft.com/office/officeart/2018/2/layout/IconVerticalSolidList"/>
    <dgm:cxn modelId="{B5001DD7-EF11-4FC0-B11D-2DA1602B6CD6}" type="presParOf" srcId="{95B30DF5-D13C-49EC-B011-348E66D75404}" destId="{98E4DC87-58D8-4014-8A1E-29C7565667B4}" srcOrd="1" destOrd="0" presId="urn:microsoft.com/office/officeart/2018/2/layout/IconVerticalSolidList"/>
    <dgm:cxn modelId="{476ECF6F-9368-43E4-B842-7034F3BD69FD}" type="presParOf" srcId="{95B30DF5-D13C-49EC-B011-348E66D75404}" destId="{0DE11D67-FCCC-4F73-BCE3-886A59E6EBF9}" srcOrd="2" destOrd="0" presId="urn:microsoft.com/office/officeart/2018/2/layout/IconVerticalSolidList"/>
    <dgm:cxn modelId="{3E8780C8-AAEB-4463-A486-60841700D609}" type="presParOf" srcId="{95B30DF5-D13C-49EC-B011-348E66D75404}" destId="{68759BB4-958F-4600-AD4E-B49C42536301}" srcOrd="3" destOrd="0" presId="urn:microsoft.com/office/officeart/2018/2/layout/IconVerticalSolidList"/>
    <dgm:cxn modelId="{D290E3AC-090E-469F-AD7C-0254292085C7}" type="presParOf" srcId="{95B30DF5-D13C-49EC-B011-348E66D75404}" destId="{41BB435B-4941-4D65-9208-29D1C9AE40D5}" srcOrd="4" destOrd="0" presId="urn:microsoft.com/office/officeart/2018/2/layout/IconVerticalSolidList"/>
    <dgm:cxn modelId="{2874FC2D-8FED-44A6-BBFE-95464443E417}" type="presParOf" srcId="{393DF69E-D569-4ADE-ACF7-7AD78F5153A6}" destId="{92396845-5398-49A6-8FC0-932EA553DC85}" srcOrd="3" destOrd="0" presId="urn:microsoft.com/office/officeart/2018/2/layout/IconVerticalSolidList"/>
    <dgm:cxn modelId="{14A73CC1-F59F-4778-BC25-CE1D0146871D}" type="presParOf" srcId="{393DF69E-D569-4ADE-ACF7-7AD78F5153A6}" destId="{25475EB7-47EC-4DBC-AFFA-C6A7B0100B9A}" srcOrd="4" destOrd="0" presId="urn:microsoft.com/office/officeart/2018/2/layout/IconVerticalSolidList"/>
    <dgm:cxn modelId="{CF149C8A-09D8-471B-BC23-85EDB97C22A2}" type="presParOf" srcId="{25475EB7-47EC-4DBC-AFFA-C6A7B0100B9A}" destId="{3F17F9F2-6A71-482D-8CDE-38FD9D722552}" srcOrd="0" destOrd="0" presId="urn:microsoft.com/office/officeart/2018/2/layout/IconVerticalSolidList"/>
    <dgm:cxn modelId="{27267C15-6FEB-47DA-8F6E-301D96577DE3}" type="presParOf" srcId="{25475EB7-47EC-4DBC-AFFA-C6A7B0100B9A}" destId="{610304D3-54EB-4C1C-9274-585692D33291}" srcOrd="1" destOrd="0" presId="urn:microsoft.com/office/officeart/2018/2/layout/IconVerticalSolidList"/>
    <dgm:cxn modelId="{162E766C-91F5-41E1-8352-556D96FB25D5}" type="presParOf" srcId="{25475EB7-47EC-4DBC-AFFA-C6A7B0100B9A}" destId="{6E417C5D-B402-40D4-ABFA-89B1FEB55D4B}" srcOrd="2" destOrd="0" presId="urn:microsoft.com/office/officeart/2018/2/layout/IconVerticalSolidList"/>
    <dgm:cxn modelId="{95A7B315-3361-44EE-BC04-EC265F40E468}" type="presParOf" srcId="{25475EB7-47EC-4DBC-AFFA-C6A7B0100B9A}" destId="{1D27CBA7-D01C-4867-9EB8-11FE4ABA7FC6}" srcOrd="3" destOrd="0" presId="urn:microsoft.com/office/officeart/2018/2/layout/IconVerticalSolidList"/>
    <dgm:cxn modelId="{B47DFFFB-12D3-41B3-A640-20D2C33E4FAB}" type="presParOf" srcId="{25475EB7-47EC-4DBC-AFFA-C6A7B0100B9A}" destId="{C03CE816-52D2-47C3-AAF3-D7D043D8FC62}" srcOrd="4" destOrd="0" presId="urn:microsoft.com/office/officeart/2018/2/layout/IconVerticalSolidList"/>
    <dgm:cxn modelId="{7FB67A28-D0E1-40D1-9FD8-DA2459D549B8}" type="presParOf" srcId="{393DF69E-D569-4ADE-ACF7-7AD78F5153A6}" destId="{F9F01786-F103-4A0E-A999-9E6E3C6F8876}" srcOrd="5" destOrd="0" presId="urn:microsoft.com/office/officeart/2018/2/layout/IconVerticalSolidList"/>
    <dgm:cxn modelId="{FA88A965-F10C-40E8-B1BA-2BEA325D8076}" type="presParOf" srcId="{393DF69E-D569-4ADE-ACF7-7AD78F5153A6}" destId="{EB506CB2-7E8E-4BBA-AEAA-F7283C3A8339}" srcOrd="6" destOrd="0" presId="urn:microsoft.com/office/officeart/2018/2/layout/IconVerticalSolidList"/>
    <dgm:cxn modelId="{3F052A69-1BF3-40AD-8CC4-D9582619C267}" type="presParOf" srcId="{EB506CB2-7E8E-4BBA-AEAA-F7283C3A8339}" destId="{3FA8A63D-6428-4A79-9E50-2474B2196089}" srcOrd="0" destOrd="0" presId="urn:microsoft.com/office/officeart/2018/2/layout/IconVerticalSolidList"/>
    <dgm:cxn modelId="{FA55B6E1-4169-4F24-BC26-B5B9769FDBC4}" type="presParOf" srcId="{EB506CB2-7E8E-4BBA-AEAA-F7283C3A8339}" destId="{767A94C1-6E91-47CF-8D5B-C253BE9C0E91}" srcOrd="1" destOrd="0" presId="urn:microsoft.com/office/officeart/2018/2/layout/IconVerticalSolidList"/>
    <dgm:cxn modelId="{6850F830-B1B6-4A1E-BD2B-DDFC11EF451B}" type="presParOf" srcId="{EB506CB2-7E8E-4BBA-AEAA-F7283C3A8339}" destId="{F581817D-42DC-41DD-9021-EE61E6C0E8EE}" srcOrd="2" destOrd="0" presId="urn:microsoft.com/office/officeart/2018/2/layout/IconVerticalSolidList"/>
    <dgm:cxn modelId="{DCFEA8EC-9728-42DF-8B72-070AD630BC84}" type="presParOf" srcId="{EB506CB2-7E8E-4BBA-AEAA-F7283C3A8339}" destId="{82A4B1EA-7633-4786-A1A0-2F52EB0C621B}" srcOrd="3" destOrd="0" presId="urn:microsoft.com/office/officeart/2018/2/layout/IconVerticalSolidList"/>
    <dgm:cxn modelId="{462E5280-2047-4F9C-A5E0-E8663F437B74}" type="presParOf" srcId="{EB506CB2-7E8E-4BBA-AEAA-F7283C3A8339}" destId="{7F31D313-FDE9-47E1-B235-0236AC5C23E6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B909CE-145D-4435-8922-5621C0FF246D}">
      <dsp:nvSpPr>
        <dsp:cNvPr id="0" name=""/>
        <dsp:cNvSpPr/>
      </dsp:nvSpPr>
      <dsp:spPr>
        <a:xfrm>
          <a:off x="0" y="0"/>
          <a:ext cx="9375457" cy="114428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100" b="1" i="0" kern="1200" baseline="0"/>
            <a:t>Cloud Computing Overview:</a:t>
          </a:r>
          <a:r>
            <a:rPr lang="en-PK" sz="2100" b="0" i="0" kern="1200" baseline="0"/>
            <a:t> A model for delivering IT services over the internet, offering scalability and cost-efficiency.</a:t>
          </a:r>
          <a:endParaRPr lang="en-US" sz="2100" kern="1200"/>
        </a:p>
      </dsp:txBody>
      <dsp:txXfrm>
        <a:off x="33515" y="33515"/>
        <a:ext cx="8140685" cy="1077254"/>
      </dsp:txXfrm>
    </dsp:sp>
    <dsp:sp modelId="{CF830F95-ED10-4775-B4EB-134FE083049E}">
      <dsp:nvSpPr>
        <dsp:cNvPr id="0" name=""/>
        <dsp:cNvSpPr/>
      </dsp:nvSpPr>
      <dsp:spPr>
        <a:xfrm>
          <a:off x="827246" y="1334998"/>
          <a:ext cx="9375457" cy="1144284"/>
        </a:xfrm>
        <a:prstGeom prst="roundRect">
          <a:avLst>
            <a:gd name="adj" fmla="val 10000"/>
          </a:avLst>
        </a:prstGeom>
        <a:solidFill>
          <a:schemeClr val="accent2">
            <a:hueOff val="-745210"/>
            <a:satOff val="-4879"/>
            <a:lumOff val="-1078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100" b="1" i="0" kern="1200" baseline="0"/>
            <a:t>Security Challenges:</a:t>
          </a:r>
          <a:r>
            <a:rPr lang="en-PK" sz="2100" b="0" i="0" kern="1200" baseline="0"/>
            <a:t> Cloud computing shifts control from on-premises to remote infrastructure, necessitating new security approaches.</a:t>
          </a:r>
          <a:endParaRPr lang="en-US" sz="2100" kern="1200"/>
        </a:p>
      </dsp:txBody>
      <dsp:txXfrm>
        <a:off x="860761" y="1368513"/>
        <a:ext cx="7737396" cy="1077254"/>
      </dsp:txXfrm>
    </dsp:sp>
    <dsp:sp modelId="{5FEE2577-55D9-4075-976D-B316D430E597}">
      <dsp:nvSpPr>
        <dsp:cNvPr id="0" name=""/>
        <dsp:cNvSpPr/>
      </dsp:nvSpPr>
      <dsp:spPr>
        <a:xfrm>
          <a:off x="1654492" y="2669996"/>
          <a:ext cx="9375457" cy="1144284"/>
        </a:xfrm>
        <a:prstGeom prst="roundRect">
          <a:avLst>
            <a:gd name="adj" fmla="val 10000"/>
          </a:avLst>
        </a:prstGeom>
        <a:solidFill>
          <a:schemeClr val="accent2">
            <a:hueOff val="-1490421"/>
            <a:satOff val="-9757"/>
            <a:lumOff val="-2156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100" b="1" i="0" kern="1200" baseline="0"/>
            <a:t>Need for Cloud Security:</a:t>
          </a:r>
          <a:r>
            <a:rPr lang="en-PK" sz="2100" b="0" i="0" kern="1200" baseline="0"/>
            <a:t> Traditional perimeter-based security is inadequate; new strategies are required to protect data and applications effectively. </a:t>
          </a:r>
          <a:endParaRPr lang="en-US" sz="2100" kern="1200"/>
        </a:p>
      </dsp:txBody>
      <dsp:txXfrm>
        <a:off x="1688007" y="2703511"/>
        <a:ext cx="7737396" cy="1077254"/>
      </dsp:txXfrm>
    </dsp:sp>
    <dsp:sp modelId="{9E7304E4-7566-42AA-889D-FEF39F5F1216}">
      <dsp:nvSpPr>
        <dsp:cNvPr id="0" name=""/>
        <dsp:cNvSpPr/>
      </dsp:nvSpPr>
      <dsp:spPr>
        <a:xfrm>
          <a:off x="8631672" y="867748"/>
          <a:ext cx="743784" cy="7437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8799023" y="867748"/>
        <a:ext cx="409082" cy="559697"/>
      </dsp:txXfrm>
    </dsp:sp>
    <dsp:sp modelId="{2ED461A4-6057-4519-8E06-4780232B0E54}">
      <dsp:nvSpPr>
        <dsp:cNvPr id="0" name=""/>
        <dsp:cNvSpPr/>
      </dsp:nvSpPr>
      <dsp:spPr>
        <a:xfrm>
          <a:off x="9458918" y="2195118"/>
          <a:ext cx="743784" cy="7437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694883"/>
            <a:satOff val="-8186"/>
            <a:lumOff val="-676"/>
            <a:alphaOff val="0"/>
          </a:schemeClr>
        </a:solidFill>
        <a:ln w="22225" cap="rnd" cmpd="sng" algn="ctr">
          <a:solidFill>
            <a:schemeClr val="accent2">
              <a:tint val="40000"/>
              <a:alpha val="90000"/>
              <a:hueOff val="-1694883"/>
              <a:satOff val="-8186"/>
              <a:lumOff val="-6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9626269" y="2195118"/>
        <a:ext cx="409082" cy="5596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26048A-3278-4845-B652-8A3287CEB41F}">
      <dsp:nvSpPr>
        <dsp:cNvPr id="0" name=""/>
        <dsp:cNvSpPr/>
      </dsp:nvSpPr>
      <dsp:spPr>
        <a:xfrm>
          <a:off x="0" y="758474"/>
          <a:ext cx="3102173" cy="19698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A52004-79EB-4074-82F1-674616229338}">
      <dsp:nvSpPr>
        <dsp:cNvPr id="0" name=""/>
        <dsp:cNvSpPr/>
      </dsp:nvSpPr>
      <dsp:spPr>
        <a:xfrm>
          <a:off x="344685" y="1085926"/>
          <a:ext cx="3102173" cy="19698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000" b="1" i="0" kern="1200" baseline="0"/>
            <a:t>Security Necessity:</a:t>
          </a:r>
          <a:r>
            <a:rPr lang="en-PK" sz="2000" b="0" i="0" kern="1200" baseline="0"/>
            <a:t> Protecting data integrity, customer information, and compliance with regulations in the cloud.</a:t>
          </a:r>
          <a:endParaRPr lang="en-US" sz="2000" kern="1200"/>
        </a:p>
      </dsp:txBody>
      <dsp:txXfrm>
        <a:off x="402381" y="1143622"/>
        <a:ext cx="2986781" cy="1854488"/>
      </dsp:txXfrm>
    </dsp:sp>
    <dsp:sp modelId="{004BB25E-7AAA-48E5-9497-7028C482DA72}">
      <dsp:nvSpPr>
        <dsp:cNvPr id="0" name=""/>
        <dsp:cNvSpPr/>
      </dsp:nvSpPr>
      <dsp:spPr>
        <a:xfrm>
          <a:off x="3791545" y="758474"/>
          <a:ext cx="3102173" cy="19698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5BAD98-96E8-4BF0-BA04-F0EE17820088}">
      <dsp:nvSpPr>
        <dsp:cNvPr id="0" name=""/>
        <dsp:cNvSpPr/>
      </dsp:nvSpPr>
      <dsp:spPr>
        <a:xfrm>
          <a:off x="4136231" y="1085926"/>
          <a:ext cx="3102173" cy="19698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000" b="1" i="0" kern="1200" baseline="0"/>
            <a:t>Risk of Data Breaches:</a:t>
          </a:r>
          <a:r>
            <a:rPr lang="en-PK" sz="2000" b="0" i="0" kern="1200" baseline="0"/>
            <a:t> Increased exposure to threats due to the remote nature of cloud services.</a:t>
          </a:r>
          <a:endParaRPr lang="en-US" sz="2000" kern="1200"/>
        </a:p>
      </dsp:txBody>
      <dsp:txXfrm>
        <a:off x="4193927" y="1143622"/>
        <a:ext cx="2986781" cy="1854488"/>
      </dsp:txXfrm>
    </dsp:sp>
    <dsp:sp modelId="{B578762C-2494-4789-A8C1-088E811CCD32}">
      <dsp:nvSpPr>
        <dsp:cNvPr id="0" name=""/>
        <dsp:cNvSpPr/>
      </dsp:nvSpPr>
      <dsp:spPr>
        <a:xfrm>
          <a:off x="7583090" y="758474"/>
          <a:ext cx="3102173" cy="19698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A493C5-0A23-4AD8-BAFF-AD2ADCEE2295}">
      <dsp:nvSpPr>
        <dsp:cNvPr id="0" name=""/>
        <dsp:cNvSpPr/>
      </dsp:nvSpPr>
      <dsp:spPr>
        <a:xfrm>
          <a:off x="7927776" y="1085926"/>
          <a:ext cx="3102173" cy="19698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000" b="1" i="0" kern="1200" baseline="0"/>
            <a:t>Compliance Requirements:</a:t>
          </a:r>
          <a:r>
            <a:rPr lang="en-PK" sz="2000" b="0" i="0" kern="1200" baseline="0"/>
            <a:t> Avoiding legal and financial repercussions by ensuring robust cloud security measures. </a:t>
          </a:r>
          <a:endParaRPr lang="en-US" sz="2000" kern="1200"/>
        </a:p>
      </dsp:txBody>
      <dsp:txXfrm>
        <a:off x="7985472" y="1143622"/>
        <a:ext cx="2986781" cy="18544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17D673-BF77-4BA5-9BEF-CB03E2EA2E00}">
      <dsp:nvSpPr>
        <dsp:cNvPr id="0" name=""/>
        <dsp:cNvSpPr/>
      </dsp:nvSpPr>
      <dsp:spPr>
        <a:xfrm>
          <a:off x="0" y="146482"/>
          <a:ext cx="7012370" cy="142213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600" b="1" i="0" kern="1200" baseline="0"/>
            <a:t>Concept:</a:t>
          </a:r>
          <a:r>
            <a:rPr lang="en-PK" sz="2600" b="0" i="0" kern="1200" baseline="0"/>
            <a:t> Traditional network boundaries are no longer effective in cloud environments.</a:t>
          </a:r>
          <a:endParaRPr lang="en-US" sz="2600" kern="1200"/>
        </a:p>
      </dsp:txBody>
      <dsp:txXfrm>
        <a:off x="69423" y="215905"/>
        <a:ext cx="6873524" cy="1283289"/>
      </dsp:txXfrm>
    </dsp:sp>
    <dsp:sp modelId="{D6603CA8-B2D8-4423-8C33-308569EC6EE6}">
      <dsp:nvSpPr>
        <dsp:cNvPr id="0" name=""/>
        <dsp:cNvSpPr/>
      </dsp:nvSpPr>
      <dsp:spPr>
        <a:xfrm>
          <a:off x="0" y="1643497"/>
          <a:ext cx="7012370" cy="1422135"/>
        </a:xfrm>
        <a:prstGeom prst="roundRect">
          <a:avLst/>
        </a:prstGeom>
        <a:gradFill rotWithShape="0">
          <a:gsLst>
            <a:gs pos="0">
              <a:schemeClr val="accent2">
                <a:hueOff val="-745210"/>
                <a:satOff val="-4879"/>
                <a:lumOff val="-1078"/>
                <a:alphaOff val="0"/>
                <a:tint val="98000"/>
                <a:lumMod val="110000"/>
              </a:schemeClr>
            </a:gs>
            <a:gs pos="84000">
              <a:schemeClr val="accent2">
                <a:hueOff val="-745210"/>
                <a:satOff val="-4879"/>
                <a:lumOff val="-1078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600" b="1" i="0" kern="1200" baseline="0"/>
            <a:t>Security Approach:</a:t>
          </a:r>
          <a:r>
            <a:rPr lang="en-PK" sz="2600" b="0" i="0" kern="1200" baseline="0"/>
            <a:t> Requires new strategies for protecting data and applications without relying on physical network perimeters.</a:t>
          </a:r>
          <a:endParaRPr lang="en-US" sz="2600" kern="1200"/>
        </a:p>
      </dsp:txBody>
      <dsp:txXfrm>
        <a:off x="69423" y="1712920"/>
        <a:ext cx="6873524" cy="1283289"/>
      </dsp:txXfrm>
    </dsp:sp>
    <dsp:sp modelId="{17F3B6F0-6A4D-41BE-9785-9B189C4886CE}">
      <dsp:nvSpPr>
        <dsp:cNvPr id="0" name=""/>
        <dsp:cNvSpPr/>
      </dsp:nvSpPr>
      <dsp:spPr>
        <a:xfrm>
          <a:off x="0" y="3140513"/>
          <a:ext cx="7012370" cy="1422135"/>
        </a:xfrm>
        <a:prstGeom prst="roundRect">
          <a:avLst/>
        </a:prstGeom>
        <a:gradFill rotWithShape="0">
          <a:gsLst>
            <a:gs pos="0">
              <a:schemeClr val="accent2">
                <a:hueOff val="-1490421"/>
                <a:satOff val="-9757"/>
                <a:lumOff val="-2156"/>
                <a:alphaOff val="0"/>
                <a:tint val="98000"/>
                <a:lumMod val="110000"/>
              </a:schemeClr>
            </a:gs>
            <a:gs pos="84000">
              <a:schemeClr val="accent2">
                <a:hueOff val="-1490421"/>
                <a:satOff val="-9757"/>
                <a:lumOff val="-2156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600" b="1" i="0" kern="1200" baseline="0"/>
            <a:t>Need for Comprehensive Security:</a:t>
          </a:r>
          <a:r>
            <a:rPr lang="en-PK" sz="2600" b="0" i="0" kern="1200" baseline="0"/>
            <a:t> Emphasizes the importance of security models that address distributed and open environments. </a:t>
          </a:r>
          <a:endParaRPr lang="en-US" sz="2600" kern="1200"/>
        </a:p>
      </dsp:txBody>
      <dsp:txXfrm>
        <a:off x="69423" y="3209936"/>
        <a:ext cx="6873524" cy="12832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480258-A87A-44EC-A92D-33662BDA9FBE}">
      <dsp:nvSpPr>
        <dsp:cNvPr id="0" name=""/>
        <dsp:cNvSpPr/>
      </dsp:nvSpPr>
      <dsp:spPr>
        <a:xfrm>
          <a:off x="0" y="402"/>
          <a:ext cx="7012370" cy="5539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67887B-C9CC-47F2-91E3-F145DFBF5232}">
      <dsp:nvSpPr>
        <dsp:cNvPr id="0" name=""/>
        <dsp:cNvSpPr/>
      </dsp:nvSpPr>
      <dsp:spPr>
        <a:xfrm>
          <a:off x="167561" y="125034"/>
          <a:ext cx="304656" cy="3046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8D9A65-0244-4B98-B9BD-B2781FAA8605}">
      <dsp:nvSpPr>
        <dsp:cNvPr id="0" name=""/>
        <dsp:cNvSpPr/>
      </dsp:nvSpPr>
      <dsp:spPr>
        <a:xfrm>
          <a:off x="639778" y="402"/>
          <a:ext cx="6372591" cy="553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23" tIns="58623" rIns="58623" bIns="58623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500" b="1" i="0" kern="1200" baseline="0" dirty="0"/>
            <a:t>Privileged User Access:</a:t>
          </a:r>
          <a:r>
            <a:rPr lang="en-PK" sz="1500" b="0" i="0" kern="1200" baseline="0" dirty="0"/>
            <a:t> Managing and monitoring elevated permissions.</a:t>
          </a:r>
          <a:endParaRPr lang="en-US" sz="1500" kern="1200" dirty="0"/>
        </a:p>
      </dsp:txBody>
      <dsp:txXfrm>
        <a:off x="639778" y="402"/>
        <a:ext cx="6372591" cy="553920"/>
      </dsp:txXfrm>
    </dsp:sp>
    <dsp:sp modelId="{5428C8E5-963B-46B2-8900-1E40331D37B2}">
      <dsp:nvSpPr>
        <dsp:cNvPr id="0" name=""/>
        <dsp:cNvSpPr/>
      </dsp:nvSpPr>
      <dsp:spPr>
        <a:xfrm>
          <a:off x="0" y="692803"/>
          <a:ext cx="7012370" cy="5539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8B6B1E-41BC-4C95-B0BE-CDC7B71724F2}">
      <dsp:nvSpPr>
        <dsp:cNvPr id="0" name=""/>
        <dsp:cNvSpPr/>
      </dsp:nvSpPr>
      <dsp:spPr>
        <a:xfrm>
          <a:off x="167561" y="817435"/>
          <a:ext cx="304656" cy="3046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83C6FA-FCB0-46B4-B132-CC38AF9C4F72}">
      <dsp:nvSpPr>
        <dsp:cNvPr id="0" name=""/>
        <dsp:cNvSpPr/>
      </dsp:nvSpPr>
      <dsp:spPr>
        <a:xfrm>
          <a:off x="639778" y="692803"/>
          <a:ext cx="6372591" cy="553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23" tIns="58623" rIns="58623" bIns="58623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500" b="1" i="0" kern="1200" baseline="0"/>
            <a:t>Regulatory Compliance:</a:t>
          </a:r>
          <a:r>
            <a:rPr lang="en-PK" sz="1500" b="0" i="0" kern="1200" baseline="0"/>
            <a:t> Adhering to data protection laws and standards.</a:t>
          </a:r>
          <a:endParaRPr lang="en-US" sz="1500" kern="1200"/>
        </a:p>
      </dsp:txBody>
      <dsp:txXfrm>
        <a:off x="639778" y="692803"/>
        <a:ext cx="6372591" cy="553920"/>
      </dsp:txXfrm>
    </dsp:sp>
    <dsp:sp modelId="{4252B2A3-BA3A-4A9C-9EB8-5E5334C1558F}">
      <dsp:nvSpPr>
        <dsp:cNvPr id="0" name=""/>
        <dsp:cNvSpPr/>
      </dsp:nvSpPr>
      <dsp:spPr>
        <a:xfrm>
          <a:off x="0" y="1385204"/>
          <a:ext cx="7012370" cy="5539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9907D3-C525-4667-9E70-150F3298F139}">
      <dsp:nvSpPr>
        <dsp:cNvPr id="0" name=""/>
        <dsp:cNvSpPr/>
      </dsp:nvSpPr>
      <dsp:spPr>
        <a:xfrm>
          <a:off x="167561" y="1509836"/>
          <a:ext cx="304656" cy="3046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316F31-A159-4DCF-A923-C6E8AD972975}">
      <dsp:nvSpPr>
        <dsp:cNvPr id="0" name=""/>
        <dsp:cNvSpPr/>
      </dsp:nvSpPr>
      <dsp:spPr>
        <a:xfrm>
          <a:off x="639778" y="1385204"/>
          <a:ext cx="6372591" cy="553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23" tIns="58623" rIns="58623" bIns="58623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500" b="1" i="0" kern="1200" baseline="0"/>
            <a:t>Data Location:</a:t>
          </a:r>
          <a:r>
            <a:rPr lang="en-PK" sz="1500" b="0" i="0" kern="1200" baseline="0"/>
            <a:t> Ensuring compliance with regional data sovereignty laws.</a:t>
          </a:r>
          <a:endParaRPr lang="en-US" sz="1500" kern="1200"/>
        </a:p>
      </dsp:txBody>
      <dsp:txXfrm>
        <a:off x="639778" y="1385204"/>
        <a:ext cx="6372591" cy="553920"/>
      </dsp:txXfrm>
    </dsp:sp>
    <dsp:sp modelId="{D2CB2F65-524D-46DA-AB86-325DFCEB31D4}">
      <dsp:nvSpPr>
        <dsp:cNvPr id="0" name=""/>
        <dsp:cNvSpPr/>
      </dsp:nvSpPr>
      <dsp:spPr>
        <a:xfrm>
          <a:off x="0" y="2077605"/>
          <a:ext cx="7012370" cy="5539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EA5CA5-C77B-4957-AAF0-E713A5FCB39A}">
      <dsp:nvSpPr>
        <dsp:cNvPr id="0" name=""/>
        <dsp:cNvSpPr/>
      </dsp:nvSpPr>
      <dsp:spPr>
        <a:xfrm>
          <a:off x="167561" y="2202237"/>
          <a:ext cx="304656" cy="3046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F22A7F-B77D-4E5E-8FE2-7AD23534A455}">
      <dsp:nvSpPr>
        <dsp:cNvPr id="0" name=""/>
        <dsp:cNvSpPr/>
      </dsp:nvSpPr>
      <dsp:spPr>
        <a:xfrm>
          <a:off x="639778" y="2077605"/>
          <a:ext cx="6372591" cy="553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23" tIns="58623" rIns="58623" bIns="58623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500" b="1" i="0" kern="1200" baseline="0"/>
            <a:t>Data Segregation:</a:t>
          </a:r>
          <a:r>
            <a:rPr lang="en-PK" sz="1500" b="0" i="0" kern="1200" baseline="0"/>
            <a:t> Protecting data in shared environments.</a:t>
          </a:r>
          <a:endParaRPr lang="en-US" sz="1500" kern="1200"/>
        </a:p>
      </dsp:txBody>
      <dsp:txXfrm>
        <a:off x="639778" y="2077605"/>
        <a:ext cx="6372591" cy="553920"/>
      </dsp:txXfrm>
    </dsp:sp>
    <dsp:sp modelId="{C921F5BA-76EF-414F-848F-75F6865F15BF}">
      <dsp:nvSpPr>
        <dsp:cNvPr id="0" name=""/>
        <dsp:cNvSpPr/>
      </dsp:nvSpPr>
      <dsp:spPr>
        <a:xfrm>
          <a:off x="0" y="2770006"/>
          <a:ext cx="7012370" cy="5539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0EAA6B-0CAA-4E66-A645-637681F030C4}">
      <dsp:nvSpPr>
        <dsp:cNvPr id="0" name=""/>
        <dsp:cNvSpPr/>
      </dsp:nvSpPr>
      <dsp:spPr>
        <a:xfrm>
          <a:off x="167561" y="2894638"/>
          <a:ext cx="304656" cy="30465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6FA2A4-D1D7-4601-9CE5-409E18F38FD8}">
      <dsp:nvSpPr>
        <dsp:cNvPr id="0" name=""/>
        <dsp:cNvSpPr/>
      </dsp:nvSpPr>
      <dsp:spPr>
        <a:xfrm>
          <a:off x="639778" y="2770006"/>
          <a:ext cx="6372591" cy="553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23" tIns="58623" rIns="58623" bIns="58623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500" b="1" i="0" kern="1200" baseline="0"/>
            <a:t>Recovery:</a:t>
          </a:r>
          <a:r>
            <a:rPr lang="en-PK" sz="1500" b="0" i="0" kern="1200" baseline="0"/>
            <a:t> Effective backup and recovery processes.</a:t>
          </a:r>
          <a:endParaRPr lang="en-US" sz="1500" kern="1200"/>
        </a:p>
      </dsp:txBody>
      <dsp:txXfrm>
        <a:off x="639778" y="2770006"/>
        <a:ext cx="6372591" cy="553920"/>
      </dsp:txXfrm>
    </dsp:sp>
    <dsp:sp modelId="{181C0895-3405-4532-A758-BE60B8F62BCC}">
      <dsp:nvSpPr>
        <dsp:cNvPr id="0" name=""/>
        <dsp:cNvSpPr/>
      </dsp:nvSpPr>
      <dsp:spPr>
        <a:xfrm>
          <a:off x="0" y="3462406"/>
          <a:ext cx="7012370" cy="5539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5DDCB0-FA0B-4AF9-9935-AB3161A93495}">
      <dsp:nvSpPr>
        <dsp:cNvPr id="0" name=""/>
        <dsp:cNvSpPr/>
      </dsp:nvSpPr>
      <dsp:spPr>
        <a:xfrm>
          <a:off x="167561" y="3587039"/>
          <a:ext cx="304656" cy="30465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3AC615-6F26-4D13-A425-0F0CB4FF06EC}">
      <dsp:nvSpPr>
        <dsp:cNvPr id="0" name=""/>
        <dsp:cNvSpPr/>
      </dsp:nvSpPr>
      <dsp:spPr>
        <a:xfrm>
          <a:off x="639778" y="3462406"/>
          <a:ext cx="6372591" cy="553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23" tIns="58623" rIns="58623" bIns="58623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500" b="1" i="0" kern="1200" baseline="0"/>
            <a:t>Investigative Support:</a:t>
          </a:r>
          <a:r>
            <a:rPr lang="en-PK" sz="1500" b="0" i="0" kern="1200" baseline="0"/>
            <a:t> Mechanisms for investigating security incidents.</a:t>
          </a:r>
          <a:endParaRPr lang="en-US" sz="1500" kern="1200"/>
        </a:p>
      </dsp:txBody>
      <dsp:txXfrm>
        <a:off x="639778" y="3462406"/>
        <a:ext cx="6372591" cy="553920"/>
      </dsp:txXfrm>
    </dsp:sp>
    <dsp:sp modelId="{2ACE049A-D6E4-43B5-847F-3C03445C9B4A}">
      <dsp:nvSpPr>
        <dsp:cNvPr id="0" name=""/>
        <dsp:cNvSpPr/>
      </dsp:nvSpPr>
      <dsp:spPr>
        <a:xfrm>
          <a:off x="0" y="4154807"/>
          <a:ext cx="7012370" cy="5539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EDBAC1-DFCD-4FC8-9EDD-7508BA597709}">
      <dsp:nvSpPr>
        <dsp:cNvPr id="0" name=""/>
        <dsp:cNvSpPr/>
      </dsp:nvSpPr>
      <dsp:spPr>
        <a:xfrm>
          <a:off x="167561" y="4279440"/>
          <a:ext cx="304656" cy="304656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3A82AE-B5FB-473F-9D24-272D0AA5B820}">
      <dsp:nvSpPr>
        <dsp:cNvPr id="0" name=""/>
        <dsp:cNvSpPr/>
      </dsp:nvSpPr>
      <dsp:spPr>
        <a:xfrm>
          <a:off x="639778" y="4154807"/>
          <a:ext cx="6372591" cy="553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23" tIns="58623" rIns="58623" bIns="58623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500" b="1" i="0" kern="1200" baseline="0"/>
            <a:t>Long-Term Viability:</a:t>
          </a:r>
          <a:r>
            <a:rPr lang="en-PK" sz="1500" b="0" i="0" kern="1200" baseline="0"/>
            <a:t> Addressing risks related to service provider stability. </a:t>
          </a:r>
          <a:endParaRPr lang="en-US" sz="1500" kern="1200"/>
        </a:p>
      </dsp:txBody>
      <dsp:txXfrm>
        <a:off x="639778" y="4154807"/>
        <a:ext cx="6372591" cy="55392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4D0429-2DD3-4EE0-810F-193906FF3ED0}">
      <dsp:nvSpPr>
        <dsp:cNvPr id="0" name=""/>
        <dsp:cNvSpPr/>
      </dsp:nvSpPr>
      <dsp:spPr>
        <a:xfrm>
          <a:off x="4147" y="134373"/>
          <a:ext cx="2493587" cy="57818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600" b="1" i="0" kern="1200" baseline="0"/>
            <a:t>IaaS (Infrastructure as a Service):</a:t>
          </a:r>
          <a:endParaRPr lang="en-US" sz="1600" kern="1200"/>
        </a:p>
      </dsp:txBody>
      <dsp:txXfrm>
        <a:off x="4147" y="134373"/>
        <a:ext cx="2493587" cy="578188"/>
      </dsp:txXfrm>
    </dsp:sp>
    <dsp:sp modelId="{4E096F4E-6300-4CD1-AC7C-1194742DAB37}">
      <dsp:nvSpPr>
        <dsp:cNvPr id="0" name=""/>
        <dsp:cNvSpPr/>
      </dsp:nvSpPr>
      <dsp:spPr>
        <a:xfrm>
          <a:off x="4147" y="712562"/>
          <a:ext cx="2493587" cy="296734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600" b="1" i="0" kern="1200" baseline="0"/>
            <a:t>Provider:</a:t>
          </a:r>
          <a:r>
            <a:rPr lang="en-PK" sz="1600" b="0" i="0" kern="1200" baseline="0"/>
            <a:t> Manages the physical infrastructure (servers, storage, network).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600" b="1" i="0" kern="1200" baseline="0"/>
            <a:t>Consumer:</a:t>
          </a:r>
          <a:r>
            <a:rPr lang="en-PK" sz="1600" b="0" i="0" kern="1200" baseline="0"/>
            <a:t> Responsible for managing the operating system, applications, and data.</a:t>
          </a:r>
          <a:endParaRPr lang="en-US" sz="1600" kern="1200"/>
        </a:p>
      </dsp:txBody>
      <dsp:txXfrm>
        <a:off x="4147" y="712562"/>
        <a:ext cx="2493587" cy="2967345"/>
      </dsp:txXfrm>
    </dsp:sp>
    <dsp:sp modelId="{E3A32729-4FD9-480F-8160-8CA12A7FE6CB}">
      <dsp:nvSpPr>
        <dsp:cNvPr id="0" name=""/>
        <dsp:cNvSpPr/>
      </dsp:nvSpPr>
      <dsp:spPr>
        <a:xfrm>
          <a:off x="2846836" y="134373"/>
          <a:ext cx="2493587" cy="578188"/>
        </a:xfrm>
        <a:prstGeom prst="rect">
          <a:avLst/>
        </a:prstGeom>
        <a:solidFill>
          <a:schemeClr val="accent2">
            <a:hueOff val="-496807"/>
            <a:satOff val="-3252"/>
            <a:lumOff val="-719"/>
            <a:alphaOff val="0"/>
          </a:schemeClr>
        </a:solidFill>
        <a:ln w="22225" cap="rnd" cmpd="sng" algn="ctr">
          <a:solidFill>
            <a:schemeClr val="accent2">
              <a:hueOff val="-496807"/>
              <a:satOff val="-3252"/>
              <a:lumOff val="-71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600" b="1" i="0" kern="1200" baseline="0"/>
            <a:t>PaaS (Platform as a Service):</a:t>
          </a:r>
          <a:endParaRPr lang="en-US" sz="1600" kern="1200"/>
        </a:p>
      </dsp:txBody>
      <dsp:txXfrm>
        <a:off x="2846836" y="134373"/>
        <a:ext cx="2493587" cy="578188"/>
      </dsp:txXfrm>
    </dsp:sp>
    <dsp:sp modelId="{BA68815D-7011-49FE-B0AE-DCAEEDB31373}">
      <dsp:nvSpPr>
        <dsp:cNvPr id="0" name=""/>
        <dsp:cNvSpPr/>
      </dsp:nvSpPr>
      <dsp:spPr>
        <a:xfrm>
          <a:off x="2846836" y="712562"/>
          <a:ext cx="2493587" cy="2967345"/>
        </a:xfrm>
        <a:prstGeom prst="rect">
          <a:avLst/>
        </a:prstGeom>
        <a:solidFill>
          <a:schemeClr val="accent2">
            <a:tint val="40000"/>
            <a:alpha val="90000"/>
            <a:hueOff val="-564961"/>
            <a:satOff val="-2729"/>
            <a:lumOff val="-225"/>
            <a:alphaOff val="0"/>
          </a:schemeClr>
        </a:solidFill>
        <a:ln w="22225" cap="rnd" cmpd="sng" algn="ctr">
          <a:solidFill>
            <a:schemeClr val="accent2">
              <a:tint val="40000"/>
              <a:alpha val="90000"/>
              <a:hueOff val="-564961"/>
              <a:satOff val="-2729"/>
              <a:lumOff val="-22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600" b="1" i="0" kern="1200" baseline="0"/>
            <a:t>Provider:</a:t>
          </a:r>
          <a:r>
            <a:rPr lang="en-PK" sz="1600" b="0" i="0" kern="1200" baseline="0"/>
            <a:t> Manages infrastructure and platform services (runtime environments, middleware).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600" b="1" i="0" kern="1200" baseline="0"/>
            <a:t>Consumer:</a:t>
          </a:r>
          <a:r>
            <a:rPr lang="en-PK" sz="1600" b="0" i="0" kern="1200" baseline="0"/>
            <a:t> Manages applications and data security.</a:t>
          </a:r>
          <a:endParaRPr lang="en-US" sz="1600" kern="1200"/>
        </a:p>
      </dsp:txBody>
      <dsp:txXfrm>
        <a:off x="2846836" y="712562"/>
        <a:ext cx="2493587" cy="2967345"/>
      </dsp:txXfrm>
    </dsp:sp>
    <dsp:sp modelId="{BCF46A99-9F46-4ABB-8C58-422D4A670A75}">
      <dsp:nvSpPr>
        <dsp:cNvPr id="0" name=""/>
        <dsp:cNvSpPr/>
      </dsp:nvSpPr>
      <dsp:spPr>
        <a:xfrm>
          <a:off x="5689526" y="134373"/>
          <a:ext cx="2493587" cy="578188"/>
        </a:xfrm>
        <a:prstGeom prst="rect">
          <a:avLst/>
        </a:prstGeom>
        <a:solidFill>
          <a:schemeClr val="accent2">
            <a:hueOff val="-993614"/>
            <a:satOff val="-6505"/>
            <a:lumOff val="-1437"/>
            <a:alphaOff val="0"/>
          </a:schemeClr>
        </a:solidFill>
        <a:ln w="22225" cap="rnd" cmpd="sng" algn="ctr">
          <a:solidFill>
            <a:schemeClr val="accent2">
              <a:hueOff val="-993614"/>
              <a:satOff val="-6505"/>
              <a:lumOff val="-143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600" b="1" i="0" kern="1200" baseline="0"/>
            <a:t>SaaS (Software as a Service):</a:t>
          </a:r>
          <a:endParaRPr lang="en-US" sz="1600" kern="1200"/>
        </a:p>
      </dsp:txBody>
      <dsp:txXfrm>
        <a:off x="5689526" y="134373"/>
        <a:ext cx="2493587" cy="578188"/>
      </dsp:txXfrm>
    </dsp:sp>
    <dsp:sp modelId="{012CC9DF-8813-4283-9379-D2B9DC1A4765}">
      <dsp:nvSpPr>
        <dsp:cNvPr id="0" name=""/>
        <dsp:cNvSpPr/>
      </dsp:nvSpPr>
      <dsp:spPr>
        <a:xfrm>
          <a:off x="5689526" y="712562"/>
          <a:ext cx="2493587" cy="2967345"/>
        </a:xfrm>
        <a:prstGeom prst="rect">
          <a:avLst/>
        </a:prstGeom>
        <a:solidFill>
          <a:schemeClr val="accent2">
            <a:tint val="40000"/>
            <a:alpha val="90000"/>
            <a:hueOff val="-1129922"/>
            <a:satOff val="-5457"/>
            <a:lumOff val="-451"/>
            <a:alphaOff val="0"/>
          </a:schemeClr>
        </a:solidFill>
        <a:ln w="22225" cap="rnd" cmpd="sng" algn="ctr">
          <a:solidFill>
            <a:schemeClr val="accent2">
              <a:tint val="40000"/>
              <a:alpha val="90000"/>
              <a:hueOff val="-1129922"/>
              <a:satOff val="-5457"/>
              <a:lumOff val="-45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600" b="1" i="0" kern="1200" baseline="0"/>
            <a:t>Provider:</a:t>
          </a:r>
          <a:r>
            <a:rPr lang="en-PK" sz="1600" b="0" i="0" kern="1200" baseline="0"/>
            <a:t> Handles the entire stack, including infrastructure, platform, and applications.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600" b="1" i="0" kern="1200" baseline="0"/>
            <a:t>Consumer:</a:t>
          </a:r>
          <a:r>
            <a:rPr lang="en-PK" sz="1600" b="0" i="0" kern="1200" baseline="0"/>
            <a:t> Focuses on managing user data and access.</a:t>
          </a:r>
          <a:endParaRPr lang="en-US" sz="1600" kern="1200"/>
        </a:p>
      </dsp:txBody>
      <dsp:txXfrm>
        <a:off x="5689526" y="712562"/>
        <a:ext cx="2493587" cy="2967345"/>
      </dsp:txXfrm>
    </dsp:sp>
    <dsp:sp modelId="{EABD2349-28D9-4CA5-A27A-3264827B1BFE}">
      <dsp:nvSpPr>
        <dsp:cNvPr id="0" name=""/>
        <dsp:cNvSpPr/>
      </dsp:nvSpPr>
      <dsp:spPr>
        <a:xfrm>
          <a:off x="8532215" y="134373"/>
          <a:ext cx="2493587" cy="578188"/>
        </a:xfrm>
        <a:prstGeom prst="rect">
          <a:avLst/>
        </a:prstGeom>
        <a:solidFill>
          <a:schemeClr val="accent2">
            <a:hueOff val="-1490421"/>
            <a:satOff val="-9757"/>
            <a:lumOff val="-2156"/>
            <a:alphaOff val="0"/>
          </a:schemeClr>
        </a:solidFill>
        <a:ln w="22225" cap="rnd" cmpd="sng" algn="ctr">
          <a:solidFill>
            <a:schemeClr val="accent2">
              <a:hueOff val="-1490421"/>
              <a:satOff val="-9757"/>
              <a:lumOff val="-215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600" b="1" i="0" kern="1200" baseline="0"/>
            <a:t>Traditional Computing:</a:t>
          </a:r>
          <a:endParaRPr lang="en-US" sz="1600" kern="1200"/>
        </a:p>
      </dsp:txBody>
      <dsp:txXfrm>
        <a:off x="8532215" y="134373"/>
        <a:ext cx="2493587" cy="578188"/>
      </dsp:txXfrm>
    </dsp:sp>
    <dsp:sp modelId="{A2F2DAC1-327F-450A-AA75-2207142121F5}">
      <dsp:nvSpPr>
        <dsp:cNvPr id="0" name=""/>
        <dsp:cNvSpPr/>
      </dsp:nvSpPr>
      <dsp:spPr>
        <a:xfrm>
          <a:off x="8532215" y="712562"/>
          <a:ext cx="2493587" cy="2967345"/>
        </a:xfrm>
        <a:prstGeom prst="rect">
          <a:avLst/>
        </a:prstGeom>
        <a:solidFill>
          <a:schemeClr val="accent2">
            <a:tint val="40000"/>
            <a:alpha val="90000"/>
            <a:hueOff val="-1694883"/>
            <a:satOff val="-8186"/>
            <a:lumOff val="-676"/>
            <a:alphaOff val="0"/>
          </a:schemeClr>
        </a:solidFill>
        <a:ln w="22225" cap="rnd" cmpd="sng" algn="ctr">
          <a:solidFill>
            <a:schemeClr val="accent2">
              <a:tint val="40000"/>
              <a:alpha val="90000"/>
              <a:hueOff val="-1694883"/>
              <a:satOff val="-8186"/>
              <a:lumOff val="-6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600" b="1" i="0" kern="1200" baseline="0"/>
            <a:t>Consumers:</a:t>
          </a:r>
          <a:r>
            <a:rPr lang="en-PK" sz="1600" b="0" i="0" kern="1200" baseline="0"/>
            <a:t> Handle all aspects of security from physical hardware to application-level security.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600" b="1" i="0" kern="1200" baseline="0"/>
            <a:t>In-house Management:</a:t>
          </a:r>
          <a:r>
            <a:rPr lang="en-PK" sz="1600" b="0" i="0" kern="1200" baseline="0"/>
            <a:t> Requires comprehensive security measures across all layers, including hardware, network, and software.</a:t>
          </a:r>
          <a:endParaRPr lang="en-US" sz="1600" kern="1200"/>
        </a:p>
      </dsp:txBody>
      <dsp:txXfrm>
        <a:off x="8532215" y="712562"/>
        <a:ext cx="2493587" cy="296734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111A61-A234-4895-930F-8A4526396D79}">
      <dsp:nvSpPr>
        <dsp:cNvPr id="0" name=""/>
        <dsp:cNvSpPr/>
      </dsp:nvSpPr>
      <dsp:spPr>
        <a:xfrm>
          <a:off x="0" y="3935"/>
          <a:ext cx="11029616" cy="91605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E96F1A-B0E8-4EF3-B715-2992A0635003}">
      <dsp:nvSpPr>
        <dsp:cNvPr id="0" name=""/>
        <dsp:cNvSpPr/>
      </dsp:nvSpPr>
      <dsp:spPr>
        <a:xfrm>
          <a:off x="277107" y="210048"/>
          <a:ext cx="503830" cy="503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FCABFB-F1A9-4B4B-8385-B771B9CD0363}">
      <dsp:nvSpPr>
        <dsp:cNvPr id="0" name=""/>
        <dsp:cNvSpPr/>
      </dsp:nvSpPr>
      <dsp:spPr>
        <a:xfrm>
          <a:off x="1058044" y="3935"/>
          <a:ext cx="4963327" cy="916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949" tIns="96949" rIns="96949" bIns="96949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/>
            <a:t>T</a:t>
          </a:r>
          <a:r>
            <a:rPr lang="en-PK" sz="2000" b="1" i="0" kern="1200" baseline="0" dirty="0"/>
            <a:t>rusted Computing:</a:t>
          </a:r>
          <a:endParaRPr lang="en-US" sz="2000" kern="1200" dirty="0"/>
        </a:p>
      </dsp:txBody>
      <dsp:txXfrm>
        <a:off x="1058044" y="3935"/>
        <a:ext cx="4963327" cy="916056"/>
      </dsp:txXfrm>
    </dsp:sp>
    <dsp:sp modelId="{1F04729F-8C38-41FA-BECA-71776F16CE99}">
      <dsp:nvSpPr>
        <dsp:cNvPr id="0" name=""/>
        <dsp:cNvSpPr/>
      </dsp:nvSpPr>
      <dsp:spPr>
        <a:xfrm>
          <a:off x="6021372" y="3935"/>
          <a:ext cx="5007209" cy="916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949" tIns="96949" rIns="96949" bIns="9694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400" b="0" i="0" kern="1200" baseline="0" dirty="0"/>
            <a:t>Technologies and policies designed to create secure and reliable computing systems.</a:t>
          </a:r>
          <a:endParaRPr lang="en-US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400" b="0" i="0" kern="1200" baseline="0"/>
            <a:t>Trust in cloud computing is essential for widespread adoption.</a:t>
          </a:r>
          <a:endParaRPr lang="en-US" sz="1400" kern="1200"/>
        </a:p>
      </dsp:txBody>
      <dsp:txXfrm>
        <a:off x="6021372" y="3935"/>
        <a:ext cx="5007209" cy="916056"/>
      </dsp:txXfrm>
    </dsp:sp>
    <dsp:sp modelId="{58C4FE80-772D-4BD4-B57A-83DAC787245D}">
      <dsp:nvSpPr>
        <dsp:cNvPr id="0" name=""/>
        <dsp:cNvSpPr/>
      </dsp:nvSpPr>
      <dsp:spPr>
        <a:xfrm>
          <a:off x="0" y="1149006"/>
          <a:ext cx="11029616" cy="91605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E4DC87-58D8-4014-8A1E-29C7565667B4}">
      <dsp:nvSpPr>
        <dsp:cNvPr id="0" name=""/>
        <dsp:cNvSpPr/>
      </dsp:nvSpPr>
      <dsp:spPr>
        <a:xfrm>
          <a:off x="277107" y="1355118"/>
          <a:ext cx="503830" cy="503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759BB4-958F-4600-AD4E-B49C42536301}">
      <dsp:nvSpPr>
        <dsp:cNvPr id="0" name=""/>
        <dsp:cNvSpPr/>
      </dsp:nvSpPr>
      <dsp:spPr>
        <a:xfrm>
          <a:off x="1058044" y="1149006"/>
          <a:ext cx="4963327" cy="916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949" tIns="96949" rIns="96949" bIns="96949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000" b="1" i="0" kern="1200" baseline="0" dirty="0"/>
            <a:t>Trust Challenges:</a:t>
          </a:r>
          <a:endParaRPr lang="en-US" sz="2000" kern="1200" dirty="0"/>
        </a:p>
      </dsp:txBody>
      <dsp:txXfrm>
        <a:off x="1058044" y="1149006"/>
        <a:ext cx="4963327" cy="916056"/>
      </dsp:txXfrm>
    </dsp:sp>
    <dsp:sp modelId="{41BB435B-4941-4D65-9208-29D1C9AE40D5}">
      <dsp:nvSpPr>
        <dsp:cNvPr id="0" name=""/>
        <dsp:cNvSpPr/>
      </dsp:nvSpPr>
      <dsp:spPr>
        <a:xfrm>
          <a:off x="6021372" y="1149006"/>
          <a:ext cx="5007209" cy="916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949" tIns="96949" rIns="96949" bIns="9694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400" b="0" i="0" kern="1200" baseline="0"/>
            <a:t>Consumer scepticism regarding cloud security.</a:t>
          </a:r>
          <a:endParaRPr lang="en-US" sz="1400" kern="120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400" b="0" i="0" kern="1200" baseline="0"/>
            <a:t>Efforts by providers to address concerns about insider and outsider threats.</a:t>
          </a:r>
          <a:endParaRPr lang="en-US" sz="1400" kern="1200"/>
        </a:p>
      </dsp:txBody>
      <dsp:txXfrm>
        <a:off x="6021372" y="1149006"/>
        <a:ext cx="5007209" cy="916056"/>
      </dsp:txXfrm>
    </dsp:sp>
    <dsp:sp modelId="{3F17F9F2-6A71-482D-8CDE-38FD9D722552}">
      <dsp:nvSpPr>
        <dsp:cNvPr id="0" name=""/>
        <dsp:cNvSpPr/>
      </dsp:nvSpPr>
      <dsp:spPr>
        <a:xfrm>
          <a:off x="0" y="2294076"/>
          <a:ext cx="11029616" cy="91605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0304D3-54EB-4C1C-9274-585692D33291}">
      <dsp:nvSpPr>
        <dsp:cNvPr id="0" name=""/>
        <dsp:cNvSpPr/>
      </dsp:nvSpPr>
      <dsp:spPr>
        <a:xfrm>
          <a:off x="277107" y="2500189"/>
          <a:ext cx="503830" cy="503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7CBA7-D01C-4867-9EB8-11FE4ABA7FC6}">
      <dsp:nvSpPr>
        <dsp:cNvPr id="0" name=""/>
        <dsp:cNvSpPr/>
      </dsp:nvSpPr>
      <dsp:spPr>
        <a:xfrm>
          <a:off x="1058044" y="2294076"/>
          <a:ext cx="4963327" cy="916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949" tIns="96949" rIns="96949" bIns="96949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000" b="1" i="0" kern="1200" baseline="0" dirty="0"/>
            <a:t>Certification Programs:</a:t>
          </a:r>
          <a:endParaRPr lang="en-US" sz="2000" kern="1200" dirty="0"/>
        </a:p>
      </dsp:txBody>
      <dsp:txXfrm>
        <a:off x="1058044" y="2294076"/>
        <a:ext cx="4963327" cy="916056"/>
      </dsp:txXfrm>
    </dsp:sp>
    <dsp:sp modelId="{C03CE816-52D2-47C3-AAF3-D7D043D8FC62}">
      <dsp:nvSpPr>
        <dsp:cNvPr id="0" name=""/>
        <dsp:cNvSpPr/>
      </dsp:nvSpPr>
      <dsp:spPr>
        <a:xfrm>
          <a:off x="6021372" y="2294076"/>
          <a:ext cx="5007209" cy="916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949" tIns="96949" rIns="96949" bIns="9694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400" b="0" i="0" kern="1200" baseline="0"/>
            <a:t>Certifications like CSA STAR provide assurance of security and compliance.</a:t>
          </a:r>
          <a:endParaRPr lang="en-US" sz="1400" kern="120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400" b="0" i="0" kern="1200" baseline="0"/>
            <a:t>Act as quality stamps for cloud services, boosting consumer confidence.</a:t>
          </a:r>
          <a:endParaRPr lang="en-US" sz="1400" kern="1200"/>
        </a:p>
      </dsp:txBody>
      <dsp:txXfrm>
        <a:off x="6021372" y="2294076"/>
        <a:ext cx="5007209" cy="916056"/>
      </dsp:txXfrm>
    </dsp:sp>
    <dsp:sp modelId="{3FA8A63D-6428-4A79-9E50-2474B2196089}">
      <dsp:nvSpPr>
        <dsp:cNvPr id="0" name=""/>
        <dsp:cNvSpPr/>
      </dsp:nvSpPr>
      <dsp:spPr>
        <a:xfrm>
          <a:off x="0" y="3439146"/>
          <a:ext cx="11029616" cy="91605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7A94C1-6E91-47CF-8D5B-C253BE9C0E91}">
      <dsp:nvSpPr>
        <dsp:cNvPr id="0" name=""/>
        <dsp:cNvSpPr/>
      </dsp:nvSpPr>
      <dsp:spPr>
        <a:xfrm>
          <a:off x="277107" y="3645259"/>
          <a:ext cx="503830" cy="503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A4B1EA-7633-4786-A1A0-2F52EB0C621B}">
      <dsp:nvSpPr>
        <dsp:cNvPr id="0" name=""/>
        <dsp:cNvSpPr/>
      </dsp:nvSpPr>
      <dsp:spPr>
        <a:xfrm>
          <a:off x="1058044" y="3439146"/>
          <a:ext cx="4963327" cy="916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949" tIns="96949" rIns="96949" bIns="96949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000" b="1" i="0" kern="1200" baseline="0" dirty="0"/>
            <a:t>Provider Transparency:</a:t>
          </a:r>
          <a:endParaRPr lang="en-US" sz="2000" kern="1200" dirty="0"/>
        </a:p>
      </dsp:txBody>
      <dsp:txXfrm>
        <a:off x="1058044" y="3439146"/>
        <a:ext cx="4963327" cy="916056"/>
      </dsp:txXfrm>
    </dsp:sp>
    <dsp:sp modelId="{7F31D313-FDE9-47E1-B235-0236AC5C23E6}">
      <dsp:nvSpPr>
        <dsp:cNvPr id="0" name=""/>
        <dsp:cNvSpPr/>
      </dsp:nvSpPr>
      <dsp:spPr>
        <a:xfrm>
          <a:off x="6021372" y="3439146"/>
          <a:ext cx="5007209" cy="916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949" tIns="96949" rIns="96949" bIns="9694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400" b="0" i="0" kern="1200" baseline="0"/>
            <a:t>Major providers (e.g., Google, Amazon, Microsoft) work to increase transparency regarding their security practices.</a:t>
          </a:r>
          <a:endParaRPr lang="en-US" sz="1400" kern="120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400" b="0" i="0" kern="1200" baseline="0"/>
            <a:t>Ongoing efforts to build and maintain trust with consumers.</a:t>
          </a:r>
          <a:endParaRPr lang="en-US" sz="1400" kern="1200"/>
        </a:p>
      </dsp:txBody>
      <dsp:txXfrm>
        <a:off x="6021372" y="3439146"/>
        <a:ext cx="5007209" cy="9160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1F5BD8-AB19-415A-A6E8-2C02BC4B51DD}" type="datetimeFigureOut">
              <a:rPr lang="en-PK" smtClean="0"/>
              <a:t>02/10/2025</a:t>
            </a:fld>
            <a:endParaRPr lang="en-PK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86FAB4-9C4C-4B5F-AFD2-1EBD9F3DC86B}" type="slidenum">
              <a:rPr lang="en-PK" smtClean="0"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718734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F3511-33AF-40AE-82D0-F33732B7D147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0324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047BF-ED07-45D6-BE38-A9AEB24EAF9B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439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26B55-DA85-497A-A47D-E5AD3FB1E09B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699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1DA88-1C6C-455D-BD3E-4309786BA0F9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069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C1C80-0345-43F3-9621-4C7DC2C05A5A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101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572C0-8626-407D-A7C9-4D25B4156BA5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6921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9C96B-941D-41C4-B3C5-9C8283BBCCD3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572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611126C9-D3D6-4A6D-BD80-931F70242AF5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803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DA07-CC06-426F-A7E9-CF6138A41C37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CS4037 - Muhammad Sudais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022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4AF1F-39F2-4B31-8139-B1BB4A980734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682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1853-5107-4B00-83AD-32E4F7B18F30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265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A8E0D95-E414-403E-B8FF-E99C0A1E76A0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CS4037 - Muhammad Sudais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14166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7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Cloud shaped hard drive with cables">
            <a:extLst>
              <a:ext uri="{FF2B5EF4-FFF2-40B4-BE49-F238E27FC236}">
                <a16:creationId xmlns:a16="http://schemas.microsoft.com/office/drawing/2014/main" id="{E06FCEF4-3A55-C0E4-2BE9-193E2A25E0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46"/>
          <a:stretch/>
        </p:blipFill>
        <p:spPr>
          <a:xfrm>
            <a:off x="20" y="12170"/>
            <a:ext cx="12191977" cy="68580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8AA8E5-D86F-57AD-77C7-B603600C1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316" y="301560"/>
            <a:ext cx="7301603" cy="3569242"/>
          </a:xfrm>
        </p:spPr>
        <p:txBody>
          <a:bodyPr vert="horz" lIns="91440" tIns="45720" rIns="91440" bIns="45720" rtlCol="0" anchor="t">
            <a:normAutofit/>
          </a:bodyPr>
          <a:lstStyle/>
          <a:p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dirty="0">
                <a:solidFill>
                  <a:schemeClr val="tx1"/>
                </a:solidFill>
              </a:rPr>
              <a:t>CHAPTER 6</a:t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4400" b="1" dirty="0">
                <a:solidFill>
                  <a:schemeClr val="tx1"/>
                </a:solidFill>
              </a:rPr>
              <a:t>Security </a:t>
            </a:r>
            <a:br>
              <a:rPr lang="en-US" sz="4400" b="1" dirty="0">
                <a:solidFill>
                  <a:schemeClr val="tx1"/>
                </a:solidFill>
              </a:rPr>
            </a:br>
            <a:r>
              <a:rPr lang="en-US" sz="4400" b="1" dirty="0">
                <a:solidFill>
                  <a:schemeClr val="tx1"/>
                </a:solidFill>
              </a:rPr>
              <a:t>Reference Model 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23D3D-099D-40B4-2DFB-4B808DE51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9601" y="4942982"/>
            <a:ext cx="3622399" cy="16634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3600" cap="all" dirty="0">
                <a:solidFill>
                  <a:schemeClr val="tx1"/>
                </a:solidFill>
              </a:rPr>
              <a:t>|</a:t>
            </a:r>
            <a:r>
              <a:rPr lang="en-US" sz="2400" cap="all" dirty="0">
                <a:solidFill>
                  <a:schemeClr val="tx1"/>
                </a:solidFill>
              </a:rPr>
              <a:t>Cloud Computing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B745E2-B198-1C04-3E74-A82C49351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813" y="6423913"/>
            <a:ext cx="2304288" cy="365125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all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 Light" panose="020B0502020104020203"/>
                <a:ea typeface="+mn-ea"/>
                <a:cs typeface="+mn-cs"/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39357521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226A3-A216-6336-E1EA-AAB57BA76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 dirty="0"/>
              <a:t>Introduction to Cloud Security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54E148-0A94-F46C-C52A-4D1547E99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ova Light" panose="020B0502020104020203"/>
                <a:ea typeface="+mn-ea"/>
                <a:cs typeface="+mn-cs"/>
              </a:rPr>
              <a:t>CS4037 - Muhammad Sudais</a:t>
            </a:r>
          </a:p>
        </p:txBody>
      </p:sp>
      <p:graphicFrame>
        <p:nvGraphicFramePr>
          <p:cNvPr id="8" name="Rectangle 2">
            <a:extLst>
              <a:ext uri="{FF2B5EF4-FFF2-40B4-BE49-F238E27FC236}">
                <a16:creationId xmlns:a16="http://schemas.microsoft.com/office/drawing/2014/main" id="{12467499-C3A4-B9E2-6BB7-6F9DB054EB2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334792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B5984-36A1-1B09-368F-9CC69804F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/>
              <a:t>The Importance of Cloud Security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F82B2A-E724-F28E-45FA-0D7A7DCF8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ova Light" panose="020B0502020104020203"/>
                <a:ea typeface="+mn-ea"/>
                <a:cs typeface="+mn-cs"/>
              </a:rPr>
              <a:t>CS4037 - Muhammad Sudais</a:t>
            </a:r>
          </a:p>
        </p:txBody>
      </p:sp>
      <p:graphicFrame>
        <p:nvGraphicFramePr>
          <p:cNvPr id="10" name="Rectangle 1">
            <a:extLst>
              <a:ext uri="{FF2B5EF4-FFF2-40B4-BE49-F238E27FC236}">
                <a16:creationId xmlns:a16="http://schemas.microsoft.com/office/drawing/2014/main" id="{BF77D1B8-1366-088B-D07C-C843B178E03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738948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DB5984-36A1-1B09-368F-9CC69804F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Traditional Security Boundaries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711000F-943E-ECB3-6213-6BF183331B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34935" y="1037968"/>
            <a:ext cx="6725899" cy="48208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Traditional Model Focus: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Protects internal network perimeter using firewalls and intrusion detection systems.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Limitations: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Less effective in cloud environments where resources are accessed remotely and boundaries are blurred.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Security Measures: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Emphasis on defending against external threats and safeguarding internal resources.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F82B2A-E724-F28E-45FA-0D7A7DCF8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ova Light" panose="020B0502020104020203"/>
                <a:ea typeface="+mn-ea"/>
                <a:cs typeface="+mn-cs"/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3185968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92989FB-1024-49B7-BDF1-B3CE27D48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DB5984-36A1-1B09-368F-9CC69804F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2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 sz="2500">
                <a:solidFill>
                  <a:schemeClr val="bg1">
                    <a:lumMod val="85000"/>
                    <a:lumOff val="15000"/>
                  </a:schemeClr>
                </a:solidFill>
              </a:rPr>
              <a:t>De-perimeterization in Cloud Computing</a:t>
            </a:r>
            <a:endParaRPr lang="en-PK" sz="250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87D6F4-EC95-4EF1-A8AD-4B70386C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5F792DF-9D0A-4DB6-9A9E-7312F5A7E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7498080" cy="9144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C7EA7B-802E-41F4-8926-C4475287A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723898"/>
            <a:ext cx="7498616" cy="567690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F82B2A-E724-F28E-45FA-0D7A7DCF8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656"/>
            <a:ext cx="6917210" cy="365125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 Nova Light" panose="020B0502020104020203"/>
                <a:ea typeface="+mn-ea"/>
                <a:cs typeface="+mn-cs"/>
              </a:rPr>
              <a:t>CS4037 - Muhammad Sudais</a:t>
            </a:r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D31E1CFC-B59B-10C2-7A80-D09815DE53F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98438" y="1207783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34222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92989FB-1024-49B7-BDF1-B3CE27D48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DB5984-36A1-1B09-368F-9CC69804F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2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>
                    <a:lumMod val="85000"/>
                    <a:lumOff val="15000"/>
                  </a:schemeClr>
                </a:solidFill>
              </a:rPr>
              <a:t>Security Concerns in Cloud</a:t>
            </a:r>
            <a:endParaRPr lang="en-PK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87D6F4-EC95-4EF1-A8AD-4B70386C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5F792DF-9D0A-4DB6-9A9E-7312F5A7E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7498080" cy="9144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C7EA7B-802E-41F4-8926-C4475287A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723898"/>
            <a:ext cx="7498616" cy="567690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F82B2A-E724-F28E-45FA-0D7A7DCF8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656"/>
            <a:ext cx="6917210" cy="365125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 Nova Light" panose="020B0502020104020203"/>
                <a:ea typeface="+mn-ea"/>
                <a:cs typeface="+mn-cs"/>
              </a:rPr>
              <a:t>CS4037 - Muhammad Sudais</a:t>
            </a:r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A865A825-318E-B071-6629-FB1D634F031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98438" y="1207783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144296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04BED40-EAF7-4E55-AFF7-2CD840EBD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DB5984-36A1-1B09-368F-9CC69804F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02156"/>
            <a:ext cx="6309003" cy="10138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Introduction to Cloud Cube Model</a:t>
            </a:r>
            <a:endParaRPr lang="en-PK">
              <a:solidFill>
                <a:schemeClr val="tx2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67CCF1-BB1E-41CF-8499-94A870C33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66751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23DF68A-199F-AD80-D305-F54C06B7C5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4" y="1896533"/>
            <a:ext cx="6309003" cy="396226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Overview: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Framework for evaluating cloud security challenges with a three-dimensional perspective.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Dimensions: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Includes data boundaries, ownership models, security boundaries, and sourcing.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Purpose: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Provides a structured approach to understanding security risks in various cloud configurations.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F82B2A-E724-F28E-45FA-0D7A7DCF8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3" y="5951811"/>
            <a:ext cx="4277410" cy="365125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all" spc="0" normalizeH="0" baseline="0" noProof="0">
                <a:ln>
                  <a:noFill/>
                </a:ln>
                <a:solidFill>
                  <a:srgbClr val="94A3C5"/>
                </a:solidFill>
                <a:effectLst/>
                <a:uLnTx/>
                <a:uFillTx/>
                <a:latin typeface="Arial Nova Light" panose="020B0502020104020203"/>
                <a:ea typeface="+mn-ea"/>
                <a:cs typeface="+mn-cs"/>
              </a:rPr>
              <a:t>CS4037 - Muhammad Sudais</a:t>
            </a:r>
          </a:p>
        </p:txBody>
      </p:sp>
      <p:pic>
        <p:nvPicPr>
          <p:cNvPr id="9" name="Picture 8" descr="Top view of cubes connected with black lines">
            <a:extLst>
              <a:ext uri="{FF2B5EF4-FFF2-40B4-BE49-F238E27FC236}">
                <a16:creationId xmlns:a16="http://schemas.microsoft.com/office/drawing/2014/main" id="{B4A5F16E-80F5-F526-5205-0CEDE48884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421" r="19499"/>
          <a:stretch/>
        </p:blipFill>
        <p:spPr>
          <a:xfrm>
            <a:off x="7521283" y="10"/>
            <a:ext cx="467071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5628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B5984-36A1-1B09-368F-9CC69804F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7119362" cy="1188720"/>
          </a:xfrm>
        </p:spPr>
        <p:txBody>
          <a:bodyPr>
            <a:normAutofit/>
          </a:bodyPr>
          <a:lstStyle/>
          <a:p>
            <a:r>
              <a:rPr lang="en-US" dirty="0"/>
              <a:t>Dimensions of Cloud Cube Model</a:t>
            </a:r>
            <a:endParaRPr lang="en-PK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535F90-6D74-414C-B582-4F27755D0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641102"/>
            <a:ext cx="3695019" cy="1834053"/>
          </a:xfrm>
          <a:prstGeom prst="rect">
            <a:avLst/>
          </a:prstGeom>
          <a:noFill/>
          <a:ln w="12700">
            <a:solidFill>
              <a:schemeClr val="accent4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DF09D5-62F8-CB65-733B-44D0D6648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4163" y="811690"/>
            <a:ext cx="2218725" cy="1492093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865CA63D-AE53-45A4-6BC6-FE781228DC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3" y="2340864"/>
            <a:ext cx="7119362" cy="363448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Data Boundary: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Internal (I) vs. External (E) data boundaries.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Ownership: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Proprietary (P) vs. Open (O) ownership models.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Security Boundary: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PK" altLang="en-PK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Perimeterized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(Per) vs. De-</a:t>
            </a:r>
            <a:r>
              <a:rPr kumimoji="0" lang="en-PK" altLang="en-PK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perimeterized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(D-p) security approaches.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Sourcing: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Insourced vs. Outsourced sourcing models.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Configurations: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16 possible configurations based on different dimension combinations.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F4E252-6C00-4560-BE2E-2179A8531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39151" y="2587223"/>
            <a:ext cx="3695019" cy="1834053"/>
          </a:xfrm>
          <a:prstGeom prst="rect">
            <a:avLst/>
          </a:prstGeom>
          <a:noFill/>
          <a:ln w="12700">
            <a:solidFill>
              <a:schemeClr val="accent4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74FB35-C0B8-FFAF-82DC-91806DFA2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0331" y="2759666"/>
            <a:ext cx="2626389" cy="1492094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10F59750-2FFB-4AD1-A3DA-2CBDE1AFB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39150" y="4561134"/>
            <a:ext cx="3695019" cy="1834053"/>
          </a:xfrm>
          <a:prstGeom prst="rect">
            <a:avLst/>
          </a:prstGeom>
          <a:noFill/>
          <a:ln w="12700">
            <a:solidFill>
              <a:schemeClr val="accent4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9B4D0DF-C709-A925-EB74-48FCBB80ED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6281" y="4726833"/>
            <a:ext cx="2877184" cy="1492094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F82B2A-E724-F28E-45FA-0D7A7DCF8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ova Light" panose="020B0502020104020203"/>
                <a:ea typeface="+mn-ea"/>
                <a:cs typeface="+mn-cs"/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4889024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B5984-36A1-1B09-368F-9CC69804F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 dirty="0"/>
              <a:t>Visual Representation of Cloud Cube Model</a:t>
            </a:r>
            <a:endParaRPr lang="en-PK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4CA679-3546-4E14-8FB8-F57168C37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D16E90-7C64-4C04-A50A-B866A1A92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E4DD59-5AA2-46C6-B6A8-9B4C62D19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0CE81C-67DC-489E-BFFB-877C80B8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solidFill>
            <a:srgbClr val="FFFFFF">
              <a:alpha val="80000"/>
            </a:srgbClr>
          </a:solidFill>
          <a:ln w="38100">
            <a:solidFill>
              <a:srgbClr val="4653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pic>
        <p:nvPicPr>
          <p:cNvPr id="6" name="Picture 5" descr="Diagram of a diagram of a cloud cube&#10;&#10;Description automatically generated">
            <a:extLst>
              <a:ext uri="{FF2B5EF4-FFF2-40B4-BE49-F238E27FC236}">
                <a16:creationId xmlns:a16="http://schemas.microsoft.com/office/drawing/2014/main" id="{B92EA265-9B50-28EE-200C-60984CB913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" b="3426"/>
          <a:stretch/>
        </p:blipFill>
        <p:spPr>
          <a:xfrm>
            <a:off x="621224" y="2347105"/>
            <a:ext cx="5074920" cy="3712464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923DF68A-199F-AD80-D305-F54C06B7C5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40830" y="2340864"/>
            <a:ext cx="5269977" cy="363448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/>
              <a:t>Cube Visualization:</a:t>
            </a:r>
            <a:r>
              <a:rPr lang="en-US"/>
              <a:t> Graphical representation of the Cloud Cube Model with axes for each dimension.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Configurations:</a:t>
            </a:r>
            <a:r>
              <a:rPr lang="en-US"/>
              <a:t> Illustration of 16 unique configurations and their security characteristics.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Application:</a:t>
            </a:r>
            <a:r>
              <a:rPr lang="en-US"/>
              <a:t> Examples of configurations to demonstrate how the model can be used to assess and enhance cloud security strategies.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PK" altLang="en-PK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F82B2A-E724-F28E-45FA-0D7A7DCF8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all" spc="0" normalizeH="0" baseline="0" noProof="0">
                <a:ln>
                  <a:noFill/>
                </a:ln>
                <a:solidFill>
                  <a:srgbClr val="94A3C5"/>
                </a:solidFill>
                <a:effectLst/>
                <a:uLnTx/>
                <a:uFillTx/>
                <a:latin typeface="Arial Nova Light" panose="020B0502020104020203"/>
                <a:ea typeface="+mn-ea"/>
                <a:cs typeface="+mn-cs"/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20049546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4B129-0F2F-2818-31C1-470E2A9D6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317146"/>
            <a:ext cx="11029616" cy="1188720"/>
          </a:xfrm>
        </p:spPr>
        <p:txBody>
          <a:bodyPr/>
          <a:lstStyle/>
          <a:p>
            <a:r>
              <a:rPr lang="en-US" dirty="0"/>
              <a:t>Examining Cloud Security vs. Traditional Computing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3EBEC4-0C39-CB58-727B-BB811169A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ova Light" panose="020B0502020104020203"/>
                <a:ea typeface="+mn-ea"/>
                <a:cs typeface="+mn-cs"/>
              </a:rPr>
              <a:t>CS4037 - Muhammad Sudais</a:t>
            </a:r>
            <a:endParaRPr kumimoji="0" lang="en-US" sz="800" b="0" i="0" u="none" strike="noStrike" kern="1200" cap="all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C83E95-045C-48CA-E045-D21303BA9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320" y="1664602"/>
            <a:ext cx="8153400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890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09253-C9EC-9EB7-B0BA-EA2EC5969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/>
              <a:t>Security Management Responsibilities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93ED87-B148-53DB-C799-B53B19B3F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ova Light" panose="020B0502020104020203"/>
                <a:ea typeface="+mn-ea"/>
                <a:cs typeface="+mn-cs"/>
              </a:rPr>
              <a:t>CS4037 - Muhammad Sudais</a:t>
            </a:r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F2554D8C-DB8A-2C16-7344-2CC4223D51E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899996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09253-C9EC-9EB7-B0BA-EA2EC5969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Trusted Cloud Computing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93ED87-B148-53DB-C799-B53B19B3F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ova Light" panose="020B0502020104020203"/>
                <a:ea typeface="+mn-ea"/>
                <a:cs typeface="+mn-cs"/>
              </a:rPr>
              <a:t>CS4037 - Muhammad Sudais</a:t>
            </a:r>
            <a:endParaRPr kumimoji="0" lang="en-US" sz="800" b="0" i="0" u="none" strike="noStrike" kern="1200" cap="all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graphicFrame>
        <p:nvGraphicFramePr>
          <p:cNvPr id="9" name="Rectangle 3">
            <a:extLst>
              <a:ext uri="{FF2B5EF4-FFF2-40B4-BE49-F238E27FC236}">
                <a16:creationId xmlns:a16="http://schemas.microsoft.com/office/drawing/2014/main" id="{DE0F6D95-C264-811B-FC3D-01E1A505A2C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1192" y="1977825"/>
          <a:ext cx="11029616" cy="4359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53692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ividendVTI">
  <a:themeElements>
    <a:clrScheme name="AnalogousFromLightSeedLeftStep">
      <a:dk1>
        <a:srgbClr val="000000"/>
      </a:dk1>
      <a:lt1>
        <a:srgbClr val="FFFFFF"/>
      </a:lt1>
      <a:dk2>
        <a:srgbClr val="243941"/>
      </a:dk2>
      <a:lt2>
        <a:srgbClr val="E8E6E2"/>
      </a:lt2>
      <a:accent1>
        <a:srgbClr val="94A3C5"/>
      </a:accent1>
      <a:accent2>
        <a:srgbClr val="7FAABA"/>
      </a:accent2>
      <a:accent3>
        <a:srgbClr val="82ACA6"/>
      </a:accent3>
      <a:accent4>
        <a:srgbClr val="77AE8F"/>
      </a:accent4>
      <a:accent5>
        <a:srgbClr val="81AD82"/>
      </a:accent5>
      <a:accent6>
        <a:srgbClr val="8AAB75"/>
      </a:accent6>
      <a:hlink>
        <a:srgbClr val="938159"/>
      </a:hlink>
      <a:folHlink>
        <a:srgbClr val="7F7F7F"/>
      </a:folHlink>
    </a:clrScheme>
    <a:fontScheme name="Dividend">
      <a:majorFont>
        <a:latin typeface="Arial Nova 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ova 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3042</TotalTime>
  <Words>779</Words>
  <Application>Microsoft Office PowerPoint</Application>
  <PresentationFormat>Widescreen</PresentationFormat>
  <Paragraphs>79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Arial Nova Light</vt:lpstr>
      <vt:lpstr>Wingdings 2</vt:lpstr>
      <vt:lpstr>DividendVTI</vt:lpstr>
      <vt:lpstr> CHAPTER 6 Security  Reference Model </vt:lpstr>
      <vt:lpstr>Introduction to Cloud Security</vt:lpstr>
      <vt:lpstr>The Importance of Cloud Security</vt:lpstr>
      <vt:lpstr>Traditional Security Boundaries</vt:lpstr>
      <vt:lpstr>De-perimeterization in Cloud Computing</vt:lpstr>
      <vt:lpstr>Security Concerns in Cloud</vt:lpstr>
      <vt:lpstr>Introduction to Cloud Cube Model</vt:lpstr>
      <vt:lpstr>Dimensions of Cloud Cube Model</vt:lpstr>
      <vt:lpstr>Visual Representation of Cloud Cube Model</vt:lpstr>
      <vt:lpstr>Examining Cloud Security vs. Traditional Computing</vt:lpstr>
      <vt:lpstr>Security Management Responsibilities</vt:lpstr>
      <vt:lpstr>Trusted Cloud Computing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Sudais MSM</dc:creator>
  <cp:lastModifiedBy>Muhammad Sudais</cp:lastModifiedBy>
  <cp:revision>18</cp:revision>
  <dcterms:created xsi:type="dcterms:W3CDTF">2024-08-20T00:20:53Z</dcterms:created>
  <dcterms:modified xsi:type="dcterms:W3CDTF">2025-10-02T09:14:12Z</dcterms:modified>
</cp:coreProperties>
</file>