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6"/>
  </p:notesMasterIdLst>
  <p:sldIdLst>
    <p:sldId id="531" r:id="rId2"/>
    <p:sldId id="257" r:id="rId3"/>
    <p:sldId id="259" r:id="rId4"/>
    <p:sldId id="260" r:id="rId5"/>
    <p:sldId id="261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6 - Book 2" id="{A974E94C-8472-49B5-9B8D-4666C11D19A7}">
          <p14:sldIdLst>
            <p14:sldId id="531"/>
            <p14:sldId id="257"/>
            <p14:sldId id="259"/>
            <p14:sldId id="260"/>
            <p14:sldId id="261"/>
            <p14:sldId id="265"/>
            <p14:sldId id="267"/>
            <p14:sldId id="268"/>
            <p14:sldId id="269"/>
            <p14:sldId id="270"/>
            <p14:sldId id="271"/>
            <p14:sldId id="272"/>
            <p14:sldId id="273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FDBE34-3B36-4423-B438-D280F1E9936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919893-95EE-4F7D-A3B2-D144181FCD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AI: Simulates human intelligence to automate decision-making and improve efficiency.</a:t>
          </a:r>
        </a:p>
      </dgm:t>
    </dgm:pt>
    <dgm:pt modelId="{B7622C1C-170A-4793-BD08-52421AFBAA62}" type="parTrans" cxnId="{EE9F3C16-1949-431F-8B5D-66FE5218DBA8}">
      <dgm:prSet/>
      <dgm:spPr/>
      <dgm:t>
        <a:bodyPr/>
        <a:lstStyle/>
        <a:p>
          <a:endParaRPr lang="en-US"/>
        </a:p>
      </dgm:t>
    </dgm:pt>
    <dgm:pt modelId="{372F96A4-D1AE-4EBF-8EB1-A226E65B6D59}" type="sibTrans" cxnId="{EE9F3C16-1949-431F-8B5D-66FE5218DBA8}">
      <dgm:prSet/>
      <dgm:spPr/>
      <dgm:t>
        <a:bodyPr/>
        <a:lstStyle/>
        <a:p>
          <a:endParaRPr lang="en-US"/>
        </a:p>
      </dgm:t>
    </dgm:pt>
    <dgm:pt modelId="{69DD376D-8E96-466C-91DB-AC1FE68190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Gartner Definition: AI involves advanced analysis and logic, supporting and automating decisions.</a:t>
          </a:r>
        </a:p>
      </dgm:t>
    </dgm:pt>
    <dgm:pt modelId="{6FFED4F0-584B-43AB-8AE6-C5001DB8D793}" type="parTrans" cxnId="{70E72C60-8978-4643-8082-943105359363}">
      <dgm:prSet/>
      <dgm:spPr/>
      <dgm:t>
        <a:bodyPr/>
        <a:lstStyle/>
        <a:p>
          <a:endParaRPr lang="en-US"/>
        </a:p>
      </dgm:t>
    </dgm:pt>
    <dgm:pt modelId="{8B99DBAE-F3B2-48EE-9956-E781B2168469}" type="sibTrans" cxnId="{70E72C60-8978-4643-8082-943105359363}">
      <dgm:prSet/>
      <dgm:spPr/>
      <dgm:t>
        <a:bodyPr/>
        <a:lstStyle/>
        <a:p>
          <a:endParaRPr lang="en-US"/>
        </a:p>
      </dgm:t>
    </dgm:pt>
    <dgm:pt modelId="{A7DDB519-4692-44A9-8867-4821DF8B46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languages and tools: Python, C#, R, Azure AI Services.</a:t>
          </a:r>
        </a:p>
      </dgm:t>
    </dgm:pt>
    <dgm:pt modelId="{1911AAF3-2D36-4975-8212-C0F53E7DF33F}" type="parTrans" cxnId="{E6D85E3F-7736-449E-BAF3-4F8544FFA2AA}">
      <dgm:prSet/>
      <dgm:spPr/>
      <dgm:t>
        <a:bodyPr/>
        <a:lstStyle/>
        <a:p>
          <a:endParaRPr lang="en-US"/>
        </a:p>
      </dgm:t>
    </dgm:pt>
    <dgm:pt modelId="{1E08ACD5-9A35-4F6C-A708-DAFA65050D30}" type="sibTrans" cxnId="{E6D85E3F-7736-449E-BAF3-4F8544FFA2AA}">
      <dgm:prSet/>
      <dgm:spPr/>
      <dgm:t>
        <a:bodyPr/>
        <a:lstStyle/>
        <a:p>
          <a:endParaRPr lang="en-US"/>
        </a:p>
      </dgm:t>
    </dgm:pt>
    <dgm:pt modelId="{64426881-1B11-4D93-B55E-2F43FFBEA34A}" type="pres">
      <dgm:prSet presAssocID="{65FDBE34-3B36-4423-B438-D280F1E99363}" presName="root" presStyleCnt="0">
        <dgm:presLayoutVars>
          <dgm:dir/>
          <dgm:resizeHandles val="exact"/>
        </dgm:presLayoutVars>
      </dgm:prSet>
      <dgm:spPr/>
    </dgm:pt>
    <dgm:pt modelId="{B35AF19F-3D4A-48E8-A7FE-7B60BB30BEA0}" type="pres">
      <dgm:prSet presAssocID="{20919893-95EE-4F7D-A3B2-D144181FCDEC}" presName="compNode" presStyleCnt="0"/>
      <dgm:spPr/>
    </dgm:pt>
    <dgm:pt modelId="{CF801FC9-BA9B-42FA-9393-427759C22977}" type="pres">
      <dgm:prSet presAssocID="{20919893-95EE-4F7D-A3B2-D144181FCDEC}" presName="bgRect" presStyleLbl="bgShp" presStyleIdx="0" presStyleCnt="3"/>
      <dgm:spPr/>
    </dgm:pt>
    <dgm:pt modelId="{77F3BF5A-4620-4EE1-8308-C31DFEB6CECF}" type="pres">
      <dgm:prSet presAssocID="{20919893-95EE-4F7D-A3B2-D144181FCDE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81CBBE2-7A76-4EAE-A279-01D7DF8CFEFC}" type="pres">
      <dgm:prSet presAssocID="{20919893-95EE-4F7D-A3B2-D144181FCDEC}" presName="spaceRect" presStyleCnt="0"/>
      <dgm:spPr/>
    </dgm:pt>
    <dgm:pt modelId="{6FE5695F-797E-4C44-856F-2A6BA2345C7A}" type="pres">
      <dgm:prSet presAssocID="{20919893-95EE-4F7D-A3B2-D144181FCDEC}" presName="parTx" presStyleLbl="revTx" presStyleIdx="0" presStyleCnt="3">
        <dgm:presLayoutVars>
          <dgm:chMax val="0"/>
          <dgm:chPref val="0"/>
        </dgm:presLayoutVars>
      </dgm:prSet>
      <dgm:spPr/>
    </dgm:pt>
    <dgm:pt modelId="{E4275180-E33B-42FC-8D07-AA855FCB0064}" type="pres">
      <dgm:prSet presAssocID="{372F96A4-D1AE-4EBF-8EB1-A226E65B6D59}" presName="sibTrans" presStyleCnt="0"/>
      <dgm:spPr/>
    </dgm:pt>
    <dgm:pt modelId="{9BF42D6B-7DE7-45F1-8621-08186E42E2F7}" type="pres">
      <dgm:prSet presAssocID="{69DD376D-8E96-466C-91DB-AC1FE681906B}" presName="compNode" presStyleCnt="0"/>
      <dgm:spPr/>
    </dgm:pt>
    <dgm:pt modelId="{6C112962-3F36-46A9-8CD4-23A55E8273D6}" type="pres">
      <dgm:prSet presAssocID="{69DD376D-8E96-466C-91DB-AC1FE681906B}" presName="bgRect" presStyleLbl="bgShp" presStyleIdx="1" presStyleCnt="3"/>
      <dgm:spPr/>
    </dgm:pt>
    <dgm:pt modelId="{BC836F1E-477F-4192-976B-9DDB81029322}" type="pres">
      <dgm:prSet presAssocID="{69DD376D-8E96-466C-91DB-AC1FE681906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2E827D8-851E-4165-B001-A9F39F421580}" type="pres">
      <dgm:prSet presAssocID="{69DD376D-8E96-466C-91DB-AC1FE681906B}" presName="spaceRect" presStyleCnt="0"/>
      <dgm:spPr/>
    </dgm:pt>
    <dgm:pt modelId="{DEFA6613-52CB-4491-A5B6-5BC40468F08F}" type="pres">
      <dgm:prSet presAssocID="{69DD376D-8E96-466C-91DB-AC1FE681906B}" presName="parTx" presStyleLbl="revTx" presStyleIdx="1" presStyleCnt="3">
        <dgm:presLayoutVars>
          <dgm:chMax val="0"/>
          <dgm:chPref val="0"/>
        </dgm:presLayoutVars>
      </dgm:prSet>
      <dgm:spPr/>
    </dgm:pt>
    <dgm:pt modelId="{62F3B6D6-41AF-464C-B395-246B29B70E76}" type="pres">
      <dgm:prSet presAssocID="{8B99DBAE-F3B2-48EE-9956-E781B2168469}" presName="sibTrans" presStyleCnt="0"/>
      <dgm:spPr/>
    </dgm:pt>
    <dgm:pt modelId="{CC4E2A8B-8017-4B0D-9D84-A60B630D9383}" type="pres">
      <dgm:prSet presAssocID="{A7DDB519-4692-44A9-8867-4821DF8B4603}" presName="compNode" presStyleCnt="0"/>
      <dgm:spPr/>
    </dgm:pt>
    <dgm:pt modelId="{D9C24FE4-FF54-48DD-8F82-4181662B5907}" type="pres">
      <dgm:prSet presAssocID="{A7DDB519-4692-44A9-8867-4821DF8B4603}" presName="bgRect" presStyleLbl="bgShp" presStyleIdx="2" presStyleCnt="3"/>
      <dgm:spPr/>
    </dgm:pt>
    <dgm:pt modelId="{28BA903D-DCF6-43C5-9EA6-2578051F0A8E}" type="pres">
      <dgm:prSet presAssocID="{A7DDB519-4692-44A9-8867-4821DF8B460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7CB8DC4-7ABC-4695-9EE0-F54161FB8D40}" type="pres">
      <dgm:prSet presAssocID="{A7DDB519-4692-44A9-8867-4821DF8B4603}" presName="spaceRect" presStyleCnt="0"/>
      <dgm:spPr/>
    </dgm:pt>
    <dgm:pt modelId="{B33B913A-2BA7-49FA-A562-0658AA25EFDF}" type="pres">
      <dgm:prSet presAssocID="{A7DDB519-4692-44A9-8867-4821DF8B460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E9F3C16-1949-431F-8B5D-66FE5218DBA8}" srcId="{65FDBE34-3B36-4423-B438-D280F1E99363}" destId="{20919893-95EE-4F7D-A3B2-D144181FCDEC}" srcOrd="0" destOrd="0" parTransId="{B7622C1C-170A-4793-BD08-52421AFBAA62}" sibTransId="{372F96A4-D1AE-4EBF-8EB1-A226E65B6D59}"/>
    <dgm:cxn modelId="{E6D85E3F-7736-449E-BAF3-4F8544FFA2AA}" srcId="{65FDBE34-3B36-4423-B438-D280F1E99363}" destId="{A7DDB519-4692-44A9-8867-4821DF8B4603}" srcOrd="2" destOrd="0" parTransId="{1911AAF3-2D36-4975-8212-C0F53E7DF33F}" sibTransId="{1E08ACD5-9A35-4F6C-A708-DAFA65050D30}"/>
    <dgm:cxn modelId="{C279805D-0F6E-4B0E-8663-795FE31B6625}" type="presOf" srcId="{20919893-95EE-4F7D-A3B2-D144181FCDEC}" destId="{6FE5695F-797E-4C44-856F-2A6BA2345C7A}" srcOrd="0" destOrd="0" presId="urn:microsoft.com/office/officeart/2018/2/layout/IconVerticalSolidList"/>
    <dgm:cxn modelId="{70E72C60-8978-4643-8082-943105359363}" srcId="{65FDBE34-3B36-4423-B438-D280F1E99363}" destId="{69DD376D-8E96-466C-91DB-AC1FE681906B}" srcOrd="1" destOrd="0" parTransId="{6FFED4F0-584B-43AB-8AE6-C5001DB8D793}" sibTransId="{8B99DBAE-F3B2-48EE-9956-E781B2168469}"/>
    <dgm:cxn modelId="{87F1B758-6DDF-465D-9032-E5919FAE559C}" type="presOf" srcId="{69DD376D-8E96-466C-91DB-AC1FE681906B}" destId="{DEFA6613-52CB-4491-A5B6-5BC40468F08F}" srcOrd="0" destOrd="0" presId="urn:microsoft.com/office/officeart/2018/2/layout/IconVerticalSolidList"/>
    <dgm:cxn modelId="{808E7D9C-150A-4F02-A426-45423276996A}" type="presOf" srcId="{A7DDB519-4692-44A9-8867-4821DF8B4603}" destId="{B33B913A-2BA7-49FA-A562-0658AA25EFDF}" srcOrd="0" destOrd="0" presId="urn:microsoft.com/office/officeart/2018/2/layout/IconVerticalSolidList"/>
    <dgm:cxn modelId="{603161EB-4916-445F-B254-3A1F9B83CBC3}" type="presOf" srcId="{65FDBE34-3B36-4423-B438-D280F1E99363}" destId="{64426881-1B11-4D93-B55E-2F43FFBEA34A}" srcOrd="0" destOrd="0" presId="urn:microsoft.com/office/officeart/2018/2/layout/IconVerticalSolidList"/>
    <dgm:cxn modelId="{E7D1A477-95EA-4274-AF02-FE97F8F42869}" type="presParOf" srcId="{64426881-1B11-4D93-B55E-2F43FFBEA34A}" destId="{B35AF19F-3D4A-48E8-A7FE-7B60BB30BEA0}" srcOrd="0" destOrd="0" presId="urn:microsoft.com/office/officeart/2018/2/layout/IconVerticalSolidList"/>
    <dgm:cxn modelId="{2B97D434-466B-41A2-B006-DA6D0DCDAADA}" type="presParOf" srcId="{B35AF19F-3D4A-48E8-A7FE-7B60BB30BEA0}" destId="{CF801FC9-BA9B-42FA-9393-427759C22977}" srcOrd="0" destOrd="0" presId="urn:microsoft.com/office/officeart/2018/2/layout/IconVerticalSolidList"/>
    <dgm:cxn modelId="{ADE20E09-D549-4D25-9730-2E9E8E09D277}" type="presParOf" srcId="{B35AF19F-3D4A-48E8-A7FE-7B60BB30BEA0}" destId="{77F3BF5A-4620-4EE1-8308-C31DFEB6CECF}" srcOrd="1" destOrd="0" presId="urn:microsoft.com/office/officeart/2018/2/layout/IconVerticalSolidList"/>
    <dgm:cxn modelId="{C57B4114-C0C7-4C09-A2AD-67475BCAB008}" type="presParOf" srcId="{B35AF19F-3D4A-48E8-A7FE-7B60BB30BEA0}" destId="{F81CBBE2-7A76-4EAE-A279-01D7DF8CFEFC}" srcOrd="2" destOrd="0" presId="urn:microsoft.com/office/officeart/2018/2/layout/IconVerticalSolidList"/>
    <dgm:cxn modelId="{095B3FAD-6E93-4D75-85BE-84923C5F4108}" type="presParOf" srcId="{B35AF19F-3D4A-48E8-A7FE-7B60BB30BEA0}" destId="{6FE5695F-797E-4C44-856F-2A6BA2345C7A}" srcOrd="3" destOrd="0" presId="urn:microsoft.com/office/officeart/2018/2/layout/IconVerticalSolidList"/>
    <dgm:cxn modelId="{A9B462CC-8D7E-4437-9A5F-DFB22A79C8B5}" type="presParOf" srcId="{64426881-1B11-4D93-B55E-2F43FFBEA34A}" destId="{E4275180-E33B-42FC-8D07-AA855FCB0064}" srcOrd="1" destOrd="0" presId="urn:microsoft.com/office/officeart/2018/2/layout/IconVerticalSolidList"/>
    <dgm:cxn modelId="{B3276EEE-642B-4D4E-987C-79A238A1AD4B}" type="presParOf" srcId="{64426881-1B11-4D93-B55E-2F43FFBEA34A}" destId="{9BF42D6B-7DE7-45F1-8621-08186E42E2F7}" srcOrd="2" destOrd="0" presId="urn:microsoft.com/office/officeart/2018/2/layout/IconVerticalSolidList"/>
    <dgm:cxn modelId="{67D60476-76E6-4B46-B2B1-95DB9E02F825}" type="presParOf" srcId="{9BF42D6B-7DE7-45F1-8621-08186E42E2F7}" destId="{6C112962-3F36-46A9-8CD4-23A55E8273D6}" srcOrd="0" destOrd="0" presId="urn:microsoft.com/office/officeart/2018/2/layout/IconVerticalSolidList"/>
    <dgm:cxn modelId="{2C29F05B-774F-4D66-AEFC-C3C4E865F4F3}" type="presParOf" srcId="{9BF42D6B-7DE7-45F1-8621-08186E42E2F7}" destId="{BC836F1E-477F-4192-976B-9DDB81029322}" srcOrd="1" destOrd="0" presId="urn:microsoft.com/office/officeart/2018/2/layout/IconVerticalSolidList"/>
    <dgm:cxn modelId="{5D93DF87-B271-4AC1-81FA-F0B0480DF275}" type="presParOf" srcId="{9BF42D6B-7DE7-45F1-8621-08186E42E2F7}" destId="{E2E827D8-851E-4165-B001-A9F39F421580}" srcOrd="2" destOrd="0" presId="urn:microsoft.com/office/officeart/2018/2/layout/IconVerticalSolidList"/>
    <dgm:cxn modelId="{B39D061D-7D57-482D-8A0F-734351A97A80}" type="presParOf" srcId="{9BF42D6B-7DE7-45F1-8621-08186E42E2F7}" destId="{DEFA6613-52CB-4491-A5B6-5BC40468F08F}" srcOrd="3" destOrd="0" presId="urn:microsoft.com/office/officeart/2018/2/layout/IconVerticalSolidList"/>
    <dgm:cxn modelId="{80BE3E37-EB28-4682-AEE6-F5EE06624364}" type="presParOf" srcId="{64426881-1B11-4D93-B55E-2F43FFBEA34A}" destId="{62F3B6D6-41AF-464C-B395-246B29B70E76}" srcOrd="3" destOrd="0" presId="urn:microsoft.com/office/officeart/2018/2/layout/IconVerticalSolidList"/>
    <dgm:cxn modelId="{DDD2DCB8-C128-4026-8041-6C7C6B57F719}" type="presParOf" srcId="{64426881-1B11-4D93-B55E-2F43FFBEA34A}" destId="{CC4E2A8B-8017-4B0D-9D84-A60B630D9383}" srcOrd="4" destOrd="0" presId="urn:microsoft.com/office/officeart/2018/2/layout/IconVerticalSolidList"/>
    <dgm:cxn modelId="{609F7AFA-8B86-4033-83EB-614A391D64C7}" type="presParOf" srcId="{CC4E2A8B-8017-4B0D-9D84-A60B630D9383}" destId="{D9C24FE4-FF54-48DD-8F82-4181662B5907}" srcOrd="0" destOrd="0" presId="urn:microsoft.com/office/officeart/2018/2/layout/IconVerticalSolidList"/>
    <dgm:cxn modelId="{C59D3292-473D-47E1-A9CB-D7BD965D5191}" type="presParOf" srcId="{CC4E2A8B-8017-4B0D-9D84-A60B630D9383}" destId="{28BA903D-DCF6-43C5-9EA6-2578051F0A8E}" srcOrd="1" destOrd="0" presId="urn:microsoft.com/office/officeart/2018/2/layout/IconVerticalSolidList"/>
    <dgm:cxn modelId="{06DCDF42-9BC6-44EA-BE37-37FCF5BD6989}" type="presParOf" srcId="{CC4E2A8B-8017-4B0D-9D84-A60B630D9383}" destId="{C7CB8DC4-7ABC-4695-9EE0-F54161FB8D40}" srcOrd="2" destOrd="0" presId="urn:microsoft.com/office/officeart/2018/2/layout/IconVerticalSolidList"/>
    <dgm:cxn modelId="{9995B7AD-C890-415E-8120-898B9DA8DF94}" type="presParOf" srcId="{CC4E2A8B-8017-4B0D-9D84-A60B630D9383}" destId="{B33B913A-2BA7-49FA-A562-0658AA25EF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DAE453-95BD-4BA5-A1B9-8A6E8414F39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8C0BFF4-547B-420D-9E40-D9C09F938BC0}">
      <dgm:prSet/>
      <dgm:spPr/>
      <dgm:t>
        <a:bodyPr/>
        <a:lstStyle/>
        <a:p>
          <a:r>
            <a:rPr lang="en-US"/>
            <a:t>Launched in 2023, providing access to models like GPT-3.5, GPT-4, Codex, and DALL-E 2.</a:t>
          </a:r>
        </a:p>
      </dgm:t>
    </dgm:pt>
    <dgm:pt modelId="{059AD323-843A-4397-9D37-EB321154E9D2}" type="parTrans" cxnId="{BF7888B6-3570-4C31-AB18-DEDE60B37BDE}">
      <dgm:prSet/>
      <dgm:spPr/>
      <dgm:t>
        <a:bodyPr/>
        <a:lstStyle/>
        <a:p>
          <a:endParaRPr lang="en-US"/>
        </a:p>
      </dgm:t>
    </dgm:pt>
    <dgm:pt modelId="{028F7256-0C4E-4A89-8E39-5C614FAEE3F6}" type="sibTrans" cxnId="{BF7888B6-3570-4C31-AB18-DEDE60B37BDE}">
      <dgm:prSet/>
      <dgm:spPr/>
      <dgm:t>
        <a:bodyPr/>
        <a:lstStyle/>
        <a:p>
          <a:endParaRPr lang="en-US"/>
        </a:p>
      </dgm:t>
    </dgm:pt>
    <dgm:pt modelId="{0F867BCE-E570-4F94-97BD-EDA671C00957}">
      <dgm:prSet/>
      <dgm:spPr/>
      <dgm:t>
        <a:bodyPr/>
        <a:lstStyle/>
        <a:p>
          <a:r>
            <a:rPr lang="en-US"/>
            <a:t>Enterprise-grade AI models for building large-scale AI solutions.</a:t>
          </a:r>
        </a:p>
      </dgm:t>
    </dgm:pt>
    <dgm:pt modelId="{68EB2B7A-E047-4106-8A9E-D7515492B5E0}" type="parTrans" cxnId="{B872D8AE-17A8-4226-A8C7-DCCCE0E923C3}">
      <dgm:prSet/>
      <dgm:spPr/>
      <dgm:t>
        <a:bodyPr/>
        <a:lstStyle/>
        <a:p>
          <a:endParaRPr lang="en-US"/>
        </a:p>
      </dgm:t>
    </dgm:pt>
    <dgm:pt modelId="{66A6A92C-2C25-4CE7-9BB3-54C58168C233}" type="sibTrans" cxnId="{B872D8AE-17A8-4226-A8C7-DCCCE0E923C3}">
      <dgm:prSet/>
      <dgm:spPr/>
      <dgm:t>
        <a:bodyPr/>
        <a:lstStyle/>
        <a:p>
          <a:endParaRPr lang="en-US"/>
        </a:p>
      </dgm:t>
    </dgm:pt>
    <dgm:pt modelId="{B21F5337-544D-4505-A79A-F3486E900998}">
      <dgm:prSet/>
      <dgm:spPr/>
      <dgm:t>
        <a:bodyPr/>
        <a:lstStyle/>
        <a:p>
          <a:r>
            <a:rPr lang="en-US"/>
            <a:t>Integration in tools like GitHub Copilot, Power BI, and Microsoft Designer.</a:t>
          </a:r>
        </a:p>
      </dgm:t>
    </dgm:pt>
    <dgm:pt modelId="{3D9C08B9-D4A0-4B19-A99D-026CF1E9B7E7}" type="parTrans" cxnId="{DCF23EAB-FF71-4E87-BAE9-79EC82A4C86B}">
      <dgm:prSet/>
      <dgm:spPr/>
      <dgm:t>
        <a:bodyPr/>
        <a:lstStyle/>
        <a:p>
          <a:endParaRPr lang="en-US"/>
        </a:p>
      </dgm:t>
    </dgm:pt>
    <dgm:pt modelId="{6FD5C089-9DB7-416D-9287-EF0A6251D68E}" type="sibTrans" cxnId="{DCF23EAB-FF71-4E87-BAE9-79EC82A4C86B}">
      <dgm:prSet/>
      <dgm:spPr/>
      <dgm:t>
        <a:bodyPr/>
        <a:lstStyle/>
        <a:p>
          <a:endParaRPr lang="en-US"/>
        </a:p>
      </dgm:t>
    </dgm:pt>
    <dgm:pt modelId="{4DEB32C8-DA12-4747-975B-84BCFC71126D}">
      <dgm:prSet/>
      <dgm:spPr/>
      <dgm:t>
        <a:bodyPr/>
        <a:lstStyle/>
        <a:p>
          <a:r>
            <a:rPr lang="en-US"/>
            <a:t>Azure OpenAI service requires an application to use, ensuring responsible AI usage.</a:t>
          </a:r>
        </a:p>
      </dgm:t>
    </dgm:pt>
    <dgm:pt modelId="{A67BC71D-D8AD-4650-A66D-D8E6A4EF4536}" type="parTrans" cxnId="{7528CA2C-CB81-43D0-8037-A14C20E5966E}">
      <dgm:prSet/>
      <dgm:spPr/>
      <dgm:t>
        <a:bodyPr/>
        <a:lstStyle/>
        <a:p>
          <a:endParaRPr lang="en-US"/>
        </a:p>
      </dgm:t>
    </dgm:pt>
    <dgm:pt modelId="{19E6118F-F751-46A6-B9CF-D2EFDF994437}" type="sibTrans" cxnId="{7528CA2C-CB81-43D0-8037-A14C20E5966E}">
      <dgm:prSet/>
      <dgm:spPr/>
      <dgm:t>
        <a:bodyPr/>
        <a:lstStyle/>
        <a:p>
          <a:endParaRPr lang="en-US"/>
        </a:p>
      </dgm:t>
    </dgm:pt>
    <dgm:pt modelId="{3E3FB654-C7E2-487F-AC46-56A812ACC75A}" type="pres">
      <dgm:prSet presAssocID="{3BDAE453-95BD-4BA5-A1B9-8A6E8414F394}" presName="linear" presStyleCnt="0">
        <dgm:presLayoutVars>
          <dgm:animLvl val="lvl"/>
          <dgm:resizeHandles val="exact"/>
        </dgm:presLayoutVars>
      </dgm:prSet>
      <dgm:spPr/>
    </dgm:pt>
    <dgm:pt modelId="{3FE50223-5A37-4ECB-9D26-60F56A05064D}" type="pres">
      <dgm:prSet presAssocID="{08C0BFF4-547B-420D-9E40-D9C09F938BC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DA3EE45-DD0F-4EC3-A88E-50F53DD211C7}" type="pres">
      <dgm:prSet presAssocID="{028F7256-0C4E-4A89-8E39-5C614FAEE3F6}" presName="spacer" presStyleCnt="0"/>
      <dgm:spPr/>
    </dgm:pt>
    <dgm:pt modelId="{43B3F7B1-788B-47CB-92E0-DE4D2EA6FCB9}" type="pres">
      <dgm:prSet presAssocID="{0F867BCE-E570-4F94-97BD-EDA671C0095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A1C66D-41DF-474F-8D02-A9D61A7D41D3}" type="pres">
      <dgm:prSet presAssocID="{66A6A92C-2C25-4CE7-9BB3-54C58168C233}" presName="spacer" presStyleCnt="0"/>
      <dgm:spPr/>
    </dgm:pt>
    <dgm:pt modelId="{11408CFC-83A3-4207-B38E-4322BA42EE72}" type="pres">
      <dgm:prSet presAssocID="{B21F5337-544D-4505-A79A-F3486E9009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0BDE5FD-D801-4DB5-B72C-C056498EE8D1}" type="pres">
      <dgm:prSet presAssocID="{6FD5C089-9DB7-416D-9287-EF0A6251D68E}" presName="spacer" presStyleCnt="0"/>
      <dgm:spPr/>
    </dgm:pt>
    <dgm:pt modelId="{3C0DFE6B-F089-4337-BC3F-2C3995994B9F}" type="pres">
      <dgm:prSet presAssocID="{4DEB32C8-DA12-4747-975B-84BCFC7112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528CA2C-CB81-43D0-8037-A14C20E5966E}" srcId="{3BDAE453-95BD-4BA5-A1B9-8A6E8414F394}" destId="{4DEB32C8-DA12-4747-975B-84BCFC71126D}" srcOrd="3" destOrd="0" parTransId="{A67BC71D-D8AD-4650-A66D-D8E6A4EF4536}" sibTransId="{19E6118F-F751-46A6-B9CF-D2EFDF994437}"/>
    <dgm:cxn modelId="{A3011660-685F-4F56-B400-D4C825433A19}" type="presOf" srcId="{4DEB32C8-DA12-4747-975B-84BCFC71126D}" destId="{3C0DFE6B-F089-4337-BC3F-2C3995994B9F}" srcOrd="0" destOrd="0" presId="urn:microsoft.com/office/officeart/2005/8/layout/vList2"/>
    <dgm:cxn modelId="{3B8F2754-719D-42A1-949F-1DB85204441F}" type="presOf" srcId="{0F867BCE-E570-4F94-97BD-EDA671C00957}" destId="{43B3F7B1-788B-47CB-92E0-DE4D2EA6FCB9}" srcOrd="0" destOrd="0" presId="urn:microsoft.com/office/officeart/2005/8/layout/vList2"/>
    <dgm:cxn modelId="{DCF23EAB-FF71-4E87-BAE9-79EC82A4C86B}" srcId="{3BDAE453-95BD-4BA5-A1B9-8A6E8414F394}" destId="{B21F5337-544D-4505-A79A-F3486E900998}" srcOrd="2" destOrd="0" parTransId="{3D9C08B9-D4A0-4B19-A99D-026CF1E9B7E7}" sibTransId="{6FD5C089-9DB7-416D-9287-EF0A6251D68E}"/>
    <dgm:cxn modelId="{B872D8AE-17A8-4226-A8C7-DCCCE0E923C3}" srcId="{3BDAE453-95BD-4BA5-A1B9-8A6E8414F394}" destId="{0F867BCE-E570-4F94-97BD-EDA671C00957}" srcOrd="1" destOrd="0" parTransId="{68EB2B7A-E047-4106-8A9E-D7515492B5E0}" sibTransId="{66A6A92C-2C25-4CE7-9BB3-54C58168C233}"/>
    <dgm:cxn modelId="{E80BF9B3-C039-4E37-B7A6-86F8D1576641}" type="presOf" srcId="{3BDAE453-95BD-4BA5-A1B9-8A6E8414F394}" destId="{3E3FB654-C7E2-487F-AC46-56A812ACC75A}" srcOrd="0" destOrd="0" presId="urn:microsoft.com/office/officeart/2005/8/layout/vList2"/>
    <dgm:cxn modelId="{BF7888B6-3570-4C31-AB18-DEDE60B37BDE}" srcId="{3BDAE453-95BD-4BA5-A1B9-8A6E8414F394}" destId="{08C0BFF4-547B-420D-9E40-D9C09F938BC0}" srcOrd="0" destOrd="0" parTransId="{059AD323-843A-4397-9D37-EB321154E9D2}" sibTransId="{028F7256-0C4E-4A89-8E39-5C614FAEE3F6}"/>
    <dgm:cxn modelId="{E32782D1-5342-44EC-8722-9CE2641E5D9F}" type="presOf" srcId="{08C0BFF4-547B-420D-9E40-D9C09F938BC0}" destId="{3FE50223-5A37-4ECB-9D26-60F56A05064D}" srcOrd="0" destOrd="0" presId="urn:microsoft.com/office/officeart/2005/8/layout/vList2"/>
    <dgm:cxn modelId="{A3E788DC-F666-444A-B3C7-2FB1BA26C25C}" type="presOf" srcId="{B21F5337-544D-4505-A79A-F3486E900998}" destId="{11408CFC-83A3-4207-B38E-4322BA42EE72}" srcOrd="0" destOrd="0" presId="urn:microsoft.com/office/officeart/2005/8/layout/vList2"/>
    <dgm:cxn modelId="{260E248C-889B-4EBB-9F8E-CB42ECA53819}" type="presParOf" srcId="{3E3FB654-C7E2-487F-AC46-56A812ACC75A}" destId="{3FE50223-5A37-4ECB-9D26-60F56A05064D}" srcOrd="0" destOrd="0" presId="urn:microsoft.com/office/officeart/2005/8/layout/vList2"/>
    <dgm:cxn modelId="{94CD0B9B-7D61-4887-898F-2FF7DCFDE0F9}" type="presParOf" srcId="{3E3FB654-C7E2-487F-AC46-56A812ACC75A}" destId="{0DA3EE45-DD0F-4EC3-A88E-50F53DD211C7}" srcOrd="1" destOrd="0" presId="urn:microsoft.com/office/officeart/2005/8/layout/vList2"/>
    <dgm:cxn modelId="{A90E2667-DAA3-487B-98A6-B5B0DE5648A7}" type="presParOf" srcId="{3E3FB654-C7E2-487F-AC46-56A812ACC75A}" destId="{43B3F7B1-788B-47CB-92E0-DE4D2EA6FCB9}" srcOrd="2" destOrd="0" presId="urn:microsoft.com/office/officeart/2005/8/layout/vList2"/>
    <dgm:cxn modelId="{CC67F454-933A-4D6D-B646-79414B5009AA}" type="presParOf" srcId="{3E3FB654-C7E2-487F-AC46-56A812ACC75A}" destId="{13A1C66D-41DF-474F-8D02-A9D61A7D41D3}" srcOrd="3" destOrd="0" presId="urn:microsoft.com/office/officeart/2005/8/layout/vList2"/>
    <dgm:cxn modelId="{01A673AD-2400-4F07-AFAF-18F455B2998D}" type="presParOf" srcId="{3E3FB654-C7E2-487F-AC46-56A812ACC75A}" destId="{11408CFC-83A3-4207-B38E-4322BA42EE72}" srcOrd="4" destOrd="0" presId="urn:microsoft.com/office/officeart/2005/8/layout/vList2"/>
    <dgm:cxn modelId="{ED2DF24C-5B7D-4B84-A282-9C32C06C3954}" type="presParOf" srcId="{3E3FB654-C7E2-487F-AC46-56A812ACC75A}" destId="{A0BDE5FD-D801-4DB5-B72C-C056498EE8D1}" srcOrd="5" destOrd="0" presId="urn:microsoft.com/office/officeart/2005/8/layout/vList2"/>
    <dgm:cxn modelId="{3BF9275A-B180-4EE6-8775-D39F7BA9C8EC}" type="presParOf" srcId="{3E3FB654-C7E2-487F-AC46-56A812ACC75A}" destId="{3C0DFE6B-F089-4337-BC3F-2C3995994B9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E5F0E6-80EA-4A26-87D4-9AFAFDEBA54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268F5F4-CE54-4EC9-9CC9-C47C9496BC50}">
      <dgm:prSet/>
      <dgm:spPr/>
      <dgm:t>
        <a:bodyPr/>
        <a:lstStyle/>
        <a:p>
          <a:r>
            <a:rPr lang="en-US"/>
            <a:t>GenAI creates content (images, text, etc.) based on learned data without replication.</a:t>
          </a:r>
        </a:p>
      </dgm:t>
    </dgm:pt>
    <dgm:pt modelId="{6365BF5A-27E6-4D01-80F7-B6DD8BCB6700}" type="parTrans" cxnId="{406FF324-3B03-45B5-98E7-21D2AFD873BF}">
      <dgm:prSet/>
      <dgm:spPr/>
      <dgm:t>
        <a:bodyPr/>
        <a:lstStyle/>
        <a:p>
          <a:endParaRPr lang="en-US"/>
        </a:p>
      </dgm:t>
    </dgm:pt>
    <dgm:pt modelId="{AEE1DA0B-0A4B-4BE1-A37E-D76ABB463098}" type="sibTrans" cxnId="{406FF324-3B03-45B5-98E7-21D2AFD873BF}">
      <dgm:prSet/>
      <dgm:spPr/>
      <dgm:t>
        <a:bodyPr/>
        <a:lstStyle/>
        <a:p>
          <a:endParaRPr lang="en-US"/>
        </a:p>
      </dgm:t>
    </dgm:pt>
    <dgm:pt modelId="{959392DC-1A28-4E07-A1B4-480A94C7CD52}">
      <dgm:prSet/>
      <dgm:spPr/>
      <dgm:t>
        <a:bodyPr/>
        <a:lstStyle/>
        <a:p>
          <a:r>
            <a:rPr lang="en-US"/>
            <a:t>Used in fields like media creation, content generation, and virtual agents.</a:t>
          </a:r>
        </a:p>
      </dgm:t>
    </dgm:pt>
    <dgm:pt modelId="{6CAB5C30-E255-4AFD-A71D-A3C7DF7EBC5E}" type="parTrans" cxnId="{AA1D3755-A4F2-406A-8BDE-3A8CA4C2DF3E}">
      <dgm:prSet/>
      <dgm:spPr/>
      <dgm:t>
        <a:bodyPr/>
        <a:lstStyle/>
        <a:p>
          <a:endParaRPr lang="en-US"/>
        </a:p>
      </dgm:t>
    </dgm:pt>
    <dgm:pt modelId="{883FD937-3410-4476-B33F-FC703D5B5B3D}" type="sibTrans" cxnId="{AA1D3755-A4F2-406A-8BDE-3A8CA4C2DF3E}">
      <dgm:prSet/>
      <dgm:spPr/>
      <dgm:t>
        <a:bodyPr/>
        <a:lstStyle/>
        <a:p>
          <a:endParaRPr lang="en-US"/>
        </a:p>
      </dgm:t>
    </dgm:pt>
    <dgm:pt modelId="{FB678398-AEFC-4976-B7E7-7548AD90BD78}">
      <dgm:prSet/>
      <dgm:spPr/>
      <dgm:t>
        <a:bodyPr/>
        <a:lstStyle/>
        <a:p>
          <a:r>
            <a:rPr lang="en-US"/>
            <a:t>Example: Virtual health assistants (VHAs) in healthcare.</a:t>
          </a:r>
        </a:p>
      </dgm:t>
    </dgm:pt>
    <dgm:pt modelId="{43BA3445-785A-4161-988F-0226CA549222}" type="parTrans" cxnId="{5A30C8D1-972A-4A85-819D-283D83388DA1}">
      <dgm:prSet/>
      <dgm:spPr/>
      <dgm:t>
        <a:bodyPr/>
        <a:lstStyle/>
        <a:p>
          <a:endParaRPr lang="en-US"/>
        </a:p>
      </dgm:t>
    </dgm:pt>
    <dgm:pt modelId="{8E7D202C-AEE4-4F60-ABC9-26CDADE6997B}" type="sibTrans" cxnId="{5A30C8D1-972A-4A85-819D-283D83388DA1}">
      <dgm:prSet/>
      <dgm:spPr/>
      <dgm:t>
        <a:bodyPr/>
        <a:lstStyle/>
        <a:p>
          <a:endParaRPr lang="en-US"/>
        </a:p>
      </dgm:t>
    </dgm:pt>
    <dgm:pt modelId="{B9F6F584-F310-4681-B964-2AB77B72991D}" type="pres">
      <dgm:prSet presAssocID="{70E5F0E6-80EA-4A26-87D4-9AFAFDEBA543}" presName="linear" presStyleCnt="0">
        <dgm:presLayoutVars>
          <dgm:animLvl val="lvl"/>
          <dgm:resizeHandles val="exact"/>
        </dgm:presLayoutVars>
      </dgm:prSet>
      <dgm:spPr/>
    </dgm:pt>
    <dgm:pt modelId="{B17FE4EA-A6B0-470D-8B3D-70A0AC9EC4E1}" type="pres">
      <dgm:prSet presAssocID="{4268F5F4-CE54-4EC9-9CC9-C47C9496BC5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C0CFAAF-42AC-435E-B85F-172ACDA9CED4}" type="pres">
      <dgm:prSet presAssocID="{AEE1DA0B-0A4B-4BE1-A37E-D76ABB463098}" presName="spacer" presStyleCnt="0"/>
      <dgm:spPr/>
    </dgm:pt>
    <dgm:pt modelId="{DEE81935-2121-4DA5-9926-38EDA035C8BD}" type="pres">
      <dgm:prSet presAssocID="{959392DC-1A28-4E07-A1B4-480A94C7CD5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E19D8A4-52CB-497F-B151-A22781603F10}" type="pres">
      <dgm:prSet presAssocID="{883FD937-3410-4476-B33F-FC703D5B5B3D}" presName="spacer" presStyleCnt="0"/>
      <dgm:spPr/>
    </dgm:pt>
    <dgm:pt modelId="{D0481180-924F-47CA-972B-E2BD6AD7DE50}" type="pres">
      <dgm:prSet presAssocID="{FB678398-AEFC-4976-B7E7-7548AD90BD7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1156207-8E7B-4338-A058-ECA43B450200}" type="presOf" srcId="{4268F5F4-CE54-4EC9-9CC9-C47C9496BC50}" destId="{B17FE4EA-A6B0-470D-8B3D-70A0AC9EC4E1}" srcOrd="0" destOrd="0" presId="urn:microsoft.com/office/officeart/2005/8/layout/vList2"/>
    <dgm:cxn modelId="{406FF324-3B03-45B5-98E7-21D2AFD873BF}" srcId="{70E5F0E6-80EA-4A26-87D4-9AFAFDEBA543}" destId="{4268F5F4-CE54-4EC9-9CC9-C47C9496BC50}" srcOrd="0" destOrd="0" parTransId="{6365BF5A-27E6-4D01-80F7-B6DD8BCB6700}" sibTransId="{AEE1DA0B-0A4B-4BE1-A37E-D76ABB463098}"/>
    <dgm:cxn modelId="{DB62775D-1748-4CC3-808D-D05E4061BF49}" type="presOf" srcId="{FB678398-AEFC-4976-B7E7-7548AD90BD78}" destId="{D0481180-924F-47CA-972B-E2BD6AD7DE50}" srcOrd="0" destOrd="0" presId="urn:microsoft.com/office/officeart/2005/8/layout/vList2"/>
    <dgm:cxn modelId="{AA1D3755-A4F2-406A-8BDE-3A8CA4C2DF3E}" srcId="{70E5F0E6-80EA-4A26-87D4-9AFAFDEBA543}" destId="{959392DC-1A28-4E07-A1B4-480A94C7CD52}" srcOrd="1" destOrd="0" parTransId="{6CAB5C30-E255-4AFD-A71D-A3C7DF7EBC5E}" sibTransId="{883FD937-3410-4476-B33F-FC703D5B5B3D}"/>
    <dgm:cxn modelId="{09BB1F8A-99E7-4942-A976-6EDDBE3478BC}" type="presOf" srcId="{70E5F0E6-80EA-4A26-87D4-9AFAFDEBA543}" destId="{B9F6F584-F310-4681-B964-2AB77B72991D}" srcOrd="0" destOrd="0" presId="urn:microsoft.com/office/officeart/2005/8/layout/vList2"/>
    <dgm:cxn modelId="{CC498192-485A-4566-A443-A4F15933880E}" type="presOf" srcId="{959392DC-1A28-4E07-A1B4-480A94C7CD52}" destId="{DEE81935-2121-4DA5-9926-38EDA035C8BD}" srcOrd="0" destOrd="0" presId="urn:microsoft.com/office/officeart/2005/8/layout/vList2"/>
    <dgm:cxn modelId="{5A30C8D1-972A-4A85-819D-283D83388DA1}" srcId="{70E5F0E6-80EA-4A26-87D4-9AFAFDEBA543}" destId="{FB678398-AEFC-4976-B7E7-7548AD90BD78}" srcOrd="2" destOrd="0" parTransId="{43BA3445-785A-4161-988F-0226CA549222}" sibTransId="{8E7D202C-AEE4-4F60-ABC9-26CDADE6997B}"/>
    <dgm:cxn modelId="{401D7806-5AF3-4853-84B7-C333914E3DC4}" type="presParOf" srcId="{B9F6F584-F310-4681-B964-2AB77B72991D}" destId="{B17FE4EA-A6B0-470D-8B3D-70A0AC9EC4E1}" srcOrd="0" destOrd="0" presId="urn:microsoft.com/office/officeart/2005/8/layout/vList2"/>
    <dgm:cxn modelId="{06C8EC25-FA95-4AEB-BA02-740A84052711}" type="presParOf" srcId="{B9F6F584-F310-4681-B964-2AB77B72991D}" destId="{EC0CFAAF-42AC-435E-B85F-172ACDA9CED4}" srcOrd="1" destOrd="0" presId="urn:microsoft.com/office/officeart/2005/8/layout/vList2"/>
    <dgm:cxn modelId="{B6C82C11-5BF5-44AF-878A-29D97D67691A}" type="presParOf" srcId="{B9F6F584-F310-4681-B964-2AB77B72991D}" destId="{DEE81935-2121-4DA5-9926-38EDA035C8BD}" srcOrd="2" destOrd="0" presId="urn:microsoft.com/office/officeart/2005/8/layout/vList2"/>
    <dgm:cxn modelId="{80207FC2-3774-4142-9685-98D666490750}" type="presParOf" srcId="{B9F6F584-F310-4681-B964-2AB77B72991D}" destId="{DE19D8A4-52CB-497F-B151-A22781603F10}" srcOrd="3" destOrd="0" presId="urn:microsoft.com/office/officeart/2005/8/layout/vList2"/>
    <dgm:cxn modelId="{BFAF72BD-7BEB-45B0-A6DF-D2FEE775CBC2}" type="presParOf" srcId="{B9F6F584-F310-4681-B964-2AB77B72991D}" destId="{D0481180-924F-47CA-972B-E2BD6AD7DE5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F9250D-3E4B-458C-8B83-CC7FC8D770D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3C35FB-5B0B-4B26-A9B5-6EEBAA4182B0}">
      <dgm:prSet/>
      <dgm:spPr/>
      <dgm:t>
        <a:bodyPr/>
        <a:lstStyle/>
        <a:p>
          <a:r>
            <a:rPr lang="en-US" dirty="0"/>
            <a:t>Azure Cognitive Services: Pre-built APIs for language, vision, speech, and decision-making.</a:t>
          </a:r>
        </a:p>
      </dgm:t>
    </dgm:pt>
    <dgm:pt modelId="{3E12AC35-E6DB-4AC1-8FB1-E634E9FFEFCC}" type="parTrans" cxnId="{B4184B3C-B456-40CA-980B-F90A8B89C6BF}">
      <dgm:prSet/>
      <dgm:spPr/>
      <dgm:t>
        <a:bodyPr/>
        <a:lstStyle/>
        <a:p>
          <a:endParaRPr lang="en-US"/>
        </a:p>
      </dgm:t>
    </dgm:pt>
    <dgm:pt modelId="{296909CD-F307-4492-989A-51475990CAEA}" type="sibTrans" cxnId="{B4184B3C-B456-40CA-980B-F90A8B89C6BF}">
      <dgm:prSet/>
      <dgm:spPr/>
      <dgm:t>
        <a:bodyPr/>
        <a:lstStyle/>
        <a:p>
          <a:endParaRPr lang="en-US"/>
        </a:p>
      </dgm:t>
    </dgm:pt>
    <dgm:pt modelId="{465B70BD-23C0-4370-83AB-A1AA344F57D7}">
      <dgm:prSet/>
      <dgm:spPr/>
      <dgm:t>
        <a:bodyPr/>
        <a:lstStyle/>
        <a:p>
          <a:r>
            <a:rPr lang="en-US"/>
            <a:t>Azure Machine Learning: Build, train, and deploy ML models at scale.</a:t>
          </a:r>
        </a:p>
      </dgm:t>
    </dgm:pt>
    <dgm:pt modelId="{14593023-B714-459F-A722-19DF5AF922B9}" type="parTrans" cxnId="{3705DC67-B9A8-41ED-A260-92957208BF76}">
      <dgm:prSet/>
      <dgm:spPr/>
      <dgm:t>
        <a:bodyPr/>
        <a:lstStyle/>
        <a:p>
          <a:endParaRPr lang="en-US"/>
        </a:p>
      </dgm:t>
    </dgm:pt>
    <dgm:pt modelId="{51C1270B-A078-4865-BD25-47AA4E3D71D1}" type="sibTrans" cxnId="{3705DC67-B9A8-41ED-A260-92957208BF76}">
      <dgm:prSet/>
      <dgm:spPr/>
      <dgm:t>
        <a:bodyPr/>
        <a:lstStyle/>
        <a:p>
          <a:endParaRPr lang="en-US"/>
        </a:p>
      </dgm:t>
    </dgm:pt>
    <dgm:pt modelId="{65747CBC-FBE3-48B9-A19F-78531236BFDE}">
      <dgm:prSet/>
      <dgm:spPr/>
      <dgm:t>
        <a:bodyPr/>
        <a:lstStyle/>
        <a:p>
          <a:r>
            <a:rPr lang="en-US"/>
            <a:t>AI Builder: No-code AI development for Power Apps and Power Automate.</a:t>
          </a:r>
        </a:p>
      </dgm:t>
    </dgm:pt>
    <dgm:pt modelId="{4475A60D-01BD-4597-942B-5F2D15435CBF}" type="parTrans" cxnId="{C6D05E98-0375-4D06-8A76-7E184127086C}">
      <dgm:prSet/>
      <dgm:spPr/>
      <dgm:t>
        <a:bodyPr/>
        <a:lstStyle/>
        <a:p>
          <a:endParaRPr lang="en-US"/>
        </a:p>
      </dgm:t>
    </dgm:pt>
    <dgm:pt modelId="{A81E424C-39FE-425E-A642-EED49F3C4107}" type="sibTrans" cxnId="{C6D05E98-0375-4D06-8A76-7E184127086C}">
      <dgm:prSet/>
      <dgm:spPr/>
      <dgm:t>
        <a:bodyPr/>
        <a:lstStyle/>
        <a:p>
          <a:endParaRPr lang="en-US"/>
        </a:p>
      </dgm:t>
    </dgm:pt>
    <dgm:pt modelId="{1EB7A114-96FD-4381-9B6C-31DBCE4BBCF1}" type="pres">
      <dgm:prSet presAssocID="{E9F9250D-3E4B-458C-8B83-CC7FC8D770D5}" presName="linear" presStyleCnt="0">
        <dgm:presLayoutVars>
          <dgm:animLvl val="lvl"/>
          <dgm:resizeHandles val="exact"/>
        </dgm:presLayoutVars>
      </dgm:prSet>
      <dgm:spPr/>
    </dgm:pt>
    <dgm:pt modelId="{8E24739C-9B85-4FB2-86F0-739D780ADAA5}" type="pres">
      <dgm:prSet presAssocID="{343C35FB-5B0B-4B26-A9B5-6EEBAA4182B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3C79B24-D9BC-49FA-84AD-9F87BB6E1812}" type="pres">
      <dgm:prSet presAssocID="{296909CD-F307-4492-989A-51475990CAEA}" presName="spacer" presStyleCnt="0"/>
      <dgm:spPr/>
    </dgm:pt>
    <dgm:pt modelId="{E0229175-EC59-47C0-B277-7484FCAC014F}" type="pres">
      <dgm:prSet presAssocID="{465B70BD-23C0-4370-83AB-A1AA344F57D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E094079-583A-4AC7-A214-8E0AD3F43EA2}" type="pres">
      <dgm:prSet presAssocID="{51C1270B-A078-4865-BD25-47AA4E3D71D1}" presName="spacer" presStyleCnt="0"/>
      <dgm:spPr/>
    </dgm:pt>
    <dgm:pt modelId="{626742EE-DD44-46F0-9224-DF85E5036463}" type="pres">
      <dgm:prSet presAssocID="{65747CBC-FBE3-48B9-A19F-78531236BFD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E84A41D-F2E5-4696-9EE3-9C83530F986F}" type="presOf" srcId="{E9F9250D-3E4B-458C-8B83-CC7FC8D770D5}" destId="{1EB7A114-96FD-4381-9B6C-31DBCE4BBCF1}" srcOrd="0" destOrd="0" presId="urn:microsoft.com/office/officeart/2005/8/layout/vList2"/>
    <dgm:cxn modelId="{AB062335-217F-4476-8C49-CCC55BF4448C}" type="presOf" srcId="{65747CBC-FBE3-48B9-A19F-78531236BFDE}" destId="{626742EE-DD44-46F0-9224-DF85E5036463}" srcOrd="0" destOrd="0" presId="urn:microsoft.com/office/officeart/2005/8/layout/vList2"/>
    <dgm:cxn modelId="{B4184B3C-B456-40CA-980B-F90A8B89C6BF}" srcId="{E9F9250D-3E4B-458C-8B83-CC7FC8D770D5}" destId="{343C35FB-5B0B-4B26-A9B5-6EEBAA4182B0}" srcOrd="0" destOrd="0" parTransId="{3E12AC35-E6DB-4AC1-8FB1-E634E9FFEFCC}" sibTransId="{296909CD-F307-4492-989A-51475990CAEA}"/>
    <dgm:cxn modelId="{3705DC67-B9A8-41ED-A260-92957208BF76}" srcId="{E9F9250D-3E4B-458C-8B83-CC7FC8D770D5}" destId="{465B70BD-23C0-4370-83AB-A1AA344F57D7}" srcOrd="1" destOrd="0" parTransId="{14593023-B714-459F-A722-19DF5AF922B9}" sibTransId="{51C1270B-A078-4865-BD25-47AA4E3D71D1}"/>
    <dgm:cxn modelId="{2D6A047E-1C91-4A93-94CE-D91C673FB980}" type="presOf" srcId="{465B70BD-23C0-4370-83AB-A1AA344F57D7}" destId="{E0229175-EC59-47C0-B277-7484FCAC014F}" srcOrd="0" destOrd="0" presId="urn:microsoft.com/office/officeart/2005/8/layout/vList2"/>
    <dgm:cxn modelId="{C6D05E98-0375-4D06-8A76-7E184127086C}" srcId="{E9F9250D-3E4B-458C-8B83-CC7FC8D770D5}" destId="{65747CBC-FBE3-48B9-A19F-78531236BFDE}" srcOrd="2" destOrd="0" parTransId="{4475A60D-01BD-4597-942B-5F2D15435CBF}" sibTransId="{A81E424C-39FE-425E-A642-EED49F3C4107}"/>
    <dgm:cxn modelId="{5A794FE4-C941-414E-959A-9CAF04FD0678}" type="presOf" srcId="{343C35FB-5B0B-4B26-A9B5-6EEBAA4182B0}" destId="{8E24739C-9B85-4FB2-86F0-739D780ADAA5}" srcOrd="0" destOrd="0" presId="urn:microsoft.com/office/officeart/2005/8/layout/vList2"/>
    <dgm:cxn modelId="{9F34180D-7F51-47E6-8A62-102F5AB6F994}" type="presParOf" srcId="{1EB7A114-96FD-4381-9B6C-31DBCE4BBCF1}" destId="{8E24739C-9B85-4FB2-86F0-739D780ADAA5}" srcOrd="0" destOrd="0" presId="urn:microsoft.com/office/officeart/2005/8/layout/vList2"/>
    <dgm:cxn modelId="{AC8B225C-51E1-4775-BF6E-8805EC1F7870}" type="presParOf" srcId="{1EB7A114-96FD-4381-9B6C-31DBCE4BBCF1}" destId="{03C79B24-D9BC-49FA-84AD-9F87BB6E1812}" srcOrd="1" destOrd="0" presId="urn:microsoft.com/office/officeart/2005/8/layout/vList2"/>
    <dgm:cxn modelId="{76EC26D4-974C-4067-B2C6-A8DE7E6EA9F9}" type="presParOf" srcId="{1EB7A114-96FD-4381-9B6C-31DBCE4BBCF1}" destId="{E0229175-EC59-47C0-B277-7484FCAC014F}" srcOrd="2" destOrd="0" presId="urn:microsoft.com/office/officeart/2005/8/layout/vList2"/>
    <dgm:cxn modelId="{FFACE7CF-B808-4765-8657-C1B382C608D6}" type="presParOf" srcId="{1EB7A114-96FD-4381-9B6C-31DBCE4BBCF1}" destId="{AE094079-583A-4AC7-A214-8E0AD3F43EA2}" srcOrd="3" destOrd="0" presId="urn:microsoft.com/office/officeart/2005/8/layout/vList2"/>
    <dgm:cxn modelId="{E9943A40-91FA-43C5-87E6-C2256F898C90}" type="presParOf" srcId="{1EB7A114-96FD-4381-9B6C-31DBCE4BBCF1}" destId="{626742EE-DD44-46F0-9224-DF85E503646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CE05A6-B715-46CC-BAE6-21950F8F02D3}" type="doc">
      <dgm:prSet loTypeId="urn:microsoft.com/office/officeart/2008/layout/LinedList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4D1C22B-D18C-430B-B056-91F0294F3E21}">
      <dgm:prSet/>
      <dgm:spPr/>
      <dgm:t>
        <a:bodyPr/>
        <a:lstStyle/>
        <a:p>
          <a:r>
            <a:rPr lang="en-US"/>
            <a:t>AI innovations will continue to grow in areas like healthcare, finance, and customer service.</a:t>
          </a:r>
        </a:p>
      </dgm:t>
    </dgm:pt>
    <dgm:pt modelId="{6636D733-74EB-4B99-8E9E-7BE1D0BDD89D}" type="parTrans" cxnId="{713E1A94-3561-470A-A453-AC601E3ED259}">
      <dgm:prSet/>
      <dgm:spPr/>
      <dgm:t>
        <a:bodyPr/>
        <a:lstStyle/>
        <a:p>
          <a:endParaRPr lang="en-US"/>
        </a:p>
      </dgm:t>
    </dgm:pt>
    <dgm:pt modelId="{545BC394-FA18-4030-B821-72F8597E1AB4}" type="sibTrans" cxnId="{713E1A94-3561-470A-A453-AC601E3ED259}">
      <dgm:prSet/>
      <dgm:spPr/>
      <dgm:t>
        <a:bodyPr/>
        <a:lstStyle/>
        <a:p>
          <a:endParaRPr lang="en-US"/>
        </a:p>
      </dgm:t>
    </dgm:pt>
    <dgm:pt modelId="{CBD67F61-A6F8-47B1-A2A9-8C4EC91DE1AA}">
      <dgm:prSet/>
      <dgm:spPr/>
      <dgm:t>
        <a:bodyPr/>
        <a:lstStyle/>
        <a:p>
          <a:r>
            <a:rPr lang="en-US"/>
            <a:t>Edge AI and IoT will enable faster, real-time processing.</a:t>
          </a:r>
        </a:p>
      </dgm:t>
    </dgm:pt>
    <dgm:pt modelId="{41FED45D-8E3D-42D9-AD1C-14B555A10C97}" type="parTrans" cxnId="{EBC596F4-862B-4A5E-8328-CBD5D20B2D14}">
      <dgm:prSet/>
      <dgm:spPr/>
      <dgm:t>
        <a:bodyPr/>
        <a:lstStyle/>
        <a:p>
          <a:endParaRPr lang="en-US"/>
        </a:p>
      </dgm:t>
    </dgm:pt>
    <dgm:pt modelId="{16AB751A-6BB6-45A6-85C6-EF3B7AE55104}" type="sibTrans" cxnId="{EBC596F4-862B-4A5E-8328-CBD5D20B2D14}">
      <dgm:prSet/>
      <dgm:spPr/>
      <dgm:t>
        <a:bodyPr/>
        <a:lstStyle/>
        <a:p>
          <a:endParaRPr lang="en-US"/>
        </a:p>
      </dgm:t>
    </dgm:pt>
    <dgm:pt modelId="{BBAC8B26-8C3D-4318-875F-A17526499DDB}">
      <dgm:prSet/>
      <dgm:spPr/>
      <dgm:t>
        <a:bodyPr/>
        <a:lstStyle/>
        <a:p>
          <a:r>
            <a:rPr lang="en-US"/>
            <a:t>Azure’s platform provides scalable, secure AI solutions for businesses.</a:t>
          </a:r>
        </a:p>
      </dgm:t>
    </dgm:pt>
    <dgm:pt modelId="{37346B93-2C0D-4A62-87F3-83F27A068E0D}" type="parTrans" cxnId="{B92D058C-361C-4888-BFDB-C42A569D345A}">
      <dgm:prSet/>
      <dgm:spPr/>
      <dgm:t>
        <a:bodyPr/>
        <a:lstStyle/>
        <a:p>
          <a:endParaRPr lang="en-US"/>
        </a:p>
      </dgm:t>
    </dgm:pt>
    <dgm:pt modelId="{22AC93E5-BF5E-45BF-9C38-4947251DB1DC}" type="sibTrans" cxnId="{B92D058C-361C-4888-BFDB-C42A569D345A}">
      <dgm:prSet/>
      <dgm:spPr/>
      <dgm:t>
        <a:bodyPr/>
        <a:lstStyle/>
        <a:p>
          <a:endParaRPr lang="en-US"/>
        </a:p>
      </dgm:t>
    </dgm:pt>
    <dgm:pt modelId="{366BE980-AC33-4F33-BF77-4EA3E81F0553}" type="pres">
      <dgm:prSet presAssocID="{D5CE05A6-B715-46CC-BAE6-21950F8F02D3}" presName="vert0" presStyleCnt="0">
        <dgm:presLayoutVars>
          <dgm:dir/>
          <dgm:animOne val="branch"/>
          <dgm:animLvl val="lvl"/>
        </dgm:presLayoutVars>
      </dgm:prSet>
      <dgm:spPr/>
    </dgm:pt>
    <dgm:pt modelId="{3FC68C28-A417-4C5B-8EF8-9AD947275F56}" type="pres">
      <dgm:prSet presAssocID="{F4D1C22B-D18C-430B-B056-91F0294F3E21}" presName="thickLine" presStyleLbl="alignNode1" presStyleIdx="0" presStyleCnt="3"/>
      <dgm:spPr/>
    </dgm:pt>
    <dgm:pt modelId="{DF71C71A-0F5C-4416-8BA3-7F18D61EC84D}" type="pres">
      <dgm:prSet presAssocID="{F4D1C22B-D18C-430B-B056-91F0294F3E21}" presName="horz1" presStyleCnt="0"/>
      <dgm:spPr/>
    </dgm:pt>
    <dgm:pt modelId="{43388EE0-2E7B-483D-A235-C6417327B247}" type="pres">
      <dgm:prSet presAssocID="{F4D1C22B-D18C-430B-B056-91F0294F3E21}" presName="tx1" presStyleLbl="revTx" presStyleIdx="0" presStyleCnt="3"/>
      <dgm:spPr/>
    </dgm:pt>
    <dgm:pt modelId="{02E6CCD1-04B6-4058-B19D-B2216ED25DE6}" type="pres">
      <dgm:prSet presAssocID="{F4D1C22B-D18C-430B-B056-91F0294F3E21}" presName="vert1" presStyleCnt="0"/>
      <dgm:spPr/>
    </dgm:pt>
    <dgm:pt modelId="{8E7E62AB-4FC9-4DDA-AB38-BF2CA9A4F6EF}" type="pres">
      <dgm:prSet presAssocID="{CBD67F61-A6F8-47B1-A2A9-8C4EC91DE1AA}" presName="thickLine" presStyleLbl="alignNode1" presStyleIdx="1" presStyleCnt="3"/>
      <dgm:spPr/>
    </dgm:pt>
    <dgm:pt modelId="{50401AAC-BE8F-46ED-A82B-6C0DAAB3D589}" type="pres">
      <dgm:prSet presAssocID="{CBD67F61-A6F8-47B1-A2A9-8C4EC91DE1AA}" presName="horz1" presStyleCnt="0"/>
      <dgm:spPr/>
    </dgm:pt>
    <dgm:pt modelId="{71BAEEB9-DDCC-4ED4-89E6-27F49A392707}" type="pres">
      <dgm:prSet presAssocID="{CBD67F61-A6F8-47B1-A2A9-8C4EC91DE1AA}" presName="tx1" presStyleLbl="revTx" presStyleIdx="1" presStyleCnt="3"/>
      <dgm:spPr/>
    </dgm:pt>
    <dgm:pt modelId="{C1D43292-E56B-4AC7-B36E-7EAAACC836DB}" type="pres">
      <dgm:prSet presAssocID="{CBD67F61-A6F8-47B1-A2A9-8C4EC91DE1AA}" presName="vert1" presStyleCnt="0"/>
      <dgm:spPr/>
    </dgm:pt>
    <dgm:pt modelId="{E83FC17B-08B5-4729-A83A-E20E6656A2AE}" type="pres">
      <dgm:prSet presAssocID="{BBAC8B26-8C3D-4318-875F-A17526499DDB}" presName="thickLine" presStyleLbl="alignNode1" presStyleIdx="2" presStyleCnt="3"/>
      <dgm:spPr/>
    </dgm:pt>
    <dgm:pt modelId="{30913104-8785-4E58-B61F-710BD3766CA0}" type="pres">
      <dgm:prSet presAssocID="{BBAC8B26-8C3D-4318-875F-A17526499DDB}" presName="horz1" presStyleCnt="0"/>
      <dgm:spPr/>
    </dgm:pt>
    <dgm:pt modelId="{E310C582-DC02-4C8C-B510-6AFFD0DD69A8}" type="pres">
      <dgm:prSet presAssocID="{BBAC8B26-8C3D-4318-875F-A17526499DDB}" presName="tx1" presStyleLbl="revTx" presStyleIdx="2" presStyleCnt="3"/>
      <dgm:spPr/>
    </dgm:pt>
    <dgm:pt modelId="{BB7A87CF-18FB-430B-B277-5FB891A184CC}" type="pres">
      <dgm:prSet presAssocID="{BBAC8B26-8C3D-4318-875F-A17526499DDB}" presName="vert1" presStyleCnt="0"/>
      <dgm:spPr/>
    </dgm:pt>
  </dgm:ptLst>
  <dgm:cxnLst>
    <dgm:cxn modelId="{60520C35-FA09-417C-A066-192D2426AAB7}" type="presOf" srcId="{BBAC8B26-8C3D-4318-875F-A17526499DDB}" destId="{E310C582-DC02-4C8C-B510-6AFFD0DD69A8}" srcOrd="0" destOrd="0" presId="urn:microsoft.com/office/officeart/2008/layout/LinedList"/>
    <dgm:cxn modelId="{B92D058C-361C-4888-BFDB-C42A569D345A}" srcId="{D5CE05A6-B715-46CC-BAE6-21950F8F02D3}" destId="{BBAC8B26-8C3D-4318-875F-A17526499DDB}" srcOrd="2" destOrd="0" parTransId="{37346B93-2C0D-4A62-87F3-83F27A068E0D}" sibTransId="{22AC93E5-BF5E-45BF-9C38-4947251DB1DC}"/>
    <dgm:cxn modelId="{713E1A94-3561-470A-A453-AC601E3ED259}" srcId="{D5CE05A6-B715-46CC-BAE6-21950F8F02D3}" destId="{F4D1C22B-D18C-430B-B056-91F0294F3E21}" srcOrd="0" destOrd="0" parTransId="{6636D733-74EB-4B99-8E9E-7BE1D0BDD89D}" sibTransId="{545BC394-FA18-4030-B821-72F8597E1AB4}"/>
    <dgm:cxn modelId="{463D78B1-8F02-4AAB-B912-AB951C52B94E}" type="presOf" srcId="{D5CE05A6-B715-46CC-BAE6-21950F8F02D3}" destId="{366BE980-AC33-4F33-BF77-4EA3E81F0553}" srcOrd="0" destOrd="0" presId="urn:microsoft.com/office/officeart/2008/layout/LinedList"/>
    <dgm:cxn modelId="{58566BE6-B30E-4627-9E53-08CF431BE426}" type="presOf" srcId="{CBD67F61-A6F8-47B1-A2A9-8C4EC91DE1AA}" destId="{71BAEEB9-DDCC-4ED4-89E6-27F49A392707}" srcOrd="0" destOrd="0" presId="urn:microsoft.com/office/officeart/2008/layout/LinedList"/>
    <dgm:cxn modelId="{EBC596F4-862B-4A5E-8328-CBD5D20B2D14}" srcId="{D5CE05A6-B715-46CC-BAE6-21950F8F02D3}" destId="{CBD67F61-A6F8-47B1-A2A9-8C4EC91DE1AA}" srcOrd="1" destOrd="0" parTransId="{41FED45D-8E3D-42D9-AD1C-14B555A10C97}" sibTransId="{16AB751A-6BB6-45A6-85C6-EF3B7AE55104}"/>
    <dgm:cxn modelId="{F66243F7-38F5-467B-BF55-FCEEC3ABDA0D}" type="presOf" srcId="{F4D1C22B-D18C-430B-B056-91F0294F3E21}" destId="{43388EE0-2E7B-483D-A235-C6417327B247}" srcOrd="0" destOrd="0" presId="urn:microsoft.com/office/officeart/2008/layout/LinedList"/>
    <dgm:cxn modelId="{A364493E-E3DD-400F-8047-2D8C538AB8F8}" type="presParOf" srcId="{366BE980-AC33-4F33-BF77-4EA3E81F0553}" destId="{3FC68C28-A417-4C5B-8EF8-9AD947275F56}" srcOrd="0" destOrd="0" presId="urn:microsoft.com/office/officeart/2008/layout/LinedList"/>
    <dgm:cxn modelId="{AE6BC5CC-5668-411D-A2B8-0D86A3282EB7}" type="presParOf" srcId="{366BE980-AC33-4F33-BF77-4EA3E81F0553}" destId="{DF71C71A-0F5C-4416-8BA3-7F18D61EC84D}" srcOrd="1" destOrd="0" presId="urn:microsoft.com/office/officeart/2008/layout/LinedList"/>
    <dgm:cxn modelId="{3DC5434D-5B13-43D3-BEB7-901DD57DC52E}" type="presParOf" srcId="{DF71C71A-0F5C-4416-8BA3-7F18D61EC84D}" destId="{43388EE0-2E7B-483D-A235-C6417327B247}" srcOrd="0" destOrd="0" presId="urn:microsoft.com/office/officeart/2008/layout/LinedList"/>
    <dgm:cxn modelId="{1397B580-DF2C-4AFA-B739-1F559FB8D201}" type="presParOf" srcId="{DF71C71A-0F5C-4416-8BA3-7F18D61EC84D}" destId="{02E6CCD1-04B6-4058-B19D-B2216ED25DE6}" srcOrd="1" destOrd="0" presId="urn:microsoft.com/office/officeart/2008/layout/LinedList"/>
    <dgm:cxn modelId="{83754E87-432A-4E58-B7E1-1F4B38072A2F}" type="presParOf" srcId="{366BE980-AC33-4F33-BF77-4EA3E81F0553}" destId="{8E7E62AB-4FC9-4DDA-AB38-BF2CA9A4F6EF}" srcOrd="2" destOrd="0" presId="urn:microsoft.com/office/officeart/2008/layout/LinedList"/>
    <dgm:cxn modelId="{3410D1B5-67B9-4BE4-A968-62DDFA24DC3D}" type="presParOf" srcId="{366BE980-AC33-4F33-BF77-4EA3E81F0553}" destId="{50401AAC-BE8F-46ED-A82B-6C0DAAB3D589}" srcOrd="3" destOrd="0" presId="urn:microsoft.com/office/officeart/2008/layout/LinedList"/>
    <dgm:cxn modelId="{D6F92B39-2FB5-4BE3-894C-3BA5810E94C9}" type="presParOf" srcId="{50401AAC-BE8F-46ED-A82B-6C0DAAB3D589}" destId="{71BAEEB9-DDCC-4ED4-89E6-27F49A392707}" srcOrd="0" destOrd="0" presId="urn:microsoft.com/office/officeart/2008/layout/LinedList"/>
    <dgm:cxn modelId="{A7B5F520-CBB0-4EDC-AA1F-0139FDDA84D9}" type="presParOf" srcId="{50401AAC-BE8F-46ED-A82B-6C0DAAB3D589}" destId="{C1D43292-E56B-4AC7-B36E-7EAAACC836DB}" srcOrd="1" destOrd="0" presId="urn:microsoft.com/office/officeart/2008/layout/LinedList"/>
    <dgm:cxn modelId="{A7063673-DE7F-487F-B6D9-13D21D8CE1F6}" type="presParOf" srcId="{366BE980-AC33-4F33-BF77-4EA3E81F0553}" destId="{E83FC17B-08B5-4729-A83A-E20E6656A2AE}" srcOrd="4" destOrd="0" presId="urn:microsoft.com/office/officeart/2008/layout/LinedList"/>
    <dgm:cxn modelId="{4D5735B3-7A8D-4381-9C2E-BD116274C62A}" type="presParOf" srcId="{366BE980-AC33-4F33-BF77-4EA3E81F0553}" destId="{30913104-8785-4E58-B61F-710BD3766CA0}" srcOrd="5" destOrd="0" presId="urn:microsoft.com/office/officeart/2008/layout/LinedList"/>
    <dgm:cxn modelId="{45B80538-7612-42F1-AE35-22124F7B61DE}" type="presParOf" srcId="{30913104-8785-4E58-B61F-710BD3766CA0}" destId="{E310C582-DC02-4C8C-B510-6AFFD0DD69A8}" srcOrd="0" destOrd="0" presId="urn:microsoft.com/office/officeart/2008/layout/LinedList"/>
    <dgm:cxn modelId="{EEC02761-F964-4E07-BF66-A4B02881C4F2}" type="presParOf" srcId="{30913104-8785-4E58-B61F-710BD3766CA0}" destId="{BB7A87CF-18FB-430B-B277-5FB891A184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1FAEBEF-840D-4D5D-BAAD-CA819E5CF75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D177677-E82A-4909-B648-48B4CBB7C391}">
      <dgm:prSet/>
      <dgm:spPr/>
      <dgm:t>
        <a:bodyPr/>
        <a:lstStyle/>
        <a:p>
          <a:r>
            <a:rPr lang="en-US"/>
            <a:t>ML is a subfield of AI focused on creating algorithms and models that learn from and make predictions based on data.</a:t>
          </a:r>
        </a:p>
      </dgm:t>
    </dgm:pt>
    <dgm:pt modelId="{C9031B7A-6F5A-4276-9C93-F6F6EED5A7D8}" type="parTrans" cxnId="{2136FAF9-3A78-4EDD-ADFA-848A208E7376}">
      <dgm:prSet/>
      <dgm:spPr/>
      <dgm:t>
        <a:bodyPr/>
        <a:lstStyle/>
        <a:p>
          <a:endParaRPr lang="en-US"/>
        </a:p>
      </dgm:t>
    </dgm:pt>
    <dgm:pt modelId="{910E2E27-7F45-467F-AC22-36B31A0D6E04}" type="sibTrans" cxnId="{2136FAF9-3A78-4EDD-ADFA-848A208E7376}">
      <dgm:prSet/>
      <dgm:spPr/>
      <dgm:t>
        <a:bodyPr/>
        <a:lstStyle/>
        <a:p>
          <a:endParaRPr lang="en-US"/>
        </a:p>
      </dgm:t>
    </dgm:pt>
    <dgm:pt modelId="{3D8A475C-CEFF-4622-A67B-8032CAA62B61}">
      <dgm:prSet/>
      <dgm:spPr/>
      <dgm:t>
        <a:bodyPr/>
        <a:lstStyle/>
        <a:p>
          <a:r>
            <a:rPr lang="en-US"/>
            <a:t>Core Concept: ML enables systems to learn from data patterns to improve prediction accuracy without being explicitly programmed.</a:t>
          </a:r>
        </a:p>
      </dgm:t>
    </dgm:pt>
    <dgm:pt modelId="{EA1CF4D0-66F3-432C-865F-EA5F45A75D31}" type="parTrans" cxnId="{DF7B83FB-B3B0-41A7-A478-3356D77DBBCD}">
      <dgm:prSet/>
      <dgm:spPr/>
      <dgm:t>
        <a:bodyPr/>
        <a:lstStyle/>
        <a:p>
          <a:endParaRPr lang="en-US"/>
        </a:p>
      </dgm:t>
    </dgm:pt>
    <dgm:pt modelId="{F812B8F3-557A-444B-9216-19064B7C9F0D}" type="sibTrans" cxnId="{DF7B83FB-B3B0-41A7-A478-3356D77DBBCD}">
      <dgm:prSet/>
      <dgm:spPr/>
      <dgm:t>
        <a:bodyPr/>
        <a:lstStyle/>
        <a:p>
          <a:endParaRPr lang="en-US"/>
        </a:p>
      </dgm:t>
    </dgm:pt>
    <dgm:pt modelId="{BAD03E2B-B90C-4755-82E9-3122CC6480DD}" type="pres">
      <dgm:prSet presAssocID="{D1FAEBEF-840D-4D5D-BAAD-CA819E5CF755}" presName="linear" presStyleCnt="0">
        <dgm:presLayoutVars>
          <dgm:animLvl val="lvl"/>
          <dgm:resizeHandles val="exact"/>
        </dgm:presLayoutVars>
      </dgm:prSet>
      <dgm:spPr/>
    </dgm:pt>
    <dgm:pt modelId="{540890AA-00A6-4B40-8CB2-41E037FFBB9A}" type="pres">
      <dgm:prSet presAssocID="{CD177677-E82A-4909-B648-48B4CBB7C39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9F1D0FE-4168-44B1-9FD0-5CA21546B706}" type="pres">
      <dgm:prSet presAssocID="{910E2E27-7F45-467F-AC22-36B31A0D6E04}" presName="spacer" presStyleCnt="0"/>
      <dgm:spPr/>
    </dgm:pt>
    <dgm:pt modelId="{EDA0B43D-635F-40E8-8348-1F70DD789872}" type="pres">
      <dgm:prSet presAssocID="{3D8A475C-CEFF-4622-A67B-8032CAA62B6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04C650A-5036-4048-B82C-0388ADA6CF1E}" type="presOf" srcId="{3D8A475C-CEFF-4622-A67B-8032CAA62B61}" destId="{EDA0B43D-635F-40E8-8348-1F70DD789872}" srcOrd="0" destOrd="0" presId="urn:microsoft.com/office/officeart/2005/8/layout/vList2"/>
    <dgm:cxn modelId="{C9F09C52-36F2-4122-A2F5-6B89E0C11B75}" type="presOf" srcId="{D1FAEBEF-840D-4D5D-BAAD-CA819E5CF755}" destId="{BAD03E2B-B90C-4755-82E9-3122CC6480DD}" srcOrd="0" destOrd="0" presId="urn:microsoft.com/office/officeart/2005/8/layout/vList2"/>
    <dgm:cxn modelId="{8EDA82F9-6F18-4E6B-BB66-BD572130DE41}" type="presOf" srcId="{CD177677-E82A-4909-B648-48B4CBB7C391}" destId="{540890AA-00A6-4B40-8CB2-41E037FFBB9A}" srcOrd="0" destOrd="0" presId="urn:microsoft.com/office/officeart/2005/8/layout/vList2"/>
    <dgm:cxn modelId="{2136FAF9-3A78-4EDD-ADFA-848A208E7376}" srcId="{D1FAEBEF-840D-4D5D-BAAD-CA819E5CF755}" destId="{CD177677-E82A-4909-B648-48B4CBB7C391}" srcOrd="0" destOrd="0" parTransId="{C9031B7A-6F5A-4276-9C93-F6F6EED5A7D8}" sibTransId="{910E2E27-7F45-467F-AC22-36B31A0D6E04}"/>
    <dgm:cxn modelId="{DF7B83FB-B3B0-41A7-A478-3356D77DBBCD}" srcId="{D1FAEBEF-840D-4D5D-BAAD-CA819E5CF755}" destId="{3D8A475C-CEFF-4622-A67B-8032CAA62B61}" srcOrd="1" destOrd="0" parTransId="{EA1CF4D0-66F3-432C-865F-EA5F45A75D31}" sibTransId="{F812B8F3-557A-444B-9216-19064B7C9F0D}"/>
    <dgm:cxn modelId="{4354FFCD-2F25-4B88-A267-1A29C7EBD30C}" type="presParOf" srcId="{BAD03E2B-B90C-4755-82E9-3122CC6480DD}" destId="{540890AA-00A6-4B40-8CB2-41E037FFBB9A}" srcOrd="0" destOrd="0" presId="urn:microsoft.com/office/officeart/2005/8/layout/vList2"/>
    <dgm:cxn modelId="{46F37D76-C6B0-4218-9FEF-7506FC1EF768}" type="presParOf" srcId="{BAD03E2B-B90C-4755-82E9-3122CC6480DD}" destId="{A9F1D0FE-4168-44B1-9FD0-5CA21546B706}" srcOrd="1" destOrd="0" presId="urn:microsoft.com/office/officeart/2005/8/layout/vList2"/>
    <dgm:cxn modelId="{B0B5E6AF-4594-4822-B3B6-3085D1A33AF8}" type="presParOf" srcId="{BAD03E2B-B90C-4755-82E9-3122CC6480DD}" destId="{EDA0B43D-635F-40E8-8348-1F70DD78987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FE5E975-68C9-4E2E-A9C8-A5DE1BF2C3C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969F66-6A0F-4EB6-BCBB-69237D5C9263}">
      <dgm:prSet/>
      <dgm:spPr/>
      <dgm:t>
        <a:bodyPr/>
        <a:lstStyle/>
        <a:p>
          <a:r>
            <a:rPr lang="en-US"/>
            <a:t>Customizable pre-trained models: Leverage Microsoft’s AI research for faster development.</a:t>
          </a:r>
        </a:p>
      </dgm:t>
    </dgm:pt>
    <dgm:pt modelId="{C5D10B09-412B-41C0-B660-CAB6BC4A78A2}" type="parTrans" cxnId="{E75AFBBA-782F-487B-96D2-A90FF68D6A1C}">
      <dgm:prSet/>
      <dgm:spPr/>
      <dgm:t>
        <a:bodyPr/>
        <a:lstStyle/>
        <a:p>
          <a:endParaRPr lang="en-US"/>
        </a:p>
      </dgm:t>
    </dgm:pt>
    <dgm:pt modelId="{1AB8C274-BFC4-4742-8D14-CE0A11DE360C}" type="sibTrans" cxnId="{E75AFBBA-782F-487B-96D2-A90FF68D6A1C}">
      <dgm:prSet/>
      <dgm:spPr/>
      <dgm:t>
        <a:bodyPr/>
        <a:lstStyle/>
        <a:p>
          <a:endParaRPr lang="en-US"/>
        </a:p>
      </dgm:t>
    </dgm:pt>
    <dgm:pt modelId="{11FF2B57-57D5-4712-9A28-C071CD7123EF}">
      <dgm:prSet/>
      <dgm:spPr/>
      <dgm:t>
        <a:bodyPr/>
        <a:lstStyle/>
        <a:p>
          <a:r>
            <a:rPr lang="en-US"/>
            <a:t>Supports hybrid cloud and edge scenarios: Run AI in the cloud or on local devices, providing flexibility and scalability.</a:t>
          </a:r>
        </a:p>
      </dgm:t>
    </dgm:pt>
    <dgm:pt modelId="{42DB60A2-0E41-405B-89B9-E41B28222171}" type="parTrans" cxnId="{3B022745-D506-4FD3-A4CD-6325460E4E7F}">
      <dgm:prSet/>
      <dgm:spPr/>
      <dgm:t>
        <a:bodyPr/>
        <a:lstStyle/>
        <a:p>
          <a:endParaRPr lang="en-US"/>
        </a:p>
      </dgm:t>
    </dgm:pt>
    <dgm:pt modelId="{0582D5FD-5253-4F38-B8C7-B75B1789DDD6}" type="sibTrans" cxnId="{3B022745-D506-4FD3-A4CD-6325460E4E7F}">
      <dgm:prSet/>
      <dgm:spPr/>
      <dgm:t>
        <a:bodyPr/>
        <a:lstStyle/>
        <a:p>
          <a:endParaRPr lang="en-US"/>
        </a:p>
      </dgm:t>
    </dgm:pt>
    <dgm:pt modelId="{A5373F9A-C1A6-44CB-A409-DBD04E7969BB}">
      <dgm:prSet/>
      <dgm:spPr/>
      <dgm:t>
        <a:bodyPr/>
        <a:lstStyle/>
        <a:p>
          <a:r>
            <a:rPr lang="en-US"/>
            <a:t>Broad API support across industries: Tailored solutions for healthcare, retail, manufacturing, and more.</a:t>
          </a:r>
        </a:p>
      </dgm:t>
    </dgm:pt>
    <dgm:pt modelId="{F5C25DEB-AA36-4B32-B7BA-C1D390A89B7A}" type="parTrans" cxnId="{6AE417E9-0870-4114-938D-7782E0EFC900}">
      <dgm:prSet/>
      <dgm:spPr/>
      <dgm:t>
        <a:bodyPr/>
        <a:lstStyle/>
        <a:p>
          <a:endParaRPr lang="en-US"/>
        </a:p>
      </dgm:t>
    </dgm:pt>
    <dgm:pt modelId="{13ED028D-0065-484B-934E-F739F0C0D761}" type="sibTrans" cxnId="{6AE417E9-0870-4114-938D-7782E0EFC900}">
      <dgm:prSet/>
      <dgm:spPr/>
      <dgm:t>
        <a:bodyPr/>
        <a:lstStyle/>
        <a:p>
          <a:endParaRPr lang="en-US"/>
        </a:p>
      </dgm:t>
    </dgm:pt>
    <dgm:pt modelId="{60A568E4-CBD6-4FC3-9CA2-C68FB244C945}">
      <dgm:prSet/>
      <dgm:spPr/>
      <dgm:t>
        <a:bodyPr/>
        <a:lstStyle/>
        <a:p>
          <a:r>
            <a:rPr lang="en-US"/>
            <a:t>Security and Compliance: Built-in support for data governance, privacy, and regulatory compliance with Azure's trusted cloud infrastructure.</a:t>
          </a:r>
        </a:p>
      </dgm:t>
    </dgm:pt>
    <dgm:pt modelId="{2A56B939-B288-49FF-9A5C-ECCF56D72A98}" type="parTrans" cxnId="{24C2D492-5AD3-4D5A-BDDF-2CDCFDEAB307}">
      <dgm:prSet/>
      <dgm:spPr/>
      <dgm:t>
        <a:bodyPr/>
        <a:lstStyle/>
        <a:p>
          <a:endParaRPr lang="en-US"/>
        </a:p>
      </dgm:t>
    </dgm:pt>
    <dgm:pt modelId="{62F94B6D-1EE7-4AB1-9BB2-4570110D7E3A}" type="sibTrans" cxnId="{24C2D492-5AD3-4D5A-BDDF-2CDCFDEAB307}">
      <dgm:prSet/>
      <dgm:spPr/>
      <dgm:t>
        <a:bodyPr/>
        <a:lstStyle/>
        <a:p>
          <a:endParaRPr lang="en-US"/>
        </a:p>
      </dgm:t>
    </dgm:pt>
    <dgm:pt modelId="{86DEFA06-52B3-47B3-B5E9-D123CC6A00AC}" type="pres">
      <dgm:prSet presAssocID="{3FE5E975-68C9-4E2E-A9C8-A5DE1BF2C3C5}" presName="linear" presStyleCnt="0">
        <dgm:presLayoutVars>
          <dgm:animLvl val="lvl"/>
          <dgm:resizeHandles val="exact"/>
        </dgm:presLayoutVars>
      </dgm:prSet>
      <dgm:spPr/>
    </dgm:pt>
    <dgm:pt modelId="{73C49632-DFE3-4427-9138-2ABBB193DE45}" type="pres">
      <dgm:prSet presAssocID="{01969F66-6A0F-4EB6-BCBB-69237D5C926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56A15C-0B35-4597-9B91-D8935766D8FC}" type="pres">
      <dgm:prSet presAssocID="{1AB8C274-BFC4-4742-8D14-CE0A11DE360C}" presName="spacer" presStyleCnt="0"/>
      <dgm:spPr/>
    </dgm:pt>
    <dgm:pt modelId="{9E98AC05-A080-4F6F-B8A3-3A355F9A8EE7}" type="pres">
      <dgm:prSet presAssocID="{11FF2B57-57D5-4712-9A28-C071CD7123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BE8A996-018E-49C8-B141-6C284CEB24B7}" type="pres">
      <dgm:prSet presAssocID="{0582D5FD-5253-4F38-B8C7-B75B1789DDD6}" presName="spacer" presStyleCnt="0"/>
      <dgm:spPr/>
    </dgm:pt>
    <dgm:pt modelId="{6C481F38-9A7D-4C88-B149-77D3A775C040}" type="pres">
      <dgm:prSet presAssocID="{A5373F9A-C1A6-44CB-A409-DBD04E7969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A609004-B201-4723-BC95-F9B6DD61FAD0}" type="pres">
      <dgm:prSet presAssocID="{13ED028D-0065-484B-934E-F739F0C0D761}" presName="spacer" presStyleCnt="0"/>
      <dgm:spPr/>
    </dgm:pt>
    <dgm:pt modelId="{87040B99-DFFC-4455-AF8A-6F9256C3E1D9}" type="pres">
      <dgm:prSet presAssocID="{60A568E4-CBD6-4FC3-9CA2-C68FB244C94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B022745-D506-4FD3-A4CD-6325460E4E7F}" srcId="{3FE5E975-68C9-4E2E-A9C8-A5DE1BF2C3C5}" destId="{11FF2B57-57D5-4712-9A28-C071CD7123EF}" srcOrd="1" destOrd="0" parTransId="{42DB60A2-0E41-405B-89B9-E41B28222171}" sibTransId="{0582D5FD-5253-4F38-B8C7-B75B1789DDD6}"/>
    <dgm:cxn modelId="{4CE90967-423A-42FD-8CF3-A9DE1A76A847}" type="presOf" srcId="{60A568E4-CBD6-4FC3-9CA2-C68FB244C945}" destId="{87040B99-DFFC-4455-AF8A-6F9256C3E1D9}" srcOrd="0" destOrd="0" presId="urn:microsoft.com/office/officeart/2005/8/layout/vList2"/>
    <dgm:cxn modelId="{C8BA0E6B-A6A1-4A15-8CCD-A564C7FC5BC8}" type="presOf" srcId="{11FF2B57-57D5-4712-9A28-C071CD7123EF}" destId="{9E98AC05-A080-4F6F-B8A3-3A355F9A8EE7}" srcOrd="0" destOrd="0" presId="urn:microsoft.com/office/officeart/2005/8/layout/vList2"/>
    <dgm:cxn modelId="{24C2D492-5AD3-4D5A-BDDF-2CDCFDEAB307}" srcId="{3FE5E975-68C9-4E2E-A9C8-A5DE1BF2C3C5}" destId="{60A568E4-CBD6-4FC3-9CA2-C68FB244C945}" srcOrd="3" destOrd="0" parTransId="{2A56B939-B288-49FF-9A5C-ECCF56D72A98}" sibTransId="{62F94B6D-1EE7-4AB1-9BB2-4570110D7E3A}"/>
    <dgm:cxn modelId="{A8F3E295-B709-48E2-BAEC-00A75BF9DCA2}" type="presOf" srcId="{3FE5E975-68C9-4E2E-A9C8-A5DE1BF2C3C5}" destId="{86DEFA06-52B3-47B3-B5E9-D123CC6A00AC}" srcOrd="0" destOrd="0" presId="urn:microsoft.com/office/officeart/2005/8/layout/vList2"/>
    <dgm:cxn modelId="{E75AFBBA-782F-487B-96D2-A90FF68D6A1C}" srcId="{3FE5E975-68C9-4E2E-A9C8-A5DE1BF2C3C5}" destId="{01969F66-6A0F-4EB6-BCBB-69237D5C9263}" srcOrd="0" destOrd="0" parTransId="{C5D10B09-412B-41C0-B660-CAB6BC4A78A2}" sibTransId="{1AB8C274-BFC4-4742-8D14-CE0A11DE360C}"/>
    <dgm:cxn modelId="{864F87BF-EEC1-40C3-9775-6A8506B7708C}" type="presOf" srcId="{01969F66-6A0F-4EB6-BCBB-69237D5C9263}" destId="{73C49632-DFE3-4427-9138-2ABBB193DE45}" srcOrd="0" destOrd="0" presId="urn:microsoft.com/office/officeart/2005/8/layout/vList2"/>
    <dgm:cxn modelId="{6AE417E9-0870-4114-938D-7782E0EFC900}" srcId="{3FE5E975-68C9-4E2E-A9C8-A5DE1BF2C3C5}" destId="{A5373F9A-C1A6-44CB-A409-DBD04E7969BB}" srcOrd="2" destOrd="0" parTransId="{F5C25DEB-AA36-4B32-B7BA-C1D390A89B7A}" sibTransId="{13ED028D-0065-484B-934E-F739F0C0D761}"/>
    <dgm:cxn modelId="{7224E9FB-88E8-4F0C-9DFB-EA5B3014A693}" type="presOf" srcId="{A5373F9A-C1A6-44CB-A409-DBD04E7969BB}" destId="{6C481F38-9A7D-4C88-B149-77D3A775C040}" srcOrd="0" destOrd="0" presId="urn:microsoft.com/office/officeart/2005/8/layout/vList2"/>
    <dgm:cxn modelId="{04A440D7-4191-419C-B43F-E2D27777B1CF}" type="presParOf" srcId="{86DEFA06-52B3-47B3-B5E9-D123CC6A00AC}" destId="{73C49632-DFE3-4427-9138-2ABBB193DE45}" srcOrd="0" destOrd="0" presId="urn:microsoft.com/office/officeart/2005/8/layout/vList2"/>
    <dgm:cxn modelId="{DBFB69D4-D096-4A73-8DE9-CA3A7B2B5084}" type="presParOf" srcId="{86DEFA06-52B3-47B3-B5E9-D123CC6A00AC}" destId="{D456A15C-0B35-4597-9B91-D8935766D8FC}" srcOrd="1" destOrd="0" presId="urn:microsoft.com/office/officeart/2005/8/layout/vList2"/>
    <dgm:cxn modelId="{1DAFC378-5109-4F3B-B47A-CD6AA3122B58}" type="presParOf" srcId="{86DEFA06-52B3-47B3-B5E9-D123CC6A00AC}" destId="{9E98AC05-A080-4F6F-B8A3-3A355F9A8EE7}" srcOrd="2" destOrd="0" presId="urn:microsoft.com/office/officeart/2005/8/layout/vList2"/>
    <dgm:cxn modelId="{5E24B3D6-21BA-446C-9ED7-55C832267535}" type="presParOf" srcId="{86DEFA06-52B3-47B3-B5E9-D123CC6A00AC}" destId="{0BE8A996-018E-49C8-B141-6C284CEB24B7}" srcOrd="3" destOrd="0" presId="urn:microsoft.com/office/officeart/2005/8/layout/vList2"/>
    <dgm:cxn modelId="{AC57A082-AD96-4ED1-B025-EFFFEC8158BD}" type="presParOf" srcId="{86DEFA06-52B3-47B3-B5E9-D123CC6A00AC}" destId="{6C481F38-9A7D-4C88-B149-77D3A775C040}" srcOrd="4" destOrd="0" presId="urn:microsoft.com/office/officeart/2005/8/layout/vList2"/>
    <dgm:cxn modelId="{4159EAC0-01DC-45C9-B428-847F7A44A3B3}" type="presParOf" srcId="{86DEFA06-52B3-47B3-B5E9-D123CC6A00AC}" destId="{6A609004-B201-4723-BC95-F9B6DD61FAD0}" srcOrd="5" destOrd="0" presId="urn:microsoft.com/office/officeart/2005/8/layout/vList2"/>
    <dgm:cxn modelId="{0B0EE196-D7B2-4D61-9EF1-9A697EC2DBE0}" type="presParOf" srcId="{86DEFA06-52B3-47B3-B5E9-D123CC6A00AC}" destId="{87040B99-DFFC-4455-AF8A-6F9256C3E1D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F50308B-571A-4A4A-A183-83ED5FCDD3F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FF044F7-A794-41DF-A9D8-DBE89ABCF1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Speech: Convert speech to text, translate languages, text-to-speech.</a:t>
          </a:r>
        </a:p>
      </dgm:t>
    </dgm:pt>
    <dgm:pt modelId="{FC94FA56-E55B-43DD-A06F-298A7FBF5F19}" type="parTrans" cxnId="{A160DC65-72BD-4F89-B6CD-FAA93E57AFE5}">
      <dgm:prSet/>
      <dgm:spPr/>
      <dgm:t>
        <a:bodyPr/>
        <a:lstStyle/>
        <a:p>
          <a:endParaRPr lang="en-US"/>
        </a:p>
      </dgm:t>
    </dgm:pt>
    <dgm:pt modelId="{8983EADD-48DC-450C-A586-CBBF51C7A98A}" type="sibTrans" cxnId="{A160DC65-72BD-4F89-B6CD-FAA93E57AF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1163B6-325D-40C2-ABF3-FC17CA3FC2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Vision: Analyze visual data and images, recognize objects, faces, and handwriting.</a:t>
          </a:r>
        </a:p>
      </dgm:t>
    </dgm:pt>
    <dgm:pt modelId="{913DDB67-91B7-4166-92DC-FA99EA461775}" type="parTrans" cxnId="{4D1839F2-531A-48EA-BDDF-867A37086C62}">
      <dgm:prSet/>
      <dgm:spPr/>
      <dgm:t>
        <a:bodyPr/>
        <a:lstStyle/>
        <a:p>
          <a:endParaRPr lang="en-US"/>
        </a:p>
      </dgm:t>
    </dgm:pt>
    <dgm:pt modelId="{4677AD69-49A7-4FF6-968D-5B3BE873E7BD}" type="sibTrans" cxnId="{4D1839F2-531A-48EA-BDDF-867A37086C6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AB1975-F8FD-431D-9071-5D78652FF9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Language: NLP for extracting meaning from text, building conversational bots.</a:t>
          </a:r>
        </a:p>
      </dgm:t>
    </dgm:pt>
    <dgm:pt modelId="{45C2530C-C0B4-4872-8D0E-45704D88289F}" type="parTrans" cxnId="{E1FDA5FB-A631-49A3-88AD-E8CBC1A18DCA}">
      <dgm:prSet/>
      <dgm:spPr/>
      <dgm:t>
        <a:bodyPr/>
        <a:lstStyle/>
        <a:p>
          <a:endParaRPr lang="en-US"/>
        </a:p>
      </dgm:t>
    </dgm:pt>
    <dgm:pt modelId="{71F9442A-4884-41C6-9BEC-2CEB2F7AEC24}" type="sibTrans" cxnId="{E1FDA5FB-A631-49A3-88AD-E8CBC1A18D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6BC6DB0-7D71-4072-ABD4-E4F37076F1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Decision: Build decision-making systems, detect anomalies in data, moderate content.</a:t>
          </a:r>
        </a:p>
      </dgm:t>
    </dgm:pt>
    <dgm:pt modelId="{FBA86D6A-77A4-4CEF-9820-56B65B51374A}" type="parTrans" cxnId="{2C3B351D-5074-4ABF-8BF8-5428F93E8FB3}">
      <dgm:prSet/>
      <dgm:spPr/>
      <dgm:t>
        <a:bodyPr/>
        <a:lstStyle/>
        <a:p>
          <a:endParaRPr lang="en-US"/>
        </a:p>
      </dgm:t>
    </dgm:pt>
    <dgm:pt modelId="{3C05F100-D38E-4E99-9CCE-4E56959395BF}" type="sibTrans" cxnId="{2C3B351D-5074-4ABF-8BF8-5428F93E8FB3}">
      <dgm:prSet/>
      <dgm:spPr/>
      <dgm:t>
        <a:bodyPr/>
        <a:lstStyle/>
        <a:p>
          <a:endParaRPr lang="en-US"/>
        </a:p>
      </dgm:t>
    </dgm:pt>
    <dgm:pt modelId="{40973D42-8EF0-45F4-B788-8D1DCB424A18}" type="pres">
      <dgm:prSet presAssocID="{CF50308B-571A-4A4A-A183-83ED5FCDD3FB}" presName="root" presStyleCnt="0">
        <dgm:presLayoutVars>
          <dgm:dir/>
          <dgm:resizeHandles val="exact"/>
        </dgm:presLayoutVars>
      </dgm:prSet>
      <dgm:spPr/>
    </dgm:pt>
    <dgm:pt modelId="{671436A0-7AEB-4063-8A11-6ED7FC4DA6EE}" type="pres">
      <dgm:prSet presAssocID="{CF50308B-571A-4A4A-A183-83ED5FCDD3FB}" presName="container" presStyleCnt="0">
        <dgm:presLayoutVars>
          <dgm:dir/>
          <dgm:resizeHandles val="exact"/>
        </dgm:presLayoutVars>
      </dgm:prSet>
      <dgm:spPr/>
    </dgm:pt>
    <dgm:pt modelId="{EC6380F7-DFAB-4D4C-8902-FF03F6026825}" type="pres">
      <dgm:prSet presAssocID="{4FF044F7-A794-41DF-A9D8-DBE89ABCF1A7}" presName="compNode" presStyleCnt="0"/>
      <dgm:spPr/>
    </dgm:pt>
    <dgm:pt modelId="{6E35ED3A-0716-4CE2-AA04-0EF1EC3D04B6}" type="pres">
      <dgm:prSet presAssocID="{4FF044F7-A794-41DF-A9D8-DBE89ABCF1A7}" presName="iconBgRect" presStyleLbl="bgShp" presStyleIdx="0" presStyleCnt="4"/>
      <dgm:spPr/>
    </dgm:pt>
    <dgm:pt modelId="{0F361ADA-9CCE-4739-9F63-D8A5BAE621F3}" type="pres">
      <dgm:prSet presAssocID="{4FF044F7-A794-41DF-A9D8-DBE89ABCF1A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4A8D953A-0C15-4DFA-9A27-F6AF62CEBB8F}" type="pres">
      <dgm:prSet presAssocID="{4FF044F7-A794-41DF-A9D8-DBE89ABCF1A7}" presName="spaceRect" presStyleCnt="0"/>
      <dgm:spPr/>
    </dgm:pt>
    <dgm:pt modelId="{6659CA82-EFBE-41CC-8F1C-546DD2959F67}" type="pres">
      <dgm:prSet presAssocID="{4FF044F7-A794-41DF-A9D8-DBE89ABCF1A7}" presName="textRect" presStyleLbl="revTx" presStyleIdx="0" presStyleCnt="4">
        <dgm:presLayoutVars>
          <dgm:chMax val="1"/>
          <dgm:chPref val="1"/>
        </dgm:presLayoutVars>
      </dgm:prSet>
      <dgm:spPr/>
    </dgm:pt>
    <dgm:pt modelId="{1B749509-CDEA-47B4-A641-95161288155D}" type="pres">
      <dgm:prSet presAssocID="{8983EADD-48DC-450C-A586-CBBF51C7A98A}" presName="sibTrans" presStyleLbl="sibTrans2D1" presStyleIdx="0" presStyleCnt="0"/>
      <dgm:spPr/>
    </dgm:pt>
    <dgm:pt modelId="{775F4A83-CD92-4F15-A68A-E709516BA299}" type="pres">
      <dgm:prSet presAssocID="{E21163B6-325D-40C2-ABF3-FC17CA3FC2AD}" presName="compNode" presStyleCnt="0"/>
      <dgm:spPr/>
    </dgm:pt>
    <dgm:pt modelId="{E6D597E8-867E-40C8-BAFD-24A647D0A584}" type="pres">
      <dgm:prSet presAssocID="{E21163B6-325D-40C2-ABF3-FC17CA3FC2AD}" presName="iconBgRect" presStyleLbl="bgShp" presStyleIdx="1" presStyleCnt="4"/>
      <dgm:spPr/>
    </dgm:pt>
    <dgm:pt modelId="{60B103C5-4B3A-4ACB-BEB8-05D3271BDC43}" type="pres">
      <dgm:prSet presAssocID="{E21163B6-325D-40C2-ABF3-FC17CA3FC2A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77088146-B7CD-446E-97EA-E719F6191EAA}" type="pres">
      <dgm:prSet presAssocID="{E21163B6-325D-40C2-ABF3-FC17CA3FC2AD}" presName="spaceRect" presStyleCnt="0"/>
      <dgm:spPr/>
    </dgm:pt>
    <dgm:pt modelId="{B3BD90F7-72CA-4F41-90CB-551A62F1E9F4}" type="pres">
      <dgm:prSet presAssocID="{E21163B6-325D-40C2-ABF3-FC17CA3FC2AD}" presName="textRect" presStyleLbl="revTx" presStyleIdx="1" presStyleCnt="4">
        <dgm:presLayoutVars>
          <dgm:chMax val="1"/>
          <dgm:chPref val="1"/>
        </dgm:presLayoutVars>
      </dgm:prSet>
      <dgm:spPr/>
    </dgm:pt>
    <dgm:pt modelId="{0235A849-9C70-463B-9186-65434808DDA7}" type="pres">
      <dgm:prSet presAssocID="{4677AD69-49A7-4FF6-968D-5B3BE873E7BD}" presName="sibTrans" presStyleLbl="sibTrans2D1" presStyleIdx="0" presStyleCnt="0"/>
      <dgm:spPr/>
    </dgm:pt>
    <dgm:pt modelId="{699486CB-F005-439C-A85F-7BE5C1DCE4C1}" type="pres">
      <dgm:prSet presAssocID="{98AB1975-F8FD-431D-9071-5D78652FF9D2}" presName="compNode" presStyleCnt="0"/>
      <dgm:spPr/>
    </dgm:pt>
    <dgm:pt modelId="{BE4FBC71-3B58-4CC3-8E50-536777B02311}" type="pres">
      <dgm:prSet presAssocID="{98AB1975-F8FD-431D-9071-5D78652FF9D2}" presName="iconBgRect" presStyleLbl="bgShp" presStyleIdx="2" presStyleCnt="4"/>
      <dgm:spPr/>
    </dgm:pt>
    <dgm:pt modelId="{3BDCAA5B-B3FF-4909-B4E4-8FD770B49E59}" type="pres">
      <dgm:prSet presAssocID="{98AB1975-F8FD-431D-9071-5D78652FF9D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AD43F54-91BA-4566-82F1-186E962D12DF}" type="pres">
      <dgm:prSet presAssocID="{98AB1975-F8FD-431D-9071-5D78652FF9D2}" presName="spaceRect" presStyleCnt="0"/>
      <dgm:spPr/>
    </dgm:pt>
    <dgm:pt modelId="{D491CCC6-ACC8-4C75-8661-EC959627254C}" type="pres">
      <dgm:prSet presAssocID="{98AB1975-F8FD-431D-9071-5D78652FF9D2}" presName="textRect" presStyleLbl="revTx" presStyleIdx="2" presStyleCnt="4">
        <dgm:presLayoutVars>
          <dgm:chMax val="1"/>
          <dgm:chPref val="1"/>
        </dgm:presLayoutVars>
      </dgm:prSet>
      <dgm:spPr/>
    </dgm:pt>
    <dgm:pt modelId="{16604F54-2613-41D4-9C05-B43755C5CADA}" type="pres">
      <dgm:prSet presAssocID="{71F9442A-4884-41C6-9BEC-2CEB2F7AEC24}" presName="sibTrans" presStyleLbl="sibTrans2D1" presStyleIdx="0" presStyleCnt="0"/>
      <dgm:spPr/>
    </dgm:pt>
    <dgm:pt modelId="{47E63C5A-8A8E-497E-A423-8785D1CE9F8F}" type="pres">
      <dgm:prSet presAssocID="{86BC6DB0-7D71-4072-ABD4-E4F37076F1BC}" presName="compNode" presStyleCnt="0"/>
      <dgm:spPr/>
    </dgm:pt>
    <dgm:pt modelId="{E2B03B6F-551E-48CE-9DF9-CD8ACADAFD70}" type="pres">
      <dgm:prSet presAssocID="{86BC6DB0-7D71-4072-ABD4-E4F37076F1BC}" presName="iconBgRect" presStyleLbl="bgShp" presStyleIdx="3" presStyleCnt="4"/>
      <dgm:spPr/>
    </dgm:pt>
    <dgm:pt modelId="{D38F307E-6FCD-48CB-BAF6-377A538CCD8A}" type="pres">
      <dgm:prSet presAssocID="{86BC6DB0-7D71-4072-ABD4-E4F37076F1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346BAE5-0261-41A2-B994-41C9C1292F80}" type="pres">
      <dgm:prSet presAssocID="{86BC6DB0-7D71-4072-ABD4-E4F37076F1BC}" presName="spaceRect" presStyleCnt="0"/>
      <dgm:spPr/>
    </dgm:pt>
    <dgm:pt modelId="{B89F35EF-B7F5-4CE2-8C4E-86F7F337CFB4}" type="pres">
      <dgm:prSet presAssocID="{86BC6DB0-7D71-4072-ABD4-E4F37076F1B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8FF0310-2A58-40C0-9A86-D676D76783EF}" type="presOf" srcId="{E21163B6-325D-40C2-ABF3-FC17CA3FC2AD}" destId="{B3BD90F7-72CA-4F41-90CB-551A62F1E9F4}" srcOrd="0" destOrd="0" presId="urn:microsoft.com/office/officeart/2018/2/layout/IconCircleList"/>
    <dgm:cxn modelId="{2C3B351D-5074-4ABF-8BF8-5428F93E8FB3}" srcId="{CF50308B-571A-4A4A-A183-83ED5FCDD3FB}" destId="{86BC6DB0-7D71-4072-ABD4-E4F37076F1BC}" srcOrd="3" destOrd="0" parTransId="{FBA86D6A-77A4-4CEF-9820-56B65B51374A}" sibTransId="{3C05F100-D38E-4E99-9CCE-4E56959395BF}"/>
    <dgm:cxn modelId="{1517E02C-B14A-4DF8-90D0-F103B638670E}" type="presOf" srcId="{CF50308B-571A-4A4A-A183-83ED5FCDD3FB}" destId="{40973D42-8EF0-45F4-B788-8D1DCB424A18}" srcOrd="0" destOrd="0" presId="urn:microsoft.com/office/officeart/2018/2/layout/IconCircleList"/>
    <dgm:cxn modelId="{8E05F436-D032-417F-A22D-18AC0F021630}" type="presOf" srcId="{71F9442A-4884-41C6-9BEC-2CEB2F7AEC24}" destId="{16604F54-2613-41D4-9C05-B43755C5CADA}" srcOrd="0" destOrd="0" presId="urn:microsoft.com/office/officeart/2018/2/layout/IconCircleList"/>
    <dgm:cxn modelId="{62B2215F-1525-4CAB-B225-231B1ED0EC08}" type="presOf" srcId="{8983EADD-48DC-450C-A586-CBBF51C7A98A}" destId="{1B749509-CDEA-47B4-A641-95161288155D}" srcOrd="0" destOrd="0" presId="urn:microsoft.com/office/officeart/2018/2/layout/IconCircleList"/>
    <dgm:cxn modelId="{A160DC65-72BD-4F89-B6CD-FAA93E57AFE5}" srcId="{CF50308B-571A-4A4A-A183-83ED5FCDD3FB}" destId="{4FF044F7-A794-41DF-A9D8-DBE89ABCF1A7}" srcOrd="0" destOrd="0" parTransId="{FC94FA56-E55B-43DD-A06F-298A7FBF5F19}" sibTransId="{8983EADD-48DC-450C-A586-CBBF51C7A98A}"/>
    <dgm:cxn modelId="{F2DBA37A-76A3-45EF-B9D5-5685C6287BF4}" type="presOf" srcId="{4677AD69-49A7-4FF6-968D-5B3BE873E7BD}" destId="{0235A849-9C70-463B-9186-65434808DDA7}" srcOrd="0" destOrd="0" presId="urn:microsoft.com/office/officeart/2018/2/layout/IconCircleList"/>
    <dgm:cxn modelId="{0B83AD85-EDA6-44E8-B2F8-FD17379992D9}" type="presOf" srcId="{86BC6DB0-7D71-4072-ABD4-E4F37076F1BC}" destId="{B89F35EF-B7F5-4CE2-8C4E-86F7F337CFB4}" srcOrd="0" destOrd="0" presId="urn:microsoft.com/office/officeart/2018/2/layout/IconCircleList"/>
    <dgm:cxn modelId="{F729CFA4-4D6E-4425-BC63-69C335874D8C}" type="presOf" srcId="{4FF044F7-A794-41DF-A9D8-DBE89ABCF1A7}" destId="{6659CA82-EFBE-41CC-8F1C-546DD2959F67}" srcOrd="0" destOrd="0" presId="urn:microsoft.com/office/officeart/2018/2/layout/IconCircleList"/>
    <dgm:cxn modelId="{E70574D0-33A0-470B-9E3D-E674F85957D9}" type="presOf" srcId="{98AB1975-F8FD-431D-9071-5D78652FF9D2}" destId="{D491CCC6-ACC8-4C75-8661-EC959627254C}" srcOrd="0" destOrd="0" presId="urn:microsoft.com/office/officeart/2018/2/layout/IconCircleList"/>
    <dgm:cxn modelId="{4D1839F2-531A-48EA-BDDF-867A37086C62}" srcId="{CF50308B-571A-4A4A-A183-83ED5FCDD3FB}" destId="{E21163B6-325D-40C2-ABF3-FC17CA3FC2AD}" srcOrd="1" destOrd="0" parTransId="{913DDB67-91B7-4166-92DC-FA99EA461775}" sibTransId="{4677AD69-49A7-4FF6-968D-5B3BE873E7BD}"/>
    <dgm:cxn modelId="{E1FDA5FB-A631-49A3-88AD-E8CBC1A18DCA}" srcId="{CF50308B-571A-4A4A-A183-83ED5FCDD3FB}" destId="{98AB1975-F8FD-431D-9071-5D78652FF9D2}" srcOrd="2" destOrd="0" parTransId="{45C2530C-C0B4-4872-8D0E-45704D88289F}" sibTransId="{71F9442A-4884-41C6-9BEC-2CEB2F7AEC24}"/>
    <dgm:cxn modelId="{2365A7D7-BBE7-4908-8CB1-108A55D21A42}" type="presParOf" srcId="{40973D42-8EF0-45F4-B788-8D1DCB424A18}" destId="{671436A0-7AEB-4063-8A11-6ED7FC4DA6EE}" srcOrd="0" destOrd="0" presId="urn:microsoft.com/office/officeart/2018/2/layout/IconCircleList"/>
    <dgm:cxn modelId="{A42B5E09-62AD-4E4A-A57F-9F5A3998D47B}" type="presParOf" srcId="{671436A0-7AEB-4063-8A11-6ED7FC4DA6EE}" destId="{EC6380F7-DFAB-4D4C-8902-FF03F6026825}" srcOrd="0" destOrd="0" presId="urn:microsoft.com/office/officeart/2018/2/layout/IconCircleList"/>
    <dgm:cxn modelId="{5CBA6B9B-317D-4296-9AF9-28DA50437AC0}" type="presParOf" srcId="{EC6380F7-DFAB-4D4C-8902-FF03F6026825}" destId="{6E35ED3A-0716-4CE2-AA04-0EF1EC3D04B6}" srcOrd="0" destOrd="0" presId="urn:microsoft.com/office/officeart/2018/2/layout/IconCircleList"/>
    <dgm:cxn modelId="{CC8362EA-1A93-4EA5-8E6C-D468891122BF}" type="presParOf" srcId="{EC6380F7-DFAB-4D4C-8902-FF03F6026825}" destId="{0F361ADA-9CCE-4739-9F63-D8A5BAE621F3}" srcOrd="1" destOrd="0" presId="urn:microsoft.com/office/officeart/2018/2/layout/IconCircleList"/>
    <dgm:cxn modelId="{26167A03-5633-4342-BF29-11B3C72D0E71}" type="presParOf" srcId="{EC6380F7-DFAB-4D4C-8902-FF03F6026825}" destId="{4A8D953A-0C15-4DFA-9A27-F6AF62CEBB8F}" srcOrd="2" destOrd="0" presId="urn:microsoft.com/office/officeart/2018/2/layout/IconCircleList"/>
    <dgm:cxn modelId="{9561E873-B755-4DCF-B8D9-A9851BBA8679}" type="presParOf" srcId="{EC6380F7-DFAB-4D4C-8902-FF03F6026825}" destId="{6659CA82-EFBE-41CC-8F1C-546DD2959F67}" srcOrd="3" destOrd="0" presId="urn:microsoft.com/office/officeart/2018/2/layout/IconCircleList"/>
    <dgm:cxn modelId="{2AA39470-C0B8-4C77-BA2C-687E8860FBA6}" type="presParOf" srcId="{671436A0-7AEB-4063-8A11-6ED7FC4DA6EE}" destId="{1B749509-CDEA-47B4-A641-95161288155D}" srcOrd="1" destOrd="0" presId="urn:microsoft.com/office/officeart/2018/2/layout/IconCircleList"/>
    <dgm:cxn modelId="{3E5692B8-A10D-4FA7-BC59-D030E27E1B59}" type="presParOf" srcId="{671436A0-7AEB-4063-8A11-6ED7FC4DA6EE}" destId="{775F4A83-CD92-4F15-A68A-E709516BA299}" srcOrd="2" destOrd="0" presId="urn:microsoft.com/office/officeart/2018/2/layout/IconCircleList"/>
    <dgm:cxn modelId="{A4B40F2C-31B7-4FB3-87AC-E5D1E554F670}" type="presParOf" srcId="{775F4A83-CD92-4F15-A68A-E709516BA299}" destId="{E6D597E8-867E-40C8-BAFD-24A647D0A584}" srcOrd="0" destOrd="0" presId="urn:microsoft.com/office/officeart/2018/2/layout/IconCircleList"/>
    <dgm:cxn modelId="{A393CEEB-2B98-4102-85D8-D00732E02508}" type="presParOf" srcId="{775F4A83-CD92-4F15-A68A-E709516BA299}" destId="{60B103C5-4B3A-4ACB-BEB8-05D3271BDC43}" srcOrd="1" destOrd="0" presId="urn:microsoft.com/office/officeart/2018/2/layout/IconCircleList"/>
    <dgm:cxn modelId="{70612C19-5751-44D2-A3D6-7A3D082BFF35}" type="presParOf" srcId="{775F4A83-CD92-4F15-A68A-E709516BA299}" destId="{77088146-B7CD-446E-97EA-E719F6191EAA}" srcOrd="2" destOrd="0" presId="urn:microsoft.com/office/officeart/2018/2/layout/IconCircleList"/>
    <dgm:cxn modelId="{9EFF4F16-E0A4-4C7A-A237-8F16547C57C6}" type="presParOf" srcId="{775F4A83-CD92-4F15-A68A-E709516BA299}" destId="{B3BD90F7-72CA-4F41-90CB-551A62F1E9F4}" srcOrd="3" destOrd="0" presId="urn:microsoft.com/office/officeart/2018/2/layout/IconCircleList"/>
    <dgm:cxn modelId="{75772A7E-816B-4730-83F1-082F261869C0}" type="presParOf" srcId="{671436A0-7AEB-4063-8A11-6ED7FC4DA6EE}" destId="{0235A849-9C70-463B-9186-65434808DDA7}" srcOrd="3" destOrd="0" presId="urn:microsoft.com/office/officeart/2018/2/layout/IconCircleList"/>
    <dgm:cxn modelId="{3E5494E5-0E60-404F-9A51-8DEFFCD6454C}" type="presParOf" srcId="{671436A0-7AEB-4063-8A11-6ED7FC4DA6EE}" destId="{699486CB-F005-439C-A85F-7BE5C1DCE4C1}" srcOrd="4" destOrd="0" presId="urn:microsoft.com/office/officeart/2018/2/layout/IconCircleList"/>
    <dgm:cxn modelId="{2EF93B19-5CE9-480C-84B6-74C14A8D7C82}" type="presParOf" srcId="{699486CB-F005-439C-A85F-7BE5C1DCE4C1}" destId="{BE4FBC71-3B58-4CC3-8E50-536777B02311}" srcOrd="0" destOrd="0" presId="urn:microsoft.com/office/officeart/2018/2/layout/IconCircleList"/>
    <dgm:cxn modelId="{7C6BAC85-C1C5-469F-9E81-C6314C2AF7D8}" type="presParOf" srcId="{699486CB-F005-439C-A85F-7BE5C1DCE4C1}" destId="{3BDCAA5B-B3FF-4909-B4E4-8FD770B49E59}" srcOrd="1" destOrd="0" presId="urn:microsoft.com/office/officeart/2018/2/layout/IconCircleList"/>
    <dgm:cxn modelId="{C767FC2F-440F-42C8-A446-7024DAD22498}" type="presParOf" srcId="{699486CB-F005-439C-A85F-7BE5C1DCE4C1}" destId="{DAD43F54-91BA-4566-82F1-186E962D12DF}" srcOrd="2" destOrd="0" presId="urn:microsoft.com/office/officeart/2018/2/layout/IconCircleList"/>
    <dgm:cxn modelId="{36755AC9-F3ED-49C4-93C2-916996599660}" type="presParOf" srcId="{699486CB-F005-439C-A85F-7BE5C1DCE4C1}" destId="{D491CCC6-ACC8-4C75-8661-EC959627254C}" srcOrd="3" destOrd="0" presId="urn:microsoft.com/office/officeart/2018/2/layout/IconCircleList"/>
    <dgm:cxn modelId="{B8884436-621A-42CD-9213-9269F4992019}" type="presParOf" srcId="{671436A0-7AEB-4063-8A11-6ED7FC4DA6EE}" destId="{16604F54-2613-41D4-9C05-B43755C5CADA}" srcOrd="5" destOrd="0" presId="urn:microsoft.com/office/officeart/2018/2/layout/IconCircleList"/>
    <dgm:cxn modelId="{B22CE16A-4297-43AB-ADC6-8B21349A17BB}" type="presParOf" srcId="{671436A0-7AEB-4063-8A11-6ED7FC4DA6EE}" destId="{47E63C5A-8A8E-497E-A423-8785D1CE9F8F}" srcOrd="6" destOrd="0" presId="urn:microsoft.com/office/officeart/2018/2/layout/IconCircleList"/>
    <dgm:cxn modelId="{F76AC347-270F-467C-AE03-364B0BA37B60}" type="presParOf" srcId="{47E63C5A-8A8E-497E-A423-8785D1CE9F8F}" destId="{E2B03B6F-551E-48CE-9DF9-CD8ACADAFD70}" srcOrd="0" destOrd="0" presId="urn:microsoft.com/office/officeart/2018/2/layout/IconCircleList"/>
    <dgm:cxn modelId="{C4692CCD-03D2-4700-97EA-83786DB0C4C4}" type="presParOf" srcId="{47E63C5A-8A8E-497E-A423-8785D1CE9F8F}" destId="{D38F307E-6FCD-48CB-BAF6-377A538CCD8A}" srcOrd="1" destOrd="0" presId="urn:microsoft.com/office/officeart/2018/2/layout/IconCircleList"/>
    <dgm:cxn modelId="{CE87A5F1-EB81-4D29-8D4C-CE1B0BA27C1D}" type="presParOf" srcId="{47E63C5A-8A8E-497E-A423-8785D1CE9F8F}" destId="{C346BAE5-0261-41A2-B994-41C9C1292F80}" srcOrd="2" destOrd="0" presId="urn:microsoft.com/office/officeart/2018/2/layout/IconCircleList"/>
    <dgm:cxn modelId="{25EAF944-A5DF-4554-B2BE-4307B7CE284D}" type="presParOf" srcId="{47E63C5A-8A8E-497E-A423-8785D1CE9F8F}" destId="{B89F35EF-B7F5-4CE2-8C4E-86F7F337CFB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01FC9-BA9B-42FA-9393-427759C22977}">
      <dsp:nvSpPr>
        <dsp:cNvPr id="0" name=""/>
        <dsp:cNvSpPr/>
      </dsp:nvSpPr>
      <dsp:spPr>
        <a:xfrm>
          <a:off x="0" y="433"/>
          <a:ext cx="11029615" cy="10136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3BF5A-4620-4EE1-8308-C31DFEB6CECF}">
      <dsp:nvSpPr>
        <dsp:cNvPr id="0" name=""/>
        <dsp:cNvSpPr/>
      </dsp:nvSpPr>
      <dsp:spPr>
        <a:xfrm>
          <a:off x="306630" y="228505"/>
          <a:ext cx="557510" cy="5575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5695F-797E-4C44-856F-2A6BA2345C7A}">
      <dsp:nvSpPr>
        <dsp:cNvPr id="0" name=""/>
        <dsp:cNvSpPr/>
      </dsp:nvSpPr>
      <dsp:spPr>
        <a:xfrm>
          <a:off x="1170771" y="433"/>
          <a:ext cx="9858843" cy="1013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278" tIns="107278" rIns="107278" bIns="10727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AI: Simulates human intelligence to automate decision-making and improve efficiency.</a:t>
          </a:r>
        </a:p>
      </dsp:txBody>
      <dsp:txXfrm>
        <a:off x="1170771" y="433"/>
        <a:ext cx="9858843" cy="1013655"/>
      </dsp:txXfrm>
    </dsp:sp>
    <dsp:sp modelId="{6C112962-3F36-46A9-8CD4-23A55E8273D6}">
      <dsp:nvSpPr>
        <dsp:cNvPr id="0" name=""/>
        <dsp:cNvSpPr/>
      </dsp:nvSpPr>
      <dsp:spPr>
        <a:xfrm>
          <a:off x="0" y="1267501"/>
          <a:ext cx="11029615" cy="10136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36F1E-477F-4192-976B-9DDB81029322}">
      <dsp:nvSpPr>
        <dsp:cNvPr id="0" name=""/>
        <dsp:cNvSpPr/>
      </dsp:nvSpPr>
      <dsp:spPr>
        <a:xfrm>
          <a:off x="306630" y="1495574"/>
          <a:ext cx="557510" cy="5575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FA6613-52CB-4491-A5B6-5BC40468F08F}">
      <dsp:nvSpPr>
        <dsp:cNvPr id="0" name=""/>
        <dsp:cNvSpPr/>
      </dsp:nvSpPr>
      <dsp:spPr>
        <a:xfrm>
          <a:off x="1170771" y="1267501"/>
          <a:ext cx="9858843" cy="1013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278" tIns="107278" rIns="107278" bIns="10727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Gartner Definition: AI involves advanced analysis and logic, supporting and automating decisions.</a:t>
          </a:r>
        </a:p>
      </dsp:txBody>
      <dsp:txXfrm>
        <a:off x="1170771" y="1267501"/>
        <a:ext cx="9858843" cy="1013655"/>
      </dsp:txXfrm>
    </dsp:sp>
    <dsp:sp modelId="{D9C24FE4-FF54-48DD-8F82-4181662B5907}">
      <dsp:nvSpPr>
        <dsp:cNvPr id="0" name=""/>
        <dsp:cNvSpPr/>
      </dsp:nvSpPr>
      <dsp:spPr>
        <a:xfrm>
          <a:off x="0" y="2534570"/>
          <a:ext cx="11029615" cy="10136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A903D-DCF6-43C5-9EA6-2578051F0A8E}">
      <dsp:nvSpPr>
        <dsp:cNvPr id="0" name=""/>
        <dsp:cNvSpPr/>
      </dsp:nvSpPr>
      <dsp:spPr>
        <a:xfrm>
          <a:off x="306630" y="2762643"/>
          <a:ext cx="557510" cy="5575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B913A-2BA7-49FA-A562-0658AA25EFDF}">
      <dsp:nvSpPr>
        <dsp:cNvPr id="0" name=""/>
        <dsp:cNvSpPr/>
      </dsp:nvSpPr>
      <dsp:spPr>
        <a:xfrm>
          <a:off x="1170771" y="2534570"/>
          <a:ext cx="9858843" cy="1013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278" tIns="107278" rIns="107278" bIns="10727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Key languages and tools: Python, C#, R, Azure AI Services.</a:t>
          </a:r>
        </a:p>
      </dsp:txBody>
      <dsp:txXfrm>
        <a:off x="1170771" y="2534570"/>
        <a:ext cx="9858843" cy="1013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50223-5A37-4ECB-9D26-60F56A05064D}">
      <dsp:nvSpPr>
        <dsp:cNvPr id="0" name=""/>
        <dsp:cNvSpPr/>
      </dsp:nvSpPr>
      <dsp:spPr>
        <a:xfrm>
          <a:off x="0" y="173685"/>
          <a:ext cx="7012370" cy="10342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Launched in 2023, providing access to models like GPT-3.5, GPT-4, Codex, and DALL-E 2.</a:t>
          </a:r>
        </a:p>
      </dsp:txBody>
      <dsp:txXfrm>
        <a:off x="50489" y="224174"/>
        <a:ext cx="6911392" cy="933302"/>
      </dsp:txXfrm>
    </dsp:sp>
    <dsp:sp modelId="{43B3F7B1-788B-47CB-92E0-DE4D2EA6FCB9}">
      <dsp:nvSpPr>
        <dsp:cNvPr id="0" name=""/>
        <dsp:cNvSpPr/>
      </dsp:nvSpPr>
      <dsp:spPr>
        <a:xfrm>
          <a:off x="0" y="1282845"/>
          <a:ext cx="7012370" cy="1034280"/>
        </a:xfrm>
        <a:prstGeom prst="roundRect">
          <a:avLst/>
        </a:prstGeom>
        <a:gradFill rotWithShape="0">
          <a:gsLst>
            <a:gs pos="0">
              <a:schemeClr val="accent2">
                <a:hueOff val="-496807"/>
                <a:satOff val="-3252"/>
                <a:lumOff val="-719"/>
                <a:alphaOff val="0"/>
                <a:tint val="98000"/>
                <a:lumMod val="110000"/>
              </a:schemeClr>
            </a:gs>
            <a:gs pos="84000">
              <a:schemeClr val="accent2">
                <a:hueOff val="-496807"/>
                <a:satOff val="-3252"/>
                <a:lumOff val="-719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Enterprise-grade AI models for building large-scale AI solutions.</a:t>
          </a:r>
        </a:p>
      </dsp:txBody>
      <dsp:txXfrm>
        <a:off x="50489" y="1333334"/>
        <a:ext cx="6911392" cy="933302"/>
      </dsp:txXfrm>
    </dsp:sp>
    <dsp:sp modelId="{11408CFC-83A3-4207-B38E-4322BA42EE72}">
      <dsp:nvSpPr>
        <dsp:cNvPr id="0" name=""/>
        <dsp:cNvSpPr/>
      </dsp:nvSpPr>
      <dsp:spPr>
        <a:xfrm>
          <a:off x="0" y="2392005"/>
          <a:ext cx="7012370" cy="1034280"/>
        </a:xfrm>
        <a:prstGeom prst="roundRect">
          <a:avLst/>
        </a:prstGeom>
        <a:gradFill rotWithShape="0">
          <a:gsLst>
            <a:gs pos="0">
              <a:schemeClr val="accent2">
                <a:hueOff val="-993614"/>
                <a:satOff val="-6505"/>
                <a:lumOff val="-1437"/>
                <a:alphaOff val="0"/>
                <a:tint val="98000"/>
                <a:lumMod val="110000"/>
              </a:schemeClr>
            </a:gs>
            <a:gs pos="84000">
              <a:schemeClr val="accent2">
                <a:hueOff val="-993614"/>
                <a:satOff val="-6505"/>
                <a:lumOff val="-1437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Integration in tools like GitHub Copilot, Power BI, and Microsoft Designer.</a:t>
          </a:r>
        </a:p>
      </dsp:txBody>
      <dsp:txXfrm>
        <a:off x="50489" y="2442494"/>
        <a:ext cx="6911392" cy="933302"/>
      </dsp:txXfrm>
    </dsp:sp>
    <dsp:sp modelId="{3C0DFE6B-F089-4337-BC3F-2C3995994B9F}">
      <dsp:nvSpPr>
        <dsp:cNvPr id="0" name=""/>
        <dsp:cNvSpPr/>
      </dsp:nvSpPr>
      <dsp:spPr>
        <a:xfrm>
          <a:off x="0" y="3501165"/>
          <a:ext cx="7012370" cy="1034280"/>
        </a:xfrm>
        <a:prstGeom prst="roundRect">
          <a:avLst/>
        </a:prstGeom>
        <a:gradFill rotWithShape="0">
          <a:gsLst>
            <a:gs pos="0">
              <a:schemeClr val="accent2">
                <a:hueOff val="-1490421"/>
                <a:satOff val="-9757"/>
                <a:lumOff val="-2156"/>
                <a:alphaOff val="0"/>
                <a:tint val="98000"/>
                <a:lumMod val="110000"/>
              </a:schemeClr>
            </a:gs>
            <a:gs pos="84000">
              <a:schemeClr val="accent2">
                <a:hueOff val="-1490421"/>
                <a:satOff val="-9757"/>
                <a:lumOff val="-215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Azure OpenAI service requires an application to use, ensuring responsible AI usage.</a:t>
          </a:r>
        </a:p>
      </dsp:txBody>
      <dsp:txXfrm>
        <a:off x="50489" y="3551654"/>
        <a:ext cx="6911392" cy="9333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7FE4EA-A6B0-470D-8B3D-70A0AC9EC4E1}">
      <dsp:nvSpPr>
        <dsp:cNvPr id="0" name=""/>
        <dsp:cNvSpPr/>
      </dsp:nvSpPr>
      <dsp:spPr>
        <a:xfrm>
          <a:off x="0" y="3293"/>
          <a:ext cx="11029615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GenAI creates content (images, text, etc.) based on learned data without replication.</a:t>
          </a:r>
        </a:p>
      </dsp:txBody>
      <dsp:txXfrm>
        <a:off x="56315" y="59608"/>
        <a:ext cx="10916985" cy="1040990"/>
      </dsp:txXfrm>
    </dsp:sp>
    <dsp:sp modelId="{DEE81935-2121-4DA5-9926-38EDA035C8BD}">
      <dsp:nvSpPr>
        <dsp:cNvPr id="0" name=""/>
        <dsp:cNvSpPr/>
      </dsp:nvSpPr>
      <dsp:spPr>
        <a:xfrm>
          <a:off x="0" y="1240433"/>
          <a:ext cx="11029615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Used in fields like media creation, content generation, and virtual agents.</a:t>
          </a:r>
        </a:p>
      </dsp:txBody>
      <dsp:txXfrm>
        <a:off x="56315" y="1296748"/>
        <a:ext cx="10916985" cy="1040990"/>
      </dsp:txXfrm>
    </dsp:sp>
    <dsp:sp modelId="{D0481180-924F-47CA-972B-E2BD6AD7DE50}">
      <dsp:nvSpPr>
        <dsp:cNvPr id="0" name=""/>
        <dsp:cNvSpPr/>
      </dsp:nvSpPr>
      <dsp:spPr>
        <a:xfrm>
          <a:off x="0" y="2477572"/>
          <a:ext cx="11029615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Example: Virtual health assistants (VHAs) in healthcare.</a:t>
          </a:r>
        </a:p>
      </dsp:txBody>
      <dsp:txXfrm>
        <a:off x="56315" y="2533887"/>
        <a:ext cx="10916985" cy="10409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4739C-9B85-4FB2-86F0-739D780ADAA5}">
      <dsp:nvSpPr>
        <dsp:cNvPr id="0" name=""/>
        <dsp:cNvSpPr/>
      </dsp:nvSpPr>
      <dsp:spPr>
        <a:xfrm>
          <a:off x="0" y="49710"/>
          <a:ext cx="7012370" cy="148473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Azure Cognitive Services: Pre-built APIs for language, vision, speech, and decision-making.</a:t>
          </a:r>
        </a:p>
      </dsp:txBody>
      <dsp:txXfrm>
        <a:off x="72479" y="122189"/>
        <a:ext cx="6867412" cy="1339772"/>
      </dsp:txXfrm>
    </dsp:sp>
    <dsp:sp modelId="{E0229175-EC59-47C0-B277-7484FCAC014F}">
      <dsp:nvSpPr>
        <dsp:cNvPr id="0" name=""/>
        <dsp:cNvSpPr/>
      </dsp:nvSpPr>
      <dsp:spPr>
        <a:xfrm>
          <a:off x="0" y="1612200"/>
          <a:ext cx="7012370" cy="1484730"/>
        </a:xfrm>
        <a:prstGeom prst="roundRect">
          <a:avLst/>
        </a:prstGeom>
        <a:gradFill rotWithShape="0">
          <a:gsLst>
            <a:gs pos="0">
              <a:schemeClr val="accent2">
                <a:hueOff val="-745210"/>
                <a:satOff val="-4879"/>
                <a:lumOff val="-1078"/>
                <a:alphaOff val="0"/>
                <a:tint val="98000"/>
                <a:lumMod val="110000"/>
              </a:schemeClr>
            </a:gs>
            <a:gs pos="84000">
              <a:schemeClr val="accent2">
                <a:hueOff val="-745210"/>
                <a:satOff val="-4879"/>
                <a:lumOff val="-1078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Azure Machine Learning: Build, train, and deploy ML models at scale.</a:t>
          </a:r>
        </a:p>
      </dsp:txBody>
      <dsp:txXfrm>
        <a:off x="72479" y="1684679"/>
        <a:ext cx="6867412" cy="1339772"/>
      </dsp:txXfrm>
    </dsp:sp>
    <dsp:sp modelId="{626742EE-DD44-46F0-9224-DF85E5036463}">
      <dsp:nvSpPr>
        <dsp:cNvPr id="0" name=""/>
        <dsp:cNvSpPr/>
      </dsp:nvSpPr>
      <dsp:spPr>
        <a:xfrm>
          <a:off x="0" y="3174690"/>
          <a:ext cx="7012370" cy="1484730"/>
        </a:xfrm>
        <a:prstGeom prst="roundRect">
          <a:avLst/>
        </a:prstGeom>
        <a:gradFill rotWithShape="0">
          <a:gsLst>
            <a:gs pos="0">
              <a:schemeClr val="accent2">
                <a:hueOff val="-1490421"/>
                <a:satOff val="-9757"/>
                <a:lumOff val="-2156"/>
                <a:alphaOff val="0"/>
                <a:tint val="98000"/>
                <a:lumMod val="110000"/>
              </a:schemeClr>
            </a:gs>
            <a:gs pos="84000">
              <a:schemeClr val="accent2">
                <a:hueOff val="-1490421"/>
                <a:satOff val="-9757"/>
                <a:lumOff val="-215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AI Builder: No-code AI development for Power Apps and Power Automate.</a:t>
          </a:r>
        </a:p>
      </dsp:txBody>
      <dsp:txXfrm>
        <a:off x="72479" y="3247169"/>
        <a:ext cx="6867412" cy="13397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C68C28-A417-4C5B-8EF8-9AD947275F56}">
      <dsp:nvSpPr>
        <dsp:cNvPr id="0" name=""/>
        <dsp:cNvSpPr/>
      </dsp:nvSpPr>
      <dsp:spPr>
        <a:xfrm>
          <a:off x="0" y="2299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388EE0-2E7B-483D-A235-C6417327B247}">
      <dsp:nvSpPr>
        <dsp:cNvPr id="0" name=""/>
        <dsp:cNvSpPr/>
      </dsp:nvSpPr>
      <dsp:spPr>
        <a:xfrm>
          <a:off x="0" y="2299"/>
          <a:ext cx="7012370" cy="1568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AI innovations will continue to grow in areas like healthcare, finance, and customer service.</a:t>
          </a:r>
        </a:p>
      </dsp:txBody>
      <dsp:txXfrm>
        <a:off x="0" y="2299"/>
        <a:ext cx="7012370" cy="1568177"/>
      </dsp:txXfrm>
    </dsp:sp>
    <dsp:sp modelId="{8E7E62AB-4FC9-4DDA-AB38-BF2CA9A4F6EF}">
      <dsp:nvSpPr>
        <dsp:cNvPr id="0" name=""/>
        <dsp:cNvSpPr/>
      </dsp:nvSpPr>
      <dsp:spPr>
        <a:xfrm>
          <a:off x="0" y="1570476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BAEEB9-DDCC-4ED4-89E6-27F49A392707}">
      <dsp:nvSpPr>
        <dsp:cNvPr id="0" name=""/>
        <dsp:cNvSpPr/>
      </dsp:nvSpPr>
      <dsp:spPr>
        <a:xfrm>
          <a:off x="0" y="1570476"/>
          <a:ext cx="7012370" cy="1568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Edge AI and IoT will enable faster, real-time processing.</a:t>
          </a:r>
        </a:p>
      </dsp:txBody>
      <dsp:txXfrm>
        <a:off x="0" y="1570476"/>
        <a:ext cx="7012370" cy="1568177"/>
      </dsp:txXfrm>
    </dsp:sp>
    <dsp:sp modelId="{E83FC17B-08B5-4729-A83A-E20E6656A2AE}">
      <dsp:nvSpPr>
        <dsp:cNvPr id="0" name=""/>
        <dsp:cNvSpPr/>
      </dsp:nvSpPr>
      <dsp:spPr>
        <a:xfrm>
          <a:off x="0" y="3138654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10C582-DC02-4C8C-B510-6AFFD0DD69A8}">
      <dsp:nvSpPr>
        <dsp:cNvPr id="0" name=""/>
        <dsp:cNvSpPr/>
      </dsp:nvSpPr>
      <dsp:spPr>
        <a:xfrm>
          <a:off x="0" y="3138654"/>
          <a:ext cx="7012370" cy="1568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Azure’s platform provides scalable, secure AI solutions for businesses.</a:t>
          </a:r>
        </a:p>
      </dsp:txBody>
      <dsp:txXfrm>
        <a:off x="0" y="3138654"/>
        <a:ext cx="7012370" cy="15681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0890AA-00A6-4B40-8CB2-41E037FFBB9A}">
      <dsp:nvSpPr>
        <dsp:cNvPr id="0" name=""/>
        <dsp:cNvSpPr/>
      </dsp:nvSpPr>
      <dsp:spPr>
        <a:xfrm>
          <a:off x="0" y="62085"/>
          <a:ext cx="7012370" cy="2246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ML is a subfield of AI focused on creating algorithms and models that learn from and make predictions based on data.</a:t>
          </a:r>
        </a:p>
      </dsp:txBody>
      <dsp:txXfrm>
        <a:off x="109660" y="171745"/>
        <a:ext cx="6793050" cy="2027080"/>
      </dsp:txXfrm>
    </dsp:sp>
    <dsp:sp modelId="{EDA0B43D-635F-40E8-8348-1F70DD789872}">
      <dsp:nvSpPr>
        <dsp:cNvPr id="0" name=""/>
        <dsp:cNvSpPr/>
      </dsp:nvSpPr>
      <dsp:spPr>
        <a:xfrm>
          <a:off x="0" y="2400645"/>
          <a:ext cx="7012370" cy="2246400"/>
        </a:xfrm>
        <a:prstGeom prst="roundRect">
          <a:avLst/>
        </a:prstGeom>
        <a:gradFill rotWithShape="0">
          <a:gsLst>
            <a:gs pos="0">
              <a:schemeClr val="accent2">
                <a:hueOff val="-1490421"/>
                <a:satOff val="-9757"/>
                <a:lumOff val="-2156"/>
                <a:alphaOff val="0"/>
                <a:tint val="98000"/>
                <a:lumMod val="110000"/>
              </a:schemeClr>
            </a:gs>
            <a:gs pos="84000">
              <a:schemeClr val="accent2">
                <a:hueOff val="-1490421"/>
                <a:satOff val="-9757"/>
                <a:lumOff val="-215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Core Concept: ML enables systems to learn from data patterns to improve prediction accuracy without being explicitly programmed.</a:t>
          </a:r>
        </a:p>
      </dsp:txBody>
      <dsp:txXfrm>
        <a:off x="109660" y="2510305"/>
        <a:ext cx="6793050" cy="20270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C49632-DFE3-4427-9138-2ABBB193DE45}">
      <dsp:nvSpPr>
        <dsp:cNvPr id="0" name=""/>
        <dsp:cNvSpPr/>
      </dsp:nvSpPr>
      <dsp:spPr>
        <a:xfrm>
          <a:off x="0" y="80265"/>
          <a:ext cx="7012370" cy="10939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Customizable pre-trained models: Leverage Microsoft’s AI research for faster development.</a:t>
          </a:r>
        </a:p>
      </dsp:txBody>
      <dsp:txXfrm>
        <a:off x="53402" y="133667"/>
        <a:ext cx="6905566" cy="987146"/>
      </dsp:txXfrm>
    </dsp:sp>
    <dsp:sp modelId="{9E98AC05-A080-4F6F-B8A3-3A355F9A8EE7}">
      <dsp:nvSpPr>
        <dsp:cNvPr id="0" name=""/>
        <dsp:cNvSpPr/>
      </dsp:nvSpPr>
      <dsp:spPr>
        <a:xfrm>
          <a:off x="0" y="1231815"/>
          <a:ext cx="7012370" cy="1093950"/>
        </a:xfrm>
        <a:prstGeom prst="roundRect">
          <a:avLst/>
        </a:prstGeom>
        <a:solidFill>
          <a:schemeClr val="accent2">
            <a:hueOff val="-496807"/>
            <a:satOff val="-3252"/>
            <a:lumOff val="-71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Supports hybrid cloud and edge scenarios: Run AI in the cloud or on local devices, providing flexibility and scalability.</a:t>
          </a:r>
        </a:p>
      </dsp:txBody>
      <dsp:txXfrm>
        <a:off x="53402" y="1285217"/>
        <a:ext cx="6905566" cy="987146"/>
      </dsp:txXfrm>
    </dsp:sp>
    <dsp:sp modelId="{6C481F38-9A7D-4C88-B149-77D3A775C040}">
      <dsp:nvSpPr>
        <dsp:cNvPr id="0" name=""/>
        <dsp:cNvSpPr/>
      </dsp:nvSpPr>
      <dsp:spPr>
        <a:xfrm>
          <a:off x="0" y="2383365"/>
          <a:ext cx="7012370" cy="1093950"/>
        </a:xfrm>
        <a:prstGeom prst="roundRect">
          <a:avLst/>
        </a:prstGeom>
        <a:solidFill>
          <a:schemeClr val="accent2">
            <a:hueOff val="-993614"/>
            <a:satOff val="-6505"/>
            <a:lumOff val="-143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Broad API support across industries: Tailored solutions for healthcare, retail, manufacturing, and more.</a:t>
          </a:r>
        </a:p>
      </dsp:txBody>
      <dsp:txXfrm>
        <a:off x="53402" y="2436767"/>
        <a:ext cx="6905566" cy="987146"/>
      </dsp:txXfrm>
    </dsp:sp>
    <dsp:sp modelId="{87040B99-DFFC-4455-AF8A-6F9256C3E1D9}">
      <dsp:nvSpPr>
        <dsp:cNvPr id="0" name=""/>
        <dsp:cNvSpPr/>
      </dsp:nvSpPr>
      <dsp:spPr>
        <a:xfrm>
          <a:off x="0" y="3534915"/>
          <a:ext cx="7012370" cy="1093950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Security and Compliance: Built-in support for data governance, privacy, and regulatory compliance with Azure's trusted cloud infrastructure.</a:t>
          </a:r>
        </a:p>
      </dsp:txBody>
      <dsp:txXfrm>
        <a:off x="53402" y="3588317"/>
        <a:ext cx="6905566" cy="9871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5ED3A-0716-4CE2-AA04-0EF1EC3D04B6}">
      <dsp:nvSpPr>
        <dsp:cNvPr id="0" name=""/>
        <dsp:cNvSpPr/>
      </dsp:nvSpPr>
      <dsp:spPr>
        <a:xfrm>
          <a:off x="299533" y="16345"/>
          <a:ext cx="1380920" cy="138092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61ADA-9CCE-4739-9F63-D8A5BAE621F3}">
      <dsp:nvSpPr>
        <dsp:cNvPr id="0" name=""/>
        <dsp:cNvSpPr/>
      </dsp:nvSpPr>
      <dsp:spPr>
        <a:xfrm>
          <a:off x="589527" y="306339"/>
          <a:ext cx="800933" cy="8009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9CA82-EFBE-41CC-8F1C-546DD2959F67}">
      <dsp:nvSpPr>
        <dsp:cNvPr id="0" name=""/>
        <dsp:cNvSpPr/>
      </dsp:nvSpPr>
      <dsp:spPr>
        <a:xfrm>
          <a:off x="1976365" y="16345"/>
          <a:ext cx="3255027" cy="1380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Speech: Convert speech to text, translate languages, text-to-speech.</a:t>
          </a:r>
        </a:p>
      </dsp:txBody>
      <dsp:txXfrm>
        <a:off x="1976365" y="16345"/>
        <a:ext cx="3255027" cy="1380920"/>
      </dsp:txXfrm>
    </dsp:sp>
    <dsp:sp modelId="{E6D597E8-867E-40C8-BAFD-24A647D0A584}">
      <dsp:nvSpPr>
        <dsp:cNvPr id="0" name=""/>
        <dsp:cNvSpPr/>
      </dsp:nvSpPr>
      <dsp:spPr>
        <a:xfrm>
          <a:off x="5798556" y="16345"/>
          <a:ext cx="1380920" cy="138092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B103C5-4B3A-4ACB-BEB8-05D3271BDC43}">
      <dsp:nvSpPr>
        <dsp:cNvPr id="0" name=""/>
        <dsp:cNvSpPr/>
      </dsp:nvSpPr>
      <dsp:spPr>
        <a:xfrm>
          <a:off x="6088550" y="306339"/>
          <a:ext cx="800933" cy="8009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D90F7-72CA-4F41-90CB-551A62F1E9F4}">
      <dsp:nvSpPr>
        <dsp:cNvPr id="0" name=""/>
        <dsp:cNvSpPr/>
      </dsp:nvSpPr>
      <dsp:spPr>
        <a:xfrm>
          <a:off x="7475389" y="16345"/>
          <a:ext cx="3255027" cy="1380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Vision: Analyze visual data and images, recognize objects, faces, and handwriting.</a:t>
          </a:r>
        </a:p>
      </dsp:txBody>
      <dsp:txXfrm>
        <a:off x="7475389" y="16345"/>
        <a:ext cx="3255027" cy="1380920"/>
      </dsp:txXfrm>
    </dsp:sp>
    <dsp:sp modelId="{BE4FBC71-3B58-4CC3-8E50-536777B02311}">
      <dsp:nvSpPr>
        <dsp:cNvPr id="0" name=""/>
        <dsp:cNvSpPr/>
      </dsp:nvSpPr>
      <dsp:spPr>
        <a:xfrm>
          <a:off x="299533" y="1969640"/>
          <a:ext cx="1380920" cy="138092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CAA5B-B3FF-4909-B4E4-8FD770B49E59}">
      <dsp:nvSpPr>
        <dsp:cNvPr id="0" name=""/>
        <dsp:cNvSpPr/>
      </dsp:nvSpPr>
      <dsp:spPr>
        <a:xfrm>
          <a:off x="589527" y="2259633"/>
          <a:ext cx="800933" cy="8009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1CCC6-ACC8-4C75-8661-EC959627254C}">
      <dsp:nvSpPr>
        <dsp:cNvPr id="0" name=""/>
        <dsp:cNvSpPr/>
      </dsp:nvSpPr>
      <dsp:spPr>
        <a:xfrm>
          <a:off x="1976365" y="1969640"/>
          <a:ext cx="3255027" cy="1380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Language: NLP for extracting meaning from text, building conversational bots.</a:t>
          </a:r>
        </a:p>
      </dsp:txBody>
      <dsp:txXfrm>
        <a:off x="1976365" y="1969640"/>
        <a:ext cx="3255027" cy="1380920"/>
      </dsp:txXfrm>
    </dsp:sp>
    <dsp:sp modelId="{E2B03B6F-551E-48CE-9DF9-CD8ACADAFD70}">
      <dsp:nvSpPr>
        <dsp:cNvPr id="0" name=""/>
        <dsp:cNvSpPr/>
      </dsp:nvSpPr>
      <dsp:spPr>
        <a:xfrm>
          <a:off x="5798556" y="1969640"/>
          <a:ext cx="1380920" cy="138092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F307E-6FCD-48CB-BAF6-377A538CCD8A}">
      <dsp:nvSpPr>
        <dsp:cNvPr id="0" name=""/>
        <dsp:cNvSpPr/>
      </dsp:nvSpPr>
      <dsp:spPr>
        <a:xfrm>
          <a:off x="6088550" y="2259633"/>
          <a:ext cx="800933" cy="8009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F35EF-B7F5-4CE2-8C4E-86F7F337CFB4}">
      <dsp:nvSpPr>
        <dsp:cNvPr id="0" name=""/>
        <dsp:cNvSpPr/>
      </dsp:nvSpPr>
      <dsp:spPr>
        <a:xfrm>
          <a:off x="7475389" y="1969640"/>
          <a:ext cx="3255027" cy="1380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Decision: Build decision-making systems, detect anomalies in data, moderate content.</a:t>
          </a:r>
        </a:p>
      </dsp:txBody>
      <dsp:txXfrm>
        <a:off x="7475389" y="1969640"/>
        <a:ext cx="3255027" cy="1380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02/10/2025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6924045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6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Artificial Intelligence, Machine Learning, and Cognitive Services in Azure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4361" y="4942982"/>
            <a:ext cx="482763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LEARNING MICROSOFT AZURE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  <a:endParaRPr lang="en-US" sz="1000" kern="1200" cap="all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216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Understanding Artificial Intelligence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87E714-847B-8FE6-B83F-BC2ABC9E8B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708770"/>
              </p:ext>
            </p:extLst>
          </p:nvPr>
        </p:nvGraphicFramePr>
        <p:xfrm>
          <a:off x="581192" y="2340863"/>
          <a:ext cx="11029615" cy="3548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Azure OpenAI Service and GPT Evolution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1CA4A9-E06A-7FEB-3670-8BADB5DBFB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146762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Key AI Innovations in Azure</a:t>
            </a: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4534935" y="548639"/>
            <a:ext cx="6725899" cy="5841925"/>
          </a:xfrm>
        </p:spPr>
        <p:txBody>
          <a:bodyPr>
            <a:normAutofit/>
          </a:bodyPr>
          <a:lstStyle/>
          <a:p>
            <a:r>
              <a:rPr sz="2000" dirty="0"/>
              <a:t>Natural Language Processing (NLP): Used for chatbots, IVR systems, etc.</a:t>
            </a:r>
          </a:p>
          <a:p>
            <a:r>
              <a:rPr sz="2000" dirty="0"/>
              <a:t>Internet of Things (IoT): AI applied in smart homes, healthcare, transportation.</a:t>
            </a:r>
          </a:p>
          <a:p>
            <a:r>
              <a:rPr sz="2000" dirty="0"/>
              <a:t>Computer Vision (CV): Object recognition in self-driving cars, retail, and drones.</a:t>
            </a:r>
          </a:p>
          <a:p>
            <a:r>
              <a:rPr sz="2000" dirty="0"/>
              <a:t>Synthetic Data: Generated to protect sensitive info and train AI models.</a:t>
            </a:r>
          </a:p>
          <a:p>
            <a:r>
              <a:rPr sz="2000" dirty="0"/>
              <a:t>Edge AI: Deploy AI at the "edge," enabling real-time responses in devices.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AI in Action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5E2DA4-7C62-FC7F-00BD-4B4075FC2E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Starting with AI in Azure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7EB3187-FFFD-FA14-BFAA-F727295AF5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5067588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The Future of AI in Azure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3050DE8-EDC1-0617-4954-36BB057867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0041941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What is Machine Learning?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3EFB1E-6970-64F2-E135-6BB490AB83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2272567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Categories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>
                <a:solidFill>
                  <a:srgbClr val="FFFFFF"/>
                </a:solidFill>
              </a:rPr>
              <a:t>Supervised Learning: Trained on labeled data with known outputs. Example: Predicting house prices.</a:t>
            </a:r>
          </a:p>
          <a:p>
            <a:pPr>
              <a:lnSpc>
                <a:spcPct val="110000"/>
              </a:lnSpc>
            </a:pPr>
            <a:r>
              <a:rPr lang="en-US">
                <a:solidFill>
                  <a:srgbClr val="FFFFFF"/>
                </a:solidFill>
              </a:rPr>
              <a:t>Unsupervised Learning: Trained on unlabeled data to identify hidden patterns. Example: Customer segmentation.</a:t>
            </a:r>
          </a:p>
          <a:p>
            <a:pPr>
              <a:lnSpc>
                <a:spcPct val="110000"/>
              </a:lnSpc>
            </a:pPr>
            <a:r>
              <a:rPr lang="en-US">
                <a:solidFill>
                  <a:srgbClr val="FFFFFF"/>
                </a:solidFill>
              </a:rPr>
              <a:t>Reinforcement Learning: Trained to make decisions based on rewards or penalties. Example: Game AI or self-driving cars.</a:t>
            </a:r>
          </a:p>
        </p:txBody>
      </p:sp>
      <p:pic>
        <p:nvPicPr>
          <p:cNvPr id="1026" name="Picture 2" descr="What Is Reinforcement Learning? - MATLAB &amp; Simulink">
            <a:extLst>
              <a:ext uri="{FF2B5EF4-FFF2-40B4-BE49-F238E27FC236}">
                <a16:creationId xmlns:a16="http://schemas.microsoft.com/office/drawing/2014/main" id="{0D5FE906-4F79-9791-6FC2-91F0BC6AB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92231" y="1686800"/>
            <a:ext cx="6831503" cy="346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What is MLOps?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sz="2000" dirty="0"/>
              <a:t>Similar to DevOps, but for ML. </a:t>
            </a:r>
            <a:r>
              <a:rPr lang="en-US" sz="2000" dirty="0" err="1"/>
              <a:t>MLOps</a:t>
            </a:r>
            <a:r>
              <a:rPr lang="en-US" sz="2000" dirty="0"/>
              <a:t> automates the entire ML lifecycle from development to deployment.</a:t>
            </a:r>
          </a:p>
          <a:p>
            <a:r>
              <a:rPr lang="en-US" sz="2000" dirty="0"/>
              <a:t>Goal: Ensure scalability, reliability, and effective deployment of ML models.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Deep Learning in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 subset of ML that uses artificial neural networks with multiple layers.</a:t>
            </a:r>
          </a:p>
          <a:p>
            <a:r>
              <a:rPr lang="en-US">
                <a:solidFill>
                  <a:srgbClr val="FFFFFF"/>
                </a:solidFill>
              </a:rPr>
              <a:t>Key Applications: Autonomous vehicles, speech recognition, image classification, and medical diagnoses.</a:t>
            </a:r>
          </a:p>
        </p:txBody>
      </p:sp>
      <p:pic>
        <p:nvPicPr>
          <p:cNvPr id="2050" name="Picture 2" descr="Deep Learning vs Machine Learning: The Ultimate Battle.">
            <a:extLst>
              <a:ext uri="{FF2B5EF4-FFF2-40B4-BE49-F238E27FC236}">
                <a16:creationId xmlns:a16="http://schemas.microsoft.com/office/drawing/2014/main" id="{81DCF3A6-5EA4-F200-9C51-9E16A0546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95779" y="936141"/>
            <a:ext cx="6624406" cy="496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What is Ethical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t>Ethical AI focuses on designing AI systems that are fair, transparent, and responsible.</a:t>
            </a:r>
          </a:p>
          <a:p>
            <a:r>
              <a:t>Core Question: What should these systems be allowed to do?</a:t>
            </a:r>
          </a:p>
          <a:p>
            <a:r>
              <a:t>Ethical AI ensures that AI technologies maintain human dignity and don’t harm society.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Responsible AI Practices on Azure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sz="1800" dirty="0"/>
              <a:t>Microsoft developed </a:t>
            </a:r>
            <a:r>
              <a:rPr sz="1800" dirty="0" err="1"/>
              <a:t>Fairlearn</a:t>
            </a:r>
            <a:r>
              <a:rPr sz="1800" dirty="0"/>
              <a:t>, a toolkit to detect and mitigate fairness issues in AI models.</a:t>
            </a:r>
          </a:p>
          <a:p>
            <a:r>
              <a:rPr sz="1800" dirty="0"/>
              <a:t>Key Focus Areas: </a:t>
            </a:r>
            <a:endParaRPr lang="en-US" sz="1800" dirty="0"/>
          </a:p>
          <a:p>
            <a:pPr lvl="1"/>
            <a:r>
              <a:rPr sz="1600" dirty="0"/>
              <a:t>Fairness in data and algorithms</a:t>
            </a:r>
            <a:r>
              <a:rPr lang="en-US" sz="1600" dirty="0"/>
              <a:t>.</a:t>
            </a:r>
          </a:p>
          <a:p>
            <a:pPr lvl="1"/>
            <a:r>
              <a:rPr sz="1600" dirty="0"/>
              <a:t>Transparency and accountability</a:t>
            </a:r>
            <a:r>
              <a:rPr lang="en-US" sz="1600" dirty="0"/>
              <a:t>.</a:t>
            </a:r>
          </a:p>
          <a:p>
            <a:pPr lvl="1"/>
            <a:r>
              <a:rPr sz="1600" dirty="0"/>
              <a:t>Mitigation of biased decisions.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Introduction to Azure AI and Cognitive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 fontScale="92500" lnSpcReduction="20000"/>
          </a:bodyPr>
          <a:lstStyle/>
          <a:p>
            <a:r>
              <a:rPr sz="2000" dirty="0"/>
              <a:t>Overview</a:t>
            </a:r>
            <a:r>
              <a:rPr lang="en-US" sz="2000" dirty="0"/>
              <a:t>:</a:t>
            </a:r>
          </a:p>
          <a:p>
            <a:pPr lvl="1"/>
            <a:r>
              <a:rPr lang="en-US" sz="1800" dirty="0"/>
              <a:t>A</a:t>
            </a:r>
            <a:r>
              <a:rPr sz="1800" dirty="0"/>
              <a:t> suite of </a:t>
            </a:r>
            <a:r>
              <a:rPr lang="en-US" sz="1800" dirty="0"/>
              <a:t>powerful APIs that enable developers to </a:t>
            </a:r>
            <a:r>
              <a:rPr sz="1800" dirty="0"/>
              <a:t>add intelligent features into their applications.</a:t>
            </a:r>
          </a:p>
          <a:p>
            <a:r>
              <a:rPr sz="2000" dirty="0"/>
              <a:t>Key Features: </a:t>
            </a:r>
            <a:endParaRPr lang="en-US" sz="2000" dirty="0"/>
          </a:p>
          <a:p>
            <a:pPr lvl="1"/>
            <a:r>
              <a:rPr lang="en-US" sz="1800" dirty="0"/>
              <a:t>Pre-built APIs for vision, speech, language, and decision-making tasks.</a:t>
            </a:r>
          </a:p>
          <a:p>
            <a:pPr lvl="1"/>
            <a:r>
              <a:rPr lang="en-US" sz="1800" dirty="0"/>
              <a:t>No deep AI knowledge required to integrate.</a:t>
            </a:r>
          </a:p>
          <a:p>
            <a:pPr lvl="1"/>
            <a:r>
              <a:rPr lang="en-US" sz="1800" dirty="0"/>
              <a:t>Accessible via REST APIs, SDKs, and services that can run in the cloud or on edge devices.</a:t>
            </a:r>
          </a:p>
          <a:p>
            <a:r>
              <a:rPr lang="en-US" sz="2000" dirty="0"/>
              <a:t>Use Cases:</a:t>
            </a:r>
          </a:p>
          <a:p>
            <a:pPr lvl="1"/>
            <a:r>
              <a:rPr lang="en-US" sz="1800" dirty="0"/>
              <a:t>Add speech recognition to call centers.</a:t>
            </a:r>
          </a:p>
          <a:p>
            <a:pPr lvl="1"/>
            <a:r>
              <a:rPr lang="en-US" sz="1800" dirty="0"/>
              <a:t>Automate text analysis in document workflows.</a:t>
            </a:r>
          </a:p>
          <a:p>
            <a:pPr lvl="1"/>
            <a:r>
              <a:rPr lang="en-US" sz="1800" dirty="0"/>
              <a:t>Implement intelligent chatbots for customer service.</a:t>
            </a:r>
            <a:endParaRPr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/>
              <a:t>Key Benefits of Using Azure AI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332ECAF9-5C15-53BB-B005-83C692CDEF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9500453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682" y="39839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Cognitive Services 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5B1924-1739-B09A-77E7-3FF4667F6E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5359590"/>
              </p:ext>
            </p:extLst>
          </p:nvPr>
        </p:nvGraphicFramePr>
        <p:xfrm>
          <a:off x="578348" y="1745545"/>
          <a:ext cx="11029950" cy="3366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24E482-C70C-1BCD-29D9-E93B274CDE1F}"/>
              </a:ext>
            </a:extLst>
          </p:cNvPr>
          <p:cNvSpPr txBox="1"/>
          <p:nvPr/>
        </p:nvSpPr>
        <p:spPr>
          <a:xfrm>
            <a:off x="786580" y="5269694"/>
            <a:ext cx="8809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Examples: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Speech-to-text in real-time meetings.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Image tagging for e-commerce product catalogs.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Customer service chatbots using natural language understanding.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Speech Services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Key Features: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Speech-to-text for converting spoken language into text.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Text-to-speech for creating natural-sounding audio from text.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Speech translation across multiple languages.</a:t>
            </a:r>
          </a:p>
          <a:p>
            <a:pPr>
              <a:lnSpc>
                <a:spcPct val="110000"/>
              </a:lnSpc>
            </a:pPr>
            <a:r>
              <a:rPr lang="en-US"/>
              <a:t>Customization: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Train custom speech models to recognize industry-specific jargon (e.g., healthcare terms).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Adapt the service to regional accents and dialects.</a:t>
            </a:r>
          </a:p>
          <a:p>
            <a:pPr>
              <a:lnSpc>
                <a:spcPct val="110000"/>
              </a:lnSpc>
            </a:pPr>
            <a:r>
              <a:rPr lang="en-US"/>
              <a:t>Example: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Implement real-time captioning for accessibility during live events.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Use speech synthesis in automated phone systems.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Vision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Computer Vision:</a:t>
            </a:r>
          </a:p>
          <a:p>
            <a:pPr lvl="1"/>
            <a:r>
              <a:rPr lang="en-US" dirty="0"/>
              <a:t>Image recognition, object detection, and optical character recognition (OCR) for text extraction.</a:t>
            </a:r>
          </a:p>
          <a:p>
            <a:pPr lvl="1"/>
            <a:r>
              <a:rPr lang="en-US" dirty="0"/>
              <a:t>Custom vision to build your own image classification models.</a:t>
            </a:r>
          </a:p>
          <a:p>
            <a:r>
              <a:rPr lang="en-US" dirty="0"/>
              <a:t>Face API:</a:t>
            </a:r>
          </a:p>
          <a:p>
            <a:pPr lvl="1"/>
            <a:r>
              <a:rPr lang="en-US" dirty="0"/>
              <a:t>Detect and recognize human faces in images or video streams.</a:t>
            </a:r>
          </a:p>
          <a:p>
            <a:pPr lvl="1"/>
            <a:r>
              <a:rPr lang="en-US" dirty="0"/>
              <a:t>Features include emotion detection, age estimation, and face identification.</a:t>
            </a:r>
          </a:p>
          <a:p>
            <a:r>
              <a:rPr lang="en-US" dirty="0"/>
              <a:t>Use Case Example:</a:t>
            </a:r>
          </a:p>
          <a:p>
            <a:pPr lvl="1"/>
            <a:r>
              <a:rPr lang="en-US" dirty="0"/>
              <a:t>Inventory management with object detection and tagging.</a:t>
            </a:r>
          </a:p>
          <a:p>
            <a:pPr lvl="1"/>
            <a:r>
              <a:rPr lang="en-US" dirty="0"/>
              <a:t>Automated identity verification in banking apps using facial recognition. </a:t>
            </a:r>
          </a:p>
          <a:p>
            <a:pPr lvl="1"/>
            <a:r>
              <a:rPr lang="en-US" dirty="0"/>
              <a:t>How OCR extracts data from a scanned invoice.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Language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Natural Language Processing (NLP):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Text analytics for sentiment analysis, key phrase extraction, language detection, and entity recognition.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 err="1"/>
              <a:t>QnA</a:t>
            </a:r>
            <a:r>
              <a:rPr lang="en-US" dirty="0"/>
              <a:t> Maker: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Build a question-and-answer system from structured data sources like FAQs.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/>
              <a:t>LUIS (Language Understanding Intelligent Service):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Build custom models that understand intent and extract information from conversations.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/>
              <a:t>Use Cases: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Build conversational AI for customer support chatbots.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Enhance document workflows by extracting key information from contracts or emails. 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Deploy sentiment analysis to monitor social media feedback.</a:t>
            </a:r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Decision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Anomaly Detector:</a:t>
            </a:r>
          </a:p>
          <a:p>
            <a:pPr lvl="1"/>
            <a:r>
              <a:rPr lang="en-US" dirty="0"/>
              <a:t>Detect irregular patterns in time-series data (e.g., detecting fraud in transaction data).</a:t>
            </a:r>
          </a:p>
          <a:p>
            <a:r>
              <a:rPr lang="en-US" dirty="0"/>
              <a:t>Content Moderator:</a:t>
            </a:r>
          </a:p>
          <a:p>
            <a:pPr lvl="1"/>
            <a:r>
              <a:rPr lang="en-US" dirty="0"/>
              <a:t>Automatically flag inappropriate or offensive content in images, text, and video.</a:t>
            </a:r>
          </a:p>
          <a:p>
            <a:r>
              <a:rPr lang="en-US" dirty="0"/>
              <a:t>Personalizer:</a:t>
            </a:r>
          </a:p>
          <a:p>
            <a:pPr lvl="1"/>
            <a:r>
              <a:rPr lang="en-US" dirty="0"/>
              <a:t>Deliver personalized recommendations by learning from user interactions.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Use anomaly detection in predictive maintenance for machinery.</a:t>
            </a:r>
          </a:p>
          <a:p>
            <a:pPr lvl="1"/>
            <a:r>
              <a:rPr lang="en-US" dirty="0"/>
              <a:t>Moderate user-generated content on a social platform.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Machine Learning (ML)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/>
              <a:t>Comprehensive platform to manage the entire machine learning lifecycle: from data preparation to model deployment and monitoring.</a:t>
            </a:r>
          </a:p>
          <a:p>
            <a:r>
              <a:rPr lang="en-US"/>
              <a:t>Key Features:</a:t>
            </a:r>
          </a:p>
          <a:p>
            <a:pPr lvl="1"/>
            <a:r>
              <a:rPr lang="en-US"/>
              <a:t>Build, train, and deploy ML models at scale.</a:t>
            </a:r>
          </a:p>
          <a:p>
            <a:pPr lvl="1"/>
            <a:r>
              <a:rPr lang="en-US"/>
              <a:t>Support for popular frameworks (TensorFlow, PyTorch, scikit-learn).</a:t>
            </a:r>
          </a:p>
          <a:p>
            <a:pPr lvl="1"/>
            <a:r>
              <a:rPr lang="en-US"/>
              <a:t>Seamless integration with Azure DevOps and CI/CD pipelines for MLOps.</a:t>
            </a:r>
          </a:p>
          <a:p>
            <a:r>
              <a:rPr lang="en-US"/>
              <a:t>MLOps:</a:t>
            </a:r>
          </a:p>
          <a:p>
            <a:pPr lvl="1"/>
            <a:r>
              <a:rPr lang="en-US"/>
              <a:t>Automate and streamline the continuous training and deployment of models with Azure DevOps.</a:t>
            </a:r>
          </a:p>
          <a:p>
            <a:r>
              <a:rPr lang="en-US"/>
              <a:t>Use Case Example:</a:t>
            </a:r>
          </a:p>
          <a:p>
            <a:pPr lvl="1"/>
            <a:r>
              <a:rPr lang="en-US"/>
              <a:t>Real-time predictive analytics for fraud detection in financial transactions.</a:t>
            </a:r>
          </a:p>
          <a:p>
            <a:pPr lvl="1"/>
            <a:r>
              <a:rPr lang="en-US"/>
              <a:t>Customer segmentation and recommendation models for e-commerce.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Azure ML Studio and AutoML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31523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1500"/>
              <a:t>Azure ML Studio: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Web-based interface to develop, train, and deploy ML models using drag-and-drop workflows.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Supports both code-first and no-code experiences.</a:t>
            </a:r>
          </a:p>
          <a:p>
            <a:pPr>
              <a:lnSpc>
                <a:spcPct val="110000"/>
              </a:lnSpc>
            </a:pPr>
            <a:r>
              <a:rPr lang="en-US" sz="1500"/>
              <a:t>Automated ML (AutoML):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No-code machine learning where Azure automatically selects the best models and hyperparameters.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Ideal for business users or beginners in ML.</a:t>
            </a:r>
          </a:p>
          <a:p>
            <a:pPr>
              <a:lnSpc>
                <a:spcPct val="110000"/>
              </a:lnSpc>
            </a:pPr>
            <a:r>
              <a:rPr lang="en-US" sz="1500"/>
              <a:t>Use Case Example: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Rapidly prototype a customer churn prediction model using AutoML.</a:t>
            </a:r>
          </a:p>
        </p:txBody>
      </p:sp>
      <p:pic>
        <p:nvPicPr>
          <p:cNvPr id="4098" name="Picture 2" descr="Introduction to Azure Machine Learning | by Valentina Alto | Microsoft Azure  | Medium">
            <a:extLst>
              <a:ext uri="{FF2B5EF4-FFF2-40B4-BE49-F238E27FC236}">
                <a16:creationId xmlns:a16="http://schemas.microsoft.com/office/drawing/2014/main" id="{1CAACAAB-2432-6B8F-1845-083CE9BE4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9349" y="3876262"/>
            <a:ext cx="5531602" cy="277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AI Builder for Power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AI Builder: No-code AI solutions that integrate with Power Apps and Power Automate.</a:t>
            </a:r>
          </a:p>
          <a:p>
            <a:r>
              <a:rPr lang="en-US" dirty="0"/>
              <a:t>Key Features:</a:t>
            </a:r>
          </a:p>
          <a:p>
            <a:pPr lvl="1"/>
            <a:r>
              <a:rPr lang="en-US" dirty="0"/>
              <a:t>Pre-built models for tasks like form processing, object detection, and text recognition.</a:t>
            </a:r>
          </a:p>
          <a:p>
            <a:pPr lvl="1"/>
            <a:r>
              <a:rPr lang="en-US" dirty="0"/>
              <a:t>Easy deployment in business applications with drag-and-drop simplicity.</a:t>
            </a:r>
          </a:p>
          <a:p>
            <a:r>
              <a:rPr lang="en-US" dirty="0"/>
              <a:t>Use Case Example:</a:t>
            </a:r>
          </a:p>
          <a:p>
            <a:pPr lvl="1"/>
            <a:r>
              <a:rPr lang="en-US" dirty="0"/>
              <a:t>Automate document approval processes by extracting data from forms.</a:t>
            </a:r>
          </a:p>
          <a:p>
            <a:pPr lvl="1"/>
            <a:r>
              <a:rPr lang="en-US" dirty="0"/>
              <a:t>Build AI-powered mobile apps that recognize products in real-time for inventory management.</a:t>
            </a:r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Applied AI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Form Recognizer: Extracts structured data from invoices, receipts, and business forms.</a:t>
            </a:r>
          </a:p>
          <a:p>
            <a:r>
              <a:rPr lang="en-US" dirty="0"/>
              <a:t>Azure Cognitive Search: Leverages AI to extract insights from all kinds of content (documents, images).</a:t>
            </a:r>
          </a:p>
          <a:p>
            <a:r>
              <a:rPr lang="en-US" dirty="0"/>
              <a:t>Azure Bot Service: Build intelligent chatbots that integrate with multiple communication channels.</a:t>
            </a:r>
          </a:p>
          <a:p>
            <a:r>
              <a:rPr lang="en-US" dirty="0"/>
              <a:t>Use Case Example:</a:t>
            </a:r>
          </a:p>
          <a:p>
            <a:pPr lvl="1"/>
            <a:r>
              <a:rPr lang="en-US" dirty="0"/>
              <a:t>Automate customer service with bots that answer common inquiries.</a:t>
            </a:r>
          </a:p>
          <a:p>
            <a:pPr lvl="1"/>
            <a:r>
              <a:rPr lang="en-US" dirty="0"/>
              <a:t>Streamline document processing workflows by extracting and indexing key data from forms.</a:t>
            </a:r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585493-89F0-4F75-99E0-3DC92A3D1D61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3477</TotalTime>
  <Words>1513</Words>
  <Application>Microsoft Office PowerPoint</Application>
  <PresentationFormat>Widescreen</PresentationFormat>
  <Paragraphs>156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Arial Nova Light</vt:lpstr>
      <vt:lpstr>Gill Sans MT</vt:lpstr>
      <vt:lpstr>Wingdings 2</vt:lpstr>
      <vt:lpstr>DividendVTI</vt:lpstr>
      <vt:lpstr> CHAPTER 6 Artificial Intelligence, Machine Learning, and Cognitive Services in Azure</vt:lpstr>
      <vt:lpstr>Understanding Artificial Intelligence</vt:lpstr>
      <vt:lpstr>Azure OpenAI Service and GPT Evolution</vt:lpstr>
      <vt:lpstr>Key AI Innovations in Azure</vt:lpstr>
      <vt:lpstr>Generative AI in Action</vt:lpstr>
      <vt:lpstr>Starting with AI in Azure</vt:lpstr>
      <vt:lpstr>The Future of AI in Azure</vt:lpstr>
      <vt:lpstr>What is Machine Learning?</vt:lpstr>
      <vt:lpstr>Categories of Machine Learning</vt:lpstr>
      <vt:lpstr>What is MLOps?</vt:lpstr>
      <vt:lpstr>Deep Learning in ML</vt:lpstr>
      <vt:lpstr>What is Ethical AI?</vt:lpstr>
      <vt:lpstr>Responsible AI Practices on Azure</vt:lpstr>
      <vt:lpstr>Introduction to Azure AI and Cognitive Services</vt:lpstr>
      <vt:lpstr>Key Benefits of Using Azure AI</vt:lpstr>
      <vt:lpstr>Cognitive Services Overview</vt:lpstr>
      <vt:lpstr>Speech Services</vt:lpstr>
      <vt:lpstr>Vision Services</vt:lpstr>
      <vt:lpstr>Language Services</vt:lpstr>
      <vt:lpstr>Decision Services</vt:lpstr>
      <vt:lpstr>Azure Machine Learning (ML) Overview</vt:lpstr>
      <vt:lpstr>Azure ML Studio and AutoML</vt:lpstr>
      <vt:lpstr>AI Builder for Power Platform</vt:lpstr>
      <vt:lpstr>Applied AI 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39</cp:revision>
  <dcterms:created xsi:type="dcterms:W3CDTF">2024-08-20T00:20:53Z</dcterms:created>
  <dcterms:modified xsi:type="dcterms:W3CDTF">2025-10-02T10:42:02Z</dcterms:modified>
</cp:coreProperties>
</file>