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22"/>
  </p:notesMasterIdLst>
  <p:sldIdLst>
    <p:sldId id="324" r:id="rId2"/>
    <p:sldId id="326" r:id="rId3"/>
    <p:sldId id="325" r:id="rId4"/>
    <p:sldId id="327" r:id="rId5"/>
    <p:sldId id="328" r:id="rId6"/>
    <p:sldId id="329" r:id="rId7"/>
    <p:sldId id="330" r:id="rId8"/>
    <p:sldId id="331" r:id="rId9"/>
    <p:sldId id="334" r:id="rId10"/>
    <p:sldId id="333" r:id="rId11"/>
    <p:sldId id="339" r:id="rId12"/>
    <p:sldId id="340" r:id="rId13"/>
    <p:sldId id="341" r:id="rId14"/>
    <p:sldId id="342" r:id="rId15"/>
    <p:sldId id="335" r:id="rId16"/>
    <p:sldId id="336" r:id="rId17"/>
    <p:sldId id="337" r:id="rId18"/>
    <p:sldId id="346" r:id="rId19"/>
    <p:sldId id="347" r:id="rId20"/>
    <p:sldId id="338" r:id="rId2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1 - Book 1" id="{D15D7E3E-8FD9-4610-863C-B56B55DD36A7}">
          <p14:sldIdLst>
            <p14:sldId id="324"/>
            <p14:sldId id="326"/>
            <p14:sldId id="325"/>
            <p14:sldId id="327"/>
            <p14:sldId id="328"/>
            <p14:sldId id="329"/>
            <p14:sldId id="330"/>
            <p14:sldId id="331"/>
            <p14:sldId id="334"/>
            <p14:sldId id="333"/>
            <p14:sldId id="339"/>
            <p14:sldId id="340"/>
            <p14:sldId id="341"/>
            <p14:sldId id="342"/>
            <p14:sldId id="335"/>
            <p14:sldId id="336"/>
            <p14:sldId id="337"/>
            <p14:sldId id="346"/>
            <p14:sldId id="347"/>
            <p14:sldId id="3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941"/>
    <a:srgbClr val="3E62DB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4" Type="http://schemas.openxmlformats.org/officeDocument/2006/relationships/image" Target="../media/image36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image" Target="../media/image38.svg"/><Relationship Id="rId16" Type="http://schemas.openxmlformats.org/officeDocument/2006/relationships/image" Target="../media/image52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Relationship Id="rId14" Type="http://schemas.openxmlformats.org/officeDocument/2006/relationships/image" Target="../media/image5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4" Type="http://schemas.openxmlformats.org/officeDocument/2006/relationships/image" Target="../media/image36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image" Target="../media/image38.svg"/><Relationship Id="rId16" Type="http://schemas.openxmlformats.org/officeDocument/2006/relationships/image" Target="../media/image52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Relationship Id="rId14" Type="http://schemas.openxmlformats.org/officeDocument/2006/relationships/image" Target="../media/image5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8937E3-50B1-4EB9-B829-4AAB5B00D28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7C0E433-8026-47FF-B47F-5F5718390ED4}">
      <dgm:prSet/>
      <dgm:spPr/>
      <dgm:t>
        <a:bodyPr/>
        <a:lstStyle/>
        <a:p>
          <a:r>
            <a:rPr lang="en-US" b="1" dirty="0"/>
            <a:t>IBM</a:t>
          </a:r>
        </a:p>
        <a:p>
          <a:r>
            <a:rPr lang="en-US" dirty="0"/>
            <a:t>Cloud computing is a model of computing where scalable and elastic IT-related capabilities are provided as a service to external customers using Internet technologies.</a:t>
          </a:r>
        </a:p>
      </dgm:t>
    </dgm:pt>
    <dgm:pt modelId="{4A3E64D9-A286-481F-B5B0-1DB00B5788F8}" type="parTrans" cxnId="{2E7E0AD6-47CC-409D-A71A-4900BF0A56B3}">
      <dgm:prSet/>
      <dgm:spPr/>
      <dgm:t>
        <a:bodyPr/>
        <a:lstStyle/>
        <a:p>
          <a:endParaRPr lang="en-US"/>
        </a:p>
      </dgm:t>
    </dgm:pt>
    <dgm:pt modelId="{3F1FFC8F-898D-4C7F-995F-DA15F9A92233}" type="sibTrans" cxnId="{2E7E0AD6-47CC-409D-A71A-4900BF0A56B3}">
      <dgm:prSet/>
      <dgm:spPr/>
      <dgm:t>
        <a:bodyPr/>
        <a:lstStyle/>
        <a:p>
          <a:endParaRPr lang="en-US"/>
        </a:p>
      </dgm:t>
    </dgm:pt>
    <dgm:pt modelId="{A28B3ED8-321E-476A-9A2C-50D87608B4EE}">
      <dgm:prSet/>
      <dgm:spPr/>
      <dgm:t>
        <a:bodyPr/>
        <a:lstStyle/>
        <a:p>
          <a:r>
            <a:rPr lang="en-US" b="1" dirty="0"/>
            <a:t>Microsoft Azure</a:t>
          </a:r>
        </a:p>
        <a:p>
          <a:r>
            <a:rPr lang="en-US" dirty="0"/>
            <a:t>Cloud computing is the delivery of computing services—including servers, storage, databases, networking, software, and more—over the cloud (the Internet) to offer faster innovation, flexible resources, and economies of scale.</a:t>
          </a:r>
        </a:p>
      </dgm:t>
    </dgm:pt>
    <dgm:pt modelId="{9D602756-B10E-45DF-85E5-01017B1D8884}" type="parTrans" cxnId="{FC430DA1-BDD9-4249-85C5-E237E8EB6C37}">
      <dgm:prSet/>
      <dgm:spPr/>
      <dgm:t>
        <a:bodyPr/>
        <a:lstStyle/>
        <a:p>
          <a:endParaRPr lang="en-US"/>
        </a:p>
      </dgm:t>
    </dgm:pt>
    <dgm:pt modelId="{7EDC11C9-A4E2-4518-BDF7-18097F8AAF24}" type="sibTrans" cxnId="{FC430DA1-BDD9-4249-85C5-E237E8EB6C37}">
      <dgm:prSet/>
      <dgm:spPr/>
      <dgm:t>
        <a:bodyPr/>
        <a:lstStyle/>
        <a:p>
          <a:endParaRPr lang="en-US"/>
        </a:p>
      </dgm:t>
    </dgm:pt>
    <dgm:pt modelId="{91F43B36-698D-4C8F-B4A0-61F3C510DAC0}">
      <dgm:prSet/>
      <dgm:spPr/>
      <dgm:t>
        <a:bodyPr/>
        <a:lstStyle/>
        <a:p>
          <a:r>
            <a:rPr lang="en-US" b="1" dirty="0"/>
            <a:t>Amazon Web Services (AWS)</a:t>
          </a:r>
        </a:p>
        <a:p>
          <a:r>
            <a:rPr lang="en-US" dirty="0"/>
            <a:t>Cloud computing is the on-demand delivery of IT resources via the internet with pay-as-you-go pricing. Instead of buying and managing physical servers and other datacenter infrastructure, you simply pay for what you use when you use it.</a:t>
          </a:r>
        </a:p>
      </dgm:t>
    </dgm:pt>
    <dgm:pt modelId="{C76ABABA-7C9B-490A-B5CF-5438D020F5CF}" type="parTrans" cxnId="{1E8200E8-9950-4DB3-BB97-7B34A35713DC}">
      <dgm:prSet/>
      <dgm:spPr/>
      <dgm:t>
        <a:bodyPr/>
        <a:lstStyle/>
        <a:p>
          <a:endParaRPr lang="en-US"/>
        </a:p>
      </dgm:t>
    </dgm:pt>
    <dgm:pt modelId="{54462F55-406D-42BB-8BC6-E48C1AD5D4F3}" type="sibTrans" cxnId="{1E8200E8-9950-4DB3-BB97-7B34A35713DC}">
      <dgm:prSet/>
      <dgm:spPr/>
      <dgm:t>
        <a:bodyPr/>
        <a:lstStyle/>
        <a:p>
          <a:endParaRPr lang="en-US"/>
        </a:p>
      </dgm:t>
    </dgm:pt>
    <dgm:pt modelId="{B9A2A357-D1DA-434C-A8B4-C6570664F247}">
      <dgm:prSet/>
      <dgm:spPr/>
      <dgm:t>
        <a:bodyPr/>
        <a:lstStyle/>
        <a:p>
          <a:r>
            <a:rPr lang="en-US" b="1" dirty="0"/>
            <a:t>Google Cloud</a:t>
          </a:r>
        </a:p>
        <a:p>
          <a:r>
            <a:rPr lang="en-US" dirty="0"/>
            <a:t>Cloud computing refers to the delivery of computing services over the internet—everything from servers, storage, databases, networking, software, analytics, and intelligence. </a:t>
          </a:r>
        </a:p>
      </dgm:t>
    </dgm:pt>
    <dgm:pt modelId="{3E9FD695-17B2-43B1-8D43-E2EDDDB5642B}" type="parTrans" cxnId="{5A1ED825-90A6-402B-BDFB-266406A747EB}">
      <dgm:prSet/>
      <dgm:spPr/>
      <dgm:t>
        <a:bodyPr/>
        <a:lstStyle/>
        <a:p>
          <a:endParaRPr lang="en-US"/>
        </a:p>
      </dgm:t>
    </dgm:pt>
    <dgm:pt modelId="{42D9DA71-CC64-4BC9-AC04-20005BAF10A2}" type="sibTrans" cxnId="{5A1ED825-90A6-402B-BDFB-266406A747EB}">
      <dgm:prSet/>
      <dgm:spPr/>
      <dgm:t>
        <a:bodyPr/>
        <a:lstStyle/>
        <a:p>
          <a:endParaRPr lang="en-US"/>
        </a:p>
      </dgm:t>
    </dgm:pt>
    <dgm:pt modelId="{10CE6838-CA0B-41FA-BEBD-7F9F736B44AE}" type="pres">
      <dgm:prSet presAssocID="{B18937E3-50B1-4EB9-B829-4AAB5B00D289}" presName="vert0" presStyleCnt="0">
        <dgm:presLayoutVars>
          <dgm:dir/>
          <dgm:animOne val="branch"/>
          <dgm:animLvl val="lvl"/>
        </dgm:presLayoutVars>
      </dgm:prSet>
      <dgm:spPr/>
    </dgm:pt>
    <dgm:pt modelId="{4451A584-A8D0-48DD-BB27-A63FDEF0FA6A}" type="pres">
      <dgm:prSet presAssocID="{67C0E433-8026-47FF-B47F-5F5718390ED4}" presName="thickLine" presStyleLbl="alignNode1" presStyleIdx="0" presStyleCnt="4"/>
      <dgm:spPr/>
    </dgm:pt>
    <dgm:pt modelId="{4DAD13E8-565D-45DA-8587-6E3D4DBAD3D6}" type="pres">
      <dgm:prSet presAssocID="{67C0E433-8026-47FF-B47F-5F5718390ED4}" presName="horz1" presStyleCnt="0"/>
      <dgm:spPr/>
    </dgm:pt>
    <dgm:pt modelId="{70092C81-8192-4DA4-94FB-C53548668783}" type="pres">
      <dgm:prSet presAssocID="{67C0E433-8026-47FF-B47F-5F5718390ED4}" presName="tx1" presStyleLbl="revTx" presStyleIdx="0" presStyleCnt="4"/>
      <dgm:spPr/>
    </dgm:pt>
    <dgm:pt modelId="{8A70AD3B-BF1E-4E32-AA0C-9B8EE3DC96F8}" type="pres">
      <dgm:prSet presAssocID="{67C0E433-8026-47FF-B47F-5F5718390ED4}" presName="vert1" presStyleCnt="0"/>
      <dgm:spPr/>
    </dgm:pt>
    <dgm:pt modelId="{A5C343B3-2EC5-4774-A0C9-3700A426BC56}" type="pres">
      <dgm:prSet presAssocID="{A28B3ED8-321E-476A-9A2C-50D87608B4EE}" presName="thickLine" presStyleLbl="alignNode1" presStyleIdx="1" presStyleCnt="4"/>
      <dgm:spPr/>
    </dgm:pt>
    <dgm:pt modelId="{BEA1B249-BF94-444E-B4B3-ED77388F02E5}" type="pres">
      <dgm:prSet presAssocID="{A28B3ED8-321E-476A-9A2C-50D87608B4EE}" presName="horz1" presStyleCnt="0"/>
      <dgm:spPr/>
    </dgm:pt>
    <dgm:pt modelId="{719FFE39-D48D-49B7-913D-EFFBF23DAD83}" type="pres">
      <dgm:prSet presAssocID="{A28B3ED8-321E-476A-9A2C-50D87608B4EE}" presName="tx1" presStyleLbl="revTx" presStyleIdx="1" presStyleCnt="4"/>
      <dgm:spPr/>
    </dgm:pt>
    <dgm:pt modelId="{B0FDA097-10E4-4A0E-9DDC-C2649C6E0F47}" type="pres">
      <dgm:prSet presAssocID="{A28B3ED8-321E-476A-9A2C-50D87608B4EE}" presName="vert1" presStyleCnt="0"/>
      <dgm:spPr/>
    </dgm:pt>
    <dgm:pt modelId="{B9462304-F7F3-421D-A9E3-DFB6A5A83D43}" type="pres">
      <dgm:prSet presAssocID="{91F43B36-698D-4C8F-B4A0-61F3C510DAC0}" presName="thickLine" presStyleLbl="alignNode1" presStyleIdx="2" presStyleCnt="4"/>
      <dgm:spPr/>
    </dgm:pt>
    <dgm:pt modelId="{A9A5A9D0-BF48-4365-B595-45542CEC553B}" type="pres">
      <dgm:prSet presAssocID="{91F43B36-698D-4C8F-B4A0-61F3C510DAC0}" presName="horz1" presStyleCnt="0"/>
      <dgm:spPr/>
    </dgm:pt>
    <dgm:pt modelId="{82FE0125-A4CC-4C5C-A8DC-A0539C4AB705}" type="pres">
      <dgm:prSet presAssocID="{91F43B36-698D-4C8F-B4A0-61F3C510DAC0}" presName="tx1" presStyleLbl="revTx" presStyleIdx="2" presStyleCnt="4"/>
      <dgm:spPr/>
    </dgm:pt>
    <dgm:pt modelId="{F7102C95-4AE6-4C49-A33D-E291C07EF8B3}" type="pres">
      <dgm:prSet presAssocID="{91F43B36-698D-4C8F-B4A0-61F3C510DAC0}" presName="vert1" presStyleCnt="0"/>
      <dgm:spPr/>
    </dgm:pt>
    <dgm:pt modelId="{A731266E-6A97-491A-A9BD-9C21D8B85D22}" type="pres">
      <dgm:prSet presAssocID="{B9A2A357-D1DA-434C-A8B4-C6570664F247}" presName="thickLine" presStyleLbl="alignNode1" presStyleIdx="3" presStyleCnt="4"/>
      <dgm:spPr/>
    </dgm:pt>
    <dgm:pt modelId="{FA046B61-D07C-4335-933E-6E7F10111F27}" type="pres">
      <dgm:prSet presAssocID="{B9A2A357-D1DA-434C-A8B4-C6570664F247}" presName="horz1" presStyleCnt="0"/>
      <dgm:spPr/>
    </dgm:pt>
    <dgm:pt modelId="{DB4E011D-5EED-4DBA-9AF4-94892FA68486}" type="pres">
      <dgm:prSet presAssocID="{B9A2A357-D1DA-434C-A8B4-C6570664F247}" presName="tx1" presStyleLbl="revTx" presStyleIdx="3" presStyleCnt="4"/>
      <dgm:spPr/>
    </dgm:pt>
    <dgm:pt modelId="{E95B7187-5585-47BF-A436-A3AC9B16299A}" type="pres">
      <dgm:prSet presAssocID="{B9A2A357-D1DA-434C-A8B4-C6570664F247}" presName="vert1" presStyleCnt="0"/>
      <dgm:spPr/>
    </dgm:pt>
  </dgm:ptLst>
  <dgm:cxnLst>
    <dgm:cxn modelId="{5A1ED825-90A6-402B-BDFB-266406A747EB}" srcId="{B18937E3-50B1-4EB9-B829-4AAB5B00D289}" destId="{B9A2A357-D1DA-434C-A8B4-C6570664F247}" srcOrd="3" destOrd="0" parTransId="{3E9FD695-17B2-43B1-8D43-E2EDDDB5642B}" sibTransId="{42D9DA71-CC64-4BC9-AC04-20005BAF10A2}"/>
    <dgm:cxn modelId="{75315A4C-0B3E-4427-8B79-131B77DB3236}" type="presOf" srcId="{B9A2A357-D1DA-434C-A8B4-C6570664F247}" destId="{DB4E011D-5EED-4DBA-9AF4-94892FA68486}" srcOrd="0" destOrd="0" presId="urn:microsoft.com/office/officeart/2008/layout/LinedList"/>
    <dgm:cxn modelId="{119E444F-626E-45C4-8861-F1E578148C28}" type="presOf" srcId="{91F43B36-698D-4C8F-B4A0-61F3C510DAC0}" destId="{82FE0125-A4CC-4C5C-A8DC-A0539C4AB705}" srcOrd="0" destOrd="0" presId="urn:microsoft.com/office/officeart/2008/layout/LinedList"/>
    <dgm:cxn modelId="{FC430DA1-BDD9-4249-85C5-E237E8EB6C37}" srcId="{B18937E3-50B1-4EB9-B829-4AAB5B00D289}" destId="{A28B3ED8-321E-476A-9A2C-50D87608B4EE}" srcOrd="1" destOrd="0" parTransId="{9D602756-B10E-45DF-85E5-01017B1D8884}" sibTransId="{7EDC11C9-A4E2-4518-BDF7-18097F8AAF24}"/>
    <dgm:cxn modelId="{1F3258A9-D298-492D-8BBC-B4AEE585735C}" type="presOf" srcId="{B18937E3-50B1-4EB9-B829-4AAB5B00D289}" destId="{10CE6838-CA0B-41FA-BEBD-7F9F736B44AE}" srcOrd="0" destOrd="0" presId="urn:microsoft.com/office/officeart/2008/layout/LinedList"/>
    <dgm:cxn modelId="{1A6DA9AC-0E64-4EB4-AC20-0BF97C987ECD}" type="presOf" srcId="{67C0E433-8026-47FF-B47F-5F5718390ED4}" destId="{70092C81-8192-4DA4-94FB-C53548668783}" srcOrd="0" destOrd="0" presId="urn:microsoft.com/office/officeart/2008/layout/LinedList"/>
    <dgm:cxn modelId="{2E7E0AD6-47CC-409D-A71A-4900BF0A56B3}" srcId="{B18937E3-50B1-4EB9-B829-4AAB5B00D289}" destId="{67C0E433-8026-47FF-B47F-5F5718390ED4}" srcOrd="0" destOrd="0" parTransId="{4A3E64D9-A286-481F-B5B0-1DB00B5788F8}" sibTransId="{3F1FFC8F-898D-4C7F-995F-DA15F9A92233}"/>
    <dgm:cxn modelId="{1E8200E8-9950-4DB3-BB97-7B34A35713DC}" srcId="{B18937E3-50B1-4EB9-B829-4AAB5B00D289}" destId="{91F43B36-698D-4C8F-B4A0-61F3C510DAC0}" srcOrd="2" destOrd="0" parTransId="{C76ABABA-7C9B-490A-B5CF-5438D020F5CF}" sibTransId="{54462F55-406D-42BB-8BC6-E48C1AD5D4F3}"/>
    <dgm:cxn modelId="{83DCA4EF-DF7A-443A-A655-488A17312733}" type="presOf" srcId="{A28B3ED8-321E-476A-9A2C-50D87608B4EE}" destId="{719FFE39-D48D-49B7-913D-EFFBF23DAD83}" srcOrd="0" destOrd="0" presId="urn:microsoft.com/office/officeart/2008/layout/LinedList"/>
    <dgm:cxn modelId="{28AA3CF7-8C0E-4A7E-9FE7-C90D8E5240F8}" type="presParOf" srcId="{10CE6838-CA0B-41FA-BEBD-7F9F736B44AE}" destId="{4451A584-A8D0-48DD-BB27-A63FDEF0FA6A}" srcOrd="0" destOrd="0" presId="urn:microsoft.com/office/officeart/2008/layout/LinedList"/>
    <dgm:cxn modelId="{DEC70064-0571-41CE-9837-6FC4B0E3B3B4}" type="presParOf" srcId="{10CE6838-CA0B-41FA-BEBD-7F9F736B44AE}" destId="{4DAD13E8-565D-45DA-8587-6E3D4DBAD3D6}" srcOrd="1" destOrd="0" presId="urn:microsoft.com/office/officeart/2008/layout/LinedList"/>
    <dgm:cxn modelId="{91191415-2B8C-46E3-9944-2278E75719E3}" type="presParOf" srcId="{4DAD13E8-565D-45DA-8587-6E3D4DBAD3D6}" destId="{70092C81-8192-4DA4-94FB-C53548668783}" srcOrd="0" destOrd="0" presId="urn:microsoft.com/office/officeart/2008/layout/LinedList"/>
    <dgm:cxn modelId="{ACD782FC-46F3-4A1E-A598-DE9CE66BAC14}" type="presParOf" srcId="{4DAD13E8-565D-45DA-8587-6E3D4DBAD3D6}" destId="{8A70AD3B-BF1E-4E32-AA0C-9B8EE3DC96F8}" srcOrd="1" destOrd="0" presId="urn:microsoft.com/office/officeart/2008/layout/LinedList"/>
    <dgm:cxn modelId="{764982FB-D43A-4CEA-BA39-E6D5D129F2BB}" type="presParOf" srcId="{10CE6838-CA0B-41FA-BEBD-7F9F736B44AE}" destId="{A5C343B3-2EC5-4774-A0C9-3700A426BC56}" srcOrd="2" destOrd="0" presId="urn:microsoft.com/office/officeart/2008/layout/LinedList"/>
    <dgm:cxn modelId="{B67DA762-A333-442F-9D72-D0DA3CBB62F1}" type="presParOf" srcId="{10CE6838-CA0B-41FA-BEBD-7F9F736B44AE}" destId="{BEA1B249-BF94-444E-B4B3-ED77388F02E5}" srcOrd="3" destOrd="0" presId="urn:microsoft.com/office/officeart/2008/layout/LinedList"/>
    <dgm:cxn modelId="{43A5970D-D061-48EB-9AEF-8455874B395C}" type="presParOf" srcId="{BEA1B249-BF94-444E-B4B3-ED77388F02E5}" destId="{719FFE39-D48D-49B7-913D-EFFBF23DAD83}" srcOrd="0" destOrd="0" presId="urn:microsoft.com/office/officeart/2008/layout/LinedList"/>
    <dgm:cxn modelId="{9A2A0D95-D34E-4910-95BE-71844CCDDC0E}" type="presParOf" srcId="{BEA1B249-BF94-444E-B4B3-ED77388F02E5}" destId="{B0FDA097-10E4-4A0E-9DDC-C2649C6E0F47}" srcOrd="1" destOrd="0" presId="urn:microsoft.com/office/officeart/2008/layout/LinedList"/>
    <dgm:cxn modelId="{9CD1737A-6570-4961-96CD-7044DB56D5CC}" type="presParOf" srcId="{10CE6838-CA0B-41FA-BEBD-7F9F736B44AE}" destId="{B9462304-F7F3-421D-A9E3-DFB6A5A83D43}" srcOrd="4" destOrd="0" presId="urn:microsoft.com/office/officeart/2008/layout/LinedList"/>
    <dgm:cxn modelId="{449C12E2-E92A-4BB3-85E3-EB4E38DB699E}" type="presParOf" srcId="{10CE6838-CA0B-41FA-BEBD-7F9F736B44AE}" destId="{A9A5A9D0-BF48-4365-B595-45542CEC553B}" srcOrd="5" destOrd="0" presId="urn:microsoft.com/office/officeart/2008/layout/LinedList"/>
    <dgm:cxn modelId="{CFBA7AF7-26F5-4618-B495-F044A0F97CAD}" type="presParOf" srcId="{A9A5A9D0-BF48-4365-B595-45542CEC553B}" destId="{82FE0125-A4CC-4C5C-A8DC-A0539C4AB705}" srcOrd="0" destOrd="0" presId="urn:microsoft.com/office/officeart/2008/layout/LinedList"/>
    <dgm:cxn modelId="{387EF083-3279-471F-A38F-927B41B25482}" type="presParOf" srcId="{A9A5A9D0-BF48-4365-B595-45542CEC553B}" destId="{F7102C95-4AE6-4C49-A33D-E291C07EF8B3}" srcOrd="1" destOrd="0" presId="urn:microsoft.com/office/officeart/2008/layout/LinedList"/>
    <dgm:cxn modelId="{842B709E-73FA-4436-93C9-9D8CCFC804D6}" type="presParOf" srcId="{10CE6838-CA0B-41FA-BEBD-7F9F736B44AE}" destId="{A731266E-6A97-491A-A9BD-9C21D8B85D22}" srcOrd="6" destOrd="0" presId="urn:microsoft.com/office/officeart/2008/layout/LinedList"/>
    <dgm:cxn modelId="{6B9EED3F-03ED-42AC-8A29-DDDA0838CB18}" type="presParOf" srcId="{10CE6838-CA0B-41FA-BEBD-7F9F736B44AE}" destId="{FA046B61-D07C-4335-933E-6E7F10111F27}" srcOrd="7" destOrd="0" presId="urn:microsoft.com/office/officeart/2008/layout/LinedList"/>
    <dgm:cxn modelId="{3B71E6EA-5B31-4052-A6D4-035EBF9FE6EB}" type="presParOf" srcId="{FA046B61-D07C-4335-933E-6E7F10111F27}" destId="{DB4E011D-5EED-4DBA-9AF4-94892FA68486}" srcOrd="0" destOrd="0" presId="urn:microsoft.com/office/officeart/2008/layout/LinedList"/>
    <dgm:cxn modelId="{2AF3C0C6-15BC-465D-B636-1DC98B10B0DC}" type="presParOf" srcId="{FA046B61-D07C-4335-933E-6E7F10111F27}" destId="{E95B7187-5585-47BF-A436-A3AC9B16299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61C0B8-90C5-44D4-9F80-7508C2DB7162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CD9DF2E3-DF02-4A50-BCF1-499CCA8C4843}">
      <dgm:prSet/>
      <dgm:spPr/>
      <dgm:t>
        <a:bodyPr/>
        <a:lstStyle/>
        <a:p>
          <a:r>
            <a:rPr lang="en-US" b="1"/>
            <a:t>High Costs:</a:t>
          </a:r>
          <a:r>
            <a:rPr lang="en-US"/>
            <a:t> Hardware, maintenance, and upgrades</a:t>
          </a:r>
        </a:p>
      </dgm:t>
    </dgm:pt>
    <dgm:pt modelId="{B6BB80C5-2896-4D0C-9F62-1906828A8A59}" type="parTrans" cxnId="{E21F0769-F86D-4F98-A1E7-47EDD015DF73}">
      <dgm:prSet/>
      <dgm:spPr/>
      <dgm:t>
        <a:bodyPr/>
        <a:lstStyle/>
        <a:p>
          <a:endParaRPr lang="en-US"/>
        </a:p>
      </dgm:t>
    </dgm:pt>
    <dgm:pt modelId="{97221B47-3778-47A5-8AC3-BB936B46A01C}" type="sibTrans" cxnId="{E21F0769-F86D-4F98-A1E7-47EDD015DF73}">
      <dgm:prSet/>
      <dgm:spPr/>
      <dgm:t>
        <a:bodyPr/>
        <a:lstStyle/>
        <a:p>
          <a:endParaRPr lang="en-US"/>
        </a:p>
      </dgm:t>
    </dgm:pt>
    <dgm:pt modelId="{4401AB48-1CBB-4B7C-A010-D092FA8DD820}">
      <dgm:prSet/>
      <dgm:spPr/>
      <dgm:t>
        <a:bodyPr/>
        <a:lstStyle/>
        <a:p>
          <a:r>
            <a:rPr lang="en-US" b="1"/>
            <a:t>Scalability Issues:</a:t>
          </a:r>
          <a:r>
            <a:rPr lang="en-US"/>
            <a:t> Difficulty in handling fluctuating demands</a:t>
          </a:r>
        </a:p>
      </dgm:t>
    </dgm:pt>
    <dgm:pt modelId="{8C7A8B9C-2720-4DAD-B62C-D0EF8DAFDBC9}" type="parTrans" cxnId="{AEF6DF48-A4D9-4521-99FE-18946D0FC94A}">
      <dgm:prSet/>
      <dgm:spPr/>
      <dgm:t>
        <a:bodyPr/>
        <a:lstStyle/>
        <a:p>
          <a:endParaRPr lang="en-US"/>
        </a:p>
      </dgm:t>
    </dgm:pt>
    <dgm:pt modelId="{C45DFBB2-CB39-4348-AAF5-63575CC3B81C}" type="sibTrans" cxnId="{AEF6DF48-A4D9-4521-99FE-18946D0FC94A}">
      <dgm:prSet/>
      <dgm:spPr/>
      <dgm:t>
        <a:bodyPr/>
        <a:lstStyle/>
        <a:p>
          <a:endParaRPr lang="en-US"/>
        </a:p>
      </dgm:t>
    </dgm:pt>
    <dgm:pt modelId="{EF5C7794-AF60-451A-BA10-AC7F71262F6F}">
      <dgm:prSet/>
      <dgm:spPr/>
      <dgm:t>
        <a:bodyPr/>
        <a:lstStyle/>
        <a:p>
          <a:r>
            <a:rPr lang="en-US" b="1"/>
            <a:t>Complex Management:</a:t>
          </a:r>
          <a:r>
            <a:rPr lang="en-US"/>
            <a:t> Need for extensive IT resources</a:t>
          </a:r>
        </a:p>
      </dgm:t>
    </dgm:pt>
    <dgm:pt modelId="{73C9C15A-EF4A-469F-AC42-26DF4FFC72A0}" type="parTrans" cxnId="{40B9EE6E-7301-430C-9702-E779F30418FF}">
      <dgm:prSet/>
      <dgm:spPr/>
      <dgm:t>
        <a:bodyPr/>
        <a:lstStyle/>
        <a:p>
          <a:endParaRPr lang="en-US"/>
        </a:p>
      </dgm:t>
    </dgm:pt>
    <dgm:pt modelId="{691B8405-97F5-4092-9212-FD00A967449B}" type="sibTrans" cxnId="{40B9EE6E-7301-430C-9702-E779F30418FF}">
      <dgm:prSet/>
      <dgm:spPr/>
      <dgm:t>
        <a:bodyPr/>
        <a:lstStyle/>
        <a:p>
          <a:endParaRPr lang="en-US"/>
        </a:p>
      </dgm:t>
    </dgm:pt>
    <dgm:pt modelId="{80A0EF8F-4372-4658-B6D1-97A836FEBB9D}">
      <dgm:prSet/>
      <dgm:spPr/>
      <dgm:t>
        <a:bodyPr/>
        <a:lstStyle/>
        <a:p>
          <a:r>
            <a:rPr lang="en-US" b="1"/>
            <a:t>Limited Accessibility:</a:t>
          </a:r>
          <a:r>
            <a:rPr lang="en-US"/>
            <a:t> Physical constraints and location dependency</a:t>
          </a:r>
        </a:p>
      </dgm:t>
    </dgm:pt>
    <dgm:pt modelId="{A51BF2F2-56C5-49B7-9A75-5E57F9112E43}" type="parTrans" cxnId="{B1C062B6-C93D-428B-9ADE-3224FB7B41DB}">
      <dgm:prSet/>
      <dgm:spPr/>
      <dgm:t>
        <a:bodyPr/>
        <a:lstStyle/>
        <a:p>
          <a:endParaRPr lang="en-US"/>
        </a:p>
      </dgm:t>
    </dgm:pt>
    <dgm:pt modelId="{CEEE609F-43BC-4773-8887-BD935BC7E1DE}" type="sibTrans" cxnId="{B1C062B6-C93D-428B-9ADE-3224FB7B41DB}">
      <dgm:prSet/>
      <dgm:spPr/>
      <dgm:t>
        <a:bodyPr/>
        <a:lstStyle/>
        <a:p>
          <a:endParaRPr lang="en-US"/>
        </a:p>
      </dgm:t>
    </dgm:pt>
    <dgm:pt modelId="{573E8D36-5782-44FE-9E37-9A2463CA43F0}" type="pres">
      <dgm:prSet presAssocID="{0B61C0B8-90C5-44D4-9F80-7508C2DB7162}" presName="vert0" presStyleCnt="0">
        <dgm:presLayoutVars>
          <dgm:dir/>
          <dgm:animOne val="branch"/>
          <dgm:animLvl val="lvl"/>
        </dgm:presLayoutVars>
      </dgm:prSet>
      <dgm:spPr/>
    </dgm:pt>
    <dgm:pt modelId="{70871684-1BA6-4BD2-8C3C-3F1A59BE0B33}" type="pres">
      <dgm:prSet presAssocID="{CD9DF2E3-DF02-4A50-BCF1-499CCA8C4843}" presName="thickLine" presStyleLbl="alignNode1" presStyleIdx="0" presStyleCnt="4"/>
      <dgm:spPr/>
    </dgm:pt>
    <dgm:pt modelId="{868FAD8A-951B-4B4B-8199-D42EB4F7496C}" type="pres">
      <dgm:prSet presAssocID="{CD9DF2E3-DF02-4A50-BCF1-499CCA8C4843}" presName="horz1" presStyleCnt="0"/>
      <dgm:spPr/>
    </dgm:pt>
    <dgm:pt modelId="{3F532149-0509-4593-8038-A925B0E9E2F1}" type="pres">
      <dgm:prSet presAssocID="{CD9DF2E3-DF02-4A50-BCF1-499CCA8C4843}" presName="tx1" presStyleLbl="revTx" presStyleIdx="0" presStyleCnt="4"/>
      <dgm:spPr/>
    </dgm:pt>
    <dgm:pt modelId="{5E02912E-12B7-4CFA-87B3-E46668566DE2}" type="pres">
      <dgm:prSet presAssocID="{CD9DF2E3-DF02-4A50-BCF1-499CCA8C4843}" presName="vert1" presStyleCnt="0"/>
      <dgm:spPr/>
    </dgm:pt>
    <dgm:pt modelId="{5259B442-6F71-4A0E-B5FA-76B17DC283EE}" type="pres">
      <dgm:prSet presAssocID="{4401AB48-1CBB-4B7C-A010-D092FA8DD820}" presName="thickLine" presStyleLbl="alignNode1" presStyleIdx="1" presStyleCnt="4"/>
      <dgm:spPr/>
    </dgm:pt>
    <dgm:pt modelId="{F436D882-9077-4F86-9176-6965A495291F}" type="pres">
      <dgm:prSet presAssocID="{4401AB48-1CBB-4B7C-A010-D092FA8DD820}" presName="horz1" presStyleCnt="0"/>
      <dgm:spPr/>
    </dgm:pt>
    <dgm:pt modelId="{94587667-5DC9-4AB7-96AA-7492E65606AD}" type="pres">
      <dgm:prSet presAssocID="{4401AB48-1CBB-4B7C-A010-D092FA8DD820}" presName="tx1" presStyleLbl="revTx" presStyleIdx="1" presStyleCnt="4"/>
      <dgm:spPr/>
    </dgm:pt>
    <dgm:pt modelId="{F902E7F4-0A77-43D1-85E8-4C1483D72B8C}" type="pres">
      <dgm:prSet presAssocID="{4401AB48-1CBB-4B7C-A010-D092FA8DD820}" presName="vert1" presStyleCnt="0"/>
      <dgm:spPr/>
    </dgm:pt>
    <dgm:pt modelId="{633BBEE0-E961-4C25-AC64-C3AD0FC8F873}" type="pres">
      <dgm:prSet presAssocID="{EF5C7794-AF60-451A-BA10-AC7F71262F6F}" presName="thickLine" presStyleLbl="alignNode1" presStyleIdx="2" presStyleCnt="4"/>
      <dgm:spPr/>
    </dgm:pt>
    <dgm:pt modelId="{E37EAD9A-2BFE-4AA2-BF96-B08B0121F090}" type="pres">
      <dgm:prSet presAssocID="{EF5C7794-AF60-451A-BA10-AC7F71262F6F}" presName="horz1" presStyleCnt="0"/>
      <dgm:spPr/>
    </dgm:pt>
    <dgm:pt modelId="{65D7892B-7562-4C9E-A9D6-46AA2BD442DB}" type="pres">
      <dgm:prSet presAssocID="{EF5C7794-AF60-451A-BA10-AC7F71262F6F}" presName="tx1" presStyleLbl="revTx" presStyleIdx="2" presStyleCnt="4"/>
      <dgm:spPr/>
    </dgm:pt>
    <dgm:pt modelId="{128F7225-59C1-4152-ADC9-217AF5817575}" type="pres">
      <dgm:prSet presAssocID="{EF5C7794-AF60-451A-BA10-AC7F71262F6F}" presName="vert1" presStyleCnt="0"/>
      <dgm:spPr/>
    </dgm:pt>
    <dgm:pt modelId="{D6EC781C-39E0-4FAE-AA23-3053D98A0A5A}" type="pres">
      <dgm:prSet presAssocID="{80A0EF8F-4372-4658-B6D1-97A836FEBB9D}" presName="thickLine" presStyleLbl="alignNode1" presStyleIdx="3" presStyleCnt="4"/>
      <dgm:spPr/>
    </dgm:pt>
    <dgm:pt modelId="{EEBADAD9-BD5A-4162-B601-EB8A759B7ACC}" type="pres">
      <dgm:prSet presAssocID="{80A0EF8F-4372-4658-B6D1-97A836FEBB9D}" presName="horz1" presStyleCnt="0"/>
      <dgm:spPr/>
    </dgm:pt>
    <dgm:pt modelId="{7252098F-7BC6-4282-8359-AD72FECF2B0E}" type="pres">
      <dgm:prSet presAssocID="{80A0EF8F-4372-4658-B6D1-97A836FEBB9D}" presName="tx1" presStyleLbl="revTx" presStyleIdx="3" presStyleCnt="4"/>
      <dgm:spPr/>
    </dgm:pt>
    <dgm:pt modelId="{3A6D4C3D-A220-4462-A87C-32B82B80AD8B}" type="pres">
      <dgm:prSet presAssocID="{80A0EF8F-4372-4658-B6D1-97A836FEBB9D}" presName="vert1" presStyleCnt="0"/>
      <dgm:spPr/>
    </dgm:pt>
  </dgm:ptLst>
  <dgm:cxnLst>
    <dgm:cxn modelId="{B7110C13-AA9E-4D02-A018-60C47D861762}" type="presOf" srcId="{0B61C0B8-90C5-44D4-9F80-7508C2DB7162}" destId="{573E8D36-5782-44FE-9E37-9A2463CA43F0}" srcOrd="0" destOrd="0" presId="urn:microsoft.com/office/officeart/2008/layout/LinedList"/>
    <dgm:cxn modelId="{9D913C2D-38B0-40CF-874B-0AF9A4A10050}" type="presOf" srcId="{80A0EF8F-4372-4658-B6D1-97A836FEBB9D}" destId="{7252098F-7BC6-4282-8359-AD72FECF2B0E}" srcOrd="0" destOrd="0" presId="urn:microsoft.com/office/officeart/2008/layout/LinedList"/>
    <dgm:cxn modelId="{C90ECB3C-25B5-49E8-A26E-C6FA607A9666}" type="presOf" srcId="{4401AB48-1CBB-4B7C-A010-D092FA8DD820}" destId="{94587667-5DC9-4AB7-96AA-7492E65606AD}" srcOrd="0" destOrd="0" presId="urn:microsoft.com/office/officeart/2008/layout/LinedList"/>
    <dgm:cxn modelId="{DC349845-A8C2-417C-AF4C-CEC139079E1A}" type="presOf" srcId="{EF5C7794-AF60-451A-BA10-AC7F71262F6F}" destId="{65D7892B-7562-4C9E-A9D6-46AA2BD442DB}" srcOrd="0" destOrd="0" presId="urn:microsoft.com/office/officeart/2008/layout/LinedList"/>
    <dgm:cxn modelId="{AEF6DF48-A4D9-4521-99FE-18946D0FC94A}" srcId="{0B61C0B8-90C5-44D4-9F80-7508C2DB7162}" destId="{4401AB48-1CBB-4B7C-A010-D092FA8DD820}" srcOrd="1" destOrd="0" parTransId="{8C7A8B9C-2720-4DAD-B62C-D0EF8DAFDBC9}" sibTransId="{C45DFBB2-CB39-4348-AAF5-63575CC3B81C}"/>
    <dgm:cxn modelId="{E21F0769-F86D-4F98-A1E7-47EDD015DF73}" srcId="{0B61C0B8-90C5-44D4-9F80-7508C2DB7162}" destId="{CD9DF2E3-DF02-4A50-BCF1-499CCA8C4843}" srcOrd="0" destOrd="0" parTransId="{B6BB80C5-2896-4D0C-9F62-1906828A8A59}" sibTransId="{97221B47-3778-47A5-8AC3-BB936B46A01C}"/>
    <dgm:cxn modelId="{40B9EE6E-7301-430C-9702-E779F30418FF}" srcId="{0B61C0B8-90C5-44D4-9F80-7508C2DB7162}" destId="{EF5C7794-AF60-451A-BA10-AC7F71262F6F}" srcOrd="2" destOrd="0" parTransId="{73C9C15A-EF4A-469F-AC42-26DF4FFC72A0}" sibTransId="{691B8405-97F5-4092-9212-FD00A967449B}"/>
    <dgm:cxn modelId="{B1C062B6-C93D-428B-9ADE-3224FB7B41DB}" srcId="{0B61C0B8-90C5-44D4-9F80-7508C2DB7162}" destId="{80A0EF8F-4372-4658-B6D1-97A836FEBB9D}" srcOrd="3" destOrd="0" parTransId="{A51BF2F2-56C5-49B7-9A75-5E57F9112E43}" sibTransId="{CEEE609F-43BC-4773-8887-BD935BC7E1DE}"/>
    <dgm:cxn modelId="{2B3646DB-F610-4F0F-8E9F-223C1BD27332}" type="presOf" srcId="{CD9DF2E3-DF02-4A50-BCF1-499CCA8C4843}" destId="{3F532149-0509-4593-8038-A925B0E9E2F1}" srcOrd="0" destOrd="0" presId="urn:microsoft.com/office/officeart/2008/layout/LinedList"/>
    <dgm:cxn modelId="{A81A4CC9-54B9-48A1-8B8C-A0203AA7BDED}" type="presParOf" srcId="{573E8D36-5782-44FE-9E37-9A2463CA43F0}" destId="{70871684-1BA6-4BD2-8C3C-3F1A59BE0B33}" srcOrd="0" destOrd="0" presId="urn:microsoft.com/office/officeart/2008/layout/LinedList"/>
    <dgm:cxn modelId="{B7143DB0-03DB-4F21-8B9D-02E586DA312D}" type="presParOf" srcId="{573E8D36-5782-44FE-9E37-9A2463CA43F0}" destId="{868FAD8A-951B-4B4B-8199-D42EB4F7496C}" srcOrd="1" destOrd="0" presId="urn:microsoft.com/office/officeart/2008/layout/LinedList"/>
    <dgm:cxn modelId="{90D3FC98-48A1-4E51-BE75-80634E2E44D4}" type="presParOf" srcId="{868FAD8A-951B-4B4B-8199-D42EB4F7496C}" destId="{3F532149-0509-4593-8038-A925B0E9E2F1}" srcOrd="0" destOrd="0" presId="urn:microsoft.com/office/officeart/2008/layout/LinedList"/>
    <dgm:cxn modelId="{328386FF-3967-4305-860A-CD8AFD2E57C3}" type="presParOf" srcId="{868FAD8A-951B-4B4B-8199-D42EB4F7496C}" destId="{5E02912E-12B7-4CFA-87B3-E46668566DE2}" srcOrd="1" destOrd="0" presId="urn:microsoft.com/office/officeart/2008/layout/LinedList"/>
    <dgm:cxn modelId="{DEB3CB8B-279D-43A3-8585-AE1ECE13F664}" type="presParOf" srcId="{573E8D36-5782-44FE-9E37-9A2463CA43F0}" destId="{5259B442-6F71-4A0E-B5FA-76B17DC283EE}" srcOrd="2" destOrd="0" presId="urn:microsoft.com/office/officeart/2008/layout/LinedList"/>
    <dgm:cxn modelId="{B83DD539-8B17-4341-B7B0-28B27BEF921B}" type="presParOf" srcId="{573E8D36-5782-44FE-9E37-9A2463CA43F0}" destId="{F436D882-9077-4F86-9176-6965A495291F}" srcOrd="3" destOrd="0" presId="urn:microsoft.com/office/officeart/2008/layout/LinedList"/>
    <dgm:cxn modelId="{BD0DA671-0597-465D-8694-6CA619B13C73}" type="presParOf" srcId="{F436D882-9077-4F86-9176-6965A495291F}" destId="{94587667-5DC9-4AB7-96AA-7492E65606AD}" srcOrd="0" destOrd="0" presId="urn:microsoft.com/office/officeart/2008/layout/LinedList"/>
    <dgm:cxn modelId="{417D97EA-6557-4D3A-97BC-0E4AF79C4BC7}" type="presParOf" srcId="{F436D882-9077-4F86-9176-6965A495291F}" destId="{F902E7F4-0A77-43D1-85E8-4C1483D72B8C}" srcOrd="1" destOrd="0" presId="urn:microsoft.com/office/officeart/2008/layout/LinedList"/>
    <dgm:cxn modelId="{DCEB0865-EF0B-4DBF-9FE6-E857C0533BC6}" type="presParOf" srcId="{573E8D36-5782-44FE-9E37-9A2463CA43F0}" destId="{633BBEE0-E961-4C25-AC64-C3AD0FC8F873}" srcOrd="4" destOrd="0" presId="urn:microsoft.com/office/officeart/2008/layout/LinedList"/>
    <dgm:cxn modelId="{F764A63E-9CFE-4994-9401-49CA41153947}" type="presParOf" srcId="{573E8D36-5782-44FE-9E37-9A2463CA43F0}" destId="{E37EAD9A-2BFE-4AA2-BF96-B08B0121F090}" srcOrd="5" destOrd="0" presId="urn:microsoft.com/office/officeart/2008/layout/LinedList"/>
    <dgm:cxn modelId="{2F2B6C96-03A4-4B96-8B30-FEB06F42562B}" type="presParOf" srcId="{E37EAD9A-2BFE-4AA2-BF96-B08B0121F090}" destId="{65D7892B-7562-4C9E-A9D6-46AA2BD442DB}" srcOrd="0" destOrd="0" presId="urn:microsoft.com/office/officeart/2008/layout/LinedList"/>
    <dgm:cxn modelId="{48775CA0-B6BA-4128-A3B9-0FFFDCCE90AF}" type="presParOf" srcId="{E37EAD9A-2BFE-4AA2-BF96-B08B0121F090}" destId="{128F7225-59C1-4152-ADC9-217AF5817575}" srcOrd="1" destOrd="0" presId="urn:microsoft.com/office/officeart/2008/layout/LinedList"/>
    <dgm:cxn modelId="{69A3768E-44B7-4C44-AC41-D94D9B2880D2}" type="presParOf" srcId="{573E8D36-5782-44FE-9E37-9A2463CA43F0}" destId="{D6EC781C-39E0-4FAE-AA23-3053D98A0A5A}" srcOrd="6" destOrd="0" presId="urn:microsoft.com/office/officeart/2008/layout/LinedList"/>
    <dgm:cxn modelId="{62F729ED-F2B2-4F0B-AEBF-2E0BD209062A}" type="presParOf" srcId="{573E8D36-5782-44FE-9E37-9A2463CA43F0}" destId="{EEBADAD9-BD5A-4162-B601-EB8A759B7ACC}" srcOrd="7" destOrd="0" presId="urn:microsoft.com/office/officeart/2008/layout/LinedList"/>
    <dgm:cxn modelId="{2BB33981-A84A-426F-AEF2-0B9063A3A919}" type="presParOf" srcId="{EEBADAD9-BD5A-4162-B601-EB8A759B7ACC}" destId="{7252098F-7BC6-4282-8359-AD72FECF2B0E}" srcOrd="0" destOrd="0" presId="urn:microsoft.com/office/officeart/2008/layout/LinedList"/>
    <dgm:cxn modelId="{F650D5A6-48B7-4E4C-92A3-D147E5D1E075}" type="presParOf" srcId="{EEBADAD9-BD5A-4162-B601-EB8A759B7ACC}" destId="{3A6D4C3D-A220-4462-A87C-32B82B80AD8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F61677E-3D6D-4416-B9F2-DAB7DFB67613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5F07160-5E55-4290-AD2C-1F4EB3133C12}">
      <dgm:prSet/>
      <dgm:spPr/>
      <dgm:t>
        <a:bodyPr/>
        <a:lstStyle/>
        <a:p>
          <a:r>
            <a:rPr lang="en-PK" b="1" i="0" baseline="0"/>
            <a:t>Two Options for Setting Up IT Infrastructure:</a:t>
          </a:r>
          <a:endParaRPr lang="en-US"/>
        </a:p>
      </dgm:t>
    </dgm:pt>
    <dgm:pt modelId="{10AB9A81-DEE7-4E4B-95B9-FF6081B9F81A}" type="parTrans" cxnId="{AFE22CA1-B89C-4E20-A556-963B03F0D387}">
      <dgm:prSet/>
      <dgm:spPr/>
      <dgm:t>
        <a:bodyPr/>
        <a:lstStyle/>
        <a:p>
          <a:endParaRPr lang="en-US"/>
        </a:p>
      </dgm:t>
    </dgm:pt>
    <dgm:pt modelId="{3151310F-33C3-49C7-AF37-F5D958B08820}" type="sibTrans" cxnId="{AFE22CA1-B89C-4E20-A556-963B03F0D387}">
      <dgm:prSet/>
      <dgm:spPr/>
      <dgm:t>
        <a:bodyPr/>
        <a:lstStyle/>
        <a:p>
          <a:endParaRPr lang="en-US"/>
        </a:p>
      </dgm:t>
    </dgm:pt>
    <dgm:pt modelId="{5F497667-6258-4EEE-A89B-ED5C9118F1C9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1" i="0" baseline="0"/>
            <a:t>In-House Setup:</a:t>
          </a:r>
          <a:r>
            <a:rPr lang="en-PK" b="0" i="0" baseline="0"/>
            <a:t> Deploy an internal team to manage IT infrastructure.</a:t>
          </a:r>
          <a:endParaRPr lang="en-US"/>
        </a:p>
      </dgm:t>
    </dgm:pt>
    <dgm:pt modelId="{B8620D84-0DF8-4EAA-B435-D3BEC4090F63}" type="parTrans" cxnId="{2AF39B3A-FF3E-4D65-B6F9-FE2A41FC78E0}">
      <dgm:prSet/>
      <dgm:spPr/>
      <dgm:t>
        <a:bodyPr/>
        <a:lstStyle/>
        <a:p>
          <a:endParaRPr lang="en-US"/>
        </a:p>
      </dgm:t>
    </dgm:pt>
    <dgm:pt modelId="{1EE68413-92EF-400C-AED6-B6218EA7CB1E}" type="sibTrans" cxnId="{2AF39B3A-FF3E-4D65-B6F9-FE2A41FC78E0}">
      <dgm:prSet/>
      <dgm:spPr/>
      <dgm:t>
        <a:bodyPr/>
        <a:lstStyle/>
        <a:p>
          <a:endParaRPr lang="en-US"/>
        </a:p>
      </dgm:t>
    </dgm:pt>
    <dgm:pt modelId="{9727DD00-CA21-4600-A50A-7A6524B8291C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1" i="0" baseline="0"/>
            <a:t>Outsourcing:</a:t>
          </a:r>
          <a:r>
            <a:rPr lang="en-PK" b="0" i="0" baseline="0"/>
            <a:t> Transfer responsibility to a third-party provider with expertise.</a:t>
          </a:r>
          <a:endParaRPr lang="en-US"/>
        </a:p>
      </dgm:t>
    </dgm:pt>
    <dgm:pt modelId="{F25B7EFE-B40A-4F5D-B8DC-637891142F49}" type="parTrans" cxnId="{359CA33B-224D-4B31-BA0E-C7D3B14EDA1B}">
      <dgm:prSet/>
      <dgm:spPr/>
      <dgm:t>
        <a:bodyPr/>
        <a:lstStyle/>
        <a:p>
          <a:endParaRPr lang="en-US"/>
        </a:p>
      </dgm:t>
    </dgm:pt>
    <dgm:pt modelId="{1093422F-79C9-46AC-A7DA-79D2EEC99710}" type="sibTrans" cxnId="{359CA33B-224D-4B31-BA0E-C7D3B14EDA1B}">
      <dgm:prSet/>
      <dgm:spPr/>
      <dgm:t>
        <a:bodyPr/>
        <a:lstStyle/>
        <a:p>
          <a:endParaRPr lang="en-US"/>
        </a:p>
      </dgm:t>
    </dgm:pt>
    <dgm:pt modelId="{46517359-6ADC-46BC-872E-1C558CB52CF2}">
      <dgm:prSet/>
      <dgm:spPr/>
      <dgm:t>
        <a:bodyPr/>
        <a:lstStyle/>
        <a:p>
          <a:r>
            <a:rPr lang="en-PK" b="1" i="0" baseline="0"/>
            <a:t>Concerns in Both Options:</a:t>
          </a:r>
          <a:endParaRPr lang="en-US"/>
        </a:p>
      </dgm:t>
    </dgm:pt>
    <dgm:pt modelId="{F6A97975-816F-44F8-A81B-44EE5BB8797F}" type="parTrans" cxnId="{98DC7C43-25B8-4C15-9762-F2376A4D22BD}">
      <dgm:prSet/>
      <dgm:spPr/>
      <dgm:t>
        <a:bodyPr/>
        <a:lstStyle/>
        <a:p>
          <a:endParaRPr lang="en-US"/>
        </a:p>
      </dgm:t>
    </dgm:pt>
    <dgm:pt modelId="{A223DACE-F8F8-4F8A-AEA8-497E9E8DC13F}" type="sibTrans" cxnId="{98DC7C43-25B8-4C15-9762-F2376A4D22BD}">
      <dgm:prSet/>
      <dgm:spPr/>
      <dgm:t>
        <a:bodyPr/>
        <a:lstStyle/>
        <a:p>
          <a:endParaRPr lang="en-US"/>
        </a:p>
      </dgm:t>
    </dgm:pt>
    <dgm:pt modelId="{4326CE01-9832-4324-8AA0-EB68EB61BD7D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1" i="0" baseline="0"/>
            <a:t>Hardware Management:</a:t>
          </a:r>
          <a:r>
            <a:rPr lang="en-PK" b="0" i="0" baseline="0"/>
            <a:t> Maintenance and upgrades.</a:t>
          </a:r>
          <a:endParaRPr lang="en-US"/>
        </a:p>
      </dgm:t>
    </dgm:pt>
    <dgm:pt modelId="{03ECEFE0-0A15-428E-833F-01271E693973}" type="parTrans" cxnId="{6145A4F6-C8AD-4FC0-BCAC-F77FCBCE2E87}">
      <dgm:prSet/>
      <dgm:spPr/>
      <dgm:t>
        <a:bodyPr/>
        <a:lstStyle/>
        <a:p>
          <a:endParaRPr lang="en-US"/>
        </a:p>
      </dgm:t>
    </dgm:pt>
    <dgm:pt modelId="{80637100-5067-4DA8-B785-F5AFAA3D8DFA}" type="sibTrans" cxnId="{6145A4F6-C8AD-4FC0-BCAC-F77FCBCE2E87}">
      <dgm:prSet/>
      <dgm:spPr/>
      <dgm:t>
        <a:bodyPr/>
        <a:lstStyle/>
        <a:p>
          <a:endParaRPr lang="en-US"/>
        </a:p>
      </dgm:t>
    </dgm:pt>
    <dgm:pt modelId="{13F147A8-7AC9-4226-8C38-0572FF4148F3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1" i="0" baseline="0"/>
            <a:t>Software Installation:</a:t>
          </a:r>
          <a:r>
            <a:rPr lang="en-PK" b="0" i="0" baseline="0"/>
            <a:t> Ensuring compatibility and updates.</a:t>
          </a:r>
          <a:endParaRPr lang="en-US"/>
        </a:p>
      </dgm:t>
    </dgm:pt>
    <dgm:pt modelId="{D480616C-4F9F-44B3-A821-CA6BBFCF8FF2}" type="parTrans" cxnId="{331EA9BB-049D-437E-B6EF-C20C80676ECE}">
      <dgm:prSet/>
      <dgm:spPr/>
      <dgm:t>
        <a:bodyPr/>
        <a:lstStyle/>
        <a:p>
          <a:endParaRPr lang="en-US"/>
        </a:p>
      </dgm:t>
    </dgm:pt>
    <dgm:pt modelId="{C575F1A3-23CF-45FB-A502-520E90941AF4}" type="sibTrans" cxnId="{331EA9BB-049D-437E-B6EF-C20C80676ECE}">
      <dgm:prSet/>
      <dgm:spPr/>
      <dgm:t>
        <a:bodyPr/>
        <a:lstStyle/>
        <a:p>
          <a:endParaRPr lang="en-US"/>
        </a:p>
      </dgm:t>
    </dgm:pt>
    <dgm:pt modelId="{6B2DD639-F772-4E91-AD55-2EC72CE91275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1" i="0" baseline="0"/>
            <a:t>Application Implementation:</a:t>
          </a:r>
          <a:r>
            <a:rPr lang="en-PK" b="0" i="0" baseline="0"/>
            <a:t> Handling and integrating new applications.</a:t>
          </a:r>
          <a:endParaRPr lang="en-US"/>
        </a:p>
      </dgm:t>
    </dgm:pt>
    <dgm:pt modelId="{CDC3C58F-3E62-4314-9700-4729AE9E1F0C}" type="parTrans" cxnId="{41EE7ECD-056C-4329-9D90-BAFF0E92DA33}">
      <dgm:prSet/>
      <dgm:spPr/>
      <dgm:t>
        <a:bodyPr/>
        <a:lstStyle/>
        <a:p>
          <a:endParaRPr lang="en-US"/>
        </a:p>
      </dgm:t>
    </dgm:pt>
    <dgm:pt modelId="{F3501982-15B7-4058-8BDE-375C998DE412}" type="sibTrans" cxnId="{41EE7ECD-056C-4329-9D90-BAFF0E92DA33}">
      <dgm:prSet/>
      <dgm:spPr/>
      <dgm:t>
        <a:bodyPr/>
        <a:lstStyle/>
        <a:p>
          <a:endParaRPr lang="en-US"/>
        </a:p>
      </dgm:t>
    </dgm:pt>
    <dgm:pt modelId="{7ADF42F4-358A-4EED-8BA4-C6B09650E541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1" i="0" baseline="0"/>
            <a:t>Core Competency:</a:t>
          </a:r>
          <a:r>
            <a:rPr lang="en-PK" b="0" i="0" baseline="0"/>
            <a:t> These tasks may not align with the core competencies of users or organizations.</a:t>
          </a:r>
          <a:endParaRPr lang="en-US"/>
        </a:p>
      </dgm:t>
    </dgm:pt>
    <dgm:pt modelId="{60DA33B7-3501-4802-BCA2-84D1CF6E4898}" type="parTrans" cxnId="{2BA5BB27-A8A6-49BD-99B1-37751472CCDA}">
      <dgm:prSet/>
      <dgm:spPr/>
      <dgm:t>
        <a:bodyPr/>
        <a:lstStyle/>
        <a:p>
          <a:endParaRPr lang="en-US"/>
        </a:p>
      </dgm:t>
    </dgm:pt>
    <dgm:pt modelId="{AA32CE3B-863F-4BEA-9028-ACF2C73BB426}" type="sibTrans" cxnId="{2BA5BB27-A8A6-49BD-99B1-37751472CCDA}">
      <dgm:prSet/>
      <dgm:spPr/>
      <dgm:t>
        <a:bodyPr/>
        <a:lstStyle/>
        <a:p>
          <a:endParaRPr lang="en-US"/>
        </a:p>
      </dgm:t>
    </dgm:pt>
    <dgm:pt modelId="{69464CF5-68FD-4103-8D6F-B95B4555349A}" type="pres">
      <dgm:prSet presAssocID="{CF61677E-3D6D-4416-B9F2-DAB7DFB67613}" presName="Name0" presStyleCnt="0">
        <dgm:presLayoutVars>
          <dgm:dir/>
          <dgm:animLvl val="lvl"/>
          <dgm:resizeHandles val="exact"/>
        </dgm:presLayoutVars>
      </dgm:prSet>
      <dgm:spPr/>
    </dgm:pt>
    <dgm:pt modelId="{850AF673-67E7-4B44-B616-5C61337260B9}" type="pres">
      <dgm:prSet presAssocID="{B5F07160-5E55-4290-AD2C-1F4EB3133C12}" presName="composite" presStyleCnt="0"/>
      <dgm:spPr/>
    </dgm:pt>
    <dgm:pt modelId="{9ED0A2ED-0D53-429C-828B-02CEF6A6B5CC}" type="pres">
      <dgm:prSet presAssocID="{B5F07160-5E55-4290-AD2C-1F4EB3133C12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FEFB8007-FB5B-4EB9-89D7-AD15ADCA5A8F}" type="pres">
      <dgm:prSet presAssocID="{B5F07160-5E55-4290-AD2C-1F4EB3133C12}" presName="desTx" presStyleLbl="alignAccFollowNode1" presStyleIdx="0" presStyleCnt="2">
        <dgm:presLayoutVars>
          <dgm:bulletEnabled val="1"/>
        </dgm:presLayoutVars>
      </dgm:prSet>
      <dgm:spPr/>
    </dgm:pt>
    <dgm:pt modelId="{04E251E0-3607-499B-98D8-991C0C17E815}" type="pres">
      <dgm:prSet presAssocID="{3151310F-33C3-49C7-AF37-F5D958B08820}" presName="space" presStyleCnt="0"/>
      <dgm:spPr/>
    </dgm:pt>
    <dgm:pt modelId="{DD9EB56C-3A83-49BC-A2EA-6E2E0BDF0AF7}" type="pres">
      <dgm:prSet presAssocID="{46517359-6ADC-46BC-872E-1C558CB52CF2}" presName="composite" presStyleCnt="0"/>
      <dgm:spPr/>
    </dgm:pt>
    <dgm:pt modelId="{17554E5F-F791-43D1-A7BC-74B7F175D2E4}" type="pres">
      <dgm:prSet presAssocID="{46517359-6ADC-46BC-872E-1C558CB52CF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78D5647-0536-4449-905E-70AF3C8A84F9}" type="pres">
      <dgm:prSet presAssocID="{46517359-6ADC-46BC-872E-1C558CB52CF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B07E3812-4F48-4B45-9E80-A82EAA40EB5F}" type="presOf" srcId="{CF61677E-3D6D-4416-B9F2-DAB7DFB67613}" destId="{69464CF5-68FD-4103-8D6F-B95B4555349A}" srcOrd="0" destOrd="0" presId="urn:microsoft.com/office/officeart/2005/8/layout/hList1"/>
    <dgm:cxn modelId="{2BA5BB27-A8A6-49BD-99B1-37751472CCDA}" srcId="{46517359-6ADC-46BC-872E-1C558CB52CF2}" destId="{7ADF42F4-358A-4EED-8BA4-C6B09650E541}" srcOrd="3" destOrd="0" parTransId="{60DA33B7-3501-4802-BCA2-84D1CF6E4898}" sibTransId="{AA32CE3B-863F-4BEA-9028-ACF2C73BB426}"/>
    <dgm:cxn modelId="{2AF39B3A-FF3E-4D65-B6F9-FE2A41FC78E0}" srcId="{B5F07160-5E55-4290-AD2C-1F4EB3133C12}" destId="{5F497667-6258-4EEE-A89B-ED5C9118F1C9}" srcOrd="0" destOrd="0" parTransId="{B8620D84-0DF8-4EAA-B435-D3BEC4090F63}" sibTransId="{1EE68413-92EF-400C-AED6-B6218EA7CB1E}"/>
    <dgm:cxn modelId="{359CA33B-224D-4B31-BA0E-C7D3B14EDA1B}" srcId="{B5F07160-5E55-4290-AD2C-1F4EB3133C12}" destId="{9727DD00-CA21-4600-A50A-7A6524B8291C}" srcOrd="1" destOrd="0" parTransId="{F25B7EFE-B40A-4F5D-B8DC-637891142F49}" sibTransId="{1093422F-79C9-46AC-A7DA-79D2EEC99710}"/>
    <dgm:cxn modelId="{98DC7C43-25B8-4C15-9762-F2376A4D22BD}" srcId="{CF61677E-3D6D-4416-B9F2-DAB7DFB67613}" destId="{46517359-6ADC-46BC-872E-1C558CB52CF2}" srcOrd="1" destOrd="0" parTransId="{F6A97975-816F-44F8-A81B-44EE5BB8797F}" sibTransId="{A223DACE-F8F8-4F8A-AEA8-497E9E8DC13F}"/>
    <dgm:cxn modelId="{6A91FF66-5C8B-48C3-8EE1-1AD6494EB9E8}" type="presOf" srcId="{9727DD00-CA21-4600-A50A-7A6524B8291C}" destId="{FEFB8007-FB5B-4EB9-89D7-AD15ADCA5A8F}" srcOrd="0" destOrd="1" presId="urn:microsoft.com/office/officeart/2005/8/layout/hList1"/>
    <dgm:cxn modelId="{5A2FF353-6A07-4B9C-B085-2427F8A22BA7}" type="presOf" srcId="{4326CE01-9832-4324-8AA0-EB68EB61BD7D}" destId="{578D5647-0536-4449-905E-70AF3C8A84F9}" srcOrd="0" destOrd="0" presId="urn:microsoft.com/office/officeart/2005/8/layout/hList1"/>
    <dgm:cxn modelId="{86B1507B-8966-47EF-A0F2-B1E5504A8403}" type="presOf" srcId="{7ADF42F4-358A-4EED-8BA4-C6B09650E541}" destId="{578D5647-0536-4449-905E-70AF3C8A84F9}" srcOrd="0" destOrd="3" presId="urn:microsoft.com/office/officeart/2005/8/layout/hList1"/>
    <dgm:cxn modelId="{AFE22CA1-B89C-4E20-A556-963B03F0D387}" srcId="{CF61677E-3D6D-4416-B9F2-DAB7DFB67613}" destId="{B5F07160-5E55-4290-AD2C-1F4EB3133C12}" srcOrd="0" destOrd="0" parTransId="{10AB9A81-DEE7-4E4B-95B9-FF6081B9F81A}" sibTransId="{3151310F-33C3-49C7-AF37-F5D958B08820}"/>
    <dgm:cxn modelId="{DB8B5BA2-FA99-4916-AC34-D58C8B1A63FE}" type="presOf" srcId="{13F147A8-7AC9-4226-8C38-0572FF4148F3}" destId="{578D5647-0536-4449-905E-70AF3C8A84F9}" srcOrd="0" destOrd="1" presId="urn:microsoft.com/office/officeart/2005/8/layout/hList1"/>
    <dgm:cxn modelId="{BDF258B8-3302-47A2-A9D4-127643B1ED3F}" type="presOf" srcId="{B5F07160-5E55-4290-AD2C-1F4EB3133C12}" destId="{9ED0A2ED-0D53-429C-828B-02CEF6A6B5CC}" srcOrd="0" destOrd="0" presId="urn:microsoft.com/office/officeart/2005/8/layout/hList1"/>
    <dgm:cxn modelId="{331EA9BB-049D-437E-B6EF-C20C80676ECE}" srcId="{46517359-6ADC-46BC-872E-1C558CB52CF2}" destId="{13F147A8-7AC9-4226-8C38-0572FF4148F3}" srcOrd="1" destOrd="0" parTransId="{D480616C-4F9F-44B3-A821-CA6BBFCF8FF2}" sibTransId="{C575F1A3-23CF-45FB-A502-520E90941AF4}"/>
    <dgm:cxn modelId="{871269BE-1EB1-4BBF-ABC1-12FDF1B9FAD2}" type="presOf" srcId="{5F497667-6258-4EEE-A89B-ED5C9118F1C9}" destId="{FEFB8007-FB5B-4EB9-89D7-AD15ADCA5A8F}" srcOrd="0" destOrd="0" presId="urn:microsoft.com/office/officeart/2005/8/layout/hList1"/>
    <dgm:cxn modelId="{6BFF25CC-E470-4858-9286-C960FCA8FC83}" type="presOf" srcId="{6B2DD639-F772-4E91-AD55-2EC72CE91275}" destId="{578D5647-0536-4449-905E-70AF3C8A84F9}" srcOrd="0" destOrd="2" presId="urn:microsoft.com/office/officeart/2005/8/layout/hList1"/>
    <dgm:cxn modelId="{41EE7ECD-056C-4329-9D90-BAFF0E92DA33}" srcId="{46517359-6ADC-46BC-872E-1C558CB52CF2}" destId="{6B2DD639-F772-4E91-AD55-2EC72CE91275}" srcOrd="2" destOrd="0" parTransId="{CDC3C58F-3E62-4314-9700-4729AE9E1F0C}" sibTransId="{F3501982-15B7-4058-8BDE-375C998DE412}"/>
    <dgm:cxn modelId="{0D7774D8-67AE-4B19-98B0-97106B28E1AB}" type="presOf" srcId="{46517359-6ADC-46BC-872E-1C558CB52CF2}" destId="{17554E5F-F791-43D1-A7BC-74B7F175D2E4}" srcOrd="0" destOrd="0" presId="urn:microsoft.com/office/officeart/2005/8/layout/hList1"/>
    <dgm:cxn modelId="{6145A4F6-C8AD-4FC0-BCAC-F77FCBCE2E87}" srcId="{46517359-6ADC-46BC-872E-1C558CB52CF2}" destId="{4326CE01-9832-4324-8AA0-EB68EB61BD7D}" srcOrd="0" destOrd="0" parTransId="{03ECEFE0-0A15-428E-833F-01271E693973}" sibTransId="{80637100-5067-4DA8-B785-F5AFAA3D8DFA}"/>
    <dgm:cxn modelId="{EA5FC59C-BC85-4647-BD6C-C1B55B3D368B}" type="presParOf" srcId="{69464CF5-68FD-4103-8D6F-B95B4555349A}" destId="{850AF673-67E7-4B44-B616-5C61337260B9}" srcOrd="0" destOrd="0" presId="urn:microsoft.com/office/officeart/2005/8/layout/hList1"/>
    <dgm:cxn modelId="{CA3E7288-D047-430B-B263-AF0389F1112B}" type="presParOf" srcId="{850AF673-67E7-4B44-B616-5C61337260B9}" destId="{9ED0A2ED-0D53-429C-828B-02CEF6A6B5CC}" srcOrd="0" destOrd="0" presId="urn:microsoft.com/office/officeart/2005/8/layout/hList1"/>
    <dgm:cxn modelId="{6F4A1D24-519F-4BC1-BCF2-62592B4D9A95}" type="presParOf" srcId="{850AF673-67E7-4B44-B616-5C61337260B9}" destId="{FEFB8007-FB5B-4EB9-89D7-AD15ADCA5A8F}" srcOrd="1" destOrd="0" presId="urn:microsoft.com/office/officeart/2005/8/layout/hList1"/>
    <dgm:cxn modelId="{9B281326-542C-40E9-BB31-F8038610EA74}" type="presParOf" srcId="{69464CF5-68FD-4103-8D6F-B95B4555349A}" destId="{04E251E0-3607-499B-98D8-991C0C17E815}" srcOrd="1" destOrd="0" presId="urn:microsoft.com/office/officeart/2005/8/layout/hList1"/>
    <dgm:cxn modelId="{674A6698-FBE8-4779-A3DE-29BFBE539721}" type="presParOf" srcId="{69464CF5-68FD-4103-8D6F-B95B4555349A}" destId="{DD9EB56C-3A83-49BC-A2EA-6E2E0BDF0AF7}" srcOrd="2" destOrd="0" presId="urn:microsoft.com/office/officeart/2005/8/layout/hList1"/>
    <dgm:cxn modelId="{6B5DE769-5F09-47F6-AC4D-5C6F7DB411FB}" type="presParOf" srcId="{DD9EB56C-3A83-49BC-A2EA-6E2E0BDF0AF7}" destId="{17554E5F-F791-43D1-A7BC-74B7F175D2E4}" srcOrd="0" destOrd="0" presId="urn:microsoft.com/office/officeart/2005/8/layout/hList1"/>
    <dgm:cxn modelId="{10D6F55E-5265-4491-832A-FC1466968175}" type="presParOf" srcId="{DD9EB56C-3A83-49BC-A2EA-6E2E0BDF0AF7}" destId="{578D5647-0536-4449-905E-70AF3C8A84F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54C2880-4EBA-4DAC-892C-03E81936FC0F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BE39B93-4244-4978-8AEA-DD0730FFBDAC}">
      <dgm:prSet/>
      <dgm:spPr/>
      <dgm:t>
        <a:bodyPr/>
        <a:lstStyle/>
        <a:p>
          <a:pPr>
            <a:defRPr b="1"/>
          </a:pPr>
          <a:r>
            <a:rPr lang="en-PK" b="1" i="0" baseline="0"/>
            <a:t>IT Service Outsourcing:</a:t>
          </a:r>
          <a:endParaRPr lang="en-US"/>
        </a:p>
      </dgm:t>
    </dgm:pt>
    <dgm:pt modelId="{2FFFF78A-9E6C-4F2F-8177-A5C35F91F229}" type="parTrans" cxnId="{706EC72C-B1C8-49BB-9DA3-664A4C07503D}">
      <dgm:prSet/>
      <dgm:spPr/>
      <dgm:t>
        <a:bodyPr/>
        <a:lstStyle/>
        <a:p>
          <a:endParaRPr lang="en-US"/>
        </a:p>
      </dgm:t>
    </dgm:pt>
    <dgm:pt modelId="{FB67E46C-F522-4CC8-8A27-373053CD79A0}" type="sibTrans" cxnId="{706EC72C-B1C8-49BB-9DA3-664A4C07503D}">
      <dgm:prSet/>
      <dgm:spPr/>
      <dgm:t>
        <a:bodyPr/>
        <a:lstStyle/>
        <a:p>
          <a:endParaRPr lang="en-US"/>
        </a:p>
      </dgm:t>
    </dgm:pt>
    <dgm:pt modelId="{EDF839D8-5AE4-4939-B96D-B3DEB3230FFA}">
      <dgm:prSet/>
      <dgm:spPr/>
      <dgm:t>
        <a:bodyPr/>
        <a:lstStyle/>
        <a:p>
          <a:r>
            <a:rPr lang="en-PK" b="1" i="0" baseline="0"/>
            <a:t>Popularity:</a:t>
          </a:r>
          <a:r>
            <a:rPr lang="en-PK" b="0" i="0" baseline="0"/>
            <a:t> Adopted by enterprises to manage application development and implementation.</a:t>
          </a:r>
          <a:endParaRPr lang="en-US"/>
        </a:p>
      </dgm:t>
    </dgm:pt>
    <dgm:pt modelId="{3B551F07-1C55-4DA6-9F38-EC52ABD74AA6}" type="parTrans" cxnId="{37C9321A-515B-4A50-BD02-53A200233000}">
      <dgm:prSet/>
      <dgm:spPr/>
      <dgm:t>
        <a:bodyPr/>
        <a:lstStyle/>
        <a:p>
          <a:endParaRPr lang="en-US"/>
        </a:p>
      </dgm:t>
    </dgm:pt>
    <dgm:pt modelId="{2C42FB3E-5686-4D71-B2FB-FCA1C43D65BD}" type="sibTrans" cxnId="{37C9321A-515B-4A50-BD02-53A200233000}">
      <dgm:prSet/>
      <dgm:spPr/>
      <dgm:t>
        <a:bodyPr/>
        <a:lstStyle/>
        <a:p>
          <a:endParaRPr lang="en-US"/>
        </a:p>
      </dgm:t>
    </dgm:pt>
    <dgm:pt modelId="{3EEAE224-61FE-4CF2-B49E-895CD1975330}">
      <dgm:prSet/>
      <dgm:spPr/>
      <dgm:t>
        <a:bodyPr/>
        <a:lstStyle/>
        <a:p>
          <a:r>
            <a:rPr lang="en-PK" b="1" i="0" baseline="0"/>
            <a:t>Limitations:</a:t>
          </a:r>
          <a:r>
            <a:rPr lang="en-PK" b="0" i="0" baseline="0"/>
            <a:t> Traditional outsourcing addresses some concerns but doesn’t fully resolve all issues.</a:t>
          </a:r>
          <a:endParaRPr lang="en-US"/>
        </a:p>
      </dgm:t>
    </dgm:pt>
    <dgm:pt modelId="{2DA7246D-11D6-4370-A867-0D33C7869D47}" type="parTrans" cxnId="{1D76E24E-4806-4AE3-BC5A-6F4052E0F3A4}">
      <dgm:prSet/>
      <dgm:spPr/>
      <dgm:t>
        <a:bodyPr/>
        <a:lstStyle/>
        <a:p>
          <a:endParaRPr lang="en-US"/>
        </a:p>
      </dgm:t>
    </dgm:pt>
    <dgm:pt modelId="{452B1054-D3A7-4A59-9D63-83DD877E5269}" type="sibTrans" cxnId="{1D76E24E-4806-4AE3-BC5A-6F4052E0F3A4}">
      <dgm:prSet/>
      <dgm:spPr/>
      <dgm:t>
        <a:bodyPr/>
        <a:lstStyle/>
        <a:p>
          <a:endParaRPr lang="en-US"/>
        </a:p>
      </dgm:t>
    </dgm:pt>
    <dgm:pt modelId="{12EC3DE3-9A1B-4EC2-94F2-247455C5898F}">
      <dgm:prSet/>
      <dgm:spPr/>
      <dgm:t>
        <a:bodyPr/>
        <a:lstStyle/>
        <a:p>
          <a:pPr>
            <a:defRPr b="1"/>
          </a:pPr>
          <a:r>
            <a:rPr lang="en-PK" b="1" i="0" baseline="0"/>
            <a:t>Challenges of Traditional Outsourcing:</a:t>
          </a:r>
          <a:endParaRPr lang="en-US"/>
        </a:p>
      </dgm:t>
    </dgm:pt>
    <dgm:pt modelId="{434A28D1-53AB-4EC6-8D8F-4BCB4F85F492}" type="parTrans" cxnId="{04D4F361-DB77-4F9B-9490-3AE4ACCAAAE9}">
      <dgm:prSet/>
      <dgm:spPr/>
      <dgm:t>
        <a:bodyPr/>
        <a:lstStyle/>
        <a:p>
          <a:endParaRPr lang="en-US"/>
        </a:p>
      </dgm:t>
    </dgm:pt>
    <dgm:pt modelId="{C571B96C-0DF4-412A-AD01-9324A7AE9129}" type="sibTrans" cxnId="{04D4F361-DB77-4F9B-9490-3AE4ACCAAAE9}">
      <dgm:prSet/>
      <dgm:spPr/>
      <dgm:t>
        <a:bodyPr/>
        <a:lstStyle/>
        <a:p>
          <a:endParaRPr lang="en-US"/>
        </a:p>
      </dgm:t>
    </dgm:pt>
    <dgm:pt modelId="{52CBB1B5-7EBD-4732-B753-292697846A73}">
      <dgm:prSet/>
      <dgm:spPr/>
      <dgm:t>
        <a:bodyPr/>
        <a:lstStyle/>
        <a:p>
          <a:r>
            <a:rPr lang="en-PK" b="1" i="0" baseline="0"/>
            <a:t>Varied Requirements:</a:t>
          </a:r>
          <a:r>
            <a:rPr lang="en-PK" b="0" i="0" baseline="0"/>
            <a:t> Different levels of computing facility subscribers have diverse needs.</a:t>
          </a:r>
          <a:endParaRPr lang="en-US"/>
        </a:p>
      </dgm:t>
    </dgm:pt>
    <dgm:pt modelId="{1134FDB4-8B87-4E88-8196-625C3E60B2D9}" type="parTrans" cxnId="{8602A6DF-DAD3-4114-B21D-E5B42840D39F}">
      <dgm:prSet/>
      <dgm:spPr/>
      <dgm:t>
        <a:bodyPr/>
        <a:lstStyle/>
        <a:p>
          <a:endParaRPr lang="en-US"/>
        </a:p>
      </dgm:t>
    </dgm:pt>
    <dgm:pt modelId="{134F0DED-42EA-40A1-8D5B-56C0ADADD2B7}" type="sibTrans" cxnId="{8602A6DF-DAD3-4114-B21D-E5B42840D39F}">
      <dgm:prSet/>
      <dgm:spPr/>
      <dgm:t>
        <a:bodyPr/>
        <a:lstStyle/>
        <a:p>
          <a:endParaRPr lang="en-US"/>
        </a:p>
      </dgm:t>
    </dgm:pt>
    <dgm:pt modelId="{A44D8BE1-8D90-4008-8A28-4D6EC4ED13A0}">
      <dgm:prSet/>
      <dgm:spPr/>
      <dgm:t>
        <a:bodyPr/>
        <a:lstStyle/>
        <a:p>
          <a:r>
            <a:rPr lang="en-PK" b="1" i="0" baseline="0"/>
            <a:t>Complex Tasks:</a:t>
          </a:r>
          <a:r>
            <a:rPr lang="en-PK" b="0" i="0" baseline="0"/>
            <a:t> IT service organizations may have specific requirements for application development, whereas other teams (e.g., maintenance) have different needs.</a:t>
          </a:r>
          <a:endParaRPr lang="en-US"/>
        </a:p>
      </dgm:t>
    </dgm:pt>
    <dgm:pt modelId="{F0974014-896E-4593-B655-82E499060370}" type="parTrans" cxnId="{292CFB3E-619B-4ADF-A630-CC92987D4B89}">
      <dgm:prSet/>
      <dgm:spPr/>
      <dgm:t>
        <a:bodyPr/>
        <a:lstStyle/>
        <a:p>
          <a:endParaRPr lang="en-US"/>
        </a:p>
      </dgm:t>
    </dgm:pt>
    <dgm:pt modelId="{0D1AAEEA-1D23-4DCB-99A6-80F61346C8CA}" type="sibTrans" cxnId="{292CFB3E-619B-4ADF-A630-CC92987D4B89}">
      <dgm:prSet/>
      <dgm:spPr/>
      <dgm:t>
        <a:bodyPr/>
        <a:lstStyle/>
        <a:p>
          <a:endParaRPr lang="en-US"/>
        </a:p>
      </dgm:t>
    </dgm:pt>
    <dgm:pt modelId="{F750CB50-2C33-4A0D-9F24-81B3DCF32A7F}">
      <dgm:prSet/>
      <dgm:spPr/>
      <dgm:t>
        <a:bodyPr/>
        <a:lstStyle/>
        <a:p>
          <a:r>
            <a:rPr lang="en-PK" b="1" i="0" baseline="0"/>
            <a:t>Layer-Specific Issues:</a:t>
          </a:r>
          <a:r>
            <a:rPr lang="en-PK" b="0" i="0" baseline="0"/>
            <a:t> Difficulties depend on the computing layers users are working with.</a:t>
          </a:r>
          <a:endParaRPr lang="en-US"/>
        </a:p>
      </dgm:t>
    </dgm:pt>
    <dgm:pt modelId="{6399D95F-4008-41AD-A66E-76429AE7F664}" type="parTrans" cxnId="{8CAC0AFA-FE0C-4893-A4C0-D3DF81E49479}">
      <dgm:prSet/>
      <dgm:spPr/>
      <dgm:t>
        <a:bodyPr/>
        <a:lstStyle/>
        <a:p>
          <a:endParaRPr lang="en-US"/>
        </a:p>
      </dgm:t>
    </dgm:pt>
    <dgm:pt modelId="{5CD75313-9240-43DD-88EA-D22C1DB8A2FD}" type="sibTrans" cxnId="{8CAC0AFA-FE0C-4893-A4C0-D3DF81E49479}">
      <dgm:prSet/>
      <dgm:spPr/>
      <dgm:t>
        <a:bodyPr/>
        <a:lstStyle/>
        <a:p>
          <a:endParaRPr lang="en-US"/>
        </a:p>
      </dgm:t>
    </dgm:pt>
    <dgm:pt modelId="{3979035D-1FCC-44E4-8818-C20DEF8F5C99}">
      <dgm:prSet/>
      <dgm:spPr/>
      <dgm:t>
        <a:bodyPr/>
        <a:lstStyle/>
        <a:p>
          <a:pPr>
            <a:defRPr b="1"/>
          </a:pPr>
          <a:r>
            <a:rPr lang="en-PK" b="1" i="0" baseline="0"/>
            <a:t>Potential Solution:</a:t>
          </a:r>
          <a:endParaRPr lang="en-US"/>
        </a:p>
      </dgm:t>
    </dgm:pt>
    <dgm:pt modelId="{B5926E15-2D1D-4DC1-A23B-8F4292085C7A}" type="parTrans" cxnId="{5F23E7A9-D452-4E6C-B9C9-C9EBE628DEA4}">
      <dgm:prSet/>
      <dgm:spPr/>
      <dgm:t>
        <a:bodyPr/>
        <a:lstStyle/>
        <a:p>
          <a:endParaRPr lang="en-US"/>
        </a:p>
      </dgm:t>
    </dgm:pt>
    <dgm:pt modelId="{211CED10-BC13-4048-948C-74320F0ACE21}" type="sibTrans" cxnId="{5F23E7A9-D452-4E6C-B9C9-C9EBE628DEA4}">
      <dgm:prSet/>
      <dgm:spPr/>
      <dgm:t>
        <a:bodyPr/>
        <a:lstStyle/>
        <a:p>
          <a:endParaRPr lang="en-US"/>
        </a:p>
      </dgm:t>
    </dgm:pt>
    <dgm:pt modelId="{AE81EFCC-5F5F-4D23-8590-68BAB6F4C4D7}">
      <dgm:prSet/>
      <dgm:spPr/>
      <dgm:t>
        <a:bodyPr/>
        <a:lstStyle/>
        <a:p>
          <a:r>
            <a:rPr lang="en-PK" b="1" i="0" baseline="0"/>
            <a:t>Cloud Computing:</a:t>
          </a:r>
          <a:r>
            <a:rPr lang="en-PK" b="0" i="0" baseline="0"/>
            <a:t> Can potentially remove worries related to hardware, software, and application management by providing scalable, on-demand resources and services, allowing users to focus on core tasks.</a:t>
          </a:r>
          <a:endParaRPr lang="en-US"/>
        </a:p>
      </dgm:t>
    </dgm:pt>
    <dgm:pt modelId="{E14FD419-9217-43B9-BFE0-0D6985E049BD}" type="parTrans" cxnId="{500BB93B-5FF1-4473-833B-F3A27E25984F}">
      <dgm:prSet/>
      <dgm:spPr/>
      <dgm:t>
        <a:bodyPr/>
        <a:lstStyle/>
        <a:p>
          <a:endParaRPr lang="en-US"/>
        </a:p>
      </dgm:t>
    </dgm:pt>
    <dgm:pt modelId="{140AFCBA-A2DF-4915-B780-28E2959EF5A0}" type="sibTrans" cxnId="{500BB93B-5FF1-4473-833B-F3A27E25984F}">
      <dgm:prSet/>
      <dgm:spPr/>
      <dgm:t>
        <a:bodyPr/>
        <a:lstStyle/>
        <a:p>
          <a:endParaRPr lang="en-US"/>
        </a:p>
      </dgm:t>
    </dgm:pt>
    <dgm:pt modelId="{5380A62F-E54E-48B6-BFEA-4133524BA79B}" type="pres">
      <dgm:prSet presAssocID="{F54C2880-4EBA-4DAC-892C-03E81936FC0F}" presName="root" presStyleCnt="0">
        <dgm:presLayoutVars>
          <dgm:dir/>
          <dgm:resizeHandles val="exact"/>
        </dgm:presLayoutVars>
      </dgm:prSet>
      <dgm:spPr/>
    </dgm:pt>
    <dgm:pt modelId="{C163745A-6A1E-4E96-B999-180FBADE2008}" type="pres">
      <dgm:prSet presAssocID="{9BE39B93-4244-4978-8AEA-DD0730FFBDAC}" presName="compNode" presStyleCnt="0"/>
      <dgm:spPr/>
    </dgm:pt>
    <dgm:pt modelId="{27EFA091-DF9E-4A81-B3A2-811E55343D08}" type="pres">
      <dgm:prSet presAssocID="{9BE39B93-4244-4978-8AEA-DD0730FFBDA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5577E0B1-BC92-485D-9FFD-387939995673}" type="pres">
      <dgm:prSet presAssocID="{9BE39B93-4244-4978-8AEA-DD0730FFBDAC}" presName="iconSpace" presStyleCnt="0"/>
      <dgm:spPr/>
    </dgm:pt>
    <dgm:pt modelId="{068A2EC8-6255-4CEF-B44C-4836DDBD9D58}" type="pres">
      <dgm:prSet presAssocID="{9BE39B93-4244-4978-8AEA-DD0730FFBDAC}" presName="parTx" presStyleLbl="revTx" presStyleIdx="0" presStyleCnt="6">
        <dgm:presLayoutVars>
          <dgm:chMax val="0"/>
          <dgm:chPref val="0"/>
        </dgm:presLayoutVars>
      </dgm:prSet>
      <dgm:spPr/>
    </dgm:pt>
    <dgm:pt modelId="{0F7839F9-1A6C-40AC-A97A-FB4177AF8741}" type="pres">
      <dgm:prSet presAssocID="{9BE39B93-4244-4978-8AEA-DD0730FFBDAC}" presName="txSpace" presStyleCnt="0"/>
      <dgm:spPr/>
    </dgm:pt>
    <dgm:pt modelId="{17E68E16-9C6A-4331-818E-D59EDAE5227D}" type="pres">
      <dgm:prSet presAssocID="{9BE39B93-4244-4978-8AEA-DD0730FFBDAC}" presName="desTx" presStyleLbl="revTx" presStyleIdx="1" presStyleCnt="6">
        <dgm:presLayoutVars/>
      </dgm:prSet>
      <dgm:spPr/>
    </dgm:pt>
    <dgm:pt modelId="{05428945-600C-45F5-89F3-4271A8AC0E57}" type="pres">
      <dgm:prSet presAssocID="{FB67E46C-F522-4CC8-8A27-373053CD79A0}" presName="sibTrans" presStyleCnt="0"/>
      <dgm:spPr/>
    </dgm:pt>
    <dgm:pt modelId="{9432583B-31CE-4CAF-B37A-A66BA78319DC}" type="pres">
      <dgm:prSet presAssocID="{12EC3DE3-9A1B-4EC2-94F2-247455C5898F}" presName="compNode" presStyleCnt="0"/>
      <dgm:spPr/>
    </dgm:pt>
    <dgm:pt modelId="{8D4C8F66-EA79-43F3-B7EE-9EBDCFACF0F4}" type="pres">
      <dgm:prSet presAssocID="{12EC3DE3-9A1B-4EC2-94F2-247455C5898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4548607-F7EE-453B-828B-8AE5771F19A3}" type="pres">
      <dgm:prSet presAssocID="{12EC3DE3-9A1B-4EC2-94F2-247455C5898F}" presName="iconSpace" presStyleCnt="0"/>
      <dgm:spPr/>
    </dgm:pt>
    <dgm:pt modelId="{B22B5EF2-F4F2-496D-8F02-BAE96A83F16F}" type="pres">
      <dgm:prSet presAssocID="{12EC3DE3-9A1B-4EC2-94F2-247455C5898F}" presName="parTx" presStyleLbl="revTx" presStyleIdx="2" presStyleCnt="6">
        <dgm:presLayoutVars>
          <dgm:chMax val="0"/>
          <dgm:chPref val="0"/>
        </dgm:presLayoutVars>
      </dgm:prSet>
      <dgm:spPr/>
    </dgm:pt>
    <dgm:pt modelId="{A8793F9A-DDDB-45B8-9677-134AC11E2AA9}" type="pres">
      <dgm:prSet presAssocID="{12EC3DE3-9A1B-4EC2-94F2-247455C5898F}" presName="txSpace" presStyleCnt="0"/>
      <dgm:spPr/>
    </dgm:pt>
    <dgm:pt modelId="{5A7AF8A1-9FBB-44AA-A1D2-80AD1E0D73A5}" type="pres">
      <dgm:prSet presAssocID="{12EC3DE3-9A1B-4EC2-94F2-247455C5898F}" presName="desTx" presStyleLbl="revTx" presStyleIdx="3" presStyleCnt="6">
        <dgm:presLayoutVars/>
      </dgm:prSet>
      <dgm:spPr/>
    </dgm:pt>
    <dgm:pt modelId="{C78DA1E3-4A4B-48DF-9638-9BBDAF1551CB}" type="pres">
      <dgm:prSet presAssocID="{C571B96C-0DF4-412A-AD01-9324A7AE9129}" presName="sibTrans" presStyleCnt="0"/>
      <dgm:spPr/>
    </dgm:pt>
    <dgm:pt modelId="{D6FBDE9C-C966-4794-949D-63DE0FAC980B}" type="pres">
      <dgm:prSet presAssocID="{3979035D-1FCC-44E4-8818-C20DEF8F5C99}" presName="compNode" presStyleCnt="0"/>
      <dgm:spPr/>
    </dgm:pt>
    <dgm:pt modelId="{3E61EC4D-10C5-493C-BD0D-97D4A3A28B97}" type="pres">
      <dgm:prSet presAssocID="{3979035D-1FCC-44E4-8818-C20DEF8F5C9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5347B6AF-21D8-4F6E-B626-A3AF504B8E8D}" type="pres">
      <dgm:prSet presAssocID="{3979035D-1FCC-44E4-8818-C20DEF8F5C99}" presName="iconSpace" presStyleCnt="0"/>
      <dgm:spPr/>
    </dgm:pt>
    <dgm:pt modelId="{DC2B0B0C-DC7A-4317-993F-1E996050D613}" type="pres">
      <dgm:prSet presAssocID="{3979035D-1FCC-44E4-8818-C20DEF8F5C99}" presName="parTx" presStyleLbl="revTx" presStyleIdx="4" presStyleCnt="6">
        <dgm:presLayoutVars>
          <dgm:chMax val="0"/>
          <dgm:chPref val="0"/>
        </dgm:presLayoutVars>
      </dgm:prSet>
      <dgm:spPr/>
    </dgm:pt>
    <dgm:pt modelId="{4E112E54-765B-4D03-8E2A-5BD31FB20A8D}" type="pres">
      <dgm:prSet presAssocID="{3979035D-1FCC-44E4-8818-C20DEF8F5C99}" presName="txSpace" presStyleCnt="0"/>
      <dgm:spPr/>
    </dgm:pt>
    <dgm:pt modelId="{591F232E-AEEE-415E-92C7-280A019CF342}" type="pres">
      <dgm:prSet presAssocID="{3979035D-1FCC-44E4-8818-C20DEF8F5C99}" presName="desTx" presStyleLbl="revTx" presStyleIdx="5" presStyleCnt="6">
        <dgm:presLayoutVars/>
      </dgm:prSet>
      <dgm:spPr/>
    </dgm:pt>
  </dgm:ptLst>
  <dgm:cxnLst>
    <dgm:cxn modelId="{37C9321A-515B-4A50-BD02-53A200233000}" srcId="{9BE39B93-4244-4978-8AEA-DD0730FFBDAC}" destId="{EDF839D8-5AE4-4939-B96D-B3DEB3230FFA}" srcOrd="0" destOrd="0" parTransId="{3B551F07-1C55-4DA6-9F38-EC52ABD74AA6}" sibTransId="{2C42FB3E-5686-4D71-B2FB-FCA1C43D65BD}"/>
    <dgm:cxn modelId="{706EC72C-B1C8-49BB-9DA3-664A4C07503D}" srcId="{F54C2880-4EBA-4DAC-892C-03E81936FC0F}" destId="{9BE39B93-4244-4978-8AEA-DD0730FFBDAC}" srcOrd="0" destOrd="0" parTransId="{2FFFF78A-9E6C-4F2F-8177-A5C35F91F229}" sibTransId="{FB67E46C-F522-4CC8-8A27-373053CD79A0}"/>
    <dgm:cxn modelId="{500BB93B-5FF1-4473-833B-F3A27E25984F}" srcId="{3979035D-1FCC-44E4-8818-C20DEF8F5C99}" destId="{AE81EFCC-5F5F-4D23-8590-68BAB6F4C4D7}" srcOrd="0" destOrd="0" parTransId="{E14FD419-9217-43B9-BFE0-0D6985E049BD}" sibTransId="{140AFCBA-A2DF-4915-B780-28E2959EF5A0}"/>
    <dgm:cxn modelId="{292CFB3E-619B-4ADF-A630-CC92987D4B89}" srcId="{12EC3DE3-9A1B-4EC2-94F2-247455C5898F}" destId="{A44D8BE1-8D90-4008-8A28-4D6EC4ED13A0}" srcOrd="1" destOrd="0" parTransId="{F0974014-896E-4593-B655-82E499060370}" sibTransId="{0D1AAEEA-1D23-4DCB-99A6-80F61346C8CA}"/>
    <dgm:cxn modelId="{A8A1F040-A379-434B-BF58-FE836C15CE03}" type="presOf" srcId="{F750CB50-2C33-4A0D-9F24-81B3DCF32A7F}" destId="{5A7AF8A1-9FBB-44AA-A1D2-80AD1E0D73A5}" srcOrd="0" destOrd="2" presId="urn:microsoft.com/office/officeart/2018/2/layout/IconLabelDescriptionList"/>
    <dgm:cxn modelId="{04D4F361-DB77-4F9B-9490-3AE4ACCAAAE9}" srcId="{F54C2880-4EBA-4DAC-892C-03E81936FC0F}" destId="{12EC3DE3-9A1B-4EC2-94F2-247455C5898F}" srcOrd="1" destOrd="0" parTransId="{434A28D1-53AB-4EC6-8D8F-4BCB4F85F492}" sibTransId="{C571B96C-0DF4-412A-AD01-9324A7AE9129}"/>
    <dgm:cxn modelId="{B4A13567-017B-4FF7-8D09-1A203AD10B08}" type="presOf" srcId="{EDF839D8-5AE4-4939-B96D-B3DEB3230FFA}" destId="{17E68E16-9C6A-4331-818E-D59EDAE5227D}" srcOrd="0" destOrd="0" presId="urn:microsoft.com/office/officeart/2018/2/layout/IconLabelDescriptionList"/>
    <dgm:cxn modelId="{1D76E24E-4806-4AE3-BC5A-6F4052E0F3A4}" srcId="{9BE39B93-4244-4978-8AEA-DD0730FFBDAC}" destId="{3EEAE224-61FE-4CF2-B49E-895CD1975330}" srcOrd="1" destOrd="0" parTransId="{2DA7246D-11D6-4370-A867-0D33C7869D47}" sibTransId="{452B1054-D3A7-4A59-9D63-83DD877E5269}"/>
    <dgm:cxn modelId="{5EFB6574-8607-4D9D-A437-7215D012D50C}" type="presOf" srcId="{AE81EFCC-5F5F-4D23-8590-68BAB6F4C4D7}" destId="{591F232E-AEEE-415E-92C7-280A019CF342}" srcOrd="0" destOrd="0" presId="urn:microsoft.com/office/officeart/2018/2/layout/IconLabelDescriptionList"/>
    <dgm:cxn modelId="{971B6C97-3898-40A7-9D7E-AC156D6C477B}" type="presOf" srcId="{3EEAE224-61FE-4CF2-B49E-895CD1975330}" destId="{17E68E16-9C6A-4331-818E-D59EDAE5227D}" srcOrd="0" destOrd="1" presId="urn:microsoft.com/office/officeart/2018/2/layout/IconLabelDescriptionList"/>
    <dgm:cxn modelId="{4738969B-0693-47E0-BB8A-32CD2DB1F786}" type="presOf" srcId="{12EC3DE3-9A1B-4EC2-94F2-247455C5898F}" destId="{B22B5EF2-F4F2-496D-8F02-BAE96A83F16F}" srcOrd="0" destOrd="0" presId="urn:microsoft.com/office/officeart/2018/2/layout/IconLabelDescriptionList"/>
    <dgm:cxn modelId="{5F23E7A9-D452-4E6C-B9C9-C9EBE628DEA4}" srcId="{F54C2880-4EBA-4DAC-892C-03E81936FC0F}" destId="{3979035D-1FCC-44E4-8818-C20DEF8F5C99}" srcOrd="2" destOrd="0" parTransId="{B5926E15-2D1D-4DC1-A23B-8F4292085C7A}" sibTransId="{211CED10-BC13-4048-948C-74320F0ACE21}"/>
    <dgm:cxn modelId="{BAFBEDD3-0241-41C9-A750-DEE7CB72A528}" type="presOf" srcId="{3979035D-1FCC-44E4-8818-C20DEF8F5C99}" destId="{DC2B0B0C-DC7A-4317-993F-1E996050D613}" srcOrd="0" destOrd="0" presId="urn:microsoft.com/office/officeart/2018/2/layout/IconLabelDescriptionList"/>
    <dgm:cxn modelId="{3B8437DB-C362-4C11-B2EA-943678C2E9A7}" type="presOf" srcId="{52CBB1B5-7EBD-4732-B753-292697846A73}" destId="{5A7AF8A1-9FBB-44AA-A1D2-80AD1E0D73A5}" srcOrd="0" destOrd="0" presId="urn:microsoft.com/office/officeart/2018/2/layout/IconLabelDescriptionList"/>
    <dgm:cxn modelId="{8602A6DF-DAD3-4114-B21D-E5B42840D39F}" srcId="{12EC3DE3-9A1B-4EC2-94F2-247455C5898F}" destId="{52CBB1B5-7EBD-4732-B753-292697846A73}" srcOrd="0" destOrd="0" parTransId="{1134FDB4-8B87-4E88-8196-625C3E60B2D9}" sibTransId="{134F0DED-42EA-40A1-8D5B-56C0ADADD2B7}"/>
    <dgm:cxn modelId="{545CDFE1-8F96-4860-A063-584E51D5035B}" type="presOf" srcId="{9BE39B93-4244-4978-8AEA-DD0730FFBDAC}" destId="{068A2EC8-6255-4CEF-B44C-4836DDBD9D58}" srcOrd="0" destOrd="0" presId="urn:microsoft.com/office/officeart/2018/2/layout/IconLabelDescriptionList"/>
    <dgm:cxn modelId="{B3C6D1F3-F15C-40B4-88DB-2271B7D49414}" type="presOf" srcId="{A44D8BE1-8D90-4008-8A28-4D6EC4ED13A0}" destId="{5A7AF8A1-9FBB-44AA-A1D2-80AD1E0D73A5}" srcOrd="0" destOrd="1" presId="urn:microsoft.com/office/officeart/2018/2/layout/IconLabelDescriptionList"/>
    <dgm:cxn modelId="{876960F6-BE4C-4E07-904A-6292FF48C7DF}" type="presOf" srcId="{F54C2880-4EBA-4DAC-892C-03E81936FC0F}" destId="{5380A62F-E54E-48B6-BFEA-4133524BA79B}" srcOrd="0" destOrd="0" presId="urn:microsoft.com/office/officeart/2018/2/layout/IconLabelDescriptionList"/>
    <dgm:cxn modelId="{8CAC0AFA-FE0C-4893-A4C0-D3DF81E49479}" srcId="{12EC3DE3-9A1B-4EC2-94F2-247455C5898F}" destId="{F750CB50-2C33-4A0D-9F24-81B3DCF32A7F}" srcOrd="2" destOrd="0" parTransId="{6399D95F-4008-41AD-A66E-76429AE7F664}" sibTransId="{5CD75313-9240-43DD-88EA-D22C1DB8A2FD}"/>
    <dgm:cxn modelId="{6AA3ABD4-3E7B-4B8C-9BA6-5E474FE54A05}" type="presParOf" srcId="{5380A62F-E54E-48B6-BFEA-4133524BA79B}" destId="{C163745A-6A1E-4E96-B999-180FBADE2008}" srcOrd="0" destOrd="0" presId="urn:microsoft.com/office/officeart/2018/2/layout/IconLabelDescriptionList"/>
    <dgm:cxn modelId="{AF17DFBD-B344-4020-B187-D2381079C22D}" type="presParOf" srcId="{C163745A-6A1E-4E96-B999-180FBADE2008}" destId="{27EFA091-DF9E-4A81-B3A2-811E55343D08}" srcOrd="0" destOrd="0" presId="urn:microsoft.com/office/officeart/2018/2/layout/IconLabelDescriptionList"/>
    <dgm:cxn modelId="{C14418EB-372B-4C0B-8D6F-A9D48CB8EFC8}" type="presParOf" srcId="{C163745A-6A1E-4E96-B999-180FBADE2008}" destId="{5577E0B1-BC92-485D-9FFD-387939995673}" srcOrd="1" destOrd="0" presId="urn:microsoft.com/office/officeart/2018/2/layout/IconLabelDescriptionList"/>
    <dgm:cxn modelId="{FC1E5326-9FAC-4156-94C0-BD1F52CDC775}" type="presParOf" srcId="{C163745A-6A1E-4E96-B999-180FBADE2008}" destId="{068A2EC8-6255-4CEF-B44C-4836DDBD9D58}" srcOrd="2" destOrd="0" presId="urn:microsoft.com/office/officeart/2018/2/layout/IconLabelDescriptionList"/>
    <dgm:cxn modelId="{20FE3402-704F-45F8-BFBF-B8BBF49F78C0}" type="presParOf" srcId="{C163745A-6A1E-4E96-B999-180FBADE2008}" destId="{0F7839F9-1A6C-40AC-A97A-FB4177AF8741}" srcOrd="3" destOrd="0" presId="urn:microsoft.com/office/officeart/2018/2/layout/IconLabelDescriptionList"/>
    <dgm:cxn modelId="{9F12CDDA-2134-4E5A-9B02-9447BE45FEF1}" type="presParOf" srcId="{C163745A-6A1E-4E96-B999-180FBADE2008}" destId="{17E68E16-9C6A-4331-818E-D59EDAE5227D}" srcOrd="4" destOrd="0" presId="urn:microsoft.com/office/officeart/2018/2/layout/IconLabelDescriptionList"/>
    <dgm:cxn modelId="{C4D0A55D-F04F-427A-BEC8-75FD08527AA6}" type="presParOf" srcId="{5380A62F-E54E-48B6-BFEA-4133524BA79B}" destId="{05428945-600C-45F5-89F3-4271A8AC0E57}" srcOrd="1" destOrd="0" presId="urn:microsoft.com/office/officeart/2018/2/layout/IconLabelDescriptionList"/>
    <dgm:cxn modelId="{188E2944-2301-4E12-9575-8166C902E668}" type="presParOf" srcId="{5380A62F-E54E-48B6-BFEA-4133524BA79B}" destId="{9432583B-31CE-4CAF-B37A-A66BA78319DC}" srcOrd="2" destOrd="0" presId="urn:microsoft.com/office/officeart/2018/2/layout/IconLabelDescriptionList"/>
    <dgm:cxn modelId="{64FBDBA9-EC2B-44E0-A07D-DF70897304E8}" type="presParOf" srcId="{9432583B-31CE-4CAF-B37A-A66BA78319DC}" destId="{8D4C8F66-EA79-43F3-B7EE-9EBDCFACF0F4}" srcOrd="0" destOrd="0" presId="urn:microsoft.com/office/officeart/2018/2/layout/IconLabelDescriptionList"/>
    <dgm:cxn modelId="{52CE88A5-A677-450C-9B41-378B7BC9EE4C}" type="presParOf" srcId="{9432583B-31CE-4CAF-B37A-A66BA78319DC}" destId="{64548607-F7EE-453B-828B-8AE5771F19A3}" srcOrd="1" destOrd="0" presId="urn:microsoft.com/office/officeart/2018/2/layout/IconLabelDescriptionList"/>
    <dgm:cxn modelId="{370F9F95-7B90-4970-AB6A-0D5516457225}" type="presParOf" srcId="{9432583B-31CE-4CAF-B37A-A66BA78319DC}" destId="{B22B5EF2-F4F2-496D-8F02-BAE96A83F16F}" srcOrd="2" destOrd="0" presId="urn:microsoft.com/office/officeart/2018/2/layout/IconLabelDescriptionList"/>
    <dgm:cxn modelId="{A805824A-46D6-42D1-B71A-55D14CBFD411}" type="presParOf" srcId="{9432583B-31CE-4CAF-B37A-A66BA78319DC}" destId="{A8793F9A-DDDB-45B8-9677-134AC11E2AA9}" srcOrd="3" destOrd="0" presId="urn:microsoft.com/office/officeart/2018/2/layout/IconLabelDescriptionList"/>
    <dgm:cxn modelId="{BAF6C559-F92F-40CB-A777-86F478F99E09}" type="presParOf" srcId="{9432583B-31CE-4CAF-B37A-A66BA78319DC}" destId="{5A7AF8A1-9FBB-44AA-A1D2-80AD1E0D73A5}" srcOrd="4" destOrd="0" presId="urn:microsoft.com/office/officeart/2018/2/layout/IconLabelDescriptionList"/>
    <dgm:cxn modelId="{85D4C9E4-F56B-4CED-9D80-2F40B1316844}" type="presParOf" srcId="{5380A62F-E54E-48B6-BFEA-4133524BA79B}" destId="{C78DA1E3-4A4B-48DF-9638-9BBDAF1551CB}" srcOrd="3" destOrd="0" presId="urn:microsoft.com/office/officeart/2018/2/layout/IconLabelDescriptionList"/>
    <dgm:cxn modelId="{4172E9F4-1291-46A0-A387-BFC9272F2973}" type="presParOf" srcId="{5380A62F-E54E-48B6-BFEA-4133524BA79B}" destId="{D6FBDE9C-C966-4794-949D-63DE0FAC980B}" srcOrd="4" destOrd="0" presId="urn:microsoft.com/office/officeart/2018/2/layout/IconLabelDescriptionList"/>
    <dgm:cxn modelId="{230D9387-62DC-4BC6-BFD6-09C5340BF95B}" type="presParOf" srcId="{D6FBDE9C-C966-4794-949D-63DE0FAC980B}" destId="{3E61EC4D-10C5-493C-BD0D-97D4A3A28B97}" srcOrd="0" destOrd="0" presId="urn:microsoft.com/office/officeart/2018/2/layout/IconLabelDescriptionList"/>
    <dgm:cxn modelId="{E526EABC-544B-4184-8136-AB34D85FDD71}" type="presParOf" srcId="{D6FBDE9C-C966-4794-949D-63DE0FAC980B}" destId="{5347B6AF-21D8-4F6E-B626-A3AF504B8E8D}" srcOrd="1" destOrd="0" presId="urn:microsoft.com/office/officeart/2018/2/layout/IconLabelDescriptionList"/>
    <dgm:cxn modelId="{3246A530-5DC9-40FD-8F6F-76BAB36BD71E}" type="presParOf" srcId="{D6FBDE9C-C966-4794-949D-63DE0FAC980B}" destId="{DC2B0B0C-DC7A-4317-993F-1E996050D613}" srcOrd="2" destOrd="0" presId="urn:microsoft.com/office/officeart/2018/2/layout/IconLabelDescriptionList"/>
    <dgm:cxn modelId="{8E78E504-AFCB-4D87-A8DC-8C9184C9CBAF}" type="presParOf" srcId="{D6FBDE9C-C966-4794-949D-63DE0FAC980B}" destId="{4E112E54-765B-4D03-8E2A-5BD31FB20A8D}" srcOrd="3" destOrd="0" presId="urn:microsoft.com/office/officeart/2018/2/layout/IconLabelDescriptionList"/>
    <dgm:cxn modelId="{B4EAA0DC-6976-4927-9107-46BCAD54C670}" type="presParOf" srcId="{D6FBDE9C-C966-4794-949D-63DE0FAC980B}" destId="{591F232E-AEEE-415E-92C7-280A019CF34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01DC75F-D09A-45BC-979C-C9D421F63B8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66D840DB-1EA7-4AF5-8E63-F45FB6F545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Infrastructure:</a:t>
          </a:r>
          <a:r>
            <a:rPr lang="en-US"/>
            <a:t> </a:t>
          </a:r>
          <a:r>
            <a:rPr lang="en-US" i="1"/>
            <a:t>“The foundation of cloud services.”</a:t>
          </a:r>
          <a:endParaRPr lang="en-US"/>
        </a:p>
      </dgm:t>
    </dgm:pt>
    <dgm:pt modelId="{29C808EA-C3C4-48C2-A796-68BBF2E6155F}" type="parTrans" cxnId="{8AC56502-4C00-439F-9FF4-5971EFE9DF91}">
      <dgm:prSet/>
      <dgm:spPr/>
      <dgm:t>
        <a:bodyPr/>
        <a:lstStyle/>
        <a:p>
          <a:endParaRPr lang="en-US"/>
        </a:p>
      </dgm:t>
    </dgm:pt>
    <dgm:pt modelId="{B545F623-97B8-4216-AD1E-AA1016AB2C0E}" type="sibTrans" cxnId="{8AC56502-4C00-439F-9FF4-5971EFE9DF91}">
      <dgm:prSet/>
      <dgm:spPr/>
      <dgm:t>
        <a:bodyPr/>
        <a:lstStyle/>
        <a:p>
          <a:endParaRPr lang="en-US"/>
        </a:p>
      </dgm:t>
    </dgm:pt>
    <dgm:pt modelId="{C8F444A6-6831-4066-B6A4-0CA341298B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Hardware and virtual resources</a:t>
          </a:r>
        </a:p>
      </dgm:t>
    </dgm:pt>
    <dgm:pt modelId="{56381FD6-31A9-4272-AC7F-E50A1CEFEE5D}" type="parTrans" cxnId="{B29D856C-E61D-4610-8576-DCF14E76F90A}">
      <dgm:prSet/>
      <dgm:spPr/>
      <dgm:t>
        <a:bodyPr/>
        <a:lstStyle/>
        <a:p>
          <a:endParaRPr lang="en-US"/>
        </a:p>
      </dgm:t>
    </dgm:pt>
    <dgm:pt modelId="{4F9FD5E7-5F15-4606-9475-082F932C2F4E}" type="sibTrans" cxnId="{B29D856C-E61D-4610-8576-DCF14E76F90A}">
      <dgm:prSet/>
      <dgm:spPr/>
      <dgm:t>
        <a:bodyPr/>
        <a:lstStyle/>
        <a:p>
          <a:endParaRPr lang="en-US"/>
        </a:p>
      </dgm:t>
    </dgm:pt>
    <dgm:pt modelId="{01A61CFC-D86B-47A5-98AB-658FB0F67E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Platform:</a:t>
          </a:r>
          <a:r>
            <a:rPr lang="en-US" dirty="0"/>
            <a:t> </a:t>
          </a:r>
          <a:r>
            <a:rPr lang="en-US" i="1" dirty="0"/>
            <a:t>“Tools and frameworks to build applications.”</a:t>
          </a:r>
          <a:endParaRPr lang="en-US" dirty="0"/>
        </a:p>
      </dgm:t>
    </dgm:pt>
    <dgm:pt modelId="{204BE095-3B05-48F0-9067-C53F5A86DB80}" type="parTrans" cxnId="{BF6FBB7E-CD71-4E04-A5C2-0B06CCF98E60}">
      <dgm:prSet/>
      <dgm:spPr/>
      <dgm:t>
        <a:bodyPr/>
        <a:lstStyle/>
        <a:p>
          <a:endParaRPr lang="en-US"/>
        </a:p>
      </dgm:t>
    </dgm:pt>
    <dgm:pt modelId="{9C762EFD-BE23-46A7-81F9-2897938ACD02}" type="sibTrans" cxnId="{BF6FBB7E-CD71-4E04-A5C2-0B06CCF98E60}">
      <dgm:prSet/>
      <dgm:spPr/>
      <dgm:t>
        <a:bodyPr/>
        <a:lstStyle/>
        <a:p>
          <a:endParaRPr lang="en-US"/>
        </a:p>
      </dgm:t>
    </dgm:pt>
    <dgm:pt modelId="{8F599527-01B6-49F8-B23A-CA6C387BF8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Development tools and frameworks</a:t>
          </a:r>
        </a:p>
      </dgm:t>
    </dgm:pt>
    <dgm:pt modelId="{AEB5F03B-C004-479E-8F80-C72827846819}" type="parTrans" cxnId="{EC0D0F2C-F6DC-4EE6-A409-21229FBA520B}">
      <dgm:prSet/>
      <dgm:spPr/>
      <dgm:t>
        <a:bodyPr/>
        <a:lstStyle/>
        <a:p>
          <a:endParaRPr lang="en-US"/>
        </a:p>
      </dgm:t>
    </dgm:pt>
    <dgm:pt modelId="{E5199D0F-E251-401B-8FF0-1127B0151A2F}" type="sibTrans" cxnId="{EC0D0F2C-F6DC-4EE6-A409-21229FBA520B}">
      <dgm:prSet/>
      <dgm:spPr/>
      <dgm:t>
        <a:bodyPr/>
        <a:lstStyle/>
        <a:p>
          <a:endParaRPr lang="en-US"/>
        </a:p>
      </dgm:t>
    </dgm:pt>
    <dgm:pt modelId="{3A6B0E79-CC5C-4EC2-9718-6603B3899E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Application:</a:t>
          </a:r>
          <a:r>
            <a:rPr lang="en-US"/>
            <a:t> </a:t>
          </a:r>
          <a:r>
            <a:rPr lang="en-US" i="1"/>
            <a:t>“End-user software delivered over the cloud.”</a:t>
          </a:r>
          <a:endParaRPr lang="en-US"/>
        </a:p>
      </dgm:t>
    </dgm:pt>
    <dgm:pt modelId="{B8A8B538-5926-40A6-9C8E-99A3512FB1BC}" type="parTrans" cxnId="{D7FC70FA-CE27-4E05-AEDF-1B7B3F91CC37}">
      <dgm:prSet/>
      <dgm:spPr/>
      <dgm:t>
        <a:bodyPr/>
        <a:lstStyle/>
        <a:p>
          <a:endParaRPr lang="en-US"/>
        </a:p>
      </dgm:t>
    </dgm:pt>
    <dgm:pt modelId="{F6A1AFE0-1CB4-4E84-BF98-4EA0C81ADFD7}" type="sibTrans" cxnId="{D7FC70FA-CE27-4E05-AEDF-1B7B3F91CC37}">
      <dgm:prSet/>
      <dgm:spPr/>
      <dgm:t>
        <a:bodyPr/>
        <a:lstStyle/>
        <a:p>
          <a:endParaRPr lang="en-US"/>
        </a:p>
      </dgm:t>
    </dgm:pt>
    <dgm:pt modelId="{A6552845-58D2-4842-B713-CB92AA1C07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Software applications and services</a:t>
          </a:r>
        </a:p>
      </dgm:t>
    </dgm:pt>
    <dgm:pt modelId="{FDD2A97B-1D78-40DF-B20C-F85051106CBE}" type="parTrans" cxnId="{8C589AC7-D6DE-4755-B8E8-1A59EFD2977D}">
      <dgm:prSet/>
      <dgm:spPr/>
      <dgm:t>
        <a:bodyPr/>
        <a:lstStyle/>
        <a:p>
          <a:endParaRPr lang="en-US"/>
        </a:p>
      </dgm:t>
    </dgm:pt>
    <dgm:pt modelId="{68CF210D-50EC-46D8-AC1F-3FAA57B10B56}" type="sibTrans" cxnId="{8C589AC7-D6DE-4755-B8E8-1A59EFD2977D}">
      <dgm:prSet/>
      <dgm:spPr/>
      <dgm:t>
        <a:bodyPr/>
        <a:lstStyle/>
        <a:p>
          <a:endParaRPr lang="en-US"/>
        </a:p>
      </dgm:t>
    </dgm:pt>
    <dgm:pt modelId="{390ACEB6-B619-4AB7-B066-C0A77E585425}" type="pres">
      <dgm:prSet presAssocID="{301DC75F-D09A-45BC-979C-C9D421F63B88}" presName="root" presStyleCnt="0">
        <dgm:presLayoutVars>
          <dgm:dir/>
          <dgm:resizeHandles val="exact"/>
        </dgm:presLayoutVars>
      </dgm:prSet>
      <dgm:spPr/>
    </dgm:pt>
    <dgm:pt modelId="{FCB4F548-6B34-496F-95F8-43A6977FCFAC}" type="pres">
      <dgm:prSet presAssocID="{66D840DB-1EA7-4AF5-8E63-F45FB6F54515}" presName="compNode" presStyleCnt="0"/>
      <dgm:spPr/>
    </dgm:pt>
    <dgm:pt modelId="{F701484D-B3B4-46D7-BD7F-ADD9551766B5}" type="pres">
      <dgm:prSet presAssocID="{66D840DB-1EA7-4AF5-8E63-F45FB6F54515}" presName="bgRect" presStyleLbl="bgShp" presStyleIdx="0" presStyleCnt="3"/>
      <dgm:spPr/>
    </dgm:pt>
    <dgm:pt modelId="{6BEE30E2-96AB-40FC-967E-18E9A5255685}" type="pres">
      <dgm:prSet presAssocID="{66D840DB-1EA7-4AF5-8E63-F45FB6F5451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64C6458D-15D9-4B8B-B89B-EBD89E56C73E}" type="pres">
      <dgm:prSet presAssocID="{66D840DB-1EA7-4AF5-8E63-F45FB6F54515}" presName="spaceRect" presStyleCnt="0"/>
      <dgm:spPr/>
    </dgm:pt>
    <dgm:pt modelId="{86441335-FAF2-4570-AE9F-C55B726D5E7E}" type="pres">
      <dgm:prSet presAssocID="{66D840DB-1EA7-4AF5-8E63-F45FB6F54515}" presName="parTx" presStyleLbl="revTx" presStyleIdx="0" presStyleCnt="6">
        <dgm:presLayoutVars>
          <dgm:chMax val="0"/>
          <dgm:chPref val="0"/>
        </dgm:presLayoutVars>
      </dgm:prSet>
      <dgm:spPr/>
    </dgm:pt>
    <dgm:pt modelId="{08E70B7C-D8CB-47B2-8ADF-5C3D967F43E0}" type="pres">
      <dgm:prSet presAssocID="{66D840DB-1EA7-4AF5-8E63-F45FB6F54515}" presName="desTx" presStyleLbl="revTx" presStyleIdx="1" presStyleCnt="6">
        <dgm:presLayoutVars/>
      </dgm:prSet>
      <dgm:spPr/>
    </dgm:pt>
    <dgm:pt modelId="{4F8A88A2-ECC2-4A2A-A9B4-8BBF5B8EAD6E}" type="pres">
      <dgm:prSet presAssocID="{B545F623-97B8-4216-AD1E-AA1016AB2C0E}" presName="sibTrans" presStyleCnt="0"/>
      <dgm:spPr/>
    </dgm:pt>
    <dgm:pt modelId="{F783E879-CE57-4679-8DEC-5428A9F239FD}" type="pres">
      <dgm:prSet presAssocID="{01A61CFC-D86B-47A5-98AB-658FB0F67E36}" presName="compNode" presStyleCnt="0"/>
      <dgm:spPr/>
    </dgm:pt>
    <dgm:pt modelId="{2BC83E3C-0C09-4886-B8B0-0BFFB553D119}" type="pres">
      <dgm:prSet presAssocID="{01A61CFC-D86B-47A5-98AB-658FB0F67E36}" presName="bgRect" presStyleLbl="bgShp" presStyleIdx="1" presStyleCnt="3"/>
      <dgm:spPr/>
    </dgm:pt>
    <dgm:pt modelId="{B1C71620-8B74-475B-8E25-9DB02DD7823C}" type="pres">
      <dgm:prSet presAssocID="{01A61CFC-D86B-47A5-98AB-658FB0F67E3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FFE8DCBF-0F02-4FB3-91F8-80140F3DA59C}" type="pres">
      <dgm:prSet presAssocID="{01A61CFC-D86B-47A5-98AB-658FB0F67E36}" presName="spaceRect" presStyleCnt="0"/>
      <dgm:spPr/>
    </dgm:pt>
    <dgm:pt modelId="{E8383D72-2878-47D2-B59B-6E207E158B4B}" type="pres">
      <dgm:prSet presAssocID="{01A61CFC-D86B-47A5-98AB-658FB0F67E36}" presName="parTx" presStyleLbl="revTx" presStyleIdx="2" presStyleCnt="6">
        <dgm:presLayoutVars>
          <dgm:chMax val="0"/>
          <dgm:chPref val="0"/>
        </dgm:presLayoutVars>
      </dgm:prSet>
      <dgm:spPr/>
    </dgm:pt>
    <dgm:pt modelId="{4E9C59D3-5D5A-4CC3-AD97-70651863067E}" type="pres">
      <dgm:prSet presAssocID="{01A61CFC-D86B-47A5-98AB-658FB0F67E36}" presName="desTx" presStyleLbl="revTx" presStyleIdx="3" presStyleCnt="6">
        <dgm:presLayoutVars/>
      </dgm:prSet>
      <dgm:spPr/>
    </dgm:pt>
    <dgm:pt modelId="{F536FB31-AC9F-4492-AF03-2172F20CBA9B}" type="pres">
      <dgm:prSet presAssocID="{9C762EFD-BE23-46A7-81F9-2897938ACD02}" presName="sibTrans" presStyleCnt="0"/>
      <dgm:spPr/>
    </dgm:pt>
    <dgm:pt modelId="{6CC79036-6B2B-4945-AEFE-E40E66519BB0}" type="pres">
      <dgm:prSet presAssocID="{3A6B0E79-CC5C-4EC2-9718-6603B3899E4B}" presName="compNode" presStyleCnt="0"/>
      <dgm:spPr/>
    </dgm:pt>
    <dgm:pt modelId="{449A7099-B156-4458-9023-74965A81560A}" type="pres">
      <dgm:prSet presAssocID="{3A6B0E79-CC5C-4EC2-9718-6603B3899E4B}" presName="bgRect" presStyleLbl="bgShp" presStyleIdx="2" presStyleCnt="3"/>
      <dgm:spPr/>
    </dgm:pt>
    <dgm:pt modelId="{AA6EA4EA-C598-4A6E-9FF1-126A29488135}" type="pres">
      <dgm:prSet presAssocID="{3A6B0E79-CC5C-4EC2-9718-6603B3899E4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4C17575-08AF-4BE4-8F3D-6E9220860250}" type="pres">
      <dgm:prSet presAssocID="{3A6B0E79-CC5C-4EC2-9718-6603B3899E4B}" presName="spaceRect" presStyleCnt="0"/>
      <dgm:spPr/>
    </dgm:pt>
    <dgm:pt modelId="{21A4253E-ADEF-475D-9C5E-34EA43F869A9}" type="pres">
      <dgm:prSet presAssocID="{3A6B0E79-CC5C-4EC2-9718-6603B3899E4B}" presName="parTx" presStyleLbl="revTx" presStyleIdx="4" presStyleCnt="6">
        <dgm:presLayoutVars>
          <dgm:chMax val="0"/>
          <dgm:chPref val="0"/>
        </dgm:presLayoutVars>
      </dgm:prSet>
      <dgm:spPr/>
    </dgm:pt>
    <dgm:pt modelId="{D9E03E68-66EB-4220-8FC8-87B4142F261E}" type="pres">
      <dgm:prSet presAssocID="{3A6B0E79-CC5C-4EC2-9718-6603B3899E4B}" presName="desTx" presStyleLbl="revTx" presStyleIdx="5" presStyleCnt="6">
        <dgm:presLayoutVars/>
      </dgm:prSet>
      <dgm:spPr/>
    </dgm:pt>
  </dgm:ptLst>
  <dgm:cxnLst>
    <dgm:cxn modelId="{8AC56502-4C00-439F-9FF4-5971EFE9DF91}" srcId="{301DC75F-D09A-45BC-979C-C9D421F63B88}" destId="{66D840DB-1EA7-4AF5-8E63-F45FB6F54515}" srcOrd="0" destOrd="0" parTransId="{29C808EA-C3C4-48C2-A796-68BBF2E6155F}" sibTransId="{B545F623-97B8-4216-AD1E-AA1016AB2C0E}"/>
    <dgm:cxn modelId="{09027D0B-5DE4-4B18-8848-8DF79D8EB2C3}" type="presOf" srcId="{C8F444A6-6831-4066-B6A4-0CA341298B5C}" destId="{08E70B7C-D8CB-47B2-8ADF-5C3D967F43E0}" srcOrd="0" destOrd="0" presId="urn:microsoft.com/office/officeart/2018/2/layout/IconVerticalSolidList"/>
    <dgm:cxn modelId="{05B32019-7558-4A42-84F9-6CC31B5D8336}" type="presOf" srcId="{66D840DB-1EA7-4AF5-8E63-F45FB6F54515}" destId="{86441335-FAF2-4570-AE9F-C55B726D5E7E}" srcOrd="0" destOrd="0" presId="urn:microsoft.com/office/officeart/2018/2/layout/IconVerticalSolidList"/>
    <dgm:cxn modelId="{EC0D0F2C-F6DC-4EE6-A409-21229FBA520B}" srcId="{01A61CFC-D86B-47A5-98AB-658FB0F67E36}" destId="{8F599527-01B6-49F8-B23A-CA6C387BF8A0}" srcOrd="0" destOrd="0" parTransId="{AEB5F03B-C004-479E-8F80-C72827846819}" sibTransId="{E5199D0F-E251-401B-8FF0-1127B0151A2F}"/>
    <dgm:cxn modelId="{B29D856C-E61D-4610-8576-DCF14E76F90A}" srcId="{66D840DB-1EA7-4AF5-8E63-F45FB6F54515}" destId="{C8F444A6-6831-4066-B6A4-0CA341298B5C}" srcOrd="0" destOrd="0" parTransId="{56381FD6-31A9-4272-AC7F-E50A1CEFEE5D}" sibTransId="{4F9FD5E7-5F15-4606-9475-082F932C2F4E}"/>
    <dgm:cxn modelId="{AD4E887D-42AF-4A3E-BC00-D72A41105463}" type="presOf" srcId="{A6552845-58D2-4842-B713-CB92AA1C07D8}" destId="{D9E03E68-66EB-4220-8FC8-87B4142F261E}" srcOrd="0" destOrd="0" presId="urn:microsoft.com/office/officeart/2018/2/layout/IconVerticalSolidList"/>
    <dgm:cxn modelId="{BF6FBB7E-CD71-4E04-A5C2-0B06CCF98E60}" srcId="{301DC75F-D09A-45BC-979C-C9D421F63B88}" destId="{01A61CFC-D86B-47A5-98AB-658FB0F67E36}" srcOrd="1" destOrd="0" parTransId="{204BE095-3B05-48F0-9067-C53F5A86DB80}" sibTransId="{9C762EFD-BE23-46A7-81F9-2897938ACD02}"/>
    <dgm:cxn modelId="{BBE15098-4F19-4DA1-9C48-F3C02016F90A}" type="presOf" srcId="{8F599527-01B6-49F8-B23A-CA6C387BF8A0}" destId="{4E9C59D3-5D5A-4CC3-AD97-70651863067E}" srcOrd="0" destOrd="0" presId="urn:microsoft.com/office/officeart/2018/2/layout/IconVerticalSolidList"/>
    <dgm:cxn modelId="{0FCBE8BF-D55A-472A-B797-71613D109193}" type="presOf" srcId="{01A61CFC-D86B-47A5-98AB-658FB0F67E36}" destId="{E8383D72-2878-47D2-B59B-6E207E158B4B}" srcOrd="0" destOrd="0" presId="urn:microsoft.com/office/officeart/2018/2/layout/IconVerticalSolidList"/>
    <dgm:cxn modelId="{8C589AC7-D6DE-4755-B8E8-1A59EFD2977D}" srcId="{3A6B0E79-CC5C-4EC2-9718-6603B3899E4B}" destId="{A6552845-58D2-4842-B713-CB92AA1C07D8}" srcOrd="0" destOrd="0" parTransId="{FDD2A97B-1D78-40DF-B20C-F85051106CBE}" sibTransId="{68CF210D-50EC-46D8-AC1F-3FAA57B10B56}"/>
    <dgm:cxn modelId="{EB554BE8-0B2F-4EEA-A209-9ADD1A076F0A}" type="presOf" srcId="{3A6B0E79-CC5C-4EC2-9718-6603B3899E4B}" destId="{21A4253E-ADEF-475D-9C5E-34EA43F869A9}" srcOrd="0" destOrd="0" presId="urn:microsoft.com/office/officeart/2018/2/layout/IconVerticalSolidList"/>
    <dgm:cxn modelId="{1D132EF0-D8E2-4FA3-834C-48206043307C}" type="presOf" srcId="{301DC75F-D09A-45BC-979C-C9D421F63B88}" destId="{390ACEB6-B619-4AB7-B066-C0A77E585425}" srcOrd="0" destOrd="0" presId="urn:microsoft.com/office/officeart/2018/2/layout/IconVerticalSolidList"/>
    <dgm:cxn modelId="{D7FC70FA-CE27-4E05-AEDF-1B7B3F91CC37}" srcId="{301DC75F-D09A-45BC-979C-C9D421F63B88}" destId="{3A6B0E79-CC5C-4EC2-9718-6603B3899E4B}" srcOrd="2" destOrd="0" parTransId="{B8A8B538-5926-40A6-9C8E-99A3512FB1BC}" sibTransId="{F6A1AFE0-1CB4-4E84-BF98-4EA0C81ADFD7}"/>
    <dgm:cxn modelId="{9311893B-533E-43B4-8F83-625C75A7B9E7}" type="presParOf" srcId="{390ACEB6-B619-4AB7-B066-C0A77E585425}" destId="{FCB4F548-6B34-496F-95F8-43A6977FCFAC}" srcOrd="0" destOrd="0" presId="urn:microsoft.com/office/officeart/2018/2/layout/IconVerticalSolidList"/>
    <dgm:cxn modelId="{011F9B4E-077A-4B01-9CE2-BF4121BFC775}" type="presParOf" srcId="{FCB4F548-6B34-496F-95F8-43A6977FCFAC}" destId="{F701484D-B3B4-46D7-BD7F-ADD9551766B5}" srcOrd="0" destOrd="0" presId="urn:microsoft.com/office/officeart/2018/2/layout/IconVerticalSolidList"/>
    <dgm:cxn modelId="{65552E8E-704F-45F5-9DF1-3DF11C55318B}" type="presParOf" srcId="{FCB4F548-6B34-496F-95F8-43A6977FCFAC}" destId="{6BEE30E2-96AB-40FC-967E-18E9A5255685}" srcOrd="1" destOrd="0" presId="urn:microsoft.com/office/officeart/2018/2/layout/IconVerticalSolidList"/>
    <dgm:cxn modelId="{EFD4AEDD-20D1-4DF9-9CCB-EB0C1AB7E354}" type="presParOf" srcId="{FCB4F548-6B34-496F-95F8-43A6977FCFAC}" destId="{64C6458D-15D9-4B8B-B89B-EBD89E56C73E}" srcOrd="2" destOrd="0" presId="urn:microsoft.com/office/officeart/2018/2/layout/IconVerticalSolidList"/>
    <dgm:cxn modelId="{5EDFADA9-9AD3-4F01-87E3-8EF93876070B}" type="presParOf" srcId="{FCB4F548-6B34-496F-95F8-43A6977FCFAC}" destId="{86441335-FAF2-4570-AE9F-C55B726D5E7E}" srcOrd="3" destOrd="0" presId="urn:microsoft.com/office/officeart/2018/2/layout/IconVerticalSolidList"/>
    <dgm:cxn modelId="{5BD32D4A-CE69-469F-9F6F-65154A1A51D5}" type="presParOf" srcId="{FCB4F548-6B34-496F-95F8-43A6977FCFAC}" destId="{08E70B7C-D8CB-47B2-8ADF-5C3D967F43E0}" srcOrd="4" destOrd="0" presId="urn:microsoft.com/office/officeart/2018/2/layout/IconVerticalSolidList"/>
    <dgm:cxn modelId="{07BA33F2-D2E1-4ECF-AF0F-CCD690C66954}" type="presParOf" srcId="{390ACEB6-B619-4AB7-B066-C0A77E585425}" destId="{4F8A88A2-ECC2-4A2A-A9B4-8BBF5B8EAD6E}" srcOrd="1" destOrd="0" presId="urn:microsoft.com/office/officeart/2018/2/layout/IconVerticalSolidList"/>
    <dgm:cxn modelId="{7A70E657-43DD-42CA-ACF1-FD82125FFE5C}" type="presParOf" srcId="{390ACEB6-B619-4AB7-B066-C0A77E585425}" destId="{F783E879-CE57-4679-8DEC-5428A9F239FD}" srcOrd="2" destOrd="0" presId="urn:microsoft.com/office/officeart/2018/2/layout/IconVerticalSolidList"/>
    <dgm:cxn modelId="{AD959173-E096-4F86-A5F3-27073188D7AB}" type="presParOf" srcId="{F783E879-CE57-4679-8DEC-5428A9F239FD}" destId="{2BC83E3C-0C09-4886-B8B0-0BFFB553D119}" srcOrd="0" destOrd="0" presId="urn:microsoft.com/office/officeart/2018/2/layout/IconVerticalSolidList"/>
    <dgm:cxn modelId="{D3DF7863-00DA-4BBC-AF28-91351228BDDC}" type="presParOf" srcId="{F783E879-CE57-4679-8DEC-5428A9F239FD}" destId="{B1C71620-8B74-475B-8E25-9DB02DD7823C}" srcOrd="1" destOrd="0" presId="urn:microsoft.com/office/officeart/2018/2/layout/IconVerticalSolidList"/>
    <dgm:cxn modelId="{E25C251E-711D-4A04-9928-50F3CC216CEA}" type="presParOf" srcId="{F783E879-CE57-4679-8DEC-5428A9F239FD}" destId="{FFE8DCBF-0F02-4FB3-91F8-80140F3DA59C}" srcOrd="2" destOrd="0" presId="urn:microsoft.com/office/officeart/2018/2/layout/IconVerticalSolidList"/>
    <dgm:cxn modelId="{BF181283-BE4A-434E-812D-96E3C75E60DF}" type="presParOf" srcId="{F783E879-CE57-4679-8DEC-5428A9F239FD}" destId="{E8383D72-2878-47D2-B59B-6E207E158B4B}" srcOrd="3" destOrd="0" presId="urn:microsoft.com/office/officeart/2018/2/layout/IconVerticalSolidList"/>
    <dgm:cxn modelId="{C420BD49-63B7-4B1C-A104-F52AD2B99CAF}" type="presParOf" srcId="{F783E879-CE57-4679-8DEC-5428A9F239FD}" destId="{4E9C59D3-5D5A-4CC3-AD97-70651863067E}" srcOrd="4" destOrd="0" presId="urn:microsoft.com/office/officeart/2018/2/layout/IconVerticalSolidList"/>
    <dgm:cxn modelId="{0EA84EFF-7A19-4E04-92D1-E25A3DF99213}" type="presParOf" srcId="{390ACEB6-B619-4AB7-B066-C0A77E585425}" destId="{F536FB31-AC9F-4492-AF03-2172F20CBA9B}" srcOrd="3" destOrd="0" presId="urn:microsoft.com/office/officeart/2018/2/layout/IconVerticalSolidList"/>
    <dgm:cxn modelId="{9FB49AC0-58F7-4364-900B-5B14BA735B29}" type="presParOf" srcId="{390ACEB6-B619-4AB7-B066-C0A77E585425}" destId="{6CC79036-6B2B-4945-AEFE-E40E66519BB0}" srcOrd="4" destOrd="0" presId="urn:microsoft.com/office/officeart/2018/2/layout/IconVerticalSolidList"/>
    <dgm:cxn modelId="{CDBCAAB7-42D2-4EDE-B74B-03A3081495A1}" type="presParOf" srcId="{6CC79036-6B2B-4945-AEFE-E40E66519BB0}" destId="{449A7099-B156-4458-9023-74965A81560A}" srcOrd="0" destOrd="0" presId="urn:microsoft.com/office/officeart/2018/2/layout/IconVerticalSolidList"/>
    <dgm:cxn modelId="{D3ECCD45-1BB8-4DFC-A0BC-1CAA168AD331}" type="presParOf" srcId="{6CC79036-6B2B-4945-AEFE-E40E66519BB0}" destId="{AA6EA4EA-C598-4A6E-9FF1-126A29488135}" srcOrd="1" destOrd="0" presId="urn:microsoft.com/office/officeart/2018/2/layout/IconVerticalSolidList"/>
    <dgm:cxn modelId="{4DC9FA52-C97F-4E50-B7AC-6C66286A6347}" type="presParOf" srcId="{6CC79036-6B2B-4945-AEFE-E40E66519BB0}" destId="{84C17575-08AF-4BE4-8F3D-6E9220860250}" srcOrd="2" destOrd="0" presId="urn:microsoft.com/office/officeart/2018/2/layout/IconVerticalSolidList"/>
    <dgm:cxn modelId="{9D5BB6AE-DE88-48AE-85D8-5A9AB8E3DA96}" type="presParOf" srcId="{6CC79036-6B2B-4945-AEFE-E40E66519BB0}" destId="{21A4253E-ADEF-475D-9C5E-34EA43F869A9}" srcOrd="3" destOrd="0" presId="urn:microsoft.com/office/officeart/2018/2/layout/IconVerticalSolidList"/>
    <dgm:cxn modelId="{F15584DB-D396-47BD-AB8D-565CC9CAB537}" type="presParOf" srcId="{6CC79036-6B2B-4945-AEFE-E40E66519BB0}" destId="{D9E03E68-66EB-4220-8FC8-87B4142F261E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AB61777-1BF0-4181-BD56-386AE55DEF5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0F20657-6AC7-4897-BC99-132803A217BD}">
      <dgm:prSet/>
      <dgm:spPr/>
      <dgm:t>
        <a:bodyPr/>
        <a:lstStyle/>
        <a:p>
          <a:r>
            <a:rPr lang="en-PK" b="1"/>
            <a:t>Hardware: </a:t>
          </a:r>
          <a:r>
            <a:rPr lang="en-PK" b="0" i="0" baseline="0"/>
            <a:t>Physical servers and storage</a:t>
          </a:r>
          <a:endParaRPr lang="en-US"/>
        </a:p>
      </dgm:t>
    </dgm:pt>
    <dgm:pt modelId="{31787393-F719-4971-8D01-C0DB08DACA60}" type="parTrans" cxnId="{03FE9245-E625-4233-8EFE-4C0CF41B756C}">
      <dgm:prSet/>
      <dgm:spPr/>
      <dgm:t>
        <a:bodyPr/>
        <a:lstStyle/>
        <a:p>
          <a:endParaRPr lang="en-US"/>
        </a:p>
      </dgm:t>
    </dgm:pt>
    <dgm:pt modelId="{23F8EC24-F199-456F-A25C-5CA9F2518BF7}" type="sibTrans" cxnId="{03FE9245-E625-4233-8EFE-4C0CF41B756C}">
      <dgm:prSet/>
      <dgm:spPr/>
      <dgm:t>
        <a:bodyPr/>
        <a:lstStyle/>
        <a:p>
          <a:endParaRPr lang="en-US"/>
        </a:p>
      </dgm:t>
    </dgm:pt>
    <dgm:pt modelId="{F9898474-F7B8-4C98-A1C9-657BFA14C4F5}">
      <dgm:prSet/>
      <dgm:spPr/>
      <dgm:t>
        <a:bodyPr/>
        <a:lstStyle/>
        <a:p>
          <a:r>
            <a:rPr lang="en-PK" b="1" i="0" baseline="0"/>
            <a:t>Operating System:</a:t>
          </a:r>
          <a:r>
            <a:rPr lang="en-PK" b="0" i="0" baseline="0"/>
            <a:t> Software managing hardware resources</a:t>
          </a:r>
          <a:endParaRPr lang="en-US"/>
        </a:p>
      </dgm:t>
    </dgm:pt>
    <dgm:pt modelId="{B38EA5C0-D9A7-44B9-9696-58A9C4CDD326}" type="parTrans" cxnId="{220C842B-C65B-484A-829D-F99EE4365FD8}">
      <dgm:prSet/>
      <dgm:spPr/>
      <dgm:t>
        <a:bodyPr/>
        <a:lstStyle/>
        <a:p>
          <a:endParaRPr lang="en-US"/>
        </a:p>
      </dgm:t>
    </dgm:pt>
    <dgm:pt modelId="{724B79D5-D0BA-43E2-A6D6-A591C535308B}" type="sibTrans" cxnId="{220C842B-C65B-484A-829D-F99EE4365FD8}">
      <dgm:prSet/>
      <dgm:spPr/>
      <dgm:t>
        <a:bodyPr/>
        <a:lstStyle/>
        <a:p>
          <a:endParaRPr lang="en-US"/>
        </a:p>
      </dgm:t>
    </dgm:pt>
    <dgm:pt modelId="{D0E9A01D-70A9-46BB-A238-6154AD140AFF}">
      <dgm:prSet/>
      <dgm:spPr/>
      <dgm:t>
        <a:bodyPr/>
        <a:lstStyle/>
        <a:p>
          <a:r>
            <a:rPr lang="en-PK" b="1" i="0" baseline="0"/>
            <a:t>Applications:</a:t>
          </a:r>
          <a:r>
            <a:rPr lang="en-PK" b="0" i="0" baseline="0"/>
            <a:t> User-facing software and tools</a:t>
          </a:r>
          <a:endParaRPr lang="en-US"/>
        </a:p>
      </dgm:t>
    </dgm:pt>
    <dgm:pt modelId="{617D8C04-9D97-4370-B413-4644AD8B35EB}" type="parTrans" cxnId="{9B7B9C0A-CB78-44D2-B637-EE7B79478555}">
      <dgm:prSet/>
      <dgm:spPr/>
      <dgm:t>
        <a:bodyPr/>
        <a:lstStyle/>
        <a:p>
          <a:endParaRPr lang="en-US"/>
        </a:p>
      </dgm:t>
    </dgm:pt>
    <dgm:pt modelId="{06F374F9-3A23-4430-A3EE-C953A54FCA0E}" type="sibTrans" cxnId="{9B7B9C0A-CB78-44D2-B637-EE7B79478555}">
      <dgm:prSet/>
      <dgm:spPr/>
      <dgm:t>
        <a:bodyPr/>
        <a:lstStyle/>
        <a:p>
          <a:endParaRPr lang="en-US"/>
        </a:p>
      </dgm:t>
    </dgm:pt>
    <dgm:pt modelId="{45D3F576-F8E7-4D8A-92FC-8CEBA0A9EC0B}" type="pres">
      <dgm:prSet presAssocID="{DAB61777-1BF0-4181-BD56-386AE55DEF54}" presName="root" presStyleCnt="0">
        <dgm:presLayoutVars>
          <dgm:dir/>
          <dgm:resizeHandles val="exact"/>
        </dgm:presLayoutVars>
      </dgm:prSet>
      <dgm:spPr/>
    </dgm:pt>
    <dgm:pt modelId="{E60469F2-384B-4D52-875D-C1BE75751E91}" type="pres">
      <dgm:prSet presAssocID="{70F20657-6AC7-4897-BC99-132803A217BD}" presName="compNode" presStyleCnt="0"/>
      <dgm:spPr/>
    </dgm:pt>
    <dgm:pt modelId="{60822BD4-0BFF-4829-8286-8A7627C6EB38}" type="pres">
      <dgm:prSet presAssocID="{70F20657-6AC7-4897-BC99-132803A217B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5D699C4-54D0-4744-873F-D0380FC69C87}" type="pres">
      <dgm:prSet presAssocID="{70F20657-6AC7-4897-BC99-132803A217BD}" presName="spaceRect" presStyleCnt="0"/>
      <dgm:spPr/>
    </dgm:pt>
    <dgm:pt modelId="{3183DBFC-39EC-46E8-9297-14A5AD32DFC2}" type="pres">
      <dgm:prSet presAssocID="{70F20657-6AC7-4897-BC99-132803A217BD}" presName="textRect" presStyleLbl="revTx" presStyleIdx="0" presStyleCnt="3">
        <dgm:presLayoutVars>
          <dgm:chMax val="1"/>
          <dgm:chPref val="1"/>
        </dgm:presLayoutVars>
      </dgm:prSet>
      <dgm:spPr/>
    </dgm:pt>
    <dgm:pt modelId="{3EB6B993-7666-4A57-9C0B-C1790C9F9FD9}" type="pres">
      <dgm:prSet presAssocID="{23F8EC24-F199-456F-A25C-5CA9F2518BF7}" presName="sibTrans" presStyleCnt="0"/>
      <dgm:spPr/>
    </dgm:pt>
    <dgm:pt modelId="{0A28A2AD-5CC3-4CBA-B493-6B03D1A273EF}" type="pres">
      <dgm:prSet presAssocID="{F9898474-F7B8-4C98-A1C9-657BFA14C4F5}" presName="compNode" presStyleCnt="0"/>
      <dgm:spPr/>
    </dgm:pt>
    <dgm:pt modelId="{8DC8B9EE-E46D-49AB-A707-F0DA2EC734AD}" type="pres">
      <dgm:prSet presAssocID="{F9898474-F7B8-4C98-A1C9-657BFA14C4F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4E785D2-5487-428C-99D5-BA2B6D3A3ADD}" type="pres">
      <dgm:prSet presAssocID="{F9898474-F7B8-4C98-A1C9-657BFA14C4F5}" presName="spaceRect" presStyleCnt="0"/>
      <dgm:spPr/>
    </dgm:pt>
    <dgm:pt modelId="{12B26B48-1871-4EFF-861D-86AE5EBCB12C}" type="pres">
      <dgm:prSet presAssocID="{F9898474-F7B8-4C98-A1C9-657BFA14C4F5}" presName="textRect" presStyleLbl="revTx" presStyleIdx="1" presStyleCnt="3">
        <dgm:presLayoutVars>
          <dgm:chMax val="1"/>
          <dgm:chPref val="1"/>
        </dgm:presLayoutVars>
      </dgm:prSet>
      <dgm:spPr/>
    </dgm:pt>
    <dgm:pt modelId="{E6F83A03-9BB8-4483-AF73-D9D7C56F7EBE}" type="pres">
      <dgm:prSet presAssocID="{724B79D5-D0BA-43E2-A6D6-A591C535308B}" presName="sibTrans" presStyleCnt="0"/>
      <dgm:spPr/>
    </dgm:pt>
    <dgm:pt modelId="{84B27054-3551-488F-BC83-4CD3786CBA95}" type="pres">
      <dgm:prSet presAssocID="{D0E9A01D-70A9-46BB-A238-6154AD140AFF}" presName="compNode" presStyleCnt="0"/>
      <dgm:spPr/>
    </dgm:pt>
    <dgm:pt modelId="{81517CBC-A01A-4D09-9AF5-0432EBAB00C3}" type="pres">
      <dgm:prSet presAssocID="{D0E9A01D-70A9-46BB-A238-6154AD140AF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 outline"/>
        </a:ext>
      </dgm:extLst>
    </dgm:pt>
    <dgm:pt modelId="{F5EF64FA-5BE8-4F64-B6A7-0980040A4F3B}" type="pres">
      <dgm:prSet presAssocID="{D0E9A01D-70A9-46BB-A238-6154AD140AFF}" presName="spaceRect" presStyleCnt="0"/>
      <dgm:spPr/>
    </dgm:pt>
    <dgm:pt modelId="{214011E3-012C-449C-81C2-8021C965F683}" type="pres">
      <dgm:prSet presAssocID="{D0E9A01D-70A9-46BB-A238-6154AD140AF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6D37C02-102E-4E4E-A397-7829412CD789}" type="presOf" srcId="{D0E9A01D-70A9-46BB-A238-6154AD140AFF}" destId="{214011E3-012C-449C-81C2-8021C965F683}" srcOrd="0" destOrd="0" presId="urn:microsoft.com/office/officeart/2018/2/layout/IconLabelList"/>
    <dgm:cxn modelId="{9B7B9C0A-CB78-44D2-B637-EE7B79478555}" srcId="{DAB61777-1BF0-4181-BD56-386AE55DEF54}" destId="{D0E9A01D-70A9-46BB-A238-6154AD140AFF}" srcOrd="2" destOrd="0" parTransId="{617D8C04-9D97-4370-B413-4644AD8B35EB}" sibTransId="{06F374F9-3A23-4430-A3EE-C953A54FCA0E}"/>
    <dgm:cxn modelId="{A303A11A-2DCF-4B47-952D-7A5CE980379E}" type="presOf" srcId="{DAB61777-1BF0-4181-BD56-386AE55DEF54}" destId="{45D3F576-F8E7-4D8A-92FC-8CEBA0A9EC0B}" srcOrd="0" destOrd="0" presId="urn:microsoft.com/office/officeart/2018/2/layout/IconLabelList"/>
    <dgm:cxn modelId="{220C842B-C65B-484A-829D-F99EE4365FD8}" srcId="{DAB61777-1BF0-4181-BD56-386AE55DEF54}" destId="{F9898474-F7B8-4C98-A1C9-657BFA14C4F5}" srcOrd="1" destOrd="0" parTransId="{B38EA5C0-D9A7-44B9-9696-58A9C4CDD326}" sibTransId="{724B79D5-D0BA-43E2-A6D6-A591C535308B}"/>
    <dgm:cxn modelId="{03FE9245-E625-4233-8EFE-4C0CF41B756C}" srcId="{DAB61777-1BF0-4181-BD56-386AE55DEF54}" destId="{70F20657-6AC7-4897-BC99-132803A217BD}" srcOrd="0" destOrd="0" parTransId="{31787393-F719-4971-8D01-C0DB08DACA60}" sibTransId="{23F8EC24-F199-456F-A25C-5CA9F2518BF7}"/>
    <dgm:cxn modelId="{734E226C-6E68-438A-8BA2-B94B0CA31058}" type="presOf" srcId="{70F20657-6AC7-4897-BC99-132803A217BD}" destId="{3183DBFC-39EC-46E8-9297-14A5AD32DFC2}" srcOrd="0" destOrd="0" presId="urn:microsoft.com/office/officeart/2018/2/layout/IconLabelList"/>
    <dgm:cxn modelId="{682F2856-113D-4CC9-B94E-38B10E8722A9}" type="presOf" srcId="{F9898474-F7B8-4C98-A1C9-657BFA14C4F5}" destId="{12B26B48-1871-4EFF-861D-86AE5EBCB12C}" srcOrd="0" destOrd="0" presId="urn:microsoft.com/office/officeart/2018/2/layout/IconLabelList"/>
    <dgm:cxn modelId="{0F0823C6-8760-4997-BDA3-77AB586B9623}" type="presParOf" srcId="{45D3F576-F8E7-4D8A-92FC-8CEBA0A9EC0B}" destId="{E60469F2-384B-4D52-875D-C1BE75751E91}" srcOrd="0" destOrd="0" presId="urn:microsoft.com/office/officeart/2018/2/layout/IconLabelList"/>
    <dgm:cxn modelId="{25C8F400-C97F-48A7-983E-391A96A79283}" type="presParOf" srcId="{E60469F2-384B-4D52-875D-C1BE75751E91}" destId="{60822BD4-0BFF-4829-8286-8A7627C6EB38}" srcOrd="0" destOrd="0" presId="urn:microsoft.com/office/officeart/2018/2/layout/IconLabelList"/>
    <dgm:cxn modelId="{7A18CCF0-C555-43CD-984B-29566BE92E4A}" type="presParOf" srcId="{E60469F2-384B-4D52-875D-C1BE75751E91}" destId="{25D699C4-54D0-4744-873F-D0380FC69C87}" srcOrd="1" destOrd="0" presId="urn:microsoft.com/office/officeart/2018/2/layout/IconLabelList"/>
    <dgm:cxn modelId="{160DDB5E-2ED2-4821-BA9B-94C50896292B}" type="presParOf" srcId="{E60469F2-384B-4D52-875D-C1BE75751E91}" destId="{3183DBFC-39EC-46E8-9297-14A5AD32DFC2}" srcOrd="2" destOrd="0" presId="urn:microsoft.com/office/officeart/2018/2/layout/IconLabelList"/>
    <dgm:cxn modelId="{3ACD8748-539E-4955-AD8D-35CF9D150A03}" type="presParOf" srcId="{45D3F576-F8E7-4D8A-92FC-8CEBA0A9EC0B}" destId="{3EB6B993-7666-4A57-9C0B-C1790C9F9FD9}" srcOrd="1" destOrd="0" presId="urn:microsoft.com/office/officeart/2018/2/layout/IconLabelList"/>
    <dgm:cxn modelId="{8520D3FC-C80C-48BD-9A6D-113295303837}" type="presParOf" srcId="{45D3F576-F8E7-4D8A-92FC-8CEBA0A9EC0B}" destId="{0A28A2AD-5CC3-4CBA-B493-6B03D1A273EF}" srcOrd="2" destOrd="0" presId="urn:microsoft.com/office/officeart/2018/2/layout/IconLabelList"/>
    <dgm:cxn modelId="{97A8433A-EBBE-4D07-B991-5484E103162A}" type="presParOf" srcId="{0A28A2AD-5CC3-4CBA-B493-6B03D1A273EF}" destId="{8DC8B9EE-E46D-49AB-A707-F0DA2EC734AD}" srcOrd="0" destOrd="0" presId="urn:microsoft.com/office/officeart/2018/2/layout/IconLabelList"/>
    <dgm:cxn modelId="{715A119A-0F9F-41F9-978C-FF763E83C342}" type="presParOf" srcId="{0A28A2AD-5CC3-4CBA-B493-6B03D1A273EF}" destId="{B4E785D2-5487-428C-99D5-BA2B6D3A3ADD}" srcOrd="1" destOrd="0" presId="urn:microsoft.com/office/officeart/2018/2/layout/IconLabelList"/>
    <dgm:cxn modelId="{D5587BF2-8801-4D28-8789-E01C058EBB8B}" type="presParOf" srcId="{0A28A2AD-5CC3-4CBA-B493-6B03D1A273EF}" destId="{12B26B48-1871-4EFF-861D-86AE5EBCB12C}" srcOrd="2" destOrd="0" presId="urn:microsoft.com/office/officeart/2018/2/layout/IconLabelList"/>
    <dgm:cxn modelId="{5A920A9C-840C-4291-9DBA-E4314077F3FE}" type="presParOf" srcId="{45D3F576-F8E7-4D8A-92FC-8CEBA0A9EC0B}" destId="{E6F83A03-9BB8-4483-AF73-D9D7C56F7EBE}" srcOrd="3" destOrd="0" presId="urn:microsoft.com/office/officeart/2018/2/layout/IconLabelList"/>
    <dgm:cxn modelId="{2DD12AED-3EAF-4DE5-928B-117BDB13E8AC}" type="presParOf" srcId="{45D3F576-F8E7-4D8A-92FC-8CEBA0A9EC0B}" destId="{84B27054-3551-488F-BC83-4CD3786CBA95}" srcOrd="4" destOrd="0" presId="urn:microsoft.com/office/officeart/2018/2/layout/IconLabelList"/>
    <dgm:cxn modelId="{797AC295-36A2-4E13-ADF5-96B1A483D43F}" type="presParOf" srcId="{84B27054-3551-488F-BC83-4CD3786CBA95}" destId="{81517CBC-A01A-4D09-9AF5-0432EBAB00C3}" srcOrd="0" destOrd="0" presId="urn:microsoft.com/office/officeart/2018/2/layout/IconLabelList"/>
    <dgm:cxn modelId="{BF99C27C-19D4-4439-B4C5-CBE9CFE3F811}" type="presParOf" srcId="{84B27054-3551-488F-BC83-4CD3786CBA95}" destId="{F5EF64FA-5BE8-4F64-B6A7-0980040A4F3B}" srcOrd="1" destOrd="0" presId="urn:microsoft.com/office/officeart/2018/2/layout/IconLabelList"/>
    <dgm:cxn modelId="{5DE25FF2-4F13-4F01-91F9-5758E706F5BD}" type="presParOf" srcId="{84B27054-3551-488F-BC83-4CD3786CBA95}" destId="{214011E3-012C-449C-81C2-8021C965F68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B793EE9-B36C-4871-B92C-B4963B6C51C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5692664-2AA4-48DB-9DE9-8A7268C73F21}">
      <dgm:prSet/>
      <dgm:spPr/>
      <dgm:t>
        <a:bodyPr/>
        <a:lstStyle/>
        <a:p>
          <a:pPr>
            <a:defRPr b="1"/>
          </a:pPr>
          <a:r>
            <a:rPr lang="en-PK" b="1"/>
            <a:t>Shift to Cloud-Based Solutions:</a:t>
          </a:r>
          <a:endParaRPr lang="en-US"/>
        </a:p>
      </dgm:t>
    </dgm:pt>
    <dgm:pt modelId="{D45B99A2-54DD-428E-9500-302B0832EFDB}" type="parTrans" cxnId="{91798D43-8E7F-48C0-8E4B-EE9A78F0F1A5}">
      <dgm:prSet/>
      <dgm:spPr/>
      <dgm:t>
        <a:bodyPr/>
        <a:lstStyle/>
        <a:p>
          <a:endParaRPr lang="en-US"/>
        </a:p>
      </dgm:t>
    </dgm:pt>
    <dgm:pt modelId="{C60668A6-D9C4-4A8C-94A8-AB71ADE5A860}" type="sibTrans" cxnId="{91798D43-8E7F-48C0-8E4B-EE9A78F0F1A5}">
      <dgm:prSet/>
      <dgm:spPr/>
      <dgm:t>
        <a:bodyPr/>
        <a:lstStyle/>
        <a:p>
          <a:endParaRPr lang="en-US"/>
        </a:p>
      </dgm:t>
    </dgm:pt>
    <dgm:pt modelId="{268EC4B6-F887-4450-AADD-9B6B5A03D6B3}">
      <dgm:prSet/>
      <dgm:spPr/>
      <dgm:t>
        <a:bodyPr/>
        <a:lstStyle/>
        <a:p>
          <a:r>
            <a:rPr lang="en-PK" b="0" i="0" baseline="0"/>
            <a:t>Decline in demand for on-premises hardware</a:t>
          </a:r>
          <a:endParaRPr lang="en-US"/>
        </a:p>
      </dgm:t>
    </dgm:pt>
    <dgm:pt modelId="{A1FFEC96-FD6D-4245-9F91-623E5843515C}" type="parTrans" cxnId="{FAE879B9-4B6F-4B39-A423-ADC59FE8A40F}">
      <dgm:prSet/>
      <dgm:spPr/>
      <dgm:t>
        <a:bodyPr/>
        <a:lstStyle/>
        <a:p>
          <a:endParaRPr lang="en-US"/>
        </a:p>
      </dgm:t>
    </dgm:pt>
    <dgm:pt modelId="{44D356FA-1E9D-4CA8-A527-BC82BD2EC2EB}" type="sibTrans" cxnId="{FAE879B9-4B6F-4B39-A423-ADC59FE8A40F}">
      <dgm:prSet/>
      <dgm:spPr/>
      <dgm:t>
        <a:bodyPr/>
        <a:lstStyle/>
        <a:p>
          <a:endParaRPr lang="en-US"/>
        </a:p>
      </dgm:t>
    </dgm:pt>
    <dgm:pt modelId="{44291E6C-1CCD-43C0-AFCD-8FEAE06CC465}">
      <dgm:prSet/>
      <dgm:spPr/>
      <dgm:t>
        <a:bodyPr/>
        <a:lstStyle/>
        <a:p>
          <a:r>
            <a:rPr lang="en-PK" b="0" i="0" baseline="0"/>
            <a:t>Increase in cloud adoption across industries</a:t>
          </a:r>
          <a:endParaRPr lang="en-US"/>
        </a:p>
      </dgm:t>
    </dgm:pt>
    <dgm:pt modelId="{ABCBD124-B899-435E-AFEE-E006AEC797F2}" type="parTrans" cxnId="{935750E9-2857-4F82-99B4-256C4B1CE525}">
      <dgm:prSet/>
      <dgm:spPr/>
      <dgm:t>
        <a:bodyPr/>
        <a:lstStyle/>
        <a:p>
          <a:endParaRPr lang="en-US"/>
        </a:p>
      </dgm:t>
    </dgm:pt>
    <dgm:pt modelId="{42926FD3-BB29-47A0-8EA1-1338163CC7F1}" type="sibTrans" cxnId="{935750E9-2857-4F82-99B4-256C4B1CE525}">
      <dgm:prSet/>
      <dgm:spPr/>
      <dgm:t>
        <a:bodyPr/>
        <a:lstStyle/>
        <a:p>
          <a:endParaRPr lang="en-US"/>
        </a:p>
      </dgm:t>
    </dgm:pt>
    <dgm:pt modelId="{958C3D2F-2CCB-4689-9B18-0938E9727D33}">
      <dgm:prSet/>
      <dgm:spPr/>
      <dgm:t>
        <a:bodyPr/>
        <a:lstStyle/>
        <a:p>
          <a:pPr>
            <a:defRPr b="1"/>
          </a:pPr>
          <a:r>
            <a:rPr lang="en-PK" b="1" i="0" baseline="0"/>
            <a:t>Transition Challenges:</a:t>
          </a:r>
          <a:r>
            <a:rPr lang="en-PK" b="0" i="0" baseline="0"/>
            <a:t> Migration strategies and integration</a:t>
          </a:r>
          <a:endParaRPr lang="en-US"/>
        </a:p>
      </dgm:t>
    </dgm:pt>
    <dgm:pt modelId="{26443A06-6B25-48B4-A413-B4D57EE1ABB2}" type="parTrans" cxnId="{B820724A-927D-43DB-A8D7-A165517E85EF}">
      <dgm:prSet/>
      <dgm:spPr/>
      <dgm:t>
        <a:bodyPr/>
        <a:lstStyle/>
        <a:p>
          <a:endParaRPr lang="en-US"/>
        </a:p>
      </dgm:t>
    </dgm:pt>
    <dgm:pt modelId="{4E3F1B46-02AA-441E-AAC0-2B1CDCD4A05D}" type="sibTrans" cxnId="{B820724A-927D-43DB-A8D7-A165517E85EF}">
      <dgm:prSet/>
      <dgm:spPr/>
      <dgm:t>
        <a:bodyPr/>
        <a:lstStyle/>
        <a:p>
          <a:endParaRPr lang="en-US"/>
        </a:p>
      </dgm:t>
    </dgm:pt>
    <dgm:pt modelId="{8C860039-16BB-4A25-BBE5-0C0E16BBD61B}" type="pres">
      <dgm:prSet presAssocID="{3B793EE9-B36C-4871-B92C-B4963B6C51C1}" presName="root" presStyleCnt="0">
        <dgm:presLayoutVars>
          <dgm:dir/>
          <dgm:resizeHandles val="exact"/>
        </dgm:presLayoutVars>
      </dgm:prSet>
      <dgm:spPr/>
    </dgm:pt>
    <dgm:pt modelId="{6A825CF4-C10E-4EF3-B221-268B03793D57}" type="pres">
      <dgm:prSet presAssocID="{35692664-2AA4-48DB-9DE9-8A7268C73F21}" presName="compNode" presStyleCnt="0"/>
      <dgm:spPr/>
    </dgm:pt>
    <dgm:pt modelId="{B58692F8-0827-492A-8718-FD98FB9F9EF5}" type="pres">
      <dgm:prSet presAssocID="{35692664-2AA4-48DB-9DE9-8A7268C73F2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D0646893-0C9A-4971-AB9E-BBA090DE1871}" type="pres">
      <dgm:prSet presAssocID="{35692664-2AA4-48DB-9DE9-8A7268C73F21}" presName="iconSpace" presStyleCnt="0"/>
      <dgm:spPr/>
    </dgm:pt>
    <dgm:pt modelId="{9C9339BA-76F4-42B8-8844-037F267031FA}" type="pres">
      <dgm:prSet presAssocID="{35692664-2AA4-48DB-9DE9-8A7268C73F21}" presName="parTx" presStyleLbl="revTx" presStyleIdx="0" presStyleCnt="4">
        <dgm:presLayoutVars>
          <dgm:chMax val="0"/>
          <dgm:chPref val="0"/>
        </dgm:presLayoutVars>
      </dgm:prSet>
      <dgm:spPr/>
    </dgm:pt>
    <dgm:pt modelId="{4A8C16A9-66BA-460C-B00A-190F0B20AA08}" type="pres">
      <dgm:prSet presAssocID="{35692664-2AA4-48DB-9DE9-8A7268C73F21}" presName="txSpace" presStyleCnt="0"/>
      <dgm:spPr/>
    </dgm:pt>
    <dgm:pt modelId="{14B46396-181A-41FA-A397-3863874FF48B}" type="pres">
      <dgm:prSet presAssocID="{35692664-2AA4-48DB-9DE9-8A7268C73F21}" presName="desTx" presStyleLbl="revTx" presStyleIdx="1" presStyleCnt="4">
        <dgm:presLayoutVars/>
      </dgm:prSet>
      <dgm:spPr/>
    </dgm:pt>
    <dgm:pt modelId="{C33F8DC5-4588-4E1A-B625-598BE2ECA1F1}" type="pres">
      <dgm:prSet presAssocID="{C60668A6-D9C4-4A8C-94A8-AB71ADE5A860}" presName="sibTrans" presStyleCnt="0"/>
      <dgm:spPr/>
    </dgm:pt>
    <dgm:pt modelId="{77F780CF-7EEF-4F7B-9211-4DC1EC641BBA}" type="pres">
      <dgm:prSet presAssocID="{958C3D2F-2CCB-4689-9B18-0938E9727D33}" presName="compNode" presStyleCnt="0"/>
      <dgm:spPr/>
    </dgm:pt>
    <dgm:pt modelId="{8233C130-FE08-4F65-B0B9-155D93EB31A2}" type="pres">
      <dgm:prSet presAssocID="{958C3D2F-2CCB-4689-9B18-0938E9727D3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FC7DCCB5-0D02-4EDA-9EA1-31FB5F96E2D1}" type="pres">
      <dgm:prSet presAssocID="{958C3D2F-2CCB-4689-9B18-0938E9727D33}" presName="iconSpace" presStyleCnt="0"/>
      <dgm:spPr/>
    </dgm:pt>
    <dgm:pt modelId="{28AA25F2-5776-4B11-8DD4-D83D5EFAE701}" type="pres">
      <dgm:prSet presAssocID="{958C3D2F-2CCB-4689-9B18-0938E9727D33}" presName="parTx" presStyleLbl="revTx" presStyleIdx="2" presStyleCnt="4">
        <dgm:presLayoutVars>
          <dgm:chMax val="0"/>
          <dgm:chPref val="0"/>
        </dgm:presLayoutVars>
      </dgm:prSet>
      <dgm:spPr/>
    </dgm:pt>
    <dgm:pt modelId="{7CFD6B35-73F4-4C6F-94E1-468DD8F7350B}" type="pres">
      <dgm:prSet presAssocID="{958C3D2F-2CCB-4689-9B18-0938E9727D33}" presName="txSpace" presStyleCnt="0"/>
      <dgm:spPr/>
    </dgm:pt>
    <dgm:pt modelId="{0D1FF116-BB23-4B28-AF5A-8116C83E6832}" type="pres">
      <dgm:prSet presAssocID="{958C3D2F-2CCB-4689-9B18-0938E9727D33}" presName="desTx" presStyleLbl="revTx" presStyleIdx="3" presStyleCnt="4">
        <dgm:presLayoutVars/>
      </dgm:prSet>
      <dgm:spPr/>
    </dgm:pt>
  </dgm:ptLst>
  <dgm:cxnLst>
    <dgm:cxn modelId="{F41B665B-CCBF-44B4-8C18-8F2209065422}" type="presOf" srcId="{44291E6C-1CCD-43C0-AFCD-8FEAE06CC465}" destId="{14B46396-181A-41FA-A397-3863874FF48B}" srcOrd="0" destOrd="1" presId="urn:microsoft.com/office/officeart/2018/5/layout/CenteredIconLabelDescriptionList"/>
    <dgm:cxn modelId="{91798D43-8E7F-48C0-8E4B-EE9A78F0F1A5}" srcId="{3B793EE9-B36C-4871-B92C-B4963B6C51C1}" destId="{35692664-2AA4-48DB-9DE9-8A7268C73F21}" srcOrd="0" destOrd="0" parTransId="{D45B99A2-54DD-428E-9500-302B0832EFDB}" sibTransId="{C60668A6-D9C4-4A8C-94A8-AB71ADE5A860}"/>
    <dgm:cxn modelId="{B820724A-927D-43DB-A8D7-A165517E85EF}" srcId="{3B793EE9-B36C-4871-B92C-B4963B6C51C1}" destId="{958C3D2F-2CCB-4689-9B18-0938E9727D33}" srcOrd="1" destOrd="0" parTransId="{26443A06-6B25-48B4-A413-B4D57EE1ABB2}" sibTransId="{4E3F1B46-02AA-441E-AAC0-2B1CDCD4A05D}"/>
    <dgm:cxn modelId="{795C696B-DB04-4E7F-9993-27A0CB29EAB1}" type="presOf" srcId="{268EC4B6-F887-4450-AADD-9B6B5A03D6B3}" destId="{14B46396-181A-41FA-A397-3863874FF48B}" srcOrd="0" destOrd="0" presId="urn:microsoft.com/office/officeart/2018/5/layout/CenteredIconLabelDescriptionList"/>
    <dgm:cxn modelId="{F2F22452-2427-4AC4-BEA5-2793AE2DB4A6}" type="presOf" srcId="{3B793EE9-B36C-4871-B92C-B4963B6C51C1}" destId="{8C860039-16BB-4A25-BBE5-0C0E16BBD61B}" srcOrd="0" destOrd="0" presId="urn:microsoft.com/office/officeart/2018/5/layout/CenteredIconLabelDescriptionList"/>
    <dgm:cxn modelId="{6EE1CE84-E9AD-4E33-A9B8-47F19D42FC54}" type="presOf" srcId="{958C3D2F-2CCB-4689-9B18-0938E9727D33}" destId="{28AA25F2-5776-4B11-8DD4-D83D5EFAE701}" srcOrd="0" destOrd="0" presId="urn:microsoft.com/office/officeart/2018/5/layout/CenteredIconLabelDescriptionList"/>
    <dgm:cxn modelId="{FAE879B9-4B6F-4B39-A423-ADC59FE8A40F}" srcId="{35692664-2AA4-48DB-9DE9-8A7268C73F21}" destId="{268EC4B6-F887-4450-AADD-9B6B5A03D6B3}" srcOrd="0" destOrd="0" parTransId="{A1FFEC96-FD6D-4245-9F91-623E5843515C}" sibTransId="{44D356FA-1E9D-4CA8-A527-BC82BD2EC2EB}"/>
    <dgm:cxn modelId="{6F261CCC-41C0-4F6B-AAB1-EA8BABF2A52F}" type="presOf" srcId="{35692664-2AA4-48DB-9DE9-8A7268C73F21}" destId="{9C9339BA-76F4-42B8-8844-037F267031FA}" srcOrd="0" destOrd="0" presId="urn:microsoft.com/office/officeart/2018/5/layout/CenteredIconLabelDescriptionList"/>
    <dgm:cxn modelId="{935750E9-2857-4F82-99B4-256C4B1CE525}" srcId="{35692664-2AA4-48DB-9DE9-8A7268C73F21}" destId="{44291E6C-1CCD-43C0-AFCD-8FEAE06CC465}" srcOrd="1" destOrd="0" parTransId="{ABCBD124-B899-435E-AFEE-E006AEC797F2}" sibTransId="{42926FD3-BB29-47A0-8EA1-1338163CC7F1}"/>
    <dgm:cxn modelId="{8F6B7196-EB37-4CBC-A669-75F601156458}" type="presParOf" srcId="{8C860039-16BB-4A25-BBE5-0C0E16BBD61B}" destId="{6A825CF4-C10E-4EF3-B221-268B03793D57}" srcOrd="0" destOrd="0" presId="urn:microsoft.com/office/officeart/2018/5/layout/CenteredIconLabelDescriptionList"/>
    <dgm:cxn modelId="{FB499470-9CFE-4550-89C0-39A6AB8C094A}" type="presParOf" srcId="{6A825CF4-C10E-4EF3-B221-268B03793D57}" destId="{B58692F8-0827-492A-8718-FD98FB9F9EF5}" srcOrd="0" destOrd="0" presId="urn:microsoft.com/office/officeart/2018/5/layout/CenteredIconLabelDescriptionList"/>
    <dgm:cxn modelId="{9B526B12-5983-4319-8DA9-138731767A9B}" type="presParOf" srcId="{6A825CF4-C10E-4EF3-B221-268B03793D57}" destId="{D0646893-0C9A-4971-AB9E-BBA090DE1871}" srcOrd="1" destOrd="0" presId="urn:microsoft.com/office/officeart/2018/5/layout/CenteredIconLabelDescriptionList"/>
    <dgm:cxn modelId="{72DBCCB8-75BF-4F39-875D-9F80BA0E8988}" type="presParOf" srcId="{6A825CF4-C10E-4EF3-B221-268B03793D57}" destId="{9C9339BA-76F4-42B8-8844-037F267031FA}" srcOrd="2" destOrd="0" presId="urn:microsoft.com/office/officeart/2018/5/layout/CenteredIconLabelDescriptionList"/>
    <dgm:cxn modelId="{9F22C8A0-FF6D-4784-BE08-1E2EB6F48382}" type="presParOf" srcId="{6A825CF4-C10E-4EF3-B221-268B03793D57}" destId="{4A8C16A9-66BA-460C-B00A-190F0B20AA08}" srcOrd="3" destOrd="0" presId="urn:microsoft.com/office/officeart/2018/5/layout/CenteredIconLabelDescriptionList"/>
    <dgm:cxn modelId="{6AAED642-271A-490A-8F21-E6D111493526}" type="presParOf" srcId="{6A825CF4-C10E-4EF3-B221-268B03793D57}" destId="{14B46396-181A-41FA-A397-3863874FF48B}" srcOrd="4" destOrd="0" presId="urn:microsoft.com/office/officeart/2018/5/layout/CenteredIconLabelDescriptionList"/>
    <dgm:cxn modelId="{A62E950B-E3F7-470B-948E-0C8AEA57EFDF}" type="presParOf" srcId="{8C860039-16BB-4A25-BBE5-0C0E16BBD61B}" destId="{C33F8DC5-4588-4E1A-B625-598BE2ECA1F1}" srcOrd="1" destOrd="0" presId="urn:microsoft.com/office/officeart/2018/5/layout/CenteredIconLabelDescriptionList"/>
    <dgm:cxn modelId="{E060D269-7D9A-4A73-BEC9-C7CD89EE3EFE}" type="presParOf" srcId="{8C860039-16BB-4A25-BBE5-0C0E16BBD61B}" destId="{77F780CF-7EEF-4F7B-9211-4DC1EC641BBA}" srcOrd="2" destOrd="0" presId="urn:microsoft.com/office/officeart/2018/5/layout/CenteredIconLabelDescriptionList"/>
    <dgm:cxn modelId="{FDBD6010-4D18-4919-8115-FC7BBD01D03F}" type="presParOf" srcId="{77F780CF-7EEF-4F7B-9211-4DC1EC641BBA}" destId="{8233C130-FE08-4F65-B0B9-155D93EB31A2}" srcOrd="0" destOrd="0" presId="urn:microsoft.com/office/officeart/2018/5/layout/CenteredIconLabelDescriptionList"/>
    <dgm:cxn modelId="{19C71891-75B2-49A8-8B9F-0D49AA12FE4F}" type="presParOf" srcId="{77F780CF-7EEF-4F7B-9211-4DC1EC641BBA}" destId="{FC7DCCB5-0D02-4EDA-9EA1-31FB5F96E2D1}" srcOrd="1" destOrd="0" presId="urn:microsoft.com/office/officeart/2018/5/layout/CenteredIconLabelDescriptionList"/>
    <dgm:cxn modelId="{1B784528-02B5-435A-B7FD-150B8E970C48}" type="presParOf" srcId="{77F780CF-7EEF-4F7B-9211-4DC1EC641BBA}" destId="{28AA25F2-5776-4B11-8DD4-D83D5EFAE701}" srcOrd="2" destOrd="0" presId="urn:microsoft.com/office/officeart/2018/5/layout/CenteredIconLabelDescriptionList"/>
    <dgm:cxn modelId="{BD4C3A74-10AB-43AF-9D3F-E48000B841DD}" type="presParOf" srcId="{77F780CF-7EEF-4F7B-9211-4DC1EC641BBA}" destId="{7CFD6B35-73F4-4C6F-94E1-468DD8F7350B}" srcOrd="3" destOrd="0" presId="urn:microsoft.com/office/officeart/2018/5/layout/CenteredIconLabelDescriptionList"/>
    <dgm:cxn modelId="{A322422F-208F-4565-A7C5-EFE4D7B9A7B6}" type="presParOf" srcId="{77F780CF-7EEF-4F7B-9211-4DC1EC641BBA}" destId="{0D1FF116-BB23-4B28-AF5A-8116C83E683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5E4289F-D1F1-42BC-AB20-64DE04545A7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D2E63E3-7F01-4DE9-9AD2-CCEC7E57136F}">
      <dgm:prSet/>
      <dgm:spPr/>
      <dgm:t>
        <a:bodyPr/>
        <a:lstStyle/>
        <a:p>
          <a:pPr>
            <a:defRPr b="1"/>
          </a:pPr>
          <a:r>
            <a:rPr lang="en-PK" b="1"/>
            <a:t>Historical Context:</a:t>
          </a:r>
          <a:endParaRPr lang="en-US"/>
        </a:p>
      </dgm:t>
    </dgm:pt>
    <dgm:pt modelId="{EBE4C8D4-E72D-4011-BB7D-A9F547596BC8}" type="parTrans" cxnId="{732F4A5C-5207-4EC4-9B1D-EA0A5F23BCDB}">
      <dgm:prSet/>
      <dgm:spPr/>
      <dgm:t>
        <a:bodyPr/>
        <a:lstStyle/>
        <a:p>
          <a:endParaRPr lang="en-US"/>
        </a:p>
      </dgm:t>
    </dgm:pt>
    <dgm:pt modelId="{2FC6312C-F3BF-46BF-8938-7EF006C1F3E4}" type="sibTrans" cxnId="{732F4A5C-5207-4EC4-9B1D-EA0A5F23BCDB}">
      <dgm:prSet/>
      <dgm:spPr/>
      <dgm:t>
        <a:bodyPr/>
        <a:lstStyle/>
        <a:p>
          <a:endParaRPr lang="en-US"/>
        </a:p>
      </dgm:t>
    </dgm:pt>
    <dgm:pt modelId="{88FADB0E-5CE7-45D7-BE5E-04DB0C0F5AA9}">
      <dgm:prSet/>
      <dgm:spPr/>
      <dgm:t>
        <a:bodyPr/>
        <a:lstStyle/>
        <a:p>
          <a:r>
            <a:rPr lang="en-PK" b="0" i="0" baseline="0"/>
            <a:t>Comparison with the industrial revolution</a:t>
          </a:r>
          <a:endParaRPr lang="en-US"/>
        </a:p>
      </dgm:t>
    </dgm:pt>
    <dgm:pt modelId="{9B3C5EC6-3812-4C04-ACD3-453C1E3D143B}" type="parTrans" cxnId="{916CDD62-7A42-4B7E-AC57-4A07E8970060}">
      <dgm:prSet/>
      <dgm:spPr/>
      <dgm:t>
        <a:bodyPr/>
        <a:lstStyle/>
        <a:p>
          <a:endParaRPr lang="en-US"/>
        </a:p>
      </dgm:t>
    </dgm:pt>
    <dgm:pt modelId="{2E279E84-D82F-4033-92B0-84EF94C7431D}" type="sibTrans" cxnId="{916CDD62-7A42-4B7E-AC57-4A07E8970060}">
      <dgm:prSet/>
      <dgm:spPr/>
      <dgm:t>
        <a:bodyPr/>
        <a:lstStyle/>
        <a:p>
          <a:endParaRPr lang="en-US"/>
        </a:p>
      </dgm:t>
    </dgm:pt>
    <dgm:pt modelId="{8BC3B2A8-C223-4A19-8B67-CCB1EA61EE46}">
      <dgm:prSet/>
      <dgm:spPr/>
      <dgm:t>
        <a:bodyPr/>
        <a:lstStyle/>
        <a:p>
          <a:r>
            <a:rPr lang="en-PK" b="0" i="0" baseline="0"/>
            <a:t>Transformation from manual labor to mechanized processes</a:t>
          </a:r>
          <a:endParaRPr lang="en-US"/>
        </a:p>
      </dgm:t>
    </dgm:pt>
    <dgm:pt modelId="{CFAC33C8-12A3-4080-A7D7-677625FDA113}" type="parTrans" cxnId="{291CDD14-4C68-42EF-B547-F3CE93EC276E}">
      <dgm:prSet/>
      <dgm:spPr/>
      <dgm:t>
        <a:bodyPr/>
        <a:lstStyle/>
        <a:p>
          <a:endParaRPr lang="en-US"/>
        </a:p>
      </dgm:t>
    </dgm:pt>
    <dgm:pt modelId="{49773EAF-94DB-41DD-8EF0-B8EE81C0570B}" type="sibTrans" cxnId="{291CDD14-4C68-42EF-B547-F3CE93EC276E}">
      <dgm:prSet/>
      <dgm:spPr/>
      <dgm:t>
        <a:bodyPr/>
        <a:lstStyle/>
        <a:p>
          <a:endParaRPr lang="en-US"/>
        </a:p>
      </dgm:t>
    </dgm:pt>
    <dgm:pt modelId="{7F9AEE0F-8CA8-4AB1-A5CE-819B9D12D806}">
      <dgm:prSet/>
      <dgm:spPr/>
      <dgm:t>
        <a:bodyPr/>
        <a:lstStyle/>
        <a:p>
          <a:pPr>
            <a:defRPr b="1"/>
          </a:pPr>
          <a:r>
            <a:rPr lang="en-PK" b="1" i="0" baseline="0"/>
            <a:t>Lessons Learned:</a:t>
          </a:r>
          <a:r>
            <a:rPr lang="en-PK" b="0" i="0" baseline="0"/>
            <a:t> Adaptation and innovation</a:t>
          </a:r>
          <a:endParaRPr lang="en-US"/>
        </a:p>
      </dgm:t>
    </dgm:pt>
    <dgm:pt modelId="{A3BC62B0-DAA4-40F5-AA99-24FC555DB6A9}" type="parTrans" cxnId="{1DDEE94B-2A56-4D33-9814-4DAD1D9FFFDE}">
      <dgm:prSet/>
      <dgm:spPr/>
      <dgm:t>
        <a:bodyPr/>
        <a:lstStyle/>
        <a:p>
          <a:endParaRPr lang="en-US"/>
        </a:p>
      </dgm:t>
    </dgm:pt>
    <dgm:pt modelId="{F01EA31F-3286-492C-9E1E-EED08B96869D}" type="sibTrans" cxnId="{1DDEE94B-2A56-4D33-9814-4DAD1D9FFFDE}">
      <dgm:prSet/>
      <dgm:spPr/>
      <dgm:t>
        <a:bodyPr/>
        <a:lstStyle/>
        <a:p>
          <a:endParaRPr lang="en-US"/>
        </a:p>
      </dgm:t>
    </dgm:pt>
    <dgm:pt modelId="{3BFBDE49-27FE-47A4-82A4-12CFD7E2C6AA}" type="pres">
      <dgm:prSet presAssocID="{75E4289F-D1F1-42BC-AB20-64DE04545A71}" presName="root" presStyleCnt="0">
        <dgm:presLayoutVars>
          <dgm:dir/>
          <dgm:resizeHandles val="exact"/>
        </dgm:presLayoutVars>
      </dgm:prSet>
      <dgm:spPr/>
    </dgm:pt>
    <dgm:pt modelId="{FDD1B410-78C2-4C12-9075-B96FFA2C3A43}" type="pres">
      <dgm:prSet presAssocID="{FD2E63E3-7F01-4DE9-9AD2-CCEC7E57136F}" presName="compNode" presStyleCnt="0"/>
      <dgm:spPr/>
    </dgm:pt>
    <dgm:pt modelId="{4FD5612A-9E3B-4321-AAD1-94CF1ECD2E20}" type="pres">
      <dgm:prSet presAssocID="{FD2E63E3-7F01-4DE9-9AD2-CCEC7E57136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C7D9E43D-1CA9-4BEA-B8CD-B0604634ED32}" type="pres">
      <dgm:prSet presAssocID="{FD2E63E3-7F01-4DE9-9AD2-CCEC7E57136F}" presName="iconSpace" presStyleCnt="0"/>
      <dgm:spPr/>
    </dgm:pt>
    <dgm:pt modelId="{E45C2C50-07DB-4A71-98AA-2BAD1C43B902}" type="pres">
      <dgm:prSet presAssocID="{FD2E63E3-7F01-4DE9-9AD2-CCEC7E57136F}" presName="parTx" presStyleLbl="revTx" presStyleIdx="0" presStyleCnt="4">
        <dgm:presLayoutVars>
          <dgm:chMax val="0"/>
          <dgm:chPref val="0"/>
        </dgm:presLayoutVars>
      </dgm:prSet>
      <dgm:spPr/>
    </dgm:pt>
    <dgm:pt modelId="{73CE3CFA-C232-43F5-862B-BDEBF9ACE55A}" type="pres">
      <dgm:prSet presAssocID="{FD2E63E3-7F01-4DE9-9AD2-CCEC7E57136F}" presName="txSpace" presStyleCnt="0"/>
      <dgm:spPr/>
    </dgm:pt>
    <dgm:pt modelId="{78F0BF14-A6A8-4D44-85BF-F8B395342283}" type="pres">
      <dgm:prSet presAssocID="{FD2E63E3-7F01-4DE9-9AD2-CCEC7E57136F}" presName="desTx" presStyleLbl="revTx" presStyleIdx="1" presStyleCnt="4">
        <dgm:presLayoutVars/>
      </dgm:prSet>
      <dgm:spPr/>
    </dgm:pt>
    <dgm:pt modelId="{3E91BF15-B55D-4D98-BE3C-6A77914BD760}" type="pres">
      <dgm:prSet presAssocID="{2FC6312C-F3BF-46BF-8938-7EF006C1F3E4}" presName="sibTrans" presStyleCnt="0"/>
      <dgm:spPr/>
    </dgm:pt>
    <dgm:pt modelId="{49C80A56-8ACD-4B51-A859-FDD503E43EBB}" type="pres">
      <dgm:prSet presAssocID="{7F9AEE0F-8CA8-4AB1-A5CE-819B9D12D806}" presName="compNode" presStyleCnt="0"/>
      <dgm:spPr/>
    </dgm:pt>
    <dgm:pt modelId="{CCB720A8-8FEC-4D20-905B-F034C2D23A77}" type="pres">
      <dgm:prSet presAssocID="{7F9AEE0F-8CA8-4AB1-A5CE-819B9D12D80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519071A-70F0-46F2-9F4E-8FF2E6AAD794}" type="pres">
      <dgm:prSet presAssocID="{7F9AEE0F-8CA8-4AB1-A5CE-819B9D12D806}" presName="iconSpace" presStyleCnt="0"/>
      <dgm:spPr/>
    </dgm:pt>
    <dgm:pt modelId="{BE0AC0DE-78F1-42A9-BA82-F76C1C3FC717}" type="pres">
      <dgm:prSet presAssocID="{7F9AEE0F-8CA8-4AB1-A5CE-819B9D12D806}" presName="parTx" presStyleLbl="revTx" presStyleIdx="2" presStyleCnt="4">
        <dgm:presLayoutVars>
          <dgm:chMax val="0"/>
          <dgm:chPref val="0"/>
        </dgm:presLayoutVars>
      </dgm:prSet>
      <dgm:spPr/>
    </dgm:pt>
    <dgm:pt modelId="{82ECE979-AB09-4E15-B892-9F948B22C617}" type="pres">
      <dgm:prSet presAssocID="{7F9AEE0F-8CA8-4AB1-A5CE-819B9D12D806}" presName="txSpace" presStyleCnt="0"/>
      <dgm:spPr/>
    </dgm:pt>
    <dgm:pt modelId="{2DB3888A-469A-4679-BF07-78EF3CFF4F03}" type="pres">
      <dgm:prSet presAssocID="{7F9AEE0F-8CA8-4AB1-A5CE-819B9D12D806}" presName="desTx" presStyleLbl="revTx" presStyleIdx="3" presStyleCnt="4">
        <dgm:presLayoutVars/>
      </dgm:prSet>
      <dgm:spPr/>
    </dgm:pt>
  </dgm:ptLst>
  <dgm:cxnLst>
    <dgm:cxn modelId="{291CDD14-4C68-42EF-B547-F3CE93EC276E}" srcId="{FD2E63E3-7F01-4DE9-9AD2-CCEC7E57136F}" destId="{8BC3B2A8-C223-4A19-8B67-CCB1EA61EE46}" srcOrd="1" destOrd="0" parTransId="{CFAC33C8-12A3-4080-A7D7-677625FDA113}" sibTransId="{49773EAF-94DB-41DD-8EF0-B8EE81C0570B}"/>
    <dgm:cxn modelId="{69D4D73E-D37A-4ED4-BDAE-C5683357CE0B}" type="presOf" srcId="{75E4289F-D1F1-42BC-AB20-64DE04545A71}" destId="{3BFBDE49-27FE-47A4-82A4-12CFD7E2C6AA}" srcOrd="0" destOrd="0" presId="urn:microsoft.com/office/officeart/2018/5/layout/CenteredIconLabelDescriptionList"/>
    <dgm:cxn modelId="{732F4A5C-5207-4EC4-9B1D-EA0A5F23BCDB}" srcId="{75E4289F-D1F1-42BC-AB20-64DE04545A71}" destId="{FD2E63E3-7F01-4DE9-9AD2-CCEC7E57136F}" srcOrd="0" destOrd="0" parTransId="{EBE4C8D4-E72D-4011-BB7D-A9F547596BC8}" sibTransId="{2FC6312C-F3BF-46BF-8938-7EF006C1F3E4}"/>
    <dgm:cxn modelId="{916CDD62-7A42-4B7E-AC57-4A07E8970060}" srcId="{FD2E63E3-7F01-4DE9-9AD2-CCEC7E57136F}" destId="{88FADB0E-5CE7-45D7-BE5E-04DB0C0F5AA9}" srcOrd="0" destOrd="0" parTransId="{9B3C5EC6-3812-4C04-ACD3-453C1E3D143B}" sibTransId="{2E279E84-D82F-4033-92B0-84EF94C7431D}"/>
    <dgm:cxn modelId="{1E9C4D4B-EDF0-4165-A5CE-E836FB2A060A}" type="presOf" srcId="{FD2E63E3-7F01-4DE9-9AD2-CCEC7E57136F}" destId="{E45C2C50-07DB-4A71-98AA-2BAD1C43B902}" srcOrd="0" destOrd="0" presId="urn:microsoft.com/office/officeart/2018/5/layout/CenteredIconLabelDescriptionList"/>
    <dgm:cxn modelId="{1DDEE94B-2A56-4D33-9814-4DAD1D9FFFDE}" srcId="{75E4289F-D1F1-42BC-AB20-64DE04545A71}" destId="{7F9AEE0F-8CA8-4AB1-A5CE-819B9D12D806}" srcOrd="1" destOrd="0" parTransId="{A3BC62B0-DAA4-40F5-AA99-24FC555DB6A9}" sibTransId="{F01EA31F-3286-492C-9E1E-EED08B96869D}"/>
    <dgm:cxn modelId="{A76CE64F-ADEE-4266-A9CF-83B12850D5DC}" type="presOf" srcId="{7F9AEE0F-8CA8-4AB1-A5CE-819B9D12D806}" destId="{BE0AC0DE-78F1-42A9-BA82-F76C1C3FC717}" srcOrd="0" destOrd="0" presId="urn:microsoft.com/office/officeart/2018/5/layout/CenteredIconLabelDescriptionList"/>
    <dgm:cxn modelId="{189CB076-801E-40F8-9A8E-EF51B2966999}" type="presOf" srcId="{88FADB0E-5CE7-45D7-BE5E-04DB0C0F5AA9}" destId="{78F0BF14-A6A8-4D44-85BF-F8B395342283}" srcOrd="0" destOrd="0" presId="urn:microsoft.com/office/officeart/2018/5/layout/CenteredIconLabelDescriptionList"/>
    <dgm:cxn modelId="{F6ADAEA0-D1BB-4E03-8C1C-C81BA50CD631}" type="presOf" srcId="{8BC3B2A8-C223-4A19-8B67-CCB1EA61EE46}" destId="{78F0BF14-A6A8-4D44-85BF-F8B395342283}" srcOrd="0" destOrd="1" presId="urn:microsoft.com/office/officeart/2018/5/layout/CenteredIconLabelDescriptionList"/>
    <dgm:cxn modelId="{8542AEF8-88E3-490F-8DAF-92F181429203}" type="presParOf" srcId="{3BFBDE49-27FE-47A4-82A4-12CFD7E2C6AA}" destId="{FDD1B410-78C2-4C12-9075-B96FFA2C3A43}" srcOrd="0" destOrd="0" presId="urn:microsoft.com/office/officeart/2018/5/layout/CenteredIconLabelDescriptionList"/>
    <dgm:cxn modelId="{0D29AB49-849F-4FA8-AB01-C66E5F71E184}" type="presParOf" srcId="{FDD1B410-78C2-4C12-9075-B96FFA2C3A43}" destId="{4FD5612A-9E3B-4321-AAD1-94CF1ECD2E20}" srcOrd="0" destOrd="0" presId="urn:microsoft.com/office/officeart/2018/5/layout/CenteredIconLabelDescriptionList"/>
    <dgm:cxn modelId="{68FDF6FD-DC57-4FA9-8C88-B9A9643AD2B4}" type="presParOf" srcId="{FDD1B410-78C2-4C12-9075-B96FFA2C3A43}" destId="{C7D9E43D-1CA9-4BEA-B8CD-B0604634ED32}" srcOrd="1" destOrd="0" presId="urn:microsoft.com/office/officeart/2018/5/layout/CenteredIconLabelDescriptionList"/>
    <dgm:cxn modelId="{9C3ACB01-926A-4DAB-A5BB-3DF39B1F57C1}" type="presParOf" srcId="{FDD1B410-78C2-4C12-9075-B96FFA2C3A43}" destId="{E45C2C50-07DB-4A71-98AA-2BAD1C43B902}" srcOrd="2" destOrd="0" presId="urn:microsoft.com/office/officeart/2018/5/layout/CenteredIconLabelDescriptionList"/>
    <dgm:cxn modelId="{1DDA4138-CF17-41D2-998B-A96A9F6F7481}" type="presParOf" srcId="{FDD1B410-78C2-4C12-9075-B96FFA2C3A43}" destId="{73CE3CFA-C232-43F5-862B-BDEBF9ACE55A}" srcOrd="3" destOrd="0" presId="urn:microsoft.com/office/officeart/2018/5/layout/CenteredIconLabelDescriptionList"/>
    <dgm:cxn modelId="{7B787EED-B7CA-4248-BE55-CBABC18218A2}" type="presParOf" srcId="{FDD1B410-78C2-4C12-9075-B96FFA2C3A43}" destId="{78F0BF14-A6A8-4D44-85BF-F8B395342283}" srcOrd="4" destOrd="0" presId="urn:microsoft.com/office/officeart/2018/5/layout/CenteredIconLabelDescriptionList"/>
    <dgm:cxn modelId="{5411016E-4F55-488E-A710-A96D13014C89}" type="presParOf" srcId="{3BFBDE49-27FE-47A4-82A4-12CFD7E2C6AA}" destId="{3E91BF15-B55D-4D98-BE3C-6A77914BD760}" srcOrd="1" destOrd="0" presId="urn:microsoft.com/office/officeart/2018/5/layout/CenteredIconLabelDescriptionList"/>
    <dgm:cxn modelId="{64A0D05A-ADFF-4C09-8764-4429A0E1D780}" type="presParOf" srcId="{3BFBDE49-27FE-47A4-82A4-12CFD7E2C6AA}" destId="{49C80A56-8ACD-4B51-A859-FDD503E43EBB}" srcOrd="2" destOrd="0" presId="urn:microsoft.com/office/officeart/2018/5/layout/CenteredIconLabelDescriptionList"/>
    <dgm:cxn modelId="{8A4B35CF-AA83-4D3B-A61C-F4CAE59B51EB}" type="presParOf" srcId="{49C80A56-8ACD-4B51-A859-FDD503E43EBB}" destId="{CCB720A8-8FEC-4D20-905B-F034C2D23A77}" srcOrd="0" destOrd="0" presId="urn:microsoft.com/office/officeart/2018/5/layout/CenteredIconLabelDescriptionList"/>
    <dgm:cxn modelId="{9D135978-C91C-4BE3-A228-5202E4003D9A}" type="presParOf" srcId="{49C80A56-8ACD-4B51-A859-FDD503E43EBB}" destId="{1519071A-70F0-46F2-9F4E-8FF2E6AAD794}" srcOrd="1" destOrd="0" presId="urn:microsoft.com/office/officeart/2018/5/layout/CenteredIconLabelDescriptionList"/>
    <dgm:cxn modelId="{12991CC9-6258-4BA2-A005-9811338EC2D8}" type="presParOf" srcId="{49C80A56-8ACD-4B51-A859-FDD503E43EBB}" destId="{BE0AC0DE-78F1-42A9-BA82-F76C1C3FC717}" srcOrd="2" destOrd="0" presId="urn:microsoft.com/office/officeart/2018/5/layout/CenteredIconLabelDescriptionList"/>
    <dgm:cxn modelId="{33D9EFA2-6F9E-4A98-97F8-76B88B2B13D7}" type="presParOf" srcId="{49C80A56-8ACD-4B51-A859-FDD503E43EBB}" destId="{82ECE979-AB09-4E15-B892-9F948B22C617}" srcOrd="3" destOrd="0" presId="urn:microsoft.com/office/officeart/2018/5/layout/CenteredIconLabelDescriptionList"/>
    <dgm:cxn modelId="{39EBC68E-652E-440F-B2DA-2440649D9A34}" type="presParOf" srcId="{49C80A56-8ACD-4B51-A859-FDD503E43EBB}" destId="{2DB3888A-469A-4679-BF07-78EF3CFF4F0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73EAC30-72E7-45D3-9D8F-CEA10158055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53117C4-2F2D-40AE-9617-6E3C02A0CB77}">
      <dgm:prSet/>
      <dgm:spPr/>
      <dgm:t>
        <a:bodyPr/>
        <a:lstStyle/>
        <a:p>
          <a:pPr>
            <a:defRPr b="1"/>
          </a:pPr>
          <a:r>
            <a:rPr lang="en-PK" b="1"/>
            <a:t>Current Usage Trends:</a:t>
          </a:r>
          <a:endParaRPr lang="en-US"/>
        </a:p>
      </dgm:t>
    </dgm:pt>
    <dgm:pt modelId="{2350D337-023C-457B-9149-7654FA4CEB29}" type="parTrans" cxnId="{C352FFDC-57B9-4DC5-A912-D98FD9F07E08}">
      <dgm:prSet/>
      <dgm:spPr/>
      <dgm:t>
        <a:bodyPr/>
        <a:lstStyle/>
        <a:p>
          <a:endParaRPr lang="en-US"/>
        </a:p>
      </dgm:t>
    </dgm:pt>
    <dgm:pt modelId="{09C7D547-4450-4DE9-8A67-1FD8A50E87A9}" type="sibTrans" cxnId="{C352FFDC-57B9-4DC5-A912-D98FD9F07E08}">
      <dgm:prSet/>
      <dgm:spPr/>
      <dgm:t>
        <a:bodyPr/>
        <a:lstStyle/>
        <a:p>
          <a:endParaRPr lang="en-US"/>
        </a:p>
      </dgm:t>
    </dgm:pt>
    <dgm:pt modelId="{8EF62CBC-AC01-4BB1-BD96-5D58A38196B2}">
      <dgm:prSet/>
      <dgm:spPr/>
      <dgm:t>
        <a:bodyPr/>
        <a:lstStyle/>
        <a:p>
          <a:r>
            <a:rPr lang="en-PK" b="0" i="0" baseline="0"/>
            <a:t>Widespread use of cloud services in various sectors</a:t>
          </a:r>
          <a:endParaRPr lang="en-US"/>
        </a:p>
      </dgm:t>
    </dgm:pt>
    <dgm:pt modelId="{8F20FB0C-7545-49C3-B9FE-E9D0EDB835FA}" type="parTrans" cxnId="{BDF58864-E55B-4E10-AFD5-63A77C2DE482}">
      <dgm:prSet/>
      <dgm:spPr/>
      <dgm:t>
        <a:bodyPr/>
        <a:lstStyle/>
        <a:p>
          <a:endParaRPr lang="en-US"/>
        </a:p>
      </dgm:t>
    </dgm:pt>
    <dgm:pt modelId="{8F77D721-FE1A-48AA-8B67-67411F89C328}" type="sibTrans" cxnId="{BDF58864-E55B-4E10-AFD5-63A77C2DE482}">
      <dgm:prSet/>
      <dgm:spPr/>
      <dgm:t>
        <a:bodyPr/>
        <a:lstStyle/>
        <a:p>
          <a:endParaRPr lang="en-US"/>
        </a:p>
      </dgm:t>
    </dgm:pt>
    <dgm:pt modelId="{AEEE2356-1FFE-472B-8842-9017E18DA31C}">
      <dgm:prSet/>
      <dgm:spPr/>
      <dgm:t>
        <a:bodyPr/>
        <a:lstStyle/>
        <a:p>
          <a:r>
            <a:rPr lang="en-PK" b="0" i="0" baseline="0"/>
            <a:t>Examples of cloud applications in everyday life</a:t>
          </a:r>
          <a:endParaRPr lang="en-US"/>
        </a:p>
      </dgm:t>
    </dgm:pt>
    <dgm:pt modelId="{5AA3AD1A-9AF1-4115-A110-F90848525C63}" type="parTrans" cxnId="{FD2DCECB-4846-423C-8297-B2FFA7C94B18}">
      <dgm:prSet/>
      <dgm:spPr/>
      <dgm:t>
        <a:bodyPr/>
        <a:lstStyle/>
        <a:p>
          <a:endParaRPr lang="en-US"/>
        </a:p>
      </dgm:t>
    </dgm:pt>
    <dgm:pt modelId="{F02F5613-F466-4A55-9BF5-ABD0FD58599A}" type="sibTrans" cxnId="{FD2DCECB-4846-423C-8297-B2FFA7C94B18}">
      <dgm:prSet/>
      <dgm:spPr/>
      <dgm:t>
        <a:bodyPr/>
        <a:lstStyle/>
        <a:p>
          <a:endParaRPr lang="en-US"/>
        </a:p>
      </dgm:t>
    </dgm:pt>
    <dgm:pt modelId="{71A81C78-DBEC-4E41-B208-EEE276E1F476}">
      <dgm:prSet/>
      <dgm:spPr/>
      <dgm:t>
        <a:bodyPr/>
        <a:lstStyle/>
        <a:p>
          <a:pPr>
            <a:defRPr b="1"/>
          </a:pPr>
          <a:r>
            <a:rPr lang="en-PK" b="1" i="0" baseline="0"/>
            <a:t>Case Studies:</a:t>
          </a:r>
          <a:r>
            <a:rPr lang="en-PK" b="0" i="0" baseline="0"/>
            <a:t> Organizations leveraging cloud computing for efficiency</a:t>
          </a:r>
          <a:endParaRPr lang="en-US"/>
        </a:p>
      </dgm:t>
    </dgm:pt>
    <dgm:pt modelId="{2689EC1D-887C-4DDA-89E6-CB855D7DF159}" type="parTrans" cxnId="{6CFCB6DA-72D4-4152-8C53-1F8FC4132205}">
      <dgm:prSet/>
      <dgm:spPr/>
      <dgm:t>
        <a:bodyPr/>
        <a:lstStyle/>
        <a:p>
          <a:endParaRPr lang="en-US"/>
        </a:p>
      </dgm:t>
    </dgm:pt>
    <dgm:pt modelId="{ABF2BEAD-5B08-42F5-B667-9D69F8793C15}" type="sibTrans" cxnId="{6CFCB6DA-72D4-4152-8C53-1F8FC4132205}">
      <dgm:prSet/>
      <dgm:spPr/>
      <dgm:t>
        <a:bodyPr/>
        <a:lstStyle/>
        <a:p>
          <a:endParaRPr lang="en-US"/>
        </a:p>
      </dgm:t>
    </dgm:pt>
    <dgm:pt modelId="{24878E7E-32A4-43B5-887A-67890CE74335}" type="pres">
      <dgm:prSet presAssocID="{273EAC30-72E7-45D3-9D8F-CEA101580553}" presName="root" presStyleCnt="0">
        <dgm:presLayoutVars>
          <dgm:dir/>
          <dgm:resizeHandles val="exact"/>
        </dgm:presLayoutVars>
      </dgm:prSet>
      <dgm:spPr/>
    </dgm:pt>
    <dgm:pt modelId="{474CF2B1-5235-4C52-9E85-E91466C22319}" type="pres">
      <dgm:prSet presAssocID="{753117C4-2F2D-40AE-9617-6E3C02A0CB77}" presName="compNode" presStyleCnt="0"/>
      <dgm:spPr/>
    </dgm:pt>
    <dgm:pt modelId="{E8281F65-6492-4A20-9CA3-257C2D1F738F}" type="pres">
      <dgm:prSet presAssocID="{753117C4-2F2D-40AE-9617-6E3C02A0CB7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1C5FDD3B-ED15-4A30-B383-71480A228B23}" type="pres">
      <dgm:prSet presAssocID="{753117C4-2F2D-40AE-9617-6E3C02A0CB77}" presName="iconSpace" presStyleCnt="0"/>
      <dgm:spPr/>
    </dgm:pt>
    <dgm:pt modelId="{A2AD7D80-DCE4-4556-A4FF-377BFA80EB54}" type="pres">
      <dgm:prSet presAssocID="{753117C4-2F2D-40AE-9617-6E3C02A0CB77}" presName="parTx" presStyleLbl="revTx" presStyleIdx="0" presStyleCnt="4">
        <dgm:presLayoutVars>
          <dgm:chMax val="0"/>
          <dgm:chPref val="0"/>
        </dgm:presLayoutVars>
      </dgm:prSet>
      <dgm:spPr/>
    </dgm:pt>
    <dgm:pt modelId="{1B1C921D-D0AD-4152-8AD3-CF947DEAB841}" type="pres">
      <dgm:prSet presAssocID="{753117C4-2F2D-40AE-9617-6E3C02A0CB77}" presName="txSpace" presStyleCnt="0"/>
      <dgm:spPr/>
    </dgm:pt>
    <dgm:pt modelId="{99996B6B-A3D3-4B8D-B191-3D37D08AC8D7}" type="pres">
      <dgm:prSet presAssocID="{753117C4-2F2D-40AE-9617-6E3C02A0CB77}" presName="desTx" presStyleLbl="revTx" presStyleIdx="1" presStyleCnt="4">
        <dgm:presLayoutVars/>
      </dgm:prSet>
      <dgm:spPr/>
    </dgm:pt>
    <dgm:pt modelId="{CC238C07-2C24-42A8-9131-E5588D776FBB}" type="pres">
      <dgm:prSet presAssocID="{09C7D547-4450-4DE9-8A67-1FD8A50E87A9}" presName="sibTrans" presStyleCnt="0"/>
      <dgm:spPr/>
    </dgm:pt>
    <dgm:pt modelId="{936A9FD1-C7FA-46D7-A7C4-ACC9038A72E4}" type="pres">
      <dgm:prSet presAssocID="{71A81C78-DBEC-4E41-B208-EEE276E1F476}" presName="compNode" presStyleCnt="0"/>
      <dgm:spPr/>
    </dgm:pt>
    <dgm:pt modelId="{20487F11-81CE-4C78-8DDD-0DA4E0BE0A08}" type="pres">
      <dgm:prSet presAssocID="{71A81C78-DBEC-4E41-B208-EEE276E1F47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A875B96C-E853-4454-8BB6-F8837EC77EE8}" type="pres">
      <dgm:prSet presAssocID="{71A81C78-DBEC-4E41-B208-EEE276E1F476}" presName="iconSpace" presStyleCnt="0"/>
      <dgm:spPr/>
    </dgm:pt>
    <dgm:pt modelId="{92BB3117-037A-4104-8122-CDFCE191A041}" type="pres">
      <dgm:prSet presAssocID="{71A81C78-DBEC-4E41-B208-EEE276E1F476}" presName="parTx" presStyleLbl="revTx" presStyleIdx="2" presStyleCnt="4">
        <dgm:presLayoutVars>
          <dgm:chMax val="0"/>
          <dgm:chPref val="0"/>
        </dgm:presLayoutVars>
      </dgm:prSet>
      <dgm:spPr/>
    </dgm:pt>
    <dgm:pt modelId="{631A2745-1F27-4864-81A6-D91F51F4C665}" type="pres">
      <dgm:prSet presAssocID="{71A81C78-DBEC-4E41-B208-EEE276E1F476}" presName="txSpace" presStyleCnt="0"/>
      <dgm:spPr/>
    </dgm:pt>
    <dgm:pt modelId="{1721A1F3-0896-4E54-B3C0-2AD0EA7A5720}" type="pres">
      <dgm:prSet presAssocID="{71A81C78-DBEC-4E41-B208-EEE276E1F476}" presName="desTx" presStyleLbl="revTx" presStyleIdx="3" presStyleCnt="4">
        <dgm:presLayoutVars/>
      </dgm:prSet>
      <dgm:spPr/>
    </dgm:pt>
  </dgm:ptLst>
  <dgm:cxnLst>
    <dgm:cxn modelId="{BDF58864-E55B-4E10-AFD5-63A77C2DE482}" srcId="{753117C4-2F2D-40AE-9617-6E3C02A0CB77}" destId="{8EF62CBC-AC01-4BB1-BD96-5D58A38196B2}" srcOrd="0" destOrd="0" parTransId="{8F20FB0C-7545-49C3-B9FE-E9D0EDB835FA}" sibTransId="{8F77D721-FE1A-48AA-8B67-67411F89C328}"/>
    <dgm:cxn modelId="{0F584FA1-45D2-4935-92AC-5085328D343A}" type="presOf" srcId="{AEEE2356-1FFE-472B-8842-9017E18DA31C}" destId="{99996B6B-A3D3-4B8D-B191-3D37D08AC8D7}" srcOrd="0" destOrd="1" presId="urn:microsoft.com/office/officeart/2018/2/layout/IconLabelDescriptionList"/>
    <dgm:cxn modelId="{2E6162B1-1599-49F6-91AC-C850B90BC63E}" type="presOf" srcId="{8EF62CBC-AC01-4BB1-BD96-5D58A38196B2}" destId="{99996B6B-A3D3-4B8D-B191-3D37D08AC8D7}" srcOrd="0" destOrd="0" presId="urn:microsoft.com/office/officeart/2018/2/layout/IconLabelDescriptionList"/>
    <dgm:cxn modelId="{B7CA2BC6-3009-4FAD-8156-F3C6337E5A3C}" type="presOf" srcId="{71A81C78-DBEC-4E41-B208-EEE276E1F476}" destId="{92BB3117-037A-4104-8122-CDFCE191A041}" srcOrd="0" destOrd="0" presId="urn:microsoft.com/office/officeart/2018/2/layout/IconLabelDescriptionList"/>
    <dgm:cxn modelId="{FD2DCECB-4846-423C-8297-B2FFA7C94B18}" srcId="{753117C4-2F2D-40AE-9617-6E3C02A0CB77}" destId="{AEEE2356-1FFE-472B-8842-9017E18DA31C}" srcOrd="1" destOrd="0" parTransId="{5AA3AD1A-9AF1-4115-A110-F90848525C63}" sibTransId="{F02F5613-F466-4A55-9BF5-ABD0FD58599A}"/>
    <dgm:cxn modelId="{D2180ACF-7724-46F9-8407-F36AE3DB3CC7}" type="presOf" srcId="{273EAC30-72E7-45D3-9D8F-CEA101580553}" destId="{24878E7E-32A4-43B5-887A-67890CE74335}" srcOrd="0" destOrd="0" presId="urn:microsoft.com/office/officeart/2018/2/layout/IconLabelDescriptionList"/>
    <dgm:cxn modelId="{6CFCB6DA-72D4-4152-8C53-1F8FC4132205}" srcId="{273EAC30-72E7-45D3-9D8F-CEA101580553}" destId="{71A81C78-DBEC-4E41-B208-EEE276E1F476}" srcOrd="1" destOrd="0" parTransId="{2689EC1D-887C-4DDA-89E6-CB855D7DF159}" sibTransId="{ABF2BEAD-5B08-42F5-B667-9D69F8793C15}"/>
    <dgm:cxn modelId="{C352FFDC-57B9-4DC5-A912-D98FD9F07E08}" srcId="{273EAC30-72E7-45D3-9D8F-CEA101580553}" destId="{753117C4-2F2D-40AE-9617-6E3C02A0CB77}" srcOrd="0" destOrd="0" parTransId="{2350D337-023C-457B-9149-7654FA4CEB29}" sibTransId="{09C7D547-4450-4DE9-8A67-1FD8A50E87A9}"/>
    <dgm:cxn modelId="{44591CF4-327F-4546-BB1C-70945E4E4E00}" type="presOf" srcId="{753117C4-2F2D-40AE-9617-6E3C02A0CB77}" destId="{A2AD7D80-DCE4-4556-A4FF-377BFA80EB54}" srcOrd="0" destOrd="0" presId="urn:microsoft.com/office/officeart/2018/2/layout/IconLabelDescriptionList"/>
    <dgm:cxn modelId="{79F11FE9-0FD3-41DA-9AC9-709CEB2F1F53}" type="presParOf" srcId="{24878E7E-32A4-43B5-887A-67890CE74335}" destId="{474CF2B1-5235-4C52-9E85-E91466C22319}" srcOrd="0" destOrd="0" presId="urn:microsoft.com/office/officeart/2018/2/layout/IconLabelDescriptionList"/>
    <dgm:cxn modelId="{1E9BCE8F-37D3-4DDB-A760-F337318FA94E}" type="presParOf" srcId="{474CF2B1-5235-4C52-9E85-E91466C22319}" destId="{E8281F65-6492-4A20-9CA3-257C2D1F738F}" srcOrd="0" destOrd="0" presId="urn:microsoft.com/office/officeart/2018/2/layout/IconLabelDescriptionList"/>
    <dgm:cxn modelId="{EF32CC57-2119-4431-AC95-E12BFA46D540}" type="presParOf" srcId="{474CF2B1-5235-4C52-9E85-E91466C22319}" destId="{1C5FDD3B-ED15-4A30-B383-71480A228B23}" srcOrd="1" destOrd="0" presId="urn:microsoft.com/office/officeart/2018/2/layout/IconLabelDescriptionList"/>
    <dgm:cxn modelId="{8769D6A1-C496-4A38-A282-07A0958632A0}" type="presParOf" srcId="{474CF2B1-5235-4C52-9E85-E91466C22319}" destId="{A2AD7D80-DCE4-4556-A4FF-377BFA80EB54}" srcOrd="2" destOrd="0" presId="urn:microsoft.com/office/officeart/2018/2/layout/IconLabelDescriptionList"/>
    <dgm:cxn modelId="{E7F898A2-F87A-448D-A5B5-20744AECE6F5}" type="presParOf" srcId="{474CF2B1-5235-4C52-9E85-E91466C22319}" destId="{1B1C921D-D0AD-4152-8AD3-CF947DEAB841}" srcOrd="3" destOrd="0" presId="urn:microsoft.com/office/officeart/2018/2/layout/IconLabelDescriptionList"/>
    <dgm:cxn modelId="{94725F06-4A84-4FFF-8536-CAEE39BEB9CC}" type="presParOf" srcId="{474CF2B1-5235-4C52-9E85-E91466C22319}" destId="{99996B6B-A3D3-4B8D-B191-3D37D08AC8D7}" srcOrd="4" destOrd="0" presId="urn:microsoft.com/office/officeart/2018/2/layout/IconLabelDescriptionList"/>
    <dgm:cxn modelId="{919B0E47-B41D-4487-940E-92C7F0452CE1}" type="presParOf" srcId="{24878E7E-32A4-43B5-887A-67890CE74335}" destId="{CC238C07-2C24-42A8-9131-E5588D776FBB}" srcOrd="1" destOrd="0" presId="urn:microsoft.com/office/officeart/2018/2/layout/IconLabelDescriptionList"/>
    <dgm:cxn modelId="{C5F38D2E-E633-493C-9865-CD106F820D68}" type="presParOf" srcId="{24878E7E-32A4-43B5-887A-67890CE74335}" destId="{936A9FD1-C7FA-46D7-A7C4-ACC9038A72E4}" srcOrd="2" destOrd="0" presId="urn:microsoft.com/office/officeart/2018/2/layout/IconLabelDescriptionList"/>
    <dgm:cxn modelId="{33464E49-B6B4-4ECA-A178-4ACC8F6777F3}" type="presParOf" srcId="{936A9FD1-C7FA-46D7-A7C4-ACC9038A72E4}" destId="{20487F11-81CE-4C78-8DDD-0DA4E0BE0A08}" srcOrd="0" destOrd="0" presId="urn:microsoft.com/office/officeart/2018/2/layout/IconLabelDescriptionList"/>
    <dgm:cxn modelId="{01DC8B1E-FECB-4C37-BE42-4D7CABE0A50F}" type="presParOf" srcId="{936A9FD1-C7FA-46D7-A7C4-ACC9038A72E4}" destId="{A875B96C-E853-4454-8BB6-F8837EC77EE8}" srcOrd="1" destOrd="0" presId="urn:microsoft.com/office/officeart/2018/2/layout/IconLabelDescriptionList"/>
    <dgm:cxn modelId="{97640686-D76F-4016-B20A-F93B923CEECC}" type="presParOf" srcId="{936A9FD1-C7FA-46D7-A7C4-ACC9038A72E4}" destId="{92BB3117-037A-4104-8122-CDFCE191A041}" srcOrd="2" destOrd="0" presId="urn:microsoft.com/office/officeart/2018/2/layout/IconLabelDescriptionList"/>
    <dgm:cxn modelId="{22F6D994-3075-4F09-8857-8B42618D04DE}" type="presParOf" srcId="{936A9FD1-C7FA-46D7-A7C4-ACC9038A72E4}" destId="{631A2745-1F27-4864-81A6-D91F51F4C665}" srcOrd="3" destOrd="0" presId="urn:microsoft.com/office/officeart/2018/2/layout/IconLabelDescriptionList"/>
    <dgm:cxn modelId="{53BE2475-50F5-416B-BC00-476872B78D35}" type="presParOf" srcId="{936A9FD1-C7FA-46D7-A7C4-ACC9038A72E4}" destId="{1721A1F3-0896-4E54-B3C0-2AD0EA7A572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A835E3E-A4F1-4E1B-A953-2BD6B38EBA58}" type="doc">
      <dgm:prSet loTypeId="urn:microsoft.com/office/officeart/2005/8/layout/hChevron3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40C11D7-D7E8-4B30-B08A-8681B1FC8D92}">
      <dgm:prSet/>
      <dgm:spPr/>
      <dgm:t>
        <a:bodyPr/>
        <a:lstStyle/>
        <a:p>
          <a:pPr>
            <a:defRPr b="1"/>
          </a:pPr>
          <a:r>
            <a:rPr lang="en-PK" b="1"/>
            <a:t>Key Drivers:</a:t>
          </a:r>
          <a:endParaRPr lang="en-US"/>
        </a:p>
      </dgm:t>
    </dgm:pt>
    <dgm:pt modelId="{608EFC07-26DE-40C2-9A82-AB8D573E33BF}" type="parTrans" cxnId="{0F3B7E42-D6A1-4A03-85EA-289BC129F4BA}">
      <dgm:prSet/>
      <dgm:spPr/>
      <dgm:t>
        <a:bodyPr/>
        <a:lstStyle/>
        <a:p>
          <a:endParaRPr lang="en-US"/>
        </a:p>
      </dgm:t>
    </dgm:pt>
    <dgm:pt modelId="{67BA39F8-8A76-4C47-BD6A-195457FAF552}" type="sibTrans" cxnId="{0F3B7E42-D6A1-4A03-85EA-289BC129F4BA}">
      <dgm:prSet/>
      <dgm:spPr/>
      <dgm:t>
        <a:bodyPr/>
        <a:lstStyle/>
        <a:p>
          <a:endParaRPr lang="en-US"/>
        </a:p>
      </dgm:t>
    </dgm:pt>
    <dgm:pt modelId="{77A6ECDA-0704-4889-876B-F02B5672F9FD}">
      <dgm:prSet/>
      <dgm:spPr/>
      <dgm:t>
        <a:bodyPr/>
        <a:lstStyle/>
        <a:p>
          <a:r>
            <a:rPr lang="en-PK" b="0" i="0" baseline="0"/>
            <a:t>Cost savings and financial benefits</a:t>
          </a:r>
          <a:endParaRPr lang="en-US"/>
        </a:p>
      </dgm:t>
    </dgm:pt>
    <dgm:pt modelId="{1D65E895-7270-4326-B555-41AD253425C4}" type="parTrans" cxnId="{8F8E2D7D-0E27-4CC4-A55A-8436741D7BF4}">
      <dgm:prSet/>
      <dgm:spPr/>
      <dgm:t>
        <a:bodyPr/>
        <a:lstStyle/>
        <a:p>
          <a:endParaRPr lang="en-US"/>
        </a:p>
      </dgm:t>
    </dgm:pt>
    <dgm:pt modelId="{3B238B86-B172-46AB-AA5A-A179882055DB}" type="sibTrans" cxnId="{8F8E2D7D-0E27-4CC4-A55A-8436741D7BF4}">
      <dgm:prSet/>
      <dgm:spPr/>
      <dgm:t>
        <a:bodyPr/>
        <a:lstStyle/>
        <a:p>
          <a:endParaRPr lang="en-US"/>
        </a:p>
      </dgm:t>
    </dgm:pt>
    <dgm:pt modelId="{D514326D-2511-4BFD-BCFE-BFE1B8FCA32C}">
      <dgm:prSet/>
      <dgm:spPr/>
      <dgm:t>
        <a:bodyPr/>
        <a:lstStyle/>
        <a:p>
          <a:r>
            <a:rPr lang="en-PK" b="0" i="0" baseline="0"/>
            <a:t>Increased agility and flexibility</a:t>
          </a:r>
          <a:endParaRPr lang="en-US"/>
        </a:p>
      </dgm:t>
    </dgm:pt>
    <dgm:pt modelId="{4EB6FE23-9BB6-4AC9-AA52-80CFB72ED5FB}" type="parTrans" cxnId="{0DFF448D-074C-49CF-9EC8-86B782579DC1}">
      <dgm:prSet/>
      <dgm:spPr/>
      <dgm:t>
        <a:bodyPr/>
        <a:lstStyle/>
        <a:p>
          <a:endParaRPr lang="en-US"/>
        </a:p>
      </dgm:t>
    </dgm:pt>
    <dgm:pt modelId="{7D358D1A-ED98-4BFD-AB54-794DBD160A06}" type="sibTrans" cxnId="{0DFF448D-074C-49CF-9EC8-86B782579DC1}">
      <dgm:prSet/>
      <dgm:spPr/>
      <dgm:t>
        <a:bodyPr/>
        <a:lstStyle/>
        <a:p>
          <a:endParaRPr lang="en-US"/>
        </a:p>
      </dgm:t>
    </dgm:pt>
    <dgm:pt modelId="{B0A4F86A-5A27-4157-B345-BC965F3F62EB}">
      <dgm:prSet/>
      <dgm:spPr/>
      <dgm:t>
        <a:bodyPr/>
        <a:lstStyle/>
        <a:p>
          <a:r>
            <a:rPr lang="en-PK" b="0" i="0" baseline="0" dirty="0"/>
            <a:t>Technological advancements and innovation</a:t>
          </a:r>
          <a:endParaRPr lang="en-US" dirty="0"/>
        </a:p>
      </dgm:t>
    </dgm:pt>
    <dgm:pt modelId="{D701A8E6-2B75-451F-A513-280321107EC2}" type="parTrans" cxnId="{C0E29992-F313-4483-9CB0-727CB718E39A}">
      <dgm:prSet/>
      <dgm:spPr/>
      <dgm:t>
        <a:bodyPr/>
        <a:lstStyle/>
        <a:p>
          <a:endParaRPr lang="en-US"/>
        </a:p>
      </dgm:t>
    </dgm:pt>
    <dgm:pt modelId="{2C711993-DE8F-4778-ACBD-57657B0F9742}" type="sibTrans" cxnId="{C0E29992-F313-4483-9CB0-727CB718E39A}">
      <dgm:prSet/>
      <dgm:spPr/>
      <dgm:t>
        <a:bodyPr/>
        <a:lstStyle/>
        <a:p>
          <a:endParaRPr lang="en-US"/>
        </a:p>
      </dgm:t>
    </dgm:pt>
    <dgm:pt modelId="{E42A8B93-1B36-4C75-B50D-C4EC87381D7B}">
      <dgm:prSet/>
      <dgm:spPr/>
      <dgm:t>
        <a:bodyPr/>
        <a:lstStyle/>
        <a:p>
          <a:pPr>
            <a:defRPr b="1"/>
          </a:pPr>
          <a:r>
            <a:rPr lang="en-PK" b="1" i="0" baseline="0"/>
            <a:t>Market Trends:</a:t>
          </a:r>
          <a:r>
            <a:rPr lang="en-PK" b="0" i="0" baseline="0"/>
            <a:t> Growth statistics and adoption rates</a:t>
          </a:r>
          <a:endParaRPr lang="en-US"/>
        </a:p>
      </dgm:t>
    </dgm:pt>
    <dgm:pt modelId="{0D8CFB09-284E-4D13-B8CB-06F46E8F6C6E}" type="parTrans" cxnId="{6BB208FE-060B-42AE-BA26-EE1FFA6F03BC}">
      <dgm:prSet/>
      <dgm:spPr/>
      <dgm:t>
        <a:bodyPr/>
        <a:lstStyle/>
        <a:p>
          <a:endParaRPr lang="en-US"/>
        </a:p>
      </dgm:t>
    </dgm:pt>
    <dgm:pt modelId="{7BE88559-289A-4AF7-86DD-FDE7CC27A6B9}" type="sibTrans" cxnId="{6BB208FE-060B-42AE-BA26-EE1FFA6F03BC}">
      <dgm:prSet/>
      <dgm:spPr/>
      <dgm:t>
        <a:bodyPr/>
        <a:lstStyle/>
        <a:p>
          <a:endParaRPr lang="en-US"/>
        </a:p>
      </dgm:t>
    </dgm:pt>
    <dgm:pt modelId="{A10F5F5E-8D40-4CBF-9EC4-EA1495834701}" type="pres">
      <dgm:prSet presAssocID="{8A835E3E-A4F1-4E1B-A953-2BD6B38EBA58}" presName="Name0" presStyleCnt="0">
        <dgm:presLayoutVars>
          <dgm:dir/>
          <dgm:resizeHandles val="exact"/>
        </dgm:presLayoutVars>
      </dgm:prSet>
      <dgm:spPr/>
    </dgm:pt>
    <dgm:pt modelId="{FAEF1964-1EAE-4F52-BAF0-C45FABF959DB}" type="pres">
      <dgm:prSet presAssocID="{640C11D7-D7E8-4B30-B08A-8681B1FC8D92}" presName="parAndChTx" presStyleLbl="node1" presStyleIdx="0" presStyleCnt="2">
        <dgm:presLayoutVars>
          <dgm:bulletEnabled val="1"/>
        </dgm:presLayoutVars>
      </dgm:prSet>
      <dgm:spPr/>
    </dgm:pt>
    <dgm:pt modelId="{60DF262E-F1CC-4242-8DBE-D5700C3B6067}" type="pres">
      <dgm:prSet presAssocID="{67BA39F8-8A76-4C47-BD6A-195457FAF552}" presName="parAndChSpace" presStyleCnt="0"/>
      <dgm:spPr/>
    </dgm:pt>
    <dgm:pt modelId="{6BB744C2-0602-4A15-876F-2E347DEDC603}" type="pres">
      <dgm:prSet presAssocID="{E42A8B93-1B36-4C75-B50D-C4EC87381D7B}" presName="parAndChTx" presStyleLbl="node1" presStyleIdx="1" presStyleCnt="2">
        <dgm:presLayoutVars>
          <dgm:bulletEnabled val="1"/>
        </dgm:presLayoutVars>
      </dgm:prSet>
      <dgm:spPr/>
    </dgm:pt>
  </dgm:ptLst>
  <dgm:cxnLst>
    <dgm:cxn modelId="{EF02361D-FE9D-4B57-AF92-92E16A070125}" type="presOf" srcId="{640C11D7-D7E8-4B30-B08A-8681B1FC8D92}" destId="{FAEF1964-1EAE-4F52-BAF0-C45FABF959DB}" srcOrd="0" destOrd="0" presId="urn:microsoft.com/office/officeart/2005/8/layout/hChevron3"/>
    <dgm:cxn modelId="{0F3B7E42-D6A1-4A03-85EA-289BC129F4BA}" srcId="{8A835E3E-A4F1-4E1B-A953-2BD6B38EBA58}" destId="{640C11D7-D7E8-4B30-B08A-8681B1FC8D92}" srcOrd="0" destOrd="0" parTransId="{608EFC07-26DE-40C2-9A82-AB8D573E33BF}" sibTransId="{67BA39F8-8A76-4C47-BD6A-195457FAF552}"/>
    <dgm:cxn modelId="{F41B9169-7468-4590-ACE1-B7A8A184194B}" type="presOf" srcId="{8A835E3E-A4F1-4E1B-A953-2BD6B38EBA58}" destId="{A10F5F5E-8D40-4CBF-9EC4-EA1495834701}" srcOrd="0" destOrd="0" presId="urn:microsoft.com/office/officeart/2005/8/layout/hChevron3"/>
    <dgm:cxn modelId="{8763627B-6170-4D39-B63D-41DCA770D7E8}" type="presOf" srcId="{77A6ECDA-0704-4889-876B-F02B5672F9FD}" destId="{FAEF1964-1EAE-4F52-BAF0-C45FABF959DB}" srcOrd="0" destOrd="1" presId="urn:microsoft.com/office/officeart/2005/8/layout/hChevron3"/>
    <dgm:cxn modelId="{8F8E2D7D-0E27-4CC4-A55A-8436741D7BF4}" srcId="{640C11D7-D7E8-4B30-B08A-8681B1FC8D92}" destId="{77A6ECDA-0704-4889-876B-F02B5672F9FD}" srcOrd="0" destOrd="0" parTransId="{1D65E895-7270-4326-B555-41AD253425C4}" sibTransId="{3B238B86-B172-46AB-AA5A-A179882055DB}"/>
    <dgm:cxn modelId="{0DFF448D-074C-49CF-9EC8-86B782579DC1}" srcId="{640C11D7-D7E8-4B30-B08A-8681B1FC8D92}" destId="{D514326D-2511-4BFD-BCFE-BFE1B8FCA32C}" srcOrd="1" destOrd="0" parTransId="{4EB6FE23-9BB6-4AC9-AA52-80CFB72ED5FB}" sibTransId="{7D358D1A-ED98-4BFD-AB54-794DBD160A06}"/>
    <dgm:cxn modelId="{C0E29992-F313-4483-9CB0-727CB718E39A}" srcId="{640C11D7-D7E8-4B30-B08A-8681B1FC8D92}" destId="{B0A4F86A-5A27-4157-B345-BC965F3F62EB}" srcOrd="2" destOrd="0" parTransId="{D701A8E6-2B75-451F-A513-280321107EC2}" sibTransId="{2C711993-DE8F-4778-ACBD-57657B0F9742}"/>
    <dgm:cxn modelId="{58F190A2-1F20-4B29-A9AB-170276F988C2}" type="presOf" srcId="{D514326D-2511-4BFD-BCFE-BFE1B8FCA32C}" destId="{FAEF1964-1EAE-4F52-BAF0-C45FABF959DB}" srcOrd="0" destOrd="2" presId="urn:microsoft.com/office/officeart/2005/8/layout/hChevron3"/>
    <dgm:cxn modelId="{4FD4EDC2-8311-4A57-9AE0-3EA9F9B4CEEF}" type="presOf" srcId="{E42A8B93-1B36-4C75-B50D-C4EC87381D7B}" destId="{6BB744C2-0602-4A15-876F-2E347DEDC603}" srcOrd="0" destOrd="0" presId="urn:microsoft.com/office/officeart/2005/8/layout/hChevron3"/>
    <dgm:cxn modelId="{3BC94FE2-C795-4F8E-976F-C93289E83ADD}" type="presOf" srcId="{B0A4F86A-5A27-4157-B345-BC965F3F62EB}" destId="{FAEF1964-1EAE-4F52-BAF0-C45FABF959DB}" srcOrd="0" destOrd="3" presId="urn:microsoft.com/office/officeart/2005/8/layout/hChevron3"/>
    <dgm:cxn modelId="{6BB208FE-060B-42AE-BA26-EE1FFA6F03BC}" srcId="{8A835E3E-A4F1-4E1B-A953-2BD6B38EBA58}" destId="{E42A8B93-1B36-4C75-B50D-C4EC87381D7B}" srcOrd="1" destOrd="0" parTransId="{0D8CFB09-284E-4D13-B8CB-06F46E8F6C6E}" sibTransId="{7BE88559-289A-4AF7-86DD-FDE7CC27A6B9}"/>
    <dgm:cxn modelId="{4BF38945-7A3A-40D6-90F5-4D3B481E9685}" type="presParOf" srcId="{A10F5F5E-8D40-4CBF-9EC4-EA1495834701}" destId="{FAEF1964-1EAE-4F52-BAF0-C45FABF959DB}" srcOrd="0" destOrd="0" presId="urn:microsoft.com/office/officeart/2005/8/layout/hChevron3"/>
    <dgm:cxn modelId="{1091CAF9-558F-426C-ABA4-29B98F7B9E70}" type="presParOf" srcId="{A10F5F5E-8D40-4CBF-9EC4-EA1495834701}" destId="{60DF262E-F1CC-4242-8DBE-D5700C3B6067}" srcOrd="1" destOrd="0" presId="urn:microsoft.com/office/officeart/2005/8/layout/hChevron3"/>
    <dgm:cxn modelId="{6D1C1817-601F-4316-AF73-22B1551D3612}" type="presParOf" srcId="{A10F5F5E-8D40-4CBF-9EC4-EA1495834701}" destId="{6BB744C2-0602-4A15-876F-2E347DEDC603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79C5406-359C-4F84-800B-A62A0D9E70E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6F4DC8B-44DA-4163-B8CB-30EE9E503A01}">
      <dgm:prSet/>
      <dgm:spPr/>
      <dgm:t>
        <a:bodyPr/>
        <a:lstStyle/>
        <a:p>
          <a:r>
            <a:rPr lang="en-US" b="1" dirty="0"/>
            <a:t>Universal Network Connectivity: </a:t>
          </a:r>
          <a:r>
            <a:rPr lang="en-US" dirty="0"/>
            <a:t>Connection around the globe</a:t>
          </a:r>
        </a:p>
      </dgm:t>
    </dgm:pt>
    <dgm:pt modelId="{46548418-5B8A-4EC8-BCD1-12F7B00E21D8}" type="parTrans" cxnId="{1010D285-9264-40BF-9C1F-C5A4DA30F116}">
      <dgm:prSet/>
      <dgm:spPr/>
      <dgm:t>
        <a:bodyPr/>
        <a:lstStyle/>
        <a:p>
          <a:endParaRPr lang="en-US"/>
        </a:p>
      </dgm:t>
    </dgm:pt>
    <dgm:pt modelId="{59C47467-8D3B-49D6-BD09-0518D754DFB6}" type="sibTrans" cxnId="{1010D285-9264-40BF-9C1F-C5A4DA30F116}">
      <dgm:prSet/>
      <dgm:spPr/>
      <dgm:t>
        <a:bodyPr/>
        <a:lstStyle/>
        <a:p>
          <a:endParaRPr lang="en-US"/>
        </a:p>
      </dgm:t>
    </dgm:pt>
    <dgm:pt modelId="{3EC1ECB4-4DA9-41CD-A2FE-75644123BD8A}">
      <dgm:prSet/>
      <dgm:spPr/>
      <dgm:t>
        <a:bodyPr/>
        <a:lstStyle/>
        <a:p>
          <a:r>
            <a:rPr lang="en-US" b="1" dirty="0"/>
            <a:t>High Performance Computing: </a:t>
          </a:r>
          <a:r>
            <a:rPr lang="en-US" dirty="0"/>
            <a:t>HPC affordable for everyone</a:t>
          </a:r>
        </a:p>
      </dgm:t>
    </dgm:pt>
    <dgm:pt modelId="{FBF11611-2AC5-4826-B8A9-D67FFF449723}" type="parTrans" cxnId="{6A18B054-93C3-4537-8E52-9B417321CDB5}">
      <dgm:prSet/>
      <dgm:spPr/>
      <dgm:t>
        <a:bodyPr/>
        <a:lstStyle/>
        <a:p>
          <a:endParaRPr lang="en-US"/>
        </a:p>
      </dgm:t>
    </dgm:pt>
    <dgm:pt modelId="{A77380A7-F030-49D5-8756-3D97AC141394}" type="sibTrans" cxnId="{6A18B054-93C3-4537-8E52-9B417321CDB5}">
      <dgm:prSet/>
      <dgm:spPr/>
      <dgm:t>
        <a:bodyPr/>
        <a:lstStyle/>
        <a:p>
          <a:endParaRPr lang="en-US"/>
        </a:p>
      </dgm:t>
    </dgm:pt>
    <dgm:pt modelId="{F0A09102-B7CC-4F7F-BA57-52B788D52843}">
      <dgm:prSet/>
      <dgm:spPr/>
      <dgm:t>
        <a:bodyPr/>
        <a:lstStyle/>
        <a:p>
          <a:r>
            <a:rPr lang="en-US" b="1" dirty="0"/>
            <a:t>Commoditization: </a:t>
          </a:r>
          <a:r>
            <a:rPr lang="en-US" dirty="0"/>
            <a:t>Turns products into commodities that can be marketed.</a:t>
          </a:r>
        </a:p>
      </dgm:t>
    </dgm:pt>
    <dgm:pt modelId="{19780213-A8F7-421F-9C07-043CE2139ADE}" type="parTrans" cxnId="{9E31E180-ACAD-4157-B822-B50113161E46}">
      <dgm:prSet/>
      <dgm:spPr/>
      <dgm:t>
        <a:bodyPr/>
        <a:lstStyle/>
        <a:p>
          <a:endParaRPr lang="en-US"/>
        </a:p>
      </dgm:t>
    </dgm:pt>
    <dgm:pt modelId="{6FC484A4-C87A-46C3-84DA-D3D1AB0BD0E0}" type="sibTrans" cxnId="{9E31E180-ACAD-4157-B822-B50113161E46}">
      <dgm:prSet/>
      <dgm:spPr/>
      <dgm:t>
        <a:bodyPr/>
        <a:lstStyle/>
        <a:p>
          <a:endParaRPr lang="en-US"/>
        </a:p>
      </dgm:t>
    </dgm:pt>
    <dgm:pt modelId="{B2B2EB81-B80B-47F9-A06C-BD471BA566DA}" type="pres">
      <dgm:prSet presAssocID="{D79C5406-359C-4F84-800B-A62A0D9E70EB}" presName="linear" presStyleCnt="0">
        <dgm:presLayoutVars>
          <dgm:animLvl val="lvl"/>
          <dgm:resizeHandles val="exact"/>
        </dgm:presLayoutVars>
      </dgm:prSet>
      <dgm:spPr/>
    </dgm:pt>
    <dgm:pt modelId="{8FADE1D6-B921-4CF8-9D27-A85B13F81A0C}" type="pres">
      <dgm:prSet presAssocID="{56F4DC8B-44DA-4163-B8CB-30EE9E503A0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D52465A-089F-481E-8D74-9DF30DD087F8}" type="pres">
      <dgm:prSet presAssocID="{59C47467-8D3B-49D6-BD09-0518D754DFB6}" presName="spacer" presStyleCnt="0"/>
      <dgm:spPr/>
    </dgm:pt>
    <dgm:pt modelId="{8FC2A38E-DED9-46B8-8EBE-40EB4228048A}" type="pres">
      <dgm:prSet presAssocID="{3EC1ECB4-4DA9-41CD-A2FE-75644123BD8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36EF9CA-D2CF-4330-B9EA-BA1EC0BF84B4}" type="pres">
      <dgm:prSet presAssocID="{A77380A7-F030-49D5-8756-3D97AC141394}" presName="spacer" presStyleCnt="0"/>
      <dgm:spPr/>
    </dgm:pt>
    <dgm:pt modelId="{CEB89A8F-9511-48D7-BFEC-EB5AA09465E2}" type="pres">
      <dgm:prSet presAssocID="{F0A09102-B7CC-4F7F-BA57-52B788D5284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0153102-4F94-47CF-88E6-E05E826CC72D}" type="presOf" srcId="{3EC1ECB4-4DA9-41CD-A2FE-75644123BD8A}" destId="{8FC2A38E-DED9-46B8-8EBE-40EB4228048A}" srcOrd="0" destOrd="0" presId="urn:microsoft.com/office/officeart/2005/8/layout/vList2"/>
    <dgm:cxn modelId="{6A18B054-93C3-4537-8E52-9B417321CDB5}" srcId="{D79C5406-359C-4F84-800B-A62A0D9E70EB}" destId="{3EC1ECB4-4DA9-41CD-A2FE-75644123BD8A}" srcOrd="1" destOrd="0" parTransId="{FBF11611-2AC5-4826-B8A9-D67FFF449723}" sibTransId="{A77380A7-F030-49D5-8756-3D97AC141394}"/>
    <dgm:cxn modelId="{9E31E180-ACAD-4157-B822-B50113161E46}" srcId="{D79C5406-359C-4F84-800B-A62A0D9E70EB}" destId="{F0A09102-B7CC-4F7F-BA57-52B788D52843}" srcOrd="2" destOrd="0" parTransId="{19780213-A8F7-421F-9C07-043CE2139ADE}" sibTransId="{6FC484A4-C87A-46C3-84DA-D3D1AB0BD0E0}"/>
    <dgm:cxn modelId="{1010D285-9264-40BF-9C1F-C5A4DA30F116}" srcId="{D79C5406-359C-4F84-800B-A62A0D9E70EB}" destId="{56F4DC8B-44DA-4163-B8CB-30EE9E503A01}" srcOrd="0" destOrd="0" parTransId="{46548418-5B8A-4EC8-BCD1-12F7B00E21D8}" sibTransId="{59C47467-8D3B-49D6-BD09-0518D754DFB6}"/>
    <dgm:cxn modelId="{3108E9C1-DC5E-49E2-9591-BD9E23CE67EF}" type="presOf" srcId="{D79C5406-359C-4F84-800B-A62A0D9E70EB}" destId="{B2B2EB81-B80B-47F9-A06C-BD471BA566DA}" srcOrd="0" destOrd="0" presId="urn:microsoft.com/office/officeart/2005/8/layout/vList2"/>
    <dgm:cxn modelId="{08727BD3-5F69-456B-A0CF-B5B92F744D7D}" type="presOf" srcId="{56F4DC8B-44DA-4163-B8CB-30EE9E503A01}" destId="{8FADE1D6-B921-4CF8-9D27-A85B13F81A0C}" srcOrd="0" destOrd="0" presId="urn:microsoft.com/office/officeart/2005/8/layout/vList2"/>
    <dgm:cxn modelId="{4DE1EFE4-B10D-4B1A-A227-D89248C0B5CB}" type="presOf" srcId="{F0A09102-B7CC-4F7F-BA57-52B788D52843}" destId="{CEB89A8F-9511-48D7-BFEC-EB5AA09465E2}" srcOrd="0" destOrd="0" presId="urn:microsoft.com/office/officeart/2005/8/layout/vList2"/>
    <dgm:cxn modelId="{7B6CA365-CE8D-4845-81A7-863B5CB801B2}" type="presParOf" srcId="{B2B2EB81-B80B-47F9-A06C-BD471BA566DA}" destId="{8FADE1D6-B921-4CF8-9D27-A85B13F81A0C}" srcOrd="0" destOrd="0" presId="urn:microsoft.com/office/officeart/2005/8/layout/vList2"/>
    <dgm:cxn modelId="{0B201182-0EE4-40B8-8213-8AD4860688E2}" type="presParOf" srcId="{B2B2EB81-B80B-47F9-A06C-BD471BA566DA}" destId="{2D52465A-089F-481E-8D74-9DF30DD087F8}" srcOrd="1" destOrd="0" presId="urn:microsoft.com/office/officeart/2005/8/layout/vList2"/>
    <dgm:cxn modelId="{DD280B36-2C41-434F-8119-9CC18689351A}" type="presParOf" srcId="{B2B2EB81-B80B-47F9-A06C-BD471BA566DA}" destId="{8FC2A38E-DED9-46B8-8EBE-40EB4228048A}" srcOrd="2" destOrd="0" presId="urn:microsoft.com/office/officeart/2005/8/layout/vList2"/>
    <dgm:cxn modelId="{3E73E8AD-09F2-40D5-B856-EA8C3880AA29}" type="presParOf" srcId="{B2B2EB81-B80B-47F9-A06C-BD471BA566DA}" destId="{B36EF9CA-D2CF-4330-B9EA-BA1EC0BF84B4}" srcOrd="3" destOrd="0" presId="urn:microsoft.com/office/officeart/2005/8/layout/vList2"/>
    <dgm:cxn modelId="{8BEC8F72-A91A-491D-A308-A046F21AF16F}" type="presParOf" srcId="{B2B2EB81-B80B-47F9-A06C-BD471BA566DA}" destId="{CEB89A8F-9511-48D7-BFEC-EB5AA09465E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71A32A8-3FBB-49AD-AE14-79AB76465A48}" type="doc">
      <dgm:prSet loTypeId="urn:microsoft.com/office/officeart/2018/2/layout/IconLabelList" loCatId="icon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13AA804-7933-4196-AD8D-07E4EC6B0F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Low-Cost Solution</a:t>
          </a:r>
        </a:p>
      </dgm:t>
    </dgm:pt>
    <dgm:pt modelId="{446C9B4E-37D9-4F56-B734-489D103A2696}" type="parTrans" cxnId="{C2F15C65-2468-4E5A-95BD-28485706F970}">
      <dgm:prSet/>
      <dgm:spPr/>
      <dgm:t>
        <a:bodyPr/>
        <a:lstStyle/>
        <a:p>
          <a:endParaRPr lang="en-US"/>
        </a:p>
      </dgm:t>
    </dgm:pt>
    <dgm:pt modelId="{2FA28A95-8EE6-4D5A-BD06-DF0F50BBBE9F}" type="sibTrans" cxnId="{C2F15C65-2468-4E5A-95BD-28485706F970}">
      <dgm:prSet/>
      <dgm:spPr/>
      <dgm:t>
        <a:bodyPr/>
        <a:lstStyle/>
        <a:p>
          <a:endParaRPr lang="en-US"/>
        </a:p>
      </dgm:t>
    </dgm:pt>
    <dgm:pt modelId="{B41768F3-8943-4C43-8691-4CC792AA34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Outsourcing</a:t>
          </a:r>
        </a:p>
      </dgm:t>
    </dgm:pt>
    <dgm:pt modelId="{19A4EA21-028B-48F9-8DF5-1FF7450A4495}" type="parTrans" cxnId="{D2F8F345-E961-4AFA-917C-792F5D553094}">
      <dgm:prSet/>
      <dgm:spPr/>
      <dgm:t>
        <a:bodyPr/>
        <a:lstStyle/>
        <a:p>
          <a:endParaRPr lang="en-US"/>
        </a:p>
      </dgm:t>
    </dgm:pt>
    <dgm:pt modelId="{E29BDDDF-348F-4707-A305-5195C1FADEC4}" type="sibTrans" cxnId="{D2F8F345-E961-4AFA-917C-792F5D553094}">
      <dgm:prSet/>
      <dgm:spPr/>
      <dgm:t>
        <a:bodyPr/>
        <a:lstStyle/>
        <a:p>
          <a:endParaRPr lang="en-US"/>
        </a:p>
      </dgm:t>
    </dgm:pt>
    <dgm:pt modelId="{C4FAF9E6-473C-4CB5-97DD-2F0D860274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Speed or Responsiveness</a:t>
          </a:r>
        </a:p>
      </dgm:t>
    </dgm:pt>
    <dgm:pt modelId="{5A41291C-C32F-4B6A-993E-21CF3CDF95E7}" type="parTrans" cxnId="{930ECA47-362B-44C3-A507-9F0B424FB2B2}">
      <dgm:prSet/>
      <dgm:spPr/>
      <dgm:t>
        <a:bodyPr/>
        <a:lstStyle/>
        <a:p>
          <a:endParaRPr lang="en-US"/>
        </a:p>
      </dgm:t>
    </dgm:pt>
    <dgm:pt modelId="{55413A29-C9A8-4A34-B17C-10F16DE6B425}" type="sibTrans" cxnId="{930ECA47-362B-44C3-A507-9F0B424FB2B2}">
      <dgm:prSet/>
      <dgm:spPr/>
      <dgm:t>
        <a:bodyPr/>
        <a:lstStyle/>
        <a:p>
          <a:endParaRPr lang="en-US"/>
        </a:p>
      </dgm:t>
    </dgm:pt>
    <dgm:pt modelId="{A3467596-A7BC-476F-AE16-E8E8E49A96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Automation</a:t>
          </a:r>
        </a:p>
      </dgm:t>
    </dgm:pt>
    <dgm:pt modelId="{6E8F156E-A3F5-4556-AF4A-8655C0886C94}" type="parTrans" cxnId="{8A4A2B1B-7D0D-4AD4-894A-9780215D0D5E}">
      <dgm:prSet/>
      <dgm:spPr/>
      <dgm:t>
        <a:bodyPr/>
        <a:lstStyle/>
        <a:p>
          <a:endParaRPr lang="en-US"/>
        </a:p>
      </dgm:t>
    </dgm:pt>
    <dgm:pt modelId="{7BDF87AC-2C4A-4332-88DB-20A3E9F5F039}" type="sibTrans" cxnId="{8A4A2B1B-7D0D-4AD4-894A-9780215D0D5E}">
      <dgm:prSet/>
      <dgm:spPr/>
      <dgm:t>
        <a:bodyPr/>
        <a:lstStyle/>
        <a:p>
          <a:endParaRPr lang="en-US"/>
        </a:p>
      </dgm:t>
    </dgm:pt>
    <dgm:pt modelId="{078050AB-80B9-4F2A-AC19-BB1FDB7505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Small Initial Investment</a:t>
          </a:r>
        </a:p>
      </dgm:t>
    </dgm:pt>
    <dgm:pt modelId="{1A785A3F-C368-4F65-B895-C89AF12E681D}" type="parTrans" cxnId="{3E7C5B17-FB0C-4671-8FF7-1D761FBCB79B}">
      <dgm:prSet/>
      <dgm:spPr/>
      <dgm:t>
        <a:bodyPr/>
        <a:lstStyle/>
        <a:p>
          <a:endParaRPr lang="en-US"/>
        </a:p>
      </dgm:t>
    </dgm:pt>
    <dgm:pt modelId="{CB143317-D1A9-49D2-8443-054F14AF46BE}" type="sibTrans" cxnId="{3E7C5B17-FB0C-4671-8FF7-1D761FBCB79B}">
      <dgm:prSet/>
      <dgm:spPr/>
      <dgm:t>
        <a:bodyPr/>
        <a:lstStyle/>
        <a:p>
          <a:endParaRPr lang="en-US"/>
        </a:p>
      </dgm:t>
    </dgm:pt>
    <dgm:pt modelId="{A4EB4438-CF58-4D84-A92C-D01ACC15BE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Less Maintenance Cost</a:t>
          </a:r>
        </a:p>
      </dgm:t>
    </dgm:pt>
    <dgm:pt modelId="{F227FC57-A971-4382-85A3-C084EFA3C287}" type="parTrans" cxnId="{21333E6D-A9E7-4BA5-905E-3E88CD0E6E56}">
      <dgm:prSet/>
      <dgm:spPr/>
      <dgm:t>
        <a:bodyPr/>
        <a:lstStyle/>
        <a:p>
          <a:endParaRPr lang="en-US"/>
        </a:p>
      </dgm:t>
    </dgm:pt>
    <dgm:pt modelId="{CE17D0C4-77F7-457B-AEB4-91CBC5231758}" type="sibTrans" cxnId="{21333E6D-A9E7-4BA5-905E-3E88CD0E6E56}">
      <dgm:prSet/>
      <dgm:spPr/>
      <dgm:t>
        <a:bodyPr/>
        <a:lstStyle/>
        <a:p>
          <a:endParaRPr lang="en-US"/>
        </a:p>
      </dgm:t>
    </dgm:pt>
    <dgm:pt modelId="{27183097-89CC-4233-83F2-E4346D4BF3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Mobility</a:t>
          </a:r>
        </a:p>
      </dgm:t>
    </dgm:pt>
    <dgm:pt modelId="{7AC0498C-5FA2-41D3-B0AD-88D676432166}" type="parTrans" cxnId="{8DFA1F71-D5D4-491D-B4AF-46836B7D5507}">
      <dgm:prSet/>
      <dgm:spPr/>
      <dgm:t>
        <a:bodyPr/>
        <a:lstStyle/>
        <a:p>
          <a:endParaRPr lang="en-US"/>
        </a:p>
      </dgm:t>
    </dgm:pt>
    <dgm:pt modelId="{DF0540DE-9AC2-4FA4-9DE4-FF0AA731C476}" type="sibTrans" cxnId="{8DFA1F71-D5D4-491D-B4AF-46836B7D5507}">
      <dgm:prSet/>
      <dgm:spPr/>
      <dgm:t>
        <a:bodyPr/>
        <a:lstStyle/>
        <a:p>
          <a:endParaRPr lang="en-US"/>
        </a:p>
      </dgm:t>
    </dgm:pt>
    <dgm:pt modelId="{475CA27B-475A-46F3-A278-74A5D7C557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Flexibility</a:t>
          </a:r>
        </a:p>
      </dgm:t>
    </dgm:pt>
    <dgm:pt modelId="{01CF8CBA-4FF5-415B-AAB2-8B939E29DCAC}" type="parTrans" cxnId="{2FCC4A27-3932-4246-9873-623C1F1643C9}">
      <dgm:prSet/>
      <dgm:spPr/>
      <dgm:t>
        <a:bodyPr/>
        <a:lstStyle/>
        <a:p>
          <a:endParaRPr lang="en-US"/>
        </a:p>
      </dgm:t>
    </dgm:pt>
    <dgm:pt modelId="{8F0781FA-FB9F-4028-8BD2-58F772739E1D}" type="sibTrans" cxnId="{2FCC4A27-3932-4246-9873-623C1F1643C9}">
      <dgm:prSet/>
      <dgm:spPr/>
      <dgm:t>
        <a:bodyPr/>
        <a:lstStyle/>
        <a:p>
          <a:endParaRPr lang="en-US"/>
        </a:p>
      </dgm:t>
    </dgm:pt>
    <dgm:pt modelId="{6BE6283D-E937-44F9-B882-6A8AFF8F2702}" type="pres">
      <dgm:prSet presAssocID="{471A32A8-3FBB-49AD-AE14-79AB76465A48}" presName="root" presStyleCnt="0">
        <dgm:presLayoutVars>
          <dgm:dir/>
          <dgm:resizeHandles val="exact"/>
        </dgm:presLayoutVars>
      </dgm:prSet>
      <dgm:spPr/>
    </dgm:pt>
    <dgm:pt modelId="{F8EFB5D2-566D-4EA4-B92C-9D92B293D826}" type="pres">
      <dgm:prSet presAssocID="{A13AA804-7933-4196-AD8D-07E4EC6B0F4F}" presName="compNode" presStyleCnt="0"/>
      <dgm:spPr/>
    </dgm:pt>
    <dgm:pt modelId="{57A8FF2D-1E6D-46AB-B046-E34E7B3568DE}" type="pres">
      <dgm:prSet presAssocID="{A13AA804-7933-4196-AD8D-07E4EC6B0F4F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52E67FB-C107-4297-9633-BB2D666C330D}" type="pres">
      <dgm:prSet presAssocID="{A13AA804-7933-4196-AD8D-07E4EC6B0F4F}" presName="spaceRect" presStyleCnt="0"/>
      <dgm:spPr/>
    </dgm:pt>
    <dgm:pt modelId="{25A96527-9E05-4A42-9806-16C4DD5DDC3F}" type="pres">
      <dgm:prSet presAssocID="{A13AA804-7933-4196-AD8D-07E4EC6B0F4F}" presName="textRect" presStyleLbl="revTx" presStyleIdx="0" presStyleCnt="8">
        <dgm:presLayoutVars>
          <dgm:chMax val="1"/>
          <dgm:chPref val="1"/>
        </dgm:presLayoutVars>
      </dgm:prSet>
      <dgm:spPr/>
    </dgm:pt>
    <dgm:pt modelId="{7BE0AAC6-0CC7-4013-ADC1-3A61D8B1CE0F}" type="pres">
      <dgm:prSet presAssocID="{2FA28A95-8EE6-4D5A-BD06-DF0F50BBBE9F}" presName="sibTrans" presStyleCnt="0"/>
      <dgm:spPr/>
    </dgm:pt>
    <dgm:pt modelId="{F285F6D2-03AA-4E7B-B6C8-AF34D3A5F0EF}" type="pres">
      <dgm:prSet presAssocID="{B41768F3-8943-4C43-8691-4CC792AA3492}" presName="compNode" presStyleCnt="0"/>
      <dgm:spPr/>
    </dgm:pt>
    <dgm:pt modelId="{8C54EDE0-F09C-4F2A-B1D5-FC806E196EFF}" type="pres">
      <dgm:prSet presAssocID="{B41768F3-8943-4C43-8691-4CC792AA3492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A9F78EC-21F7-41A1-9755-8A924D569D20}" type="pres">
      <dgm:prSet presAssocID="{B41768F3-8943-4C43-8691-4CC792AA3492}" presName="spaceRect" presStyleCnt="0"/>
      <dgm:spPr/>
    </dgm:pt>
    <dgm:pt modelId="{4B18B749-F6E4-47E0-836B-EFD49255AF0E}" type="pres">
      <dgm:prSet presAssocID="{B41768F3-8943-4C43-8691-4CC792AA3492}" presName="textRect" presStyleLbl="revTx" presStyleIdx="1" presStyleCnt="8">
        <dgm:presLayoutVars>
          <dgm:chMax val="1"/>
          <dgm:chPref val="1"/>
        </dgm:presLayoutVars>
      </dgm:prSet>
      <dgm:spPr/>
    </dgm:pt>
    <dgm:pt modelId="{FED765D3-C3ED-4352-9DD1-8AEAC25ED954}" type="pres">
      <dgm:prSet presAssocID="{E29BDDDF-348F-4707-A305-5195C1FADEC4}" presName="sibTrans" presStyleCnt="0"/>
      <dgm:spPr/>
    </dgm:pt>
    <dgm:pt modelId="{C647AA44-4974-4F56-956E-EDAD460705D5}" type="pres">
      <dgm:prSet presAssocID="{C4FAF9E6-473C-4CB5-97DD-2F0D860274DE}" presName="compNode" presStyleCnt="0"/>
      <dgm:spPr/>
    </dgm:pt>
    <dgm:pt modelId="{110655A2-3CA0-45E2-ADF5-7C61C5541E7A}" type="pres">
      <dgm:prSet presAssocID="{C4FAF9E6-473C-4CB5-97DD-2F0D860274DE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EA7C7385-0AD3-4AC0-835C-88DDA7925F37}" type="pres">
      <dgm:prSet presAssocID="{C4FAF9E6-473C-4CB5-97DD-2F0D860274DE}" presName="spaceRect" presStyleCnt="0"/>
      <dgm:spPr/>
    </dgm:pt>
    <dgm:pt modelId="{2AA2B719-215E-48CB-A4F1-B58248B7DC65}" type="pres">
      <dgm:prSet presAssocID="{C4FAF9E6-473C-4CB5-97DD-2F0D860274DE}" presName="textRect" presStyleLbl="revTx" presStyleIdx="2" presStyleCnt="8">
        <dgm:presLayoutVars>
          <dgm:chMax val="1"/>
          <dgm:chPref val="1"/>
        </dgm:presLayoutVars>
      </dgm:prSet>
      <dgm:spPr/>
    </dgm:pt>
    <dgm:pt modelId="{68D6DD54-B1C1-4B80-8584-34ABFDAC759A}" type="pres">
      <dgm:prSet presAssocID="{55413A29-C9A8-4A34-B17C-10F16DE6B425}" presName="sibTrans" presStyleCnt="0"/>
      <dgm:spPr/>
    </dgm:pt>
    <dgm:pt modelId="{DCF15D30-B688-4979-8A9B-2A21B35D140F}" type="pres">
      <dgm:prSet presAssocID="{A3467596-A7BC-476F-AE16-E8E8E49A9666}" presName="compNode" presStyleCnt="0"/>
      <dgm:spPr/>
    </dgm:pt>
    <dgm:pt modelId="{C32A84E1-E4C9-41EB-828C-82D7DAD12A88}" type="pres">
      <dgm:prSet presAssocID="{A3467596-A7BC-476F-AE16-E8E8E49A9666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4FBDA6C-F251-4F32-8919-77F34477AEDF}" type="pres">
      <dgm:prSet presAssocID="{A3467596-A7BC-476F-AE16-E8E8E49A9666}" presName="spaceRect" presStyleCnt="0"/>
      <dgm:spPr/>
    </dgm:pt>
    <dgm:pt modelId="{48E335C4-816A-4844-A748-95EEEAE00049}" type="pres">
      <dgm:prSet presAssocID="{A3467596-A7BC-476F-AE16-E8E8E49A9666}" presName="textRect" presStyleLbl="revTx" presStyleIdx="3" presStyleCnt="8">
        <dgm:presLayoutVars>
          <dgm:chMax val="1"/>
          <dgm:chPref val="1"/>
        </dgm:presLayoutVars>
      </dgm:prSet>
      <dgm:spPr/>
    </dgm:pt>
    <dgm:pt modelId="{A351000D-A259-49EF-BADF-3BCD85099151}" type="pres">
      <dgm:prSet presAssocID="{7BDF87AC-2C4A-4332-88DB-20A3E9F5F039}" presName="sibTrans" presStyleCnt="0"/>
      <dgm:spPr/>
    </dgm:pt>
    <dgm:pt modelId="{AACBD80F-8701-425C-AE5C-AA4274E425C3}" type="pres">
      <dgm:prSet presAssocID="{078050AB-80B9-4F2A-AC19-BB1FDB750542}" presName="compNode" presStyleCnt="0"/>
      <dgm:spPr/>
    </dgm:pt>
    <dgm:pt modelId="{1FE73F54-AD08-4DF6-A66C-70830D946BF9}" type="pres">
      <dgm:prSet presAssocID="{078050AB-80B9-4F2A-AC19-BB1FDB750542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3FA9F9D3-0DD3-47CA-B283-BE1889E2173C}" type="pres">
      <dgm:prSet presAssocID="{078050AB-80B9-4F2A-AC19-BB1FDB750542}" presName="spaceRect" presStyleCnt="0"/>
      <dgm:spPr/>
    </dgm:pt>
    <dgm:pt modelId="{D01CED41-E2AB-4310-A3C9-5018090B3514}" type="pres">
      <dgm:prSet presAssocID="{078050AB-80B9-4F2A-AC19-BB1FDB750542}" presName="textRect" presStyleLbl="revTx" presStyleIdx="4" presStyleCnt="8">
        <dgm:presLayoutVars>
          <dgm:chMax val="1"/>
          <dgm:chPref val="1"/>
        </dgm:presLayoutVars>
      </dgm:prSet>
      <dgm:spPr/>
    </dgm:pt>
    <dgm:pt modelId="{268AC32A-FB8B-4874-9504-258239A94963}" type="pres">
      <dgm:prSet presAssocID="{CB143317-D1A9-49D2-8443-054F14AF46BE}" presName="sibTrans" presStyleCnt="0"/>
      <dgm:spPr/>
    </dgm:pt>
    <dgm:pt modelId="{F885D18F-7E48-4BAB-B727-50B5C808937C}" type="pres">
      <dgm:prSet presAssocID="{A4EB4438-CF58-4D84-A92C-D01ACC15BE6A}" presName="compNode" presStyleCnt="0"/>
      <dgm:spPr/>
    </dgm:pt>
    <dgm:pt modelId="{09AE33F1-7CE8-499F-A71F-0BBE61BA058E}" type="pres">
      <dgm:prSet presAssocID="{A4EB4438-CF58-4D84-A92C-D01ACC15BE6A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CDEA66A3-0A53-47D2-B37C-FFA2C67B4548}" type="pres">
      <dgm:prSet presAssocID="{A4EB4438-CF58-4D84-A92C-D01ACC15BE6A}" presName="spaceRect" presStyleCnt="0"/>
      <dgm:spPr/>
    </dgm:pt>
    <dgm:pt modelId="{1DC15404-0123-447A-A87E-0325A34BFB91}" type="pres">
      <dgm:prSet presAssocID="{A4EB4438-CF58-4D84-A92C-D01ACC15BE6A}" presName="textRect" presStyleLbl="revTx" presStyleIdx="5" presStyleCnt="8">
        <dgm:presLayoutVars>
          <dgm:chMax val="1"/>
          <dgm:chPref val="1"/>
        </dgm:presLayoutVars>
      </dgm:prSet>
      <dgm:spPr/>
    </dgm:pt>
    <dgm:pt modelId="{0019B85C-D7AE-4BAC-BBFB-2F4D13232A5F}" type="pres">
      <dgm:prSet presAssocID="{CE17D0C4-77F7-457B-AEB4-91CBC5231758}" presName="sibTrans" presStyleCnt="0"/>
      <dgm:spPr/>
    </dgm:pt>
    <dgm:pt modelId="{6464196F-F362-4BAA-B35B-A1C67E59F474}" type="pres">
      <dgm:prSet presAssocID="{27183097-89CC-4233-83F2-E4346D4BF3AA}" presName="compNode" presStyleCnt="0"/>
      <dgm:spPr/>
    </dgm:pt>
    <dgm:pt modelId="{1F89F107-E0E2-490D-941F-362A73B4302A}" type="pres">
      <dgm:prSet presAssocID="{27183097-89CC-4233-83F2-E4346D4BF3AA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0224C295-B324-42A5-9366-234A98C714A3}" type="pres">
      <dgm:prSet presAssocID="{27183097-89CC-4233-83F2-E4346D4BF3AA}" presName="spaceRect" presStyleCnt="0"/>
      <dgm:spPr/>
    </dgm:pt>
    <dgm:pt modelId="{DFC78EE4-A44B-479A-9D52-2015CB36C74C}" type="pres">
      <dgm:prSet presAssocID="{27183097-89CC-4233-83F2-E4346D4BF3AA}" presName="textRect" presStyleLbl="revTx" presStyleIdx="6" presStyleCnt="8">
        <dgm:presLayoutVars>
          <dgm:chMax val="1"/>
          <dgm:chPref val="1"/>
        </dgm:presLayoutVars>
      </dgm:prSet>
      <dgm:spPr/>
    </dgm:pt>
    <dgm:pt modelId="{A5BD925D-E8E1-4D66-9467-9B325CE88282}" type="pres">
      <dgm:prSet presAssocID="{DF0540DE-9AC2-4FA4-9DE4-FF0AA731C476}" presName="sibTrans" presStyleCnt="0"/>
      <dgm:spPr/>
    </dgm:pt>
    <dgm:pt modelId="{32A8714E-7E47-40B0-922F-AC044DE3DAD3}" type="pres">
      <dgm:prSet presAssocID="{475CA27B-475A-46F3-A278-74A5D7C55746}" presName="compNode" presStyleCnt="0"/>
      <dgm:spPr/>
    </dgm:pt>
    <dgm:pt modelId="{14C1D5FD-98AB-4D64-868E-CFFE982632AC}" type="pres">
      <dgm:prSet presAssocID="{475CA27B-475A-46F3-A278-74A5D7C55746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88DECA04-67A2-4E10-ACEF-3E72DEBE4131}" type="pres">
      <dgm:prSet presAssocID="{475CA27B-475A-46F3-A278-74A5D7C55746}" presName="spaceRect" presStyleCnt="0"/>
      <dgm:spPr/>
    </dgm:pt>
    <dgm:pt modelId="{19C572BE-6122-4EF3-A843-2306D55C1C52}" type="pres">
      <dgm:prSet presAssocID="{475CA27B-475A-46F3-A278-74A5D7C55746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3E7C5B17-FB0C-4671-8FF7-1D761FBCB79B}" srcId="{471A32A8-3FBB-49AD-AE14-79AB76465A48}" destId="{078050AB-80B9-4F2A-AC19-BB1FDB750542}" srcOrd="4" destOrd="0" parTransId="{1A785A3F-C368-4F65-B895-C89AF12E681D}" sibTransId="{CB143317-D1A9-49D2-8443-054F14AF46BE}"/>
    <dgm:cxn modelId="{D97E041B-9996-4894-B01C-D5C8708D111E}" type="presOf" srcId="{471A32A8-3FBB-49AD-AE14-79AB76465A48}" destId="{6BE6283D-E937-44F9-B882-6A8AFF8F2702}" srcOrd="0" destOrd="0" presId="urn:microsoft.com/office/officeart/2018/2/layout/IconLabelList"/>
    <dgm:cxn modelId="{8A4A2B1B-7D0D-4AD4-894A-9780215D0D5E}" srcId="{471A32A8-3FBB-49AD-AE14-79AB76465A48}" destId="{A3467596-A7BC-476F-AE16-E8E8E49A9666}" srcOrd="3" destOrd="0" parTransId="{6E8F156E-A3F5-4556-AF4A-8655C0886C94}" sibTransId="{7BDF87AC-2C4A-4332-88DB-20A3E9F5F039}"/>
    <dgm:cxn modelId="{2FCC4A27-3932-4246-9873-623C1F1643C9}" srcId="{471A32A8-3FBB-49AD-AE14-79AB76465A48}" destId="{475CA27B-475A-46F3-A278-74A5D7C55746}" srcOrd="7" destOrd="0" parTransId="{01CF8CBA-4FF5-415B-AAB2-8B939E29DCAC}" sibTransId="{8F0781FA-FB9F-4028-8BD2-58F772739E1D}"/>
    <dgm:cxn modelId="{C2F15C65-2468-4E5A-95BD-28485706F970}" srcId="{471A32A8-3FBB-49AD-AE14-79AB76465A48}" destId="{A13AA804-7933-4196-AD8D-07E4EC6B0F4F}" srcOrd="0" destOrd="0" parTransId="{446C9B4E-37D9-4F56-B734-489D103A2696}" sibTransId="{2FA28A95-8EE6-4D5A-BD06-DF0F50BBBE9F}"/>
    <dgm:cxn modelId="{D2F8F345-E961-4AFA-917C-792F5D553094}" srcId="{471A32A8-3FBB-49AD-AE14-79AB76465A48}" destId="{B41768F3-8943-4C43-8691-4CC792AA3492}" srcOrd="1" destOrd="0" parTransId="{19A4EA21-028B-48F9-8DF5-1FF7450A4495}" sibTransId="{E29BDDDF-348F-4707-A305-5195C1FADEC4}"/>
    <dgm:cxn modelId="{7EB4FC46-70A3-42CF-A372-F59B0D390FF3}" type="presOf" srcId="{27183097-89CC-4233-83F2-E4346D4BF3AA}" destId="{DFC78EE4-A44B-479A-9D52-2015CB36C74C}" srcOrd="0" destOrd="0" presId="urn:microsoft.com/office/officeart/2018/2/layout/IconLabelList"/>
    <dgm:cxn modelId="{930ECA47-362B-44C3-A507-9F0B424FB2B2}" srcId="{471A32A8-3FBB-49AD-AE14-79AB76465A48}" destId="{C4FAF9E6-473C-4CB5-97DD-2F0D860274DE}" srcOrd="2" destOrd="0" parTransId="{5A41291C-C32F-4B6A-993E-21CF3CDF95E7}" sibTransId="{55413A29-C9A8-4A34-B17C-10F16DE6B425}"/>
    <dgm:cxn modelId="{21333E6D-A9E7-4BA5-905E-3E88CD0E6E56}" srcId="{471A32A8-3FBB-49AD-AE14-79AB76465A48}" destId="{A4EB4438-CF58-4D84-A92C-D01ACC15BE6A}" srcOrd="5" destOrd="0" parTransId="{F227FC57-A971-4382-85A3-C084EFA3C287}" sibTransId="{CE17D0C4-77F7-457B-AEB4-91CBC5231758}"/>
    <dgm:cxn modelId="{8DFA1F71-D5D4-491D-B4AF-46836B7D5507}" srcId="{471A32A8-3FBB-49AD-AE14-79AB76465A48}" destId="{27183097-89CC-4233-83F2-E4346D4BF3AA}" srcOrd="6" destOrd="0" parTransId="{7AC0498C-5FA2-41D3-B0AD-88D676432166}" sibTransId="{DF0540DE-9AC2-4FA4-9DE4-FF0AA731C476}"/>
    <dgm:cxn modelId="{B7D95858-40C6-4D2B-90D3-76027F80E377}" type="presOf" srcId="{078050AB-80B9-4F2A-AC19-BB1FDB750542}" destId="{D01CED41-E2AB-4310-A3C9-5018090B3514}" srcOrd="0" destOrd="0" presId="urn:microsoft.com/office/officeart/2018/2/layout/IconLabelList"/>
    <dgm:cxn modelId="{ACFE1F93-8FB3-40EA-8DF9-D55F2600DFEA}" type="presOf" srcId="{A4EB4438-CF58-4D84-A92C-D01ACC15BE6A}" destId="{1DC15404-0123-447A-A87E-0325A34BFB91}" srcOrd="0" destOrd="0" presId="urn:microsoft.com/office/officeart/2018/2/layout/IconLabelList"/>
    <dgm:cxn modelId="{90802DAA-EDED-45CB-AC3D-303B3F60D940}" type="presOf" srcId="{A3467596-A7BC-476F-AE16-E8E8E49A9666}" destId="{48E335C4-816A-4844-A748-95EEEAE00049}" srcOrd="0" destOrd="0" presId="urn:microsoft.com/office/officeart/2018/2/layout/IconLabelList"/>
    <dgm:cxn modelId="{C10D6EAA-D834-425C-9AFD-F268C1C5113C}" type="presOf" srcId="{C4FAF9E6-473C-4CB5-97DD-2F0D860274DE}" destId="{2AA2B719-215E-48CB-A4F1-B58248B7DC65}" srcOrd="0" destOrd="0" presId="urn:microsoft.com/office/officeart/2018/2/layout/IconLabelList"/>
    <dgm:cxn modelId="{6517ABC1-B1E2-40FA-A50F-C5E9DD138613}" type="presOf" srcId="{A13AA804-7933-4196-AD8D-07E4EC6B0F4F}" destId="{25A96527-9E05-4A42-9806-16C4DD5DDC3F}" srcOrd="0" destOrd="0" presId="urn:microsoft.com/office/officeart/2018/2/layout/IconLabelList"/>
    <dgm:cxn modelId="{001964EE-ED3F-4950-AB04-67C42C01269C}" type="presOf" srcId="{475CA27B-475A-46F3-A278-74A5D7C55746}" destId="{19C572BE-6122-4EF3-A843-2306D55C1C52}" srcOrd="0" destOrd="0" presId="urn:microsoft.com/office/officeart/2018/2/layout/IconLabelList"/>
    <dgm:cxn modelId="{FB5CBBF8-A7A5-4F9F-8F43-7AB33616422A}" type="presOf" srcId="{B41768F3-8943-4C43-8691-4CC792AA3492}" destId="{4B18B749-F6E4-47E0-836B-EFD49255AF0E}" srcOrd="0" destOrd="0" presId="urn:microsoft.com/office/officeart/2018/2/layout/IconLabelList"/>
    <dgm:cxn modelId="{BCB74CAE-070B-4A4B-A113-A65224E628C6}" type="presParOf" srcId="{6BE6283D-E937-44F9-B882-6A8AFF8F2702}" destId="{F8EFB5D2-566D-4EA4-B92C-9D92B293D826}" srcOrd="0" destOrd="0" presId="urn:microsoft.com/office/officeart/2018/2/layout/IconLabelList"/>
    <dgm:cxn modelId="{FD9CE234-EB79-46FE-8875-0F8BEB6C16D3}" type="presParOf" srcId="{F8EFB5D2-566D-4EA4-B92C-9D92B293D826}" destId="{57A8FF2D-1E6D-46AB-B046-E34E7B3568DE}" srcOrd="0" destOrd="0" presId="urn:microsoft.com/office/officeart/2018/2/layout/IconLabelList"/>
    <dgm:cxn modelId="{59AA1DE5-C043-4208-B819-20FDAAC2D070}" type="presParOf" srcId="{F8EFB5D2-566D-4EA4-B92C-9D92B293D826}" destId="{152E67FB-C107-4297-9633-BB2D666C330D}" srcOrd="1" destOrd="0" presId="urn:microsoft.com/office/officeart/2018/2/layout/IconLabelList"/>
    <dgm:cxn modelId="{4DBB1B75-4BA6-4F52-BD2B-684AF4C2894E}" type="presParOf" srcId="{F8EFB5D2-566D-4EA4-B92C-9D92B293D826}" destId="{25A96527-9E05-4A42-9806-16C4DD5DDC3F}" srcOrd="2" destOrd="0" presId="urn:microsoft.com/office/officeart/2018/2/layout/IconLabelList"/>
    <dgm:cxn modelId="{2E73E293-EAD8-4164-A9C1-DDF1F07DD2C2}" type="presParOf" srcId="{6BE6283D-E937-44F9-B882-6A8AFF8F2702}" destId="{7BE0AAC6-0CC7-4013-ADC1-3A61D8B1CE0F}" srcOrd="1" destOrd="0" presId="urn:microsoft.com/office/officeart/2018/2/layout/IconLabelList"/>
    <dgm:cxn modelId="{0E16E5CF-BF06-4B04-BB39-3DE0E979393B}" type="presParOf" srcId="{6BE6283D-E937-44F9-B882-6A8AFF8F2702}" destId="{F285F6D2-03AA-4E7B-B6C8-AF34D3A5F0EF}" srcOrd="2" destOrd="0" presId="urn:microsoft.com/office/officeart/2018/2/layout/IconLabelList"/>
    <dgm:cxn modelId="{757B2A8A-83CC-4840-87E3-1BF782D8E4CF}" type="presParOf" srcId="{F285F6D2-03AA-4E7B-B6C8-AF34D3A5F0EF}" destId="{8C54EDE0-F09C-4F2A-B1D5-FC806E196EFF}" srcOrd="0" destOrd="0" presId="urn:microsoft.com/office/officeart/2018/2/layout/IconLabelList"/>
    <dgm:cxn modelId="{D762CFE2-7BBA-474A-95D2-6A28AB96E758}" type="presParOf" srcId="{F285F6D2-03AA-4E7B-B6C8-AF34D3A5F0EF}" destId="{1A9F78EC-21F7-41A1-9755-8A924D569D20}" srcOrd="1" destOrd="0" presId="urn:microsoft.com/office/officeart/2018/2/layout/IconLabelList"/>
    <dgm:cxn modelId="{5ABE4C89-1DB9-4433-8B62-C827FB73AE3D}" type="presParOf" srcId="{F285F6D2-03AA-4E7B-B6C8-AF34D3A5F0EF}" destId="{4B18B749-F6E4-47E0-836B-EFD49255AF0E}" srcOrd="2" destOrd="0" presId="urn:microsoft.com/office/officeart/2018/2/layout/IconLabelList"/>
    <dgm:cxn modelId="{E61BAFB5-489E-426C-B75C-DAA3C036BBEA}" type="presParOf" srcId="{6BE6283D-E937-44F9-B882-6A8AFF8F2702}" destId="{FED765D3-C3ED-4352-9DD1-8AEAC25ED954}" srcOrd="3" destOrd="0" presId="urn:microsoft.com/office/officeart/2018/2/layout/IconLabelList"/>
    <dgm:cxn modelId="{A4D5EA8C-D2B3-4F98-8530-AE9EA8BA9DDE}" type="presParOf" srcId="{6BE6283D-E937-44F9-B882-6A8AFF8F2702}" destId="{C647AA44-4974-4F56-956E-EDAD460705D5}" srcOrd="4" destOrd="0" presId="urn:microsoft.com/office/officeart/2018/2/layout/IconLabelList"/>
    <dgm:cxn modelId="{6928A5C3-7D73-4D7F-8D2C-F9D61810DA98}" type="presParOf" srcId="{C647AA44-4974-4F56-956E-EDAD460705D5}" destId="{110655A2-3CA0-45E2-ADF5-7C61C5541E7A}" srcOrd="0" destOrd="0" presId="urn:microsoft.com/office/officeart/2018/2/layout/IconLabelList"/>
    <dgm:cxn modelId="{01E8EE2F-0A03-4FD3-B767-66CF11B5BFA0}" type="presParOf" srcId="{C647AA44-4974-4F56-956E-EDAD460705D5}" destId="{EA7C7385-0AD3-4AC0-835C-88DDA7925F37}" srcOrd="1" destOrd="0" presId="urn:microsoft.com/office/officeart/2018/2/layout/IconLabelList"/>
    <dgm:cxn modelId="{9E9CE066-A1B9-491A-B33A-CB7BC0C85603}" type="presParOf" srcId="{C647AA44-4974-4F56-956E-EDAD460705D5}" destId="{2AA2B719-215E-48CB-A4F1-B58248B7DC65}" srcOrd="2" destOrd="0" presId="urn:microsoft.com/office/officeart/2018/2/layout/IconLabelList"/>
    <dgm:cxn modelId="{9088A777-E2AE-4D5A-8999-E450E3BE727B}" type="presParOf" srcId="{6BE6283D-E937-44F9-B882-6A8AFF8F2702}" destId="{68D6DD54-B1C1-4B80-8584-34ABFDAC759A}" srcOrd="5" destOrd="0" presId="urn:microsoft.com/office/officeart/2018/2/layout/IconLabelList"/>
    <dgm:cxn modelId="{756841A4-D85F-453F-97C7-D1F15B798DE4}" type="presParOf" srcId="{6BE6283D-E937-44F9-B882-6A8AFF8F2702}" destId="{DCF15D30-B688-4979-8A9B-2A21B35D140F}" srcOrd="6" destOrd="0" presId="urn:microsoft.com/office/officeart/2018/2/layout/IconLabelList"/>
    <dgm:cxn modelId="{77657745-76DE-4AFF-9C91-83C1F6246201}" type="presParOf" srcId="{DCF15D30-B688-4979-8A9B-2A21B35D140F}" destId="{C32A84E1-E4C9-41EB-828C-82D7DAD12A88}" srcOrd="0" destOrd="0" presId="urn:microsoft.com/office/officeart/2018/2/layout/IconLabelList"/>
    <dgm:cxn modelId="{F3F17FE7-B46A-4A85-A36D-47DEB5939F77}" type="presParOf" srcId="{DCF15D30-B688-4979-8A9B-2A21B35D140F}" destId="{64FBDA6C-F251-4F32-8919-77F34477AEDF}" srcOrd="1" destOrd="0" presId="urn:microsoft.com/office/officeart/2018/2/layout/IconLabelList"/>
    <dgm:cxn modelId="{E2BD53B1-42A5-4B40-8ACA-A7B53D6580A7}" type="presParOf" srcId="{DCF15D30-B688-4979-8A9B-2A21B35D140F}" destId="{48E335C4-816A-4844-A748-95EEEAE00049}" srcOrd="2" destOrd="0" presId="urn:microsoft.com/office/officeart/2018/2/layout/IconLabelList"/>
    <dgm:cxn modelId="{B4FB1658-B656-43B5-B8DE-AEAA55315C7D}" type="presParOf" srcId="{6BE6283D-E937-44F9-B882-6A8AFF8F2702}" destId="{A351000D-A259-49EF-BADF-3BCD85099151}" srcOrd="7" destOrd="0" presId="urn:microsoft.com/office/officeart/2018/2/layout/IconLabelList"/>
    <dgm:cxn modelId="{1797237D-DD19-4533-90B9-D48C7316233A}" type="presParOf" srcId="{6BE6283D-E937-44F9-B882-6A8AFF8F2702}" destId="{AACBD80F-8701-425C-AE5C-AA4274E425C3}" srcOrd="8" destOrd="0" presId="urn:microsoft.com/office/officeart/2018/2/layout/IconLabelList"/>
    <dgm:cxn modelId="{65DB6DF7-163F-4B43-9F63-FF004E688CA6}" type="presParOf" srcId="{AACBD80F-8701-425C-AE5C-AA4274E425C3}" destId="{1FE73F54-AD08-4DF6-A66C-70830D946BF9}" srcOrd="0" destOrd="0" presId="urn:microsoft.com/office/officeart/2018/2/layout/IconLabelList"/>
    <dgm:cxn modelId="{80EFDF30-0BDF-4D73-9970-E3DC8C5FABDE}" type="presParOf" srcId="{AACBD80F-8701-425C-AE5C-AA4274E425C3}" destId="{3FA9F9D3-0DD3-47CA-B283-BE1889E2173C}" srcOrd="1" destOrd="0" presId="urn:microsoft.com/office/officeart/2018/2/layout/IconLabelList"/>
    <dgm:cxn modelId="{DE72C96F-0AFC-45D1-85D2-21CEFE800187}" type="presParOf" srcId="{AACBD80F-8701-425C-AE5C-AA4274E425C3}" destId="{D01CED41-E2AB-4310-A3C9-5018090B3514}" srcOrd="2" destOrd="0" presId="urn:microsoft.com/office/officeart/2018/2/layout/IconLabelList"/>
    <dgm:cxn modelId="{97A70A3C-6F9D-4620-A4CC-AF8C68DF5128}" type="presParOf" srcId="{6BE6283D-E937-44F9-B882-6A8AFF8F2702}" destId="{268AC32A-FB8B-4874-9504-258239A94963}" srcOrd="9" destOrd="0" presId="urn:microsoft.com/office/officeart/2018/2/layout/IconLabelList"/>
    <dgm:cxn modelId="{71CD0055-CAD8-4F8F-A9CF-A201CC493EE5}" type="presParOf" srcId="{6BE6283D-E937-44F9-B882-6A8AFF8F2702}" destId="{F885D18F-7E48-4BAB-B727-50B5C808937C}" srcOrd="10" destOrd="0" presId="urn:microsoft.com/office/officeart/2018/2/layout/IconLabelList"/>
    <dgm:cxn modelId="{BE4A48D9-DF56-42B3-B250-E20D78FFCD16}" type="presParOf" srcId="{F885D18F-7E48-4BAB-B727-50B5C808937C}" destId="{09AE33F1-7CE8-499F-A71F-0BBE61BA058E}" srcOrd="0" destOrd="0" presId="urn:microsoft.com/office/officeart/2018/2/layout/IconLabelList"/>
    <dgm:cxn modelId="{C34FB7B8-6986-4225-83E9-926810059596}" type="presParOf" srcId="{F885D18F-7E48-4BAB-B727-50B5C808937C}" destId="{CDEA66A3-0A53-47D2-B37C-FFA2C67B4548}" srcOrd="1" destOrd="0" presId="urn:microsoft.com/office/officeart/2018/2/layout/IconLabelList"/>
    <dgm:cxn modelId="{E54DAA0A-171A-4921-90E9-18EA50EF9ECF}" type="presParOf" srcId="{F885D18F-7E48-4BAB-B727-50B5C808937C}" destId="{1DC15404-0123-447A-A87E-0325A34BFB91}" srcOrd="2" destOrd="0" presId="urn:microsoft.com/office/officeart/2018/2/layout/IconLabelList"/>
    <dgm:cxn modelId="{0B6F874C-5990-4801-BFBB-FF5A912BA5E3}" type="presParOf" srcId="{6BE6283D-E937-44F9-B882-6A8AFF8F2702}" destId="{0019B85C-D7AE-4BAC-BBFB-2F4D13232A5F}" srcOrd="11" destOrd="0" presId="urn:microsoft.com/office/officeart/2018/2/layout/IconLabelList"/>
    <dgm:cxn modelId="{2BC16205-5378-4E7E-A78E-7587451EC453}" type="presParOf" srcId="{6BE6283D-E937-44F9-B882-6A8AFF8F2702}" destId="{6464196F-F362-4BAA-B35B-A1C67E59F474}" srcOrd="12" destOrd="0" presId="urn:microsoft.com/office/officeart/2018/2/layout/IconLabelList"/>
    <dgm:cxn modelId="{8BB69F74-E9D9-4EF2-84DA-3707C56D7931}" type="presParOf" srcId="{6464196F-F362-4BAA-B35B-A1C67E59F474}" destId="{1F89F107-E0E2-490D-941F-362A73B4302A}" srcOrd="0" destOrd="0" presId="urn:microsoft.com/office/officeart/2018/2/layout/IconLabelList"/>
    <dgm:cxn modelId="{56E3A1AC-A4FB-43E9-AEC1-4B95CD181534}" type="presParOf" srcId="{6464196F-F362-4BAA-B35B-A1C67E59F474}" destId="{0224C295-B324-42A5-9366-234A98C714A3}" srcOrd="1" destOrd="0" presId="urn:microsoft.com/office/officeart/2018/2/layout/IconLabelList"/>
    <dgm:cxn modelId="{A3714360-40C8-44D3-AB86-5B15BE65B48A}" type="presParOf" srcId="{6464196F-F362-4BAA-B35B-A1C67E59F474}" destId="{DFC78EE4-A44B-479A-9D52-2015CB36C74C}" srcOrd="2" destOrd="0" presId="urn:microsoft.com/office/officeart/2018/2/layout/IconLabelList"/>
    <dgm:cxn modelId="{895938E9-A04C-48A4-98D6-19D2175267AA}" type="presParOf" srcId="{6BE6283D-E937-44F9-B882-6A8AFF8F2702}" destId="{A5BD925D-E8E1-4D66-9467-9B325CE88282}" srcOrd="13" destOrd="0" presId="urn:microsoft.com/office/officeart/2018/2/layout/IconLabelList"/>
    <dgm:cxn modelId="{C8D7E774-FF44-4D04-913E-895A4AF9BA54}" type="presParOf" srcId="{6BE6283D-E937-44F9-B882-6A8AFF8F2702}" destId="{32A8714E-7E47-40B0-922F-AC044DE3DAD3}" srcOrd="14" destOrd="0" presId="urn:microsoft.com/office/officeart/2018/2/layout/IconLabelList"/>
    <dgm:cxn modelId="{3E4F3039-A8C7-4E6A-ABE3-F1FF8B560ABE}" type="presParOf" srcId="{32A8714E-7E47-40B0-922F-AC044DE3DAD3}" destId="{14C1D5FD-98AB-4D64-868E-CFFE982632AC}" srcOrd="0" destOrd="0" presId="urn:microsoft.com/office/officeart/2018/2/layout/IconLabelList"/>
    <dgm:cxn modelId="{D552FC54-D0EB-4D84-9F95-9E897D1A5564}" type="presParOf" srcId="{32A8714E-7E47-40B0-922F-AC044DE3DAD3}" destId="{88DECA04-67A2-4E10-ACEF-3E72DEBE4131}" srcOrd="1" destOrd="0" presId="urn:microsoft.com/office/officeart/2018/2/layout/IconLabelList"/>
    <dgm:cxn modelId="{9DA0841B-CED4-48C0-A804-DEDC785BD650}" type="presParOf" srcId="{32A8714E-7E47-40B0-922F-AC044DE3DAD3}" destId="{19C572BE-6122-4EF3-A843-2306D55C1C5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51A584-A8D0-48DD-BB27-A63FDEF0FA6A}">
      <dsp:nvSpPr>
        <dsp:cNvPr id="0" name=""/>
        <dsp:cNvSpPr/>
      </dsp:nvSpPr>
      <dsp:spPr>
        <a:xfrm>
          <a:off x="0" y="0"/>
          <a:ext cx="1163428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092C81-8192-4DA4-94FB-C53548668783}">
      <dsp:nvSpPr>
        <dsp:cNvPr id="0" name=""/>
        <dsp:cNvSpPr/>
      </dsp:nvSpPr>
      <dsp:spPr>
        <a:xfrm>
          <a:off x="0" y="0"/>
          <a:ext cx="11634281" cy="1095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IBM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Cloud computing is a model of computing where scalable and elastic IT-related capabilities are provided as a service to external customers using Internet technologies.</a:t>
          </a:r>
        </a:p>
      </dsp:txBody>
      <dsp:txXfrm>
        <a:off x="0" y="0"/>
        <a:ext cx="11634281" cy="1095276"/>
      </dsp:txXfrm>
    </dsp:sp>
    <dsp:sp modelId="{A5C343B3-2EC5-4774-A0C9-3700A426BC56}">
      <dsp:nvSpPr>
        <dsp:cNvPr id="0" name=""/>
        <dsp:cNvSpPr/>
      </dsp:nvSpPr>
      <dsp:spPr>
        <a:xfrm>
          <a:off x="0" y="1095276"/>
          <a:ext cx="1163428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9FFE39-D48D-49B7-913D-EFFBF23DAD83}">
      <dsp:nvSpPr>
        <dsp:cNvPr id="0" name=""/>
        <dsp:cNvSpPr/>
      </dsp:nvSpPr>
      <dsp:spPr>
        <a:xfrm>
          <a:off x="0" y="1095276"/>
          <a:ext cx="11634281" cy="1095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Microsoft Azure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Cloud computing is the delivery of computing services—including servers, storage, databases, networking, software, and more—over the cloud (the Internet) to offer faster innovation, flexible resources, and economies of scale.</a:t>
          </a:r>
        </a:p>
      </dsp:txBody>
      <dsp:txXfrm>
        <a:off x="0" y="1095276"/>
        <a:ext cx="11634281" cy="1095276"/>
      </dsp:txXfrm>
    </dsp:sp>
    <dsp:sp modelId="{B9462304-F7F3-421D-A9E3-DFB6A5A83D43}">
      <dsp:nvSpPr>
        <dsp:cNvPr id="0" name=""/>
        <dsp:cNvSpPr/>
      </dsp:nvSpPr>
      <dsp:spPr>
        <a:xfrm>
          <a:off x="0" y="2190552"/>
          <a:ext cx="1163428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E0125-A4CC-4C5C-A8DC-A0539C4AB705}">
      <dsp:nvSpPr>
        <dsp:cNvPr id="0" name=""/>
        <dsp:cNvSpPr/>
      </dsp:nvSpPr>
      <dsp:spPr>
        <a:xfrm>
          <a:off x="0" y="2190552"/>
          <a:ext cx="11634281" cy="1095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Amazon Web Services (AWS)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Cloud computing is the on-demand delivery of IT resources via the internet with pay-as-you-go pricing. Instead of buying and managing physical servers and other datacenter infrastructure, you simply pay for what you use when you use it.</a:t>
          </a:r>
        </a:p>
      </dsp:txBody>
      <dsp:txXfrm>
        <a:off x="0" y="2190552"/>
        <a:ext cx="11634281" cy="1095276"/>
      </dsp:txXfrm>
    </dsp:sp>
    <dsp:sp modelId="{A731266E-6A97-491A-A9BD-9C21D8B85D22}">
      <dsp:nvSpPr>
        <dsp:cNvPr id="0" name=""/>
        <dsp:cNvSpPr/>
      </dsp:nvSpPr>
      <dsp:spPr>
        <a:xfrm>
          <a:off x="0" y="3285828"/>
          <a:ext cx="1163428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4E011D-5EED-4DBA-9AF4-94892FA68486}">
      <dsp:nvSpPr>
        <dsp:cNvPr id="0" name=""/>
        <dsp:cNvSpPr/>
      </dsp:nvSpPr>
      <dsp:spPr>
        <a:xfrm>
          <a:off x="0" y="3285828"/>
          <a:ext cx="11634281" cy="1095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Google Cloud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Cloud computing refers to the delivery of computing services over the internet—everything from servers, storage, databases, networking, software, analytics, and intelligence. </a:t>
          </a:r>
        </a:p>
      </dsp:txBody>
      <dsp:txXfrm>
        <a:off x="0" y="3285828"/>
        <a:ext cx="11634281" cy="10952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871684-1BA6-4BD2-8C3C-3F1A59BE0B33}">
      <dsp:nvSpPr>
        <dsp:cNvPr id="0" name=""/>
        <dsp:cNvSpPr/>
      </dsp:nvSpPr>
      <dsp:spPr>
        <a:xfrm>
          <a:off x="0" y="0"/>
          <a:ext cx="701237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3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532149-0509-4593-8038-A925B0E9E2F1}">
      <dsp:nvSpPr>
        <dsp:cNvPr id="0" name=""/>
        <dsp:cNvSpPr/>
      </dsp:nvSpPr>
      <dsp:spPr>
        <a:xfrm>
          <a:off x="0" y="0"/>
          <a:ext cx="7012370" cy="1177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High Costs:</a:t>
          </a:r>
          <a:r>
            <a:rPr lang="en-US" sz="3300" kern="1200"/>
            <a:t> Hardware, maintenance, and upgrades</a:t>
          </a:r>
        </a:p>
      </dsp:txBody>
      <dsp:txXfrm>
        <a:off x="0" y="0"/>
        <a:ext cx="7012370" cy="1177282"/>
      </dsp:txXfrm>
    </dsp:sp>
    <dsp:sp modelId="{5259B442-6F71-4A0E-B5FA-76B17DC283EE}">
      <dsp:nvSpPr>
        <dsp:cNvPr id="0" name=""/>
        <dsp:cNvSpPr/>
      </dsp:nvSpPr>
      <dsp:spPr>
        <a:xfrm>
          <a:off x="0" y="1177282"/>
          <a:ext cx="701237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3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587667-5DC9-4AB7-96AA-7492E65606AD}">
      <dsp:nvSpPr>
        <dsp:cNvPr id="0" name=""/>
        <dsp:cNvSpPr/>
      </dsp:nvSpPr>
      <dsp:spPr>
        <a:xfrm>
          <a:off x="0" y="1177282"/>
          <a:ext cx="7012370" cy="1177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Scalability Issues:</a:t>
          </a:r>
          <a:r>
            <a:rPr lang="en-US" sz="3300" kern="1200"/>
            <a:t> Difficulty in handling fluctuating demands</a:t>
          </a:r>
        </a:p>
      </dsp:txBody>
      <dsp:txXfrm>
        <a:off x="0" y="1177282"/>
        <a:ext cx="7012370" cy="1177282"/>
      </dsp:txXfrm>
    </dsp:sp>
    <dsp:sp modelId="{633BBEE0-E961-4C25-AC64-C3AD0FC8F873}">
      <dsp:nvSpPr>
        <dsp:cNvPr id="0" name=""/>
        <dsp:cNvSpPr/>
      </dsp:nvSpPr>
      <dsp:spPr>
        <a:xfrm>
          <a:off x="0" y="2354565"/>
          <a:ext cx="701237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3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5D7892B-7562-4C9E-A9D6-46AA2BD442DB}">
      <dsp:nvSpPr>
        <dsp:cNvPr id="0" name=""/>
        <dsp:cNvSpPr/>
      </dsp:nvSpPr>
      <dsp:spPr>
        <a:xfrm>
          <a:off x="0" y="2354565"/>
          <a:ext cx="7012370" cy="1177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Complex Management:</a:t>
          </a:r>
          <a:r>
            <a:rPr lang="en-US" sz="3300" kern="1200"/>
            <a:t> Need for extensive IT resources</a:t>
          </a:r>
        </a:p>
      </dsp:txBody>
      <dsp:txXfrm>
        <a:off x="0" y="2354565"/>
        <a:ext cx="7012370" cy="1177282"/>
      </dsp:txXfrm>
    </dsp:sp>
    <dsp:sp modelId="{D6EC781C-39E0-4FAE-AA23-3053D98A0A5A}">
      <dsp:nvSpPr>
        <dsp:cNvPr id="0" name=""/>
        <dsp:cNvSpPr/>
      </dsp:nvSpPr>
      <dsp:spPr>
        <a:xfrm>
          <a:off x="0" y="3531848"/>
          <a:ext cx="701237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3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252098F-7BC6-4282-8359-AD72FECF2B0E}">
      <dsp:nvSpPr>
        <dsp:cNvPr id="0" name=""/>
        <dsp:cNvSpPr/>
      </dsp:nvSpPr>
      <dsp:spPr>
        <a:xfrm>
          <a:off x="0" y="3531848"/>
          <a:ext cx="7012370" cy="1177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Limited Accessibility:</a:t>
          </a:r>
          <a:r>
            <a:rPr lang="en-US" sz="3300" kern="1200"/>
            <a:t> Physical constraints and location dependency</a:t>
          </a:r>
        </a:p>
      </dsp:txBody>
      <dsp:txXfrm>
        <a:off x="0" y="3531848"/>
        <a:ext cx="7012370" cy="11772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D0A2ED-0D53-429C-828B-02CEF6A6B5CC}">
      <dsp:nvSpPr>
        <dsp:cNvPr id="0" name=""/>
        <dsp:cNvSpPr/>
      </dsp:nvSpPr>
      <dsp:spPr>
        <a:xfrm>
          <a:off x="53" y="5595"/>
          <a:ext cx="5154131" cy="576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b="1" i="0" kern="1200" baseline="0"/>
            <a:t>Two Options for Setting Up IT Infrastructure:</a:t>
          </a:r>
          <a:endParaRPr lang="en-US" sz="2000" kern="1200"/>
        </a:p>
      </dsp:txBody>
      <dsp:txXfrm>
        <a:off x="53" y="5595"/>
        <a:ext cx="5154131" cy="576000"/>
      </dsp:txXfrm>
    </dsp:sp>
    <dsp:sp modelId="{FEFB8007-FB5B-4EB9-89D7-AD15ADCA5A8F}">
      <dsp:nvSpPr>
        <dsp:cNvPr id="0" name=""/>
        <dsp:cNvSpPr/>
      </dsp:nvSpPr>
      <dsp:spPr>
        <a:xfrm>
          <a:off x="53" y="581595"/>
          <a:ext cx="5154131" cy="322709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000" b="1" i="0" kern="1200" baseline="0"/>
            <a:t>In-House Setup:</a:t>
          </a:r>
          <a:r>
            <a:rPr lang="en-PK" sz="2000" b="0" i="0" kern="1200" baseline="0"/>
            <a:t> Deploy an internal team to manage IT infrastructure.</a:t>
          </a:r>
          <a:endParaRPr lang="en-US" sz="2000" kern="1200"/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000" b="1" i="0" kern="1200" baseline="0"/>
            <a:t>Outsourcing:</a:t>
          </a:r>
          <a:r>
            <a:rPr lang="en-PK" sz="2000" b="0" i="0" kern="1200" baseline="0"/>
            <a:t> Transfer responsibility to a third-party provider with expertise.</a:t>
          </a:r>
          <a:endParaRPr lang="en-US" sz="2000" kern="1200"/>
        </a:p>
      </dsp:txBody>
      <dsp:txXfrm>
        <a:off x="53" y="581595"/>
        <a:ext cx="5154131" cy="3227090"/>
      </dsp:txXfrm>
    </dsp:sp>
    <dsp:sp modelId="{17554E5F-F791-43D1-A7BC-74B7F175D2E4}">
      <dsp:nvSpPr>
        <dsp:cNvPr id="0" name=""/>
        <dsp:cNvSpPr/>
      </dsp:nvSpPr>
      <dsp:spPr>
        <a:xfrm>
          <a:off x="5875764" y="5595"/>
          <a:ext cx="5154131" cy="576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b="1" i="0" kern="1200" baseline="0"/>
            <a:t>Concerns in Both Options:</a:t>
          </a:r>
          <a:endParaRPr lang="en-US" sz="2000" kern="1200"/>
        </a:p>
      </dsp:txBody>
      <dsp:txXfrm>
        <a:off x="5875764" y="5595"/>
        <a:ext cx="5154131" cy="576000"/>
      </dsp:txXfrm>
    </dsp:sp>
    <dsp:sp modelId="{578D5647-0536-4449-905E-70AF3C8A84F9}">
      <dsp:nvSpPr>
        <dsp:cNvPr id="0" name=""/>
        <dsp:cNvSpPr/>
      </dsp:nvSpPr>
      <dsp:spPr>
        <a:xfrm>
          <a:off x="5875764" y="581595"/>
          <a:ext cx="5154131" cy="322709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000" b="1" i="0" kern="1200" baseline="0"/>
            <a:t>Hardware Management:</a:t>
          </a:r>
          <a:r>
            <a:rPr lang="en-PK" sz="2000" b="0" i="0" kern="1200" baseline="0"/>
            <a:t> Maintenance and upgrades.</a:t>
          </a:r>
          <a:endParaRPr lang="en-US" sz="2000" kern="1200"/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000" b="1" i="0" kern="1200" baseline="0"/>
            <a:t>Software Installation:</a:t>
          </a:r>
          <a:r>
            <a:rPr lang="en-PK" sz="2000" b="0" i="0" kern="1200" baseline="0"/>
            <a:t> Ensuring compatibility and updates.</a:t>
          </a:r>
          <a:endParaRPr lang="en-US" sz="2000" kern="1200"/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000" b="1" i="0" kern="1200" baseline="0"/>
            <a:t>Application Implementation:</a:t>
          </a:r>
          <a:r>
            <a:rPr lang="en-PK" sz="2000" b="0" i="0" kern="1200" baseline="0"/>
            <a:t> Handling and integrating new applications.</a:t>
          </a:r>
          <a:endParaRPr lang="en-US" sz="2000" kern="1200"/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000" b="1" i="0" kern="1200" baseline="0"/>
            <a:t>Core Competency:</a:t>
          </a:r>
          <a:r>
            <a:rPr lang="en-PK" sz="2000" b="0" i="0" kern="1200" baseline="0"/>
            <a:t> These tasks may not align with the core competencies of users or organizations.</a:t>
          </a:r>
          <a:endParaRPr lang="en-US" sz="2000" kern="1200"/>
        </a:p>
      </dsp:txBody>
      <dsp:txXfrm>
        <a:off x="5875764" y="581595"/>
        <a:ext cx="5154131" cy="32270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EFA091-DF9E-4A81-B3A2-811E55343D08}">
      <dsp:nvSpPr>
        <dsp:cNvPr id="0" name=""/>
        <dsp:cNvSpPr/>
      </dsp:nvSpPr>
      <dsp:spPr>
        <a:xfrm>
          <a:off x="8560" y="79692"/>
          <a:ext cx="1150594" cy="11505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8A2EC8-6255-4CEF-B44C-4836DDBD9D58}">
      <dsp:nvSpPr>
        <dsp:cNvPr id="0" name=""/>
        <dsp:cNvSpPr/>
      </dsp:nvSpPr>
      <dsp:spPr>
        <a:xfrm>
          <a:off x="8560" y="1387446"/>
          <a:ext cx="3287411" cy="493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K" sz="1700" b="1" i="0" kern="1200" baseline="0"/>
            <a:t>IT Service Outsourcing:</a:t>
          </a:r>
          <a:endParaRPr lang="en-US" sz="1700" kern="1200"/>
        </a:p>
      </dsp:txBody>
      <dsp:txXfrm>
        <a:off x="8560" y="1387446"/>
        <a:ext cx="3287411" cy="493111"/>
      </dsp:txXfrm>
    </dsp:sp>
    <dsp:sp modelId="{17E68E16-9C6A-4331-818E-D59EDAE5227D}">
      <dsp:nvSpPr>
        <dsp:cNvPr id="0" name=""/>
        <dsp:cNvSpPr/>
      </dsp:nvSpPr>
      <dsp:spPr>
        <a:xfrm>
          <a:off x="8560" y="1953656"/>
          <a:ext cx="3287411" cy="1780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300" b="1" i="0" kern="1200" baseline="0"/>
            <a:t>Popularity:</a:t>
          </a:r>
          <a:r>
            <a:rPr lang="en-PK" sz="1300" b="0" i="0" kern="1200" baseline="0"/>
            <a:t> Adopted by enterprises to manage application development and implementation.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300" b="1" i="0" kern="1200" baseline="0"/>
            <a:t>Limitations:</a:t>
          </a:r>
          <a:r>
            <a:rPr lang="en-PK" sz="1300" b="0" i="0" kern="1200" baseline="0"/>
            <a:t> Traditional outsourcing addresses some concerns but doesn’t fully resolve all issues.</a:t>
          </a:r>
          <a:endParaRPr lang="en-US" sz="1300" kern="1200"/>
        </a:p>
      </dsp:txBody>
      <dsp:txXfrm>
        <a:off x="8560" y="1953656"/>
        <a:ext cx="3287411" cy="1780932"/>
      </dsp:txXfrm>
    </dsp:sp>
    <dsp:sp modelId="{8D4C8F66-EA79-43F3-B7EE-9EBDCFACF0F4}">
      <dsp:nvSpPr>
        <dsp:cNvPr id="0" name=""/>
        <dsp:cNvSpPr/>
      </dsp:nvSpPr>
      <dsp:spPr>
        <a:xfrm>
          <a:off x="3871269" y="79692"/>
          <a:ext cx="1150594" cy="11505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B5EF2-F4F2-496D-8F02-BAE96A83F16F}">
      <dsp:nvSpPr>
        <dsp:cNvPr id="0" name=""/>
        <dsp:cNvSpPr/>
      </dsp:nvSpPr>
      <dsp:spPr>
        <a:xfrm>
          <a:off x="3871269" y="1387446"/>
          <a:ext cx="3287411" cy="493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K" sz="1700" b="1" i="0" kern="1200" baseline="0"/>
            <a:t>Challenges of Traditional Outsourcing:</a:t>
          </a:r>
          <a:endParaRPr lang="en-US" sz="1700" kern="1200"/>
        </a:p>
      </dsp:txBody>
      <dsp:txXfrm>
        <a:off x="3871269" y="1387446"/>
        <a:ext cx="3287411" cy="493111"/>
      </dsp:txXfrm>
    </dsp:sp>
    <dsp:sp modelId="{5A7AF8A1-9FBB-44AA-A1D2-80AD1E0D73A5}">
      <dsp:nvSpPr>
        <dsp:cNvPr id="0" name=""/>
        <dsp:cNvSpPr/>
      </dsp:nvSpPr>
      <dsp:spPr>
        <a:xfrm>
          <a:off x="3871269" y="1953656"/>
          <a:ext cx="3287411" cy="1780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300" b="1" i="0" kern="1200" baseline="0"/>
            <a:t>Varied Requirements:</a:t>
          </a:r>
          <a:r>
            <a:rPr lang="en-PK" sz="1300" b="0" i="0" kern="1200" baseline="0"/>
            <a:t> Different levels of computing facility subscribers have diverse needs.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300" b="1" i="0" kern="1200" baseline="0"/>
            <a:t>Complex Tasks:</a:t>
          </a:r>
          <a:r>
            <a:rPr lang="en-PK" sz="1300" b="0" i="0" kern="1200" baseline="0"/>
            <a:t> IT service organizations may have specific requirements for application development, whereas other teams (e.g., maintenance) have different needs.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300" b="1" i="0" kern="1200" baseline="0"/>
            <a:t>Layer-Specific Issues:</a:t>
          </a:r>
          <a:r>
            <a:rPr lang="en-PK" sz="1300" b="0" i="0" kern="1200" baseline="0"/>
            <a:t> Difficulties depend on the computing layers users are working with.</a:t>
          </a:r>
          <a:endParaRPr lang="en-US" sz="1300" kern="1200"/>
        </a:p>
      </dsp:txBody>
      <dsp:txXfrm>
        <a:off x="3871269" y="1953656"/>
        <a:ext cx="3287411" cy="1780932"/>
      </dsp:txXfrm>
    </dsp:sp>
    <dsp:sp modelId="{3E61EC4D-10C5-493C-BD0D-97D4A3A28B97}">
      <dsp:nvSpPr>
        <dsp:cNvPr id="0" name=""/>
        <dsp:cNvSpPr/>
      </dsp:nvSpPr>
      <dsp:spPr>
        <a:xfrm>
          <a:off x="7733977" y="79692"/>
          <a:ext cx="1150594" cy="11505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B0B0C-DC7A-4317-993F-1E996050D613}">
      <dsp:nvSpPr>
        <dsp:cNvPr id="0" name=""/>
        <dsp:cNvSpPr/>
      </dsp:nvSpPr>
      <dsp:spPr>
        <a:xfrm>
          <a:off x="7733977" y="1387446"/>
          <a:ext cx="3287411" cy="493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K" sz="1700" b="1" i="0" kern="1200" baseline="0"/>
            <a:t>Potential Solution:</a:t>
          </a:r>
          <a:endParaRPr lang="en-US" sz="1700" kern="1200"/>
        </a:p>
      </dsp:txBody>
      <dsp:txXfrm>
        <a:off x="7733977" y="1387446"/>
        <a:ext cx="3287411" cy="493111"/>
      </dsp:txXfrm>
    </dsp:sp>
    <dsp:sp modelId="{591F232E-AEEE-415E-92C7-280A019CF342}">
      <dsp:nvSpPr>
        <dsp:cNvPr id="0" name=""/>
        <dsp:cNvSpPr/>
      </dsp:nvSpPr>
      <dsp:spPr>
        <a:xfrm>
          <a:off x="7733977" y="1953656"/>
          <a:ext cx="3287411" cy="1780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300" b="1" i="0" kern="1200" baseline="0"/>
            <a:t>Cloud Computing:</a:t>
          </a:r>
          <a:r>
            <a:rPr lang="en-PK" sz="1300" b="0" i="0" kern="1200" baseline="0"/>
            <a:t> Can potentially remove worries related to hardware, software, and application management by providing scalable, on-demand resources and services, allowing users to focus on core tasks.</a:t>
          </a:r>
          <a:endParaRPr lang="en-US" sz="1300" kern="1200"/>
        </a:p>
      </dsp:txBody>
      <dsp:txXfrm>
        <a:off x="7733977" y="1953656"/>
        <a:ext cx="3287411" cy="17809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01484D-B3B4-46D7-BD7F-ADD9551766B5}">
      <dsp:nvSpPr>
        <dsp:cNvPr id="0" name=""/>
        <dsp:cNvSpPr/>
      </dsp:nvSpPr>
      <dsp:spPr>
        <a:xfrm>
          <a:off x="0" y="384"/>
          <a:ext cx="7183597" cy="90045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EE30E2-96AB-40FC-967E-18E9A5255685}">
      <dsp:nvSpPr>
        <dsp:cNvPr id="0" name=""/>
        <dsp:cNvSpPr/>
      </dsp:nvSpPr>
      <dsp:spPr>
        <a:xfrm>
          <a:off x="272387" y="202987"/>
          <a:ext cx="495250" cy="4952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441335-FAF2-4570-AE9F-C55B726D5E7E}">
      <dsp:nvSpPr>
        <dsp:cNvPr id="0" name=""/>
        <dsp:cNvSpPr/>
      </dsp:nvSpPr>
      <dsp:spPr>
        <a:xfrm>
          <a:off x="1040025" y="384"/>
          <a:ext cx="3232618" cy="900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98" tIns="95298" rIns="95298" bIns="95298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Infrastructure:</a:t>
          </a:r>
          <a:r>
            <a:rPr lang="en-US" sz="1700" kern="1200"/>
            <a:t> </a:t>
          </a:r>
          <a:r>
            <a:rPr lang="en-US" sz="1700" i="1" kern="1200"/>
            <a:t>“The foundation of cloud services.”</a:t>
          </a:r>
          <a:endParaRPr lang="en-US" sz="1700" kern="1200"/>
        </a:p>
      </dsp:txBody>
      <dsp:txXfrm>
        <a:off x="1040025" y="384"/>
        <a:ext cx="3232618" cy="900454"/>
      </dsp:txXfrm>
    </dsp:sp>
    <dsp:sp modelId="{08E70B7C-D8CB-47B2-8ADF-5C3D967F43E0}">
      <dsp:nvSpPr>
        <dsp:cNvPr id="0" name=""/>
        <dsp:cNvSpPr/>
      </dsp:nvSpPr>
      <dsp:spPr>
        <a:xfrm>
          <a:off x="4272644" y="384"/>
          <a:ext cx="2910952" cy="900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98" tIns="95298" rIns="95298" bIns="95298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Hardware and virtual resources</a:t>
          </a:r>
        </a:p>
      </dsp:txBody>
      <dsp:txXfrm>
        <a:off x="4272644" y="384"/>
        <a:ext cx="2910952" cy="900454"/>
      </dsp:txXfrm>
    </dsp:sp>
    <dsp:sp modelId="{2BC83E3C-0C09-4886-B8B0-0BFFB553D119}">
      <dsp:nvSpPr>
        <dsp:cNvPr id="0" name=""/>
        <dsp:cNvSpPr/>
      </dsp:nvSpPr>
      <dsp:spPr>
        <a:xfrm>
          <a:off x="0" y="1125953"/>
          <a:ext cx="7183597" cy="90045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C71620-8B74-475B-8E25-9DB02DD7823C}">
      <dsp:nvSpPr>
        <dsp:cNvPr id="0" name=""/>
        <dsp:cNvSpPr/>
      </dsp:nvSpPr>
      <dsp:spPr>
        <a:xfrm>
          <a:off x="272387" y="1328555"/>
          <a:ext cx="495250" cy="4952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83D72-2878-47D2-B59B-6E207E158B4B}">
      <dsp:nvSpPr>
        <dsp:cNvPr id="0" name=""/>
        <dsp:cNvSpPr/>
      </dsp:nvSpPr>
      <dsp:spPr>
        <a:xfrm>
          <a:off x="1040025" y="1125953"/>
          <a:ext cx="3232618" cy="900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98" tIns="95298" rIns="95298" bIns="95298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Platform:</a:t>
          </a:r>
          <a:r>
            <a:rPr lang="en-US" sz="1700" kern="1200" dirty="0"/>
            <a:t> </a:t>
          </a:r>
          <a:r>
            <a:rPr lang="en-US" sz="1700" i="1" kern="1200" dirty="0"/>
            <a:t>“Tools and frameworks to build applications.”</a:t>
          </a:r>
          <a:endParaRPr lang="en-US" sz="1700" kern="1200" dirty="0"/>
        </a:p>
      </dsp:txBody>
      <dsp:txXfrm>
        <a:off x="1040025" y="1125953"/>
        <a:ext cx="3232618" cy="900454"/>
      </dsp:txXfrm>
    </dsp:sp>
    <dsp:sp modelId="{4E9C59D3-5D5A-4CC3-AD97-70651863067E}">
      <dsp:nvSpPr>
        <dsp:cNvPr id="0" name=""/>
        <dsp:cNvSpPr/>
      </dsp:nvSpPr>
      <dsp:spPr>
        <a:xfrm>
          <a:off x="4272644" y="1125953"/>
          <a:ext cx="2910952" cy="900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98" tIns="95298" rIns="95298" bIns="95298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Development tools and frameworks</a:t>
          </a:r>
        </a:p>
      </dsp:txBody>
      <dsp:txXfrm>
        <a:off x="4272644" y="1125953"/>
        <a:ext cx="2910952" cy="900454"/>
      </dsp:txXfrm>
    </dsp:sp>
    <dsp:sp modelId="{449A7099-B156-4458-9023-74965A81560A}">
      <dsp:nvSpPr>
        <dsp:cNvPr id="0" name=""/>
        <dsp:cNvSpPr/>
      </dsp:nvSpPr>
      <dsp:spPr>
        <a:xfrm>
          <a:off x="0" y="2251522"/>
          <a:ext cx="7183597" cy="90045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6EA4EA-C598-4A6E-9FF1-126A29488135}">
      <dsp:nvSpPr>
        <dsp:cNvPr id="0" name=""/>
        <dsp:cNvSpPr/>
      </dsp:nvSpPr>
      <dsp:spPr>
        <a:xfrm>
          <a:off x="272387" y="2454124"/>
          <a:ext cx="495250" cy="4952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A4253E-ADEF-475D-9C5E-34EA43F869A9}">
      <dsp:nvSpPr>
        <dsp:cNvPr id="0" name=""/>
        <dsp:cNvSpPr/>
      </dsp:nvSpPr>
      <dsp:spPr>
        <a:xfrm>
          <a:off x="1040025" y="2251522"/>
          <a:ext cx="3232618" cy="900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98" tIns="95298" rIns="95298" bIns="95298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Application:</a:t>
          </a:r>
          <a:r>
            <a:rPr lang="en-US" sz="1700" kern="1200"/>
            <a:t> </a:t>
          </a:r>
          <a:r>
            <a:rPr lang="en-US" sz="1700" i="1" kern="1200"/>
            <a:t>“End-user software delivered over the cloud.”</a:t>
          </a:r>
          <a:endParaRPr lang="en-US" sz="1700" kern="1200"/>
        </a:p>
      </dsp:txBody>
      <dsp:txXfrm>
        <a:off x="1040025" y="2251522"/>
        <a:ext cx="3232618" cy="900454"/>
      </dsp:txXfrm>
    </dsp:sp>
    <dsp:sp modelId="{D9E03E68-66EB-4220-8FC8-87B4142F261E}">
      <dsp:nvSpPr>
        <dsp:cNvPr id="0" name=""/>
        <dsp:cNvSpPr/>
      </dsp:nvSpPr>
      <dsp:spPr>
        <a:xfrm>
          <a:off x="4272644" y="2251522"/>
          <a:ext cx="2910952" cy="900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98" tIns="95298" rIns="95298" bIns="95298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Software applications and services</a:t>
          </a:r>
        </a:p>
      </dsp:txBody>
      <dsp:txXfrm>
        <a:off x="4272644" y="2251522"/>
        <a:ext cx="2910952" cy="9004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822BD4-0BFF-4829-8286-8A7627C6EB38}">
      <dsp:nvSpPr>
        <dsp:cNvPr id="0" name=""/>
        <dsp:cNvSpPr/>
      </dsp:nvSpPr>
      <dsp:spPr>
        <a:xfrm>
          <a:off x="975923" y="625334"/>
          <a:ext cx="1458980" cy="14589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83DBFC-39EC-46E8-9297-14A5AD32DFC2}">
      <dsp:nvSpPr>
        <dsp:cNvPr id="0" name=""/>
        <dsp:cNvSpPr/>
      </dsp:nvSpPr>
      <dsp:spPr>
        <a:xfrm>
          <a:off x="84324" y="2468946"/>
          <a:ext cx="324217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1" kern="1200"/>
            <a:t>Hardware: </a:t>
          </a:r>
          <a:r>
            <a:rPr lang="en-PK" sz="1900" b="0" i="0" kern="1200" baseline="0"/>
            <a:t>Physical servers and storage</a:t>
          </a:r>
          <a:endParaRPr lang="en-US" sz="1900" kern="1200"/>
        </a:p>
      </dsp:txBody>
      <dsp:txXfrm>
        <a:off x="84324" y="2468946"/>
        <a:ext cx="3242179" cy="720000"/>
      </dsp:txXfrm>
    </dsp:sp>
    <dsp:sp modelId="{8DC8B9EE-E46D-49AB-A707-F0DA2EC734AD}">
      <dsp:nvSpPr>
        <dsp:cNvPr id="0" name=""/>
        <dsp:cNvSpPr/>
      </dsp:nvSpPr>
      <dsp:spPr>
        <a:xfrm>
          <a:off x="4785484" y="625334"/>
          <a:ext cx="1458980" cy="14589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26B48-1871-4EFF-861D-86AE5EBCB12C}">
      <dsp:nvSpPr>
        <dsp:cNvPr id="0" name=""/>
        <dsp:cNvSpPr/>
      </dsp:nvSpPr>
      <dsp:spPr>
        <a:xfrm>
          <a:off x="3893885" y="2468946"/>
          <a:ext cx="324217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1" i="0" kern="1200" baseline="0"/>
            <a:t>Operating System:</a:t>
          </a:r>
          <a:r>
            <a:rPr lang="en-PK" sz="1900" b="0" i="0" kern="1200" baseline="0"/>
            <a:t> Software managing hardware resources</a:t>
          </a:r>
          <a:endParaRPr lang="en-US" sz="1900" kern="1200"/>
        </a:p>
      </dsp:txBody>
      <dsp:txXfrm>
        <a:off x="3893885" y="2468946"/>
        <a:ext cx="3242179" cy="720000"/>
      </dsp:txXfrm>
    </dsp:sp>
    <dsp:sp modelId="{81517CBC-A01A-4D09-9AF5-0432EBAB00C3}">
      <dsp:nvSpPr>
        <dsp:cNvPr id="0" name=""/>
        <dsp:cNvSpPr/>
      </dsp:nvSpPr>
      <dsp:spPr>
        <a:xfrm>
          <a:off x="8595045" y="625334"/>
          <a:ext cx="1458980" cy="14589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4011E3-012C-449C-81C2-8021C965F683}">
      <dsp:nvSpPr>
        <dsp:cNvPr id="0" name=""/>
        <dsp:cNvSpPr/>
      </dsp:nvSpPr>
      <dsp:spPr>
        <a:xfrm>
          <a:off x="7703446" y="2468946"/>
          <a:ext cx="324217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1" i="0" kern="1200" baseline="0"/>
            <a:t>Applications:</a:t>
          </a:r>
          <a:r>
            <a:rPr lang="en-PK" sz="1900" b="0" i="0" kern="1200" baseline="0"/>
            <a:t> User-facing software and tools</a:t>
          </a:r>
          <a:endParaRPr lang="en-US" sz="1900" kern="1200"/>
        </a:p>
      </dsp:txBody>
      <dsp:txXfrm>
        <a:off x="7703446" y="2468946"/>
        <a:ext cx="3242179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8692F8-0827-492A-8718-FD98FB9F9EF5}">
      <dsp:nvSpPr>
        <dsp:cNvPr id="0" name=""/>
        <dsp:cNvSpPr/>
      </dsp:nvSpPr>
      <dsp:spPr>
        <a:xfrm>
          <a:off x="2220974" y="450524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9339BA-76F4-42B8-8844-037F267031FA}">
      <dsp:nvSpPr>
        <dsp:cNvPr id="0" name=""/>
        <dsp:cNvSpPr/>
      </dsp:nvSpPr>
      <dsp:spPr>
        <a:xfrm>
          <a:off x="816974" y="208779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K" sz="2300" b="1" kern="1200"/>
            <a:t>Shift to Cloud-Based Solutions:</a:t>
          </a:r>
          <a:endParaRPr lang="en-US" sz="2300" kern="1200"/>
        </a:p>
      </dsp:txBody>
      <dsp:txXfrm>
        <a:off x="816974" y="2087793"/>
        <a:ext cx="4320000" cy="648000"/>
      </dsp:txXfrm>
    </dsp:sp>
    <dsp:sp modelId="{14B46396-181A-41FA-A397-3863874FF48B}">
      <dsp:nvSpPr>
        <dsp:cNvPr id="0" name=""/>
        <dsp:cNvSpPr/>
      </dsp:nvSpPr>
      <dsp:spPr>
        <a:xfrm>
          <a:off x="816974" y="2794058"/>
          <a:ext cx="4320000" cy="569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0" i="0" kern="1200" baseline="0"/>
            <a:t>Decline in demand for on-premises hardware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0" i="0" kern="1200" baseline="0"/>
            <a:t>Increase in cloud adoption across industries</a:t>
          </a:r>
          <a:endParaRPr lang="en-US" sz="1700" kern="1200"/>
        </a:p>
      </dsp:txBody>
      <dsp:txXfrm>
        <a:off x="816974" y="2794058"/>
        <a:ext cx="4320000" cy="569698"/>
      </dsp:txXfrm>
    </dsp:sp>
    <dsp:sp modelId="{8233C130-FE08-4F65-B0B9-155D93EB31A2}">
      <dsp:nvSpPr>
        <dsp:cNvPr id="0" name=""/>
        <dsp:cNvSpPr/>
      </dsp:nvSpPr>
      <dsp:spPr>
        <a:xfrm>
          <a:off x="7296975" y="450524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AA25F2-5776-4B11-8DD4-D83D5EFAE701}">
      <dsp:nvSpPr>
        <dsp:cNvPr id="0" name=""/>
        <dsp:cNvSpPr/>
      </dsp:nvSpPr>
      <dsp:spPr>
        <a:xfrm>
          <a:off x="5892975" y="208779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K" sz="2300" b="1" i="0" kern="1200" baseline="0"/>
            <a:t>Transition Challenges:</a:t>
          </a:r>
          <a:r>
            <a:rPr lang="en-PK" sz="2300" b="0" i="0" kern="1200" baseline="0"/>
            <a:t> Migration strategies and integration</a:t>
          </a:r>
          <a:endParaRPr lang="en-US" sz="2300" kern="1200"/>
        </a:p>
      </dsp:txBody>
      <dsp:txXfrm>
        <a:off x="5892975" y="2087793"/>
        <a:ext cx="4320000" cy="648000"/>
      </dsp:txXfrm>
    </dsp:sp>
    <dsp:sp modelId="{0D1FF116-BB23-4B28-AF5A-8116C83E6832}">
      <dsp:nvSpPr>
        <dsp:cNvPr id="0" name=""/>
        <dsp:cNvSpPr/>
      </dsp:nvSpPr>
      <dsp:spPr>
        <a:xfrm>
          <a:off x="5892975" y="2794058"/>
          <a:ext cx="4320000" cy="569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D5612A-9E3B-4321-AAD1-94CF1ECD2E20}">
      <dsp:nvSpPr>
        <dsp:cNvPr id="0" name=""/>
        <dsp:cNvSpPr/>
      </dsp:nvSpPr>
      <dsp:spPr>
        <a:xfrm>
          <a:off x="2220974" y="32145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5C2C50-07DB-4A71-98AA-2BAD1C43B902}">
      <dsp:nvSpPr>
        <dsp:cNvPr id="0" name=""/>
        <dsp:cNvSpPr/>
      </dsp:nvSpPr>
      <dsp:spPr>
        <a:xfrm>
          <a:off x="816974" y="196982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K" sz="2300" b="1" kern="1200"/>
            <a:t>Historical Context:</a:t>
          </a:r>
          <a:endParaRPr lang="en-US" sz="2300" kern="1200"/>
        </a:p>
      </dsp:txBody>
      <dsp:txXfrm>
        <a:off x="816974" y="1969826"/>
        <a:ext cx="4320000" cy="648000"/>
      </dsp:txXfrm>
    </dsp:sp>
    <dsp:sp modelId="{78F0BF14-A6A8-4D44-85BF-F8B395342283}">
      <dsp:nvSpPr>
        <dsp:cNvPr id="0" name=""/>
        <dsp:cNvSpPr/>
      </dsp:nvSpPr>
      <dsp:spPr>
        <a:xfrm>
          <a:off x="816974" y="2681253"/>
          <a:ext cx="4320000" cy="811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0" i="0" kern="1200" baseline="0"/>
            <a:t>Comparison with the industrial revolution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0" i="0" kern="1200" baseline="0"/>
            <a:t>Transformation from manual labor to mechanized processes</a:t>
          </a:r>
          <a:endParaRPr lang="en-US" sz="1700" kern="1200"/>
        </a:p>
      </dsp:txBody>
      <dsp:txXfrm>
        <a:off x="816974" y="2681253"/>
        <a:ext cx="4320000" cy="811569"/>
      </dsp:txXfrm>
    </dsp:sp>
    <dsp:sp modelId="{CCB720A8-8FEC-4D20-905B-F034C2D23A77}">
      <dsp:nvSpPr>
        <dsp:cNvPr id="0" name=""/>
        <dsp:cNvSpPr/>
      </dsp:nvSpPr>
      <dsp:spPr>
        <a:xfrm>
          <a:off x="7296975" y="321457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0AC0DE-78F1-42A9-BA82-F76C1C3FC717}">
      <dsp:nvSpPr>
        <dsp:cNvPr id="0" name=""/>
        <dsp:cNvSpPr/>
      </dsp:nvSpPr>
      <dsp:spPr>
        <a:xfrm>
          <a:off x="5892975" y="196982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K" sz="2300" b="1" i="0" kern="1200" baseline="0"/>
            <a:t>Lessons Learned:</a:t>
          </a:r>
          <a:r>
            <a:rPr lang="en-PK" sz="2300" b="0" i="0" kern="1200" baseline="0"/>
            <a:t> Adaptation and innovation</a:t>
          </a:r>
          <a:endParaRPr lang="en-US" sz="2300" kern="1200"/>
        </a:p>
      </dsp:txBody>
      <dsp:txXfrm>
        <a:off x="5892975" y="1969826"/>
        <a:ext cx="4320000" cy="648000"/>
      </dsp:txXfrm>
    </dsp:sp>
    <dsp:sp modelId="{2DB3888A-469A-4679-BF07-78EF3CFF4F03}">
      <dsp:nvSpPr>
        <dsp:cNvPr id="0" name=""/>
        <dsp:cNvSpPr/>
      </dsp:nvSpPr>
      <dsp:spPr>
        <a:xfrm>
          <a:off x="5892975" y="2681253"/>
          <a:ext cx="4320000" cy="811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281F65-6492-4A20-9CA3-257C2D1F738F}">
      <dsp:nvSpPr>
        <dsp:cNvPr id="0" name=""/>
        <dsp:cNvSpPr/>
      </dsp:nvSpPr>
      <dsp:spPr>
        <a:xfrm>
          <a:off x="816974" y="45974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AD7D80-DCE4-4556-A4FF-377BFA80EB54}">
      <dsp:nvSpPr>
        <dsp:cNvPr id="0" name=""/>
        <dsp:cNvSpPr/>
      </dsp:nvSpPr>
      <dsp:spPr>
        <a:xfrm>
          <a:off x="816974" y="209621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K" sz="2000" b="1" kern="1200"/>
            <a:t>Current Usage Trends:</a:t>
          </a:r>
          <a:endParaRPr lang="en-US" sz="2000" kern="1200"/>
        </a:p>
      </dsp:txBody>
      <dsp:txXfrm>
        <a:off x="816974" y="2096219"/>
        <a:ext cx="4320000" cy="648000"/>
      </dsp:txXfrm>
    </dsp:sp>
    <dsp:sp modelId="{99996B6B-A3D3-4B8D-B191-3D37D08AC8D7}">
      <dsp:nvSpPr>
        <dsp:cNvPr id="0" name=""/>
        <dsp:cNvSpPr/>
      </dsp:nvSpPr>
      <dsp:spPr>
        <a:xfrm>
          <a:off x="816974" y="2802115"/>
          <a:ext cx="4320000" cy="55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b="0" i="0" kern="1200" baseline="0"/>
            <a:t>Widespread use of cloud services in various sectors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b="0" i="0" kern="1200" baseline="0"/>
            <a:t>Examples of cloud applications in everyday life</a:t>
          </a:r>
          <a:endParaRPr lang="en-US" sz="1500" kern="1200"/>
        </a:p>
      </dsp:txBody>
      <dsp:txXfrm>
        <a:off x="816974" y="2802115"/>
        <a:ext cx="4320000" cy="552421"/>
      </dsp:txXfrm>
    </dsp:sp>
    <dsp:sp modelId="{20487F11-81CE-4C78-8DDD-0DA4E0BE0A08}">
      <dsp:nvSpPr>
        <dsp:cNvPr id="0" name=""/>
        <dsp:cNvSpPr/>
      </dsp:nvSpPr>
      <dsp:spPr>
        <a:xfrm>
          <a:off x="5892975" y="45974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BB3117-037A-4104-8122-CDFCE191A041}">
      <dsp:nvSpPr>
        <dsp:cNvPr id="0" name=""/>
        <dsp:cNvSpPr/>
      </dsp:nvSpPr>
      <dsp:spPr>
        <a:xfrm>
          <a:off x="5892975" y="209621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K" sz="2000" b="1" i="0" kern="1200" baseline="0"/>
            <a:t>Case Studies:</a:t>
          </a:r>
          <a:r>
            <a:rPr lang="en-PK" sz="2000" b="0" i="0" kern="1200" baseline="0"/>
            <a:t> Organizations leveraging cloud computing for efficiency</a:t>
          </a:r>
          <a:endParaRPr lang="en-US" sz="2000" kern="1200"/>
        </a:p>
      </dsp:txBody>
      <dsp:txXfrm>
        <a:off x="5892975" y="2096219"/>
        <a:ext cx="4320000" cy="648000"/>
      </dsp:txXfrm>
    </dsp:sp>
    <dsp:sp modelId="{1721A1F3-0896-4E54-B3C0-2AD0EA7A5720}">
      <dsp:nvSpPr>
        <dsp:cNvPr id="0" name=""/>
        <dsp:cNvSpPr/>
      </dsp:nvSpPr>
      <dsp:spPr>
        <a:xfrm>
          <a:off x="5892975" y="2802115"/>
          <a:ext cx="4320000" cy="55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F1964-1EAE-4F52-BAF0-C45FABF959DB}">
      <dsp:nvSpPr>
        <dsp:cNvPr id="0" name=""/>
        <dsp:cNvSpPr/>
      </dsp:nvSpPr>
      <dsp:spPr>
        <a:xfrm>
          <a:off x="8617" y="0"/>
          <a:ext cx="6118175" cy="3814281"/>
        </a:xfrm>
        <a:prstGeom prst="homePlate">
          <a:avLst>
            <a:gd name="adj" fmla="val 2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836" tIns="91440" rIns="863343" bIns="9144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K" sz="3600" b="1" kern="1200"/>
            <a:t>Key Drivers:</a:t>
          </a:r>
          <a:endParaRPr lang="en-US" sz="36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800" b="0" i="0" kern="1200" baseline="0"/>
            <a:t>Cost savings and financial benefits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800" b="0" i="0" kern="1200" baseline="0"/>
            <a:t>Increased agility and flexibility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800" b="0" i="0" kern="1200" baseline="0" dirty="0"/>
            <a:t>Technological advancements and innovation</a:t>
          </a:r>
          <a:endParaRPr lang="en-US" sz="2800" kern="1200" dirty="0"/>
        </a:p>
      </dsp:txBody>
      <dsp:txXfrm>
        <a:off x="8617" y="0"/>
        <a:ext cx="5641390" cy="3814281"/>
      </dsp:txXfrm>
    </dsp:sp>
    <dsp:sp modelId="{6BB744C2-0602-4A15-876F-2E347DEDC603}">
      <dsp:nvSpPr>
        <dsp:cNvPr id="0" name=""/>
        <dsp:cNvSpPr/>
      </dsp:nvSpPr>
      <dsp:spPr>
        <a:xfrm>
          <a:off x="4903157" y="0"/>
          <a:ext cx="6118175" cy="3814281"/>
        </a:xfrm>
        <a:prstGeom prst="chevron">
          <a:avLst>
            <a:gd name="adj" fmla="val 2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836" tIns="91440" rIns="215836" bIns="9144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K" sz="3600" b="1" i="0" kern="1200" baseline="0"/>
            <a:t>Market Trends:</a:t>
          </a:r>
          <a:r>
            <a:rPr lang="en-PK" sz="3600" b="0" i="0" kern="1200" baseline="0"/>
            <a:t> Growth statistics and adoption rates</a:t>
          </a:r>
          <a:endParaRPr lang="en-US" sz="3600" kern="1200"/>
        </a:p>
      </dsp:txBody>
      <dsp:txXfrm>
        <a:off x="5856727" y="0"/>
        <a:ext cx="4211035" cy="381428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DE1D6-B921-4CF8-9D27-A85B13F81A0C}">
      <dsp:nvSpPr>
        <dsp:cNvPr id="0" name=""/>
        <dsp:cNvSpPr/>
      </dsp:nvSpPr>
      <dsp:spPr>
        <a:xfrm>
          <a:off x="0" y="5678"/>
          <a:ext cx="11029615" cy="1152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Universal Network Connectivity: </a:t>
          </a:r>
          <a:r>
            <a:rPr lang="en-US" sz="2900" kern="1200" dirty="0"/>
            <a:t>Connection around the globe</a:t>
          </a:r>
        </a:p>
      </dsp:txBody>
      <dsp:txXfrm>
        <a:off x="56237" y="61915"/>
        <a:ext cx="10917141" cy="1039555"/>
      </dsp:txXfrm>
    </dsp:sp>
    <dsp:sp modelId="{8FC2A38E-DED9-46B8-8EBE-40EB4228048A}">
      <dsp:nvSpPr>
        <dsp:cNvPr id="0" name=""/>
        <dsp:cNvSpPr/>
      </dsp:nvSpPr>
      <dsp:spPr>
        <a:xfrm>
          <a:off x="0" y="1241228"/>
          <a:ext cx="11029615" cy="1152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High Performance Computing: </a:t>
          </a:r>
          <a:r>
            <a:rPr lang="en-US" sz="2900" kern="1200" dirty="0"/>
            <a:t>HPC affordable for everyone</a:t>
          </a:r>
        </a:p>
      </dsp:txBody>
      <dsp:txXfrm>
        <a:off x="56237" y="1297465"/>
        <a:ext cx="10917141" cy="1039555"/>
      </dsp:txXfrm>
    </dsp:sp>
    <dsp:sp modelId="{CEB89A8F-9511-48D7-BFEC-EB5AA09465E2}">
      <dsp:nvSpPr>
        <dsp:cNvPr id="0" name=""/>
        <dsp:cNvSpPr/>
      </dsp:nvSpPr>
      <dsp:spPr>
        <a:xfrm>
          <a:off x="0" y="2476777"/>
          <a:ext cx="11029615" cy="1152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Commoditization: </a:t>
          </a:r>
          <a:r>
            <a:rPr lang="en-US" sz="2900" kern="1200" dirty="0"/>
            <a:t>Turns products into commodities that can be marketed.</a:t>
          </a:r>
        </a:p>
      </dsp:txBody>
      <dsp:txXfrm>
        <a:off x="56237" y="2533014"/>
        <a:ext cx="10917141" cy="103955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A8FF2D-1E6D-46AB-B046-E34E7B3568DE}">
      <dsp:nvSpPr>
        <dsp:cNvPr id="0" name=""/>
        <dsp:cNvSpPr/>
      </dsp:nvSpPr>
      <dsp:spPr>
        <a:xfrm>
          <a:off x="428277" y="562100"/>
          <a:ext cx="696884" cy="6968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5A96527-9E05-4A42-9806-16C4DD5DDC3F}">
      <dsp:nvSpPr>
        <dsp:cNvPr id="0" name=""/>
        <dsp:cNvSpPr/>
      </dsp:nvSpPr>
      <dsp:spPr>
        <a:xfrm>
          <a:off x="2403" y="1541533"/>
          <a:ext cx="1548632" cy="61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Low-Cost Solution</a:t>
          </a:r>
        </a:p>
      </dsp:txBody>
      <dsp:txXfrm>
        <a:off x="2403" y="1541533"/>
        <a:ext cx="1548632" cy="619453"/>
      </dsp:txXfrm>
    </dsp:sp>
    <dsp:sp modelId="{8C54EDE0-F09C-4F2A-B1D5-FC806E196EFF}">
      <dsp:nvSpPr>
        <dsp:cNvPr id="0" name=""/>
        <dsp:cNvSpPr/>
      </dsp:nvSpPr>
      <dsp:spPr>
        <a:xfrm>
          <a:off x="2247920" y="562100"/>
          <a:ext cx="696884" cy="6968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B18B749-F6E4-47E0-836B-EFD49255AF0E}">
      <dsp:nvSpPr>
        <dsp:cNvPr id="0" name=""/>
        <dsp:cNvSpPr/>
      </dsp:nvSpPr>
      <dsp:spPr>
        <a:xfrm>
          <a:off x="1822046" y="1541533"/>
          <a:ext cx="1548632" cy="61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Outsourcing</a:t>
          </a:r>
        </a:p>
      </dsp:txBody>
      <dsp:txXfrm>
        <a:off x="1822046" y="1541533"/>
        <a:ext cx="1548632" cy="619453"/>
      </dsp:txXfrm>
    </dsp:sp>
    <dsp:sp modelId="{110655A2-3CA0-45E2-ADF5-7C61C5541E7A}">
      <dsp:nvSpPr>
        <dsp:cNvPr id="0" name=""/>
        <dsp:cNvSpPr/>
      </dsp:nvSpPr>
      <dsp:spPr>
        <a:xfrm>
          <a:off x="4067564" y="562100"/>
          <a:ext cx="696884" cy="6968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AA2B719-215E-48CB-A4F1-B58248B7DC65}">
      <dsp:nvSpPr>
        <dsp:cNvPr id="0" name=""/>
        <dsp:cNvSpPr/>
      </dsp:nvSpPr>
      <dsp:spPr>
        <a:xfrm>
          <a:off x="3641690" y="1541533"/>
          <a:ext cx="1548632" cy="61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Speed or Responsiveness</a:t>
          </a:r>
        </a:p>
      </dsp:txBody>
      <dsp:txXfrm>
        <a:off x="3641690" y="1541533"/>
        <a:ext cx="1548632" cy="619453"/>
      </dsp:txXfrm>
    </dsp:sp>
    <dsp:sp modelId="{C32A84E1-E4C9-41EB-828C-82D7DAD12A88}">
      <dsp:nvSpPr>
        <dsp:cNvPr id="0" name=""/>
        <dsp:cNvSpPr/>
      </dsp:nvSpPr>
      <dsp:spPr>
        <a:xfrm>
          <a:off x="5887207" y="562100"/>
          <a:ext cx="696884" cy="69688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E335C4-816A-4844-A748-95EEEAE00049}">
      <dsp:nvSpPr>
        <dsp:cNvPr id="0" name=""/>
        <dsp:cNvSpPr/>
      </dsp:nvSpPr>
      <dsp:spPr>
        <a:xfrm>
          <a:off x="5461333" y="1541533"/>
          <a:ext cx="1548632" cy="61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Automation</a:t>
          </a:r>
        </a:p>
      </dsp:txBody>
      <dsp:txXfrm>
        <a:off x="5461333" y="1541533"/>
        <a:ext cx="1548632" cy="619453"/>
      </dsp:txXfrm>
    </dsp:sp>
    <dsp:sp modelId="{1FE73F54-AD08-4DF6-A66C-70830D946BF9}">
      <dsp:nvSpPr>
        <dsp:cNvPr id="0" name=""/>
        <dsp:cNvSpPr/>
      </dsp:nvSpPr>
      <dsp:spPr>
        <a:xfrm>
          <a:off x="428277" y="2548144"/>
          <a:ext cx="696884" cy="69688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01CED41-E2AB-4310-A3C9-5018090B3514}">
      <dsp:nvSpPr>
        <dsp:cNvPr id="0" name=""/>
        <dsp:cNvSpPr/>
      </dsp:nvSpPr>
      <dsp:spPr>
        <a:xfrm>
          <a:off x="2403" y="3527577"/>
          <a:ext cx="1548632" cy="61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Small Initial Investment</a:t>
          </a:r>
        </a:p>
      </dsp:txBody>
      <dsp:txXfrm>
        <a:off x="2403" y="3527577"/>
        <a:ext cx="1548632" cy="619453"/>
      </dsp:txXfrm>
    </dsp:sp>
    <dsp:sp modelId="{09AE33F1-7CE8-499F-A71F-0BBE61BA058E}">
      <dsp:nvSpPr>
        <dsp:cNvPr id="0" name=""/>
        <dsp:cNvSpPr/>
      </dsp:nvSpPr>
      <dsp:spPr>
        <a:xfrm>
          <a:off x="2247920" y="2548144"/>
          <a:ext cx="696884" cy="69688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DC15404-0123-447A-A87E-0325A34BFB91}">
      <dsp:nvSpPr>
        <dsp:cNvPr id="0" name=""/>
        <dsp:cNvSpPr/>
      </dsp:nvSpPr>
      <dsp:spPr>
        <a:xfrm>
          <a:off x="1822046" y="3527577"/>
          <a:ext cx="1548632" cy="61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Less Maintenance Cost</a:t>
          </a:r>
        </a:p>
      </dsp:txBody>
      <dsp:txXfrm>
        <a:off x="1822046" y="3527577"/>
        <a:ext cx="1548632" cy="619453"/>
      </dsp:txXfrm>
    </dsp:sp>
    <dsp:sp modelId="{1F89F107-E0E2-490D-941F-362A73B4302A}">
      <dsp:nvSpPr>
        <dsp:cNvPr id="0" name=""/>
        <dsp:cNvSpPr/>
      </dsp:nvSpPr>
      <dsp:spPr>
        <a:xfrm>
          <a:off x="4067564" y="2548144"/>
          <a:ext cx="696884" cy="69688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C78EE4-A44B-479A-9D52-2015CB36C74C}">
      <dsp:nvSpPr>
        <dsp:cNvPr id="0" name=""/>
        <dsp:cNvSpPr/>
      </dsp:nvSpPr>
      <dsp:spPr>
        <a:xfrm>
          <a:off x="3641690" y="3527577"/>
          <a:ext cx="1548632" cy="61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Mobility</a:t>
          </a:r>
        </a:p>
      </dsp:txBody>
      <dsp:txXfrm>
        <a:off x="3641690" y="3527577"/>
        <a:ext cx="1548632" cy="619453"/>
      </dsp:txXfrm>
    </dsp:sp>
    <dsp:sp modelId="{14C1D5FD-98AB-4D64-868E-CFFE982632AC}">
      <dsp:nvSpPr>
        <dsp:cNvPr id="0" name=""/>
        <dsp:cNvSpPr/>
      </dsp:nvSpPr>
      <dsp:spPr>
        <a:xfrm>
          <a:off x="5887207" y="2548144"/>
          <a:ext cx="696884" cy="696884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9C572BE-6122-4EF3-A843-2306D55C1C52}">
      <dsp:nvSpPr>
        <dsp:cNvPr id="0" name=""/>
        <dsp:cNvSpPr/>
      </dsp:nvSpPr>
      <dsp:spPr>
        <a:xfrm>
          <a:off x="5461333" y="3527577"/>
          <a:ext cx="1548632" cy="61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Flexibility</a:t>
          </a:r>
        </a:p>
      </dsp:txBody>
      <dsp:txXfrm>
        <a:off x="5461333" y="3527577"/>
        <a:ext cx="1548632" cy="6194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18/08/2025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E06FCEF4-3A55-C0E4-2BE9-193E2A25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24000"/>
                </a:schemeClr>
              </a:gs>
              <a:gs pos="85000">
                <a:schemeClr val="tx1">
                  <a:alpha val="4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8AA8E5-D86F-57AD-77C7-B603600C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7" y="301560"/>
            <a:ext cx="6709964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CHAPTER 1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400" b="1" dirty="0">
                <a:solidFill>
                  <a:schemeClr val="tx1"/>
                </a:solidFill>
              </a:rPr>
              <a:t>Introduction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3D3D-099D-40B4-2DFB-4B808DE5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9601" y="4942982"/>
            <a:ext cx="3622399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Cloud Computing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731935" y="1397930"/>
            <a:ext cx="6858003" cy="4062128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24000"/>
                </a:schemeClr>
              </a:gs>
              <a:gs pos="85000">
                <a:schemeClr val="tx1">
                  <a:alpha val="4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45E2-B198-1C04-3E74-A82C493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  <a:endParaRPr lang="en-US" sz="1000" kern="1200" cap="all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903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13972-FE5F-5E50-5DED-0D0D4F55D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33" y="68961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Cloud Computing</a:t>
            </a:r>
            <a:endParaRPr lang="en-PK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384759-6B5B-0B94-C82C-3477E001A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461AF06-37FD-1AC1-98A3-46E31B1BF2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6415288"/>
              </p:ext>
            </p:extLst>
          </p:nvPr>
        </p:nvGraphicFramePr>
        <p:xfrm>
          <a:off x="223736" y="2042809"/>
          <a:ext cx="11634281" cy="4381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6C61750-A88F-38C3-C80E-CCA83A5A67FD}"/>
              </a:ext>
            </a:extLst>
          </p:cNvPr>
          <p:cNvSpPr txBox="1"/>
          <p:nvPr/>
        </p:nvSpPr>
        <p:spPr>
          <a:xfrm>
            <a:off x="454733" y="1255578"/>
            <a:ext cx="8561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Cloud Computing is the delivery of computing services over the internet</a:t>
            </a:r>
          </a:p>
        </p:txBody>
      </p:sp>
    </p:spTree>
    <p:extLst>
      <p:ext uri="{BB962C8B-B14F-4D97-AF65-F5344CB8AC3E}">
        <p14:creationId xmlns:p14="http://schemas.microsoft.com/office/powerpoint/2010/main" val="1112607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04BED40-EAF7-4E55-AFF7-2CD840EBD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DD0DA1-FB01-FDE2-37D1-C87161DF4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309003" cy="1013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What is the Buzz About?</a:t>
            </a:r>
            <a:endParaRPr lang="en-PK" dirty="0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67CCF1-BB1E-41CF-8499-94A870C3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66751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4B252-AA47-2E11-49E7-B5423A82B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1896533"/>
            <a:ext cx="6309003" cy="39622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Current Trends and Hype</a:t>
            </a:r>
            <a:endParaRPr lang="en-US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>
                <a:solidFill>
                  <a:schemeClr val="tx2"/>
                </a:solidFill>
              </a:rPr>
              <a:t>“Cloud computing is the next big thing in IT.”</a:t>
            </a:r>
            <a:endParaRPr lang="en-US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Increased adoption</a:t>
            </a:r>
            <a:r>
              <a:rPr lang="en-US">
                <a:solidFill>
                  <a:schemeClr val="tx2"/>
                </a:solidFill>
              </a:rPr>
              <a:t> of cloud services and solutions.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Impact on Business and Technology</a:t>
            </a:r>
            <a:endParaRPr lang="en-US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Transformation of IT operations</a:t>
            </a:r>
            <a:endParaRPr lang="en-US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Cost benefits</a:t>
            </a:r>
            <a:r>
              <a:rPr lang="en-US">
                <a:solidFill>
                  <a:schemeClr val="tx2"/>
                </a:solidFill>
              </a:rPr>
              <a:t> and </a:t>
            </a:r>
            <a:r>
              <a:rPr lang="en-US" b="1">
                <a:solidFill>
                  <a:schemeClr val="tx2"/>
                </a:solidFill>
              </a:rPr>
              <a:t>scalability</a:t>
            </a:r>
            <a:endParaRPr lang="en-US">
              <a:solidFill>
                <a:schemeClr val="tx2"/>
              </a:solidFill>
            </a:endParaRPr>
          </a:p>
          <a:p>
            <a:endParaRPr lang="en-PK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4A8FCD-58AF-E650-D006-03C0170E5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3" y="5951811"/>
            <a:ext cx="42774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  <p:pic>
        <p:nvPicPr>
          <p:cNvPr id="6" name="Picture 5" descr="Cloud shaped hard drive with cables">
            <a:extLst>
              <a:ext uri="{FF2B5EF4-FFF2-40B4-BE49-F238E27FC236}">
                <a16:creationId xmlns:a16="http://schemas.microsoft.com/office/drawing/2014/main" id="{FB56CBD6-2745-8576-05AD-B9175A1B9E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29" r="36781" b="1"/>
          <a:stretch/>
        </p:blipFill>
        <p:spPr>
          <a:xfrm>
            <a:off x="7521283" y="10"/>
            <a:ext cx="467071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809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04BED40-EAF7-4E55-AFF7-2CD840EBD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DD0DA1-FB01-FDE2-37D1-C87161DF4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309003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0" kern="1200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 is the Buzz About?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67CCF1-BB1E-41CF-8499-94A870C3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66751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20A3039-A8B1-BF93-4799-DF8B4B93C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3" y="1896533"/>
            <a:ext cx="6940089" cy="39622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tabLst/>
            </a:pPr>
            <a:r>
              <a:rPr kumimoji="0" lang="en-US" altLang="en-PK" sz="13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Ease of Access:</a:t>
            </a:r>
            <a:r>
              <a:rPr kumimoji="0" lang="en-US" altLang="en-PK" sz="13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Users can easily access computing resources whenever and wherever needed.</a:t>
            </a:r>
          </a:p>
          <a:p>
            <a:pPr marL="0" marR="0" lvl="0" indent="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tabLst/>
            </a:pPr>
            <a:r>
              <a:rPr kumimoji="0" lang="en-US" altLang="en-PK" sz="13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No Infrastructure Setup:</a:t>
            </a:r>
            <a:r>
              <a:rPr kumimoji="0" lang="en-US" altLang="en-PK" sz="13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Users do not need to worry about setting up infrastructure, purchasing equipment, or procuring licensed software.</a:t>
            </a:r>
          </a:p>
          <a:p>
            <a:pPr marL="0" marR="0" lvl="0" indent="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tabLst/>
            </a:pPr>
            <a:r>
              <a:rPr kumimoji="0" lang="en-US" altLang="en-PK" sz="13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Cost-Effective:</a:t>
            </a:r>
            <a:r>
              <a:rPr kumimoji="0" lang="en-US" altLang="en-PK" sz="13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Users can access any volume of computing facilities in exchange for a nominal payment.</a:t>
            </a:r>
          </a:p>
          <a:p>
            <a:pPr marL="0" marR="0" lvl="0" indent="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tabLst/>
            </a:pPr>
            <a:r>
              <a:rPr kumimoji="0" lang="en-US" altLang="en-PK" sz="13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Modern Integration:</a:t>
            </a:r>
            <a:r>
              <a:rPr kumimoji="0" lang="en-US" altLang="en-PK" sz="13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Cloud computing is made possible through the integration of advanced computing models, sophisticated web technologies, and modern network communication technologies (especially high-speed Internet).</a:t>
            </a:r>
          </a:p>
          <a:p>
            <a:pPr marL="0" marR="0" lvl="0" indent="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tabLst/>
            </a:pPr>
            <a:r>
              <a:rPr kumimoji="0" lang="en-US" altLang="en-PK" sz="13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Recent Popularity:</a:t>
            </a:r>
            <a:r>
              <a:rPr kumimoji="0" lang="en-US" altLang="en-PK" sz="13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Although cloud computing became a hot topic for major vendors (e.g., Amazon, Google, Microsoft) from mid-2008, the concept itself is quite old.</a:t>
            </a:r>
          </a:p>
          <a:p>
            <a:pPr marL="0" marR="0" lvl="0" indent="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tabLst/>
            </a:pPr>
            <a:r>
              <a:rPr kumimoji="0" lang="en-US" altLang="en-PK" sz="13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Perceptions:</a:t>
            </a:r>
            <a:endParaRPr kumimoji="0" lang="en-US" altLang="en-PK" sz="13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tabLst/>
            </a:pPr>
            <a:r>
              <a:rPr kumimoji="0" lang="en-US" altLang="en-PK" sz="13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Some view it as a new and radical innovation.</a:t>
            </a:r>
          </a:p>
          <a:p>
            <a:pPr marL="0" marR="0" lvl="0" indent="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tabLst/>
            </a:pPr>
            <a:r>
              <a:rPr kumimoji="0" lang="en-US" altLang="en-PK" sz="13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Others see it as an evolution of existing technologies and modernization.</a:t>
            </a:r>
          </a:p>
          <a:p>
            <a:pPr marL="0" marR="0" lvl="0" indent="0" defTabSz="457200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tabLst/>
            </a:pPr>
            <a:r>
              <a:rPr kumimoji="0" lang="en-US" altLang="en-PK" sz="13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Technology Evolution:</a:t>
            </a:r>
            <a:r>
              <a:rPr kumimoji="0" lang="en-US" altLang="en-PK" sz="13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Cloud computing has emerged from existing technology domains and its context, much like every new technology.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4A8FCD-58AF-E650-D006-03C0170E5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3" y="5951811"/>
            <a:ext cx="427741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r>
              <a:rPr lang="en-US" sz="900" kern="1200" cap="all">
                <a:solidFill>
                  <a:srgbClr val="94A3C5"/>
                </a:solidFill>
                <a:latin typeface="+mn-lt"/>
                <a:ea typeface="+mn-ea"/>
                <a:cs typeface="+mn-cs"/>
              </a:rPr>
              <a:t>CS4037 - Muhammad Sudais</a:t>
            </a:r>
          </a:p>
        </p:txBody>
      </p:sp>
      <p:pic>
        <p:nvPicPr>
          <p:cNvPr id="6" name="Picture 5" descr="Cloud shaped hard drive with cables">
            <a:extLst>
              <a:ext uri="{FF2B5EF4-FFF2-40B4-BE49-F238E27FC236}">
                <a16:creationId xmlns:a16="http://schemas.microsoft.com/office/drawing/2014/main" id="{FB56CBD6-2745-8576-05AD-B9175A1B9E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20" r="37590" b="1"/>
          <a:stretch/>
        </p:blipFill>
        <p:spPr>
          <a:xfrm>
            <a:off x="7521283" y="10"/>
            <a:ext cx="467071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815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0C6B53-959F-B4D7-D8EC-B0AC89854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chemeClr val="bg1">
                    <a:lumMod val="85000"/>
                    <a:lumOff val="15000"/>
                  </a:schemeClr>
                </a:solidFill>
              </a:rPr>
              <a:t>Limitations of Traditional Computing Approaches</a:t>
            </a:r>
            <a:endParaRPr lang="en-PK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00FAF-44B9-135F-AB57-02FCB309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CS4037 - Muhammad Sudais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2690602F-8AB3-A941-7D51-B655136A6A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1765276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77183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D1664-84BC-6E89-44D7-7E8C9677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/>
              <a:t>Is there Any Solution TO These Worries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D7EF11-1EBC-285F-C5C0-1A49B205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104F54DF-9E38-C1AC-F301-4D757F039D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3403567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3607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D1664-84BC-6E89-44D7-7E8C9677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Is there Any Solution TO These Worries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D7EF11-1EBC-285F-C5C0-1A49B205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5B00E139-AD3B-51DA-29EB-9CEB0E24C5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8622446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1400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72" name="Rectangle 5171">
            <a:extLst>
              <a:ext uri="{FF2B5EF4-FFF2-40B4-BE49-F238E27FC236}">
                <a16:creationId xmlns:a16="http://schemas.microsoft.com/office/drawing/2014/main" id="{F875149D-F692-45DA-8324-D5E0193D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74" name="Rectangle 5173">
            <a:extLst>
              <a:ext uri="{FF2B5EF4-FFF2-40B4-BE49-F238E27FC236}">
                <a16:creationId xmlns:a16="http://schemas.microsoft.com/office/drawing/2014/main" id="{C0B19935-C760-4698-9DD1-973C8A428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5176" name="Rectangle 5175">
            <a:extLst>
              <a:ext uri="{FF2B5EF4-FFF2-40B4-BE49-F238E27FC236}">
                <a16:creationId xmlns:a16="http://schemas.microsoft.com/office/drawing/2014/main" id="{08990612-E008-4F02-AEBB-B140BE753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5178" name="Rectangle 5177">
            <a:extLst>
              <a:ext uri="{FF2B5EF4-FFF2-40B4-BE49-F238E27FC236}">
                <a16:creationId xmlns:a16="http://schemas.microsoft.com/office/drawing/2014/main" id="{A310A41F-3A14-4150-B6CF-0A577DDDE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5180" name="Rectangle 5179">
            <a:extLst>
              <a:ext uri="{FF2B5EF4-FFF2-40B4-BE49-F238E27FC236}">
                <a16:creationId xmlns:a16="http://schemas.microsoft.com/office/drawing/2014/main" id="{7B89EEFD-93BC-4ACF-962C-E6279E72B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F009D-83F7-12BA-B64C-DCA096548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Three Layers of Computing</a:t>
            </a:r>
            <a:endParaRPr lang="en-PK" dirty="0">
              <a:solidFill>
                <a:srgbClr val="FFFFFF"/>
              </a:solidFill>
            </a:endParaRPr>
          </a:p>
        </p:txBody>
      </p:sp>
      <p:pic>
        <p:nvPicPr>
          <p:cNvPr id="5122" name="Picture 2" descr="A diagram of a company's pyramid&#10;&#10;Description automatically generated">
            <a:extLst>
              <a:ext uri="{FF2B5EF4-FFF2-40B4-BE49-F238E27FC236}">
                <a16:creationId xmlns:a16="http://schemas.microsoft.com/office/drawing/2014/main" id="{49F4E8E4-C5D3-675F-3BAA-D5580D54E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6" r="7143"/>
          <a:stretch/>
        </p:blipFill>
        <p:spPr bwMode="auto">
          <a:xfrm>
            <a:off x="6412039" y="3944937"/>
            <a:ext cx="3532677" cy="2725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68F679-D9FD-ED2A-6159-2D6854C32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30B020A-00CF-DB37-8199-619A76EBCA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2131260"/>
              </p:ext>
            </p:extLst>
          </p:nvPr>
        </p:nvGraphicFramePr>
        <p:xfrm>
          <a:off x="4561870" y="723900"/>
          <a:ext cx="7183597" cy="3152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31371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84502-F954-5B34-77C2-6BABB6DFE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altLang="en-PK" dirty="0"/>
              <a:t>THREE</a:t>
            </a:r>
            <a:r>
              <a:rPr lang="en-PK" altLang="en-PK" dirty="0"/>
              <a:t> LAYERS IN TRADITIONAL COMPUTING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FA01D-4DB2-50BB-204F-8387177A7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417AEAD-C567-BDC6-7555-0394FD7C52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2035565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9578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84502-F954-5B34-77C2-6BABB6DFE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PK" altLang="en-PK" dirty="0"/>
              <a:t>THE END OF TRADITIONAL COMPUTING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FA01D-4DB2-50BB-204F-8387177A7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F7AC575-5D4D-A957-7EE5-09156C4BBE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8501953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70C2677-0D29-8F38-659E-535819A5F7BD}"/>
              </a:ext>
            </a:extLst>
          </p:cNvPr>
          <p:cNvSpPr txBox="1"/>
          <p:nvPr/>
        </p:nvSpPr>
        <p:spPr>
          <a:xfrm>
            <a:off x="8257197" y="864235"/>
            <a:ext cx="33536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traditional approach, computing subscribers were always over-burdened with many additional difficulties and costs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76075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BB56EB9-078F-4952-AC1F-149C7A0A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C84502-F954-5B34-77C2-6BABB6DFE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2724" y="702156"/>
            <a:ext cx="7225075" cy="1013800"/>
          </a:xfrm>
        </p:spPr>
        <p:txBody>
          <a:bodyPr>
            <a:normAutofit/>
          </a:bodyPr>
          <a:lstStyle/>
          <a:p>
            <a:r>
              <a:rPr lang="en-PK" altLang="en-PK">
                <a:solidFill>
                  <a:schemeClr val="tx2"/>
                </a:solidFill>
              </a:rPr>
              <a:t>THE END OF TRADITIONAL COMPUTING</a:t>
            </a:r>
            <a:endParaRPr lang="en-PK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058680-D07C-4893-B2B7-91543F18A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72603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42427A-0A1F-4A55-8705-D9179F1E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54A6FE-D8CB-48A3-900B-053D4EBD3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8" name="Picture 27" descr="A 3D pattern of ring shapes connected by lines">
            <a:extLst>
              <a:ext uri="{FF2B5EF4-FFF2-40B4-BE49-F238E27FC236}">
                <a16:creationId xmlns:a16="http://schemas.microsoft.com/office/drawing/2014/main" id="{3963E9D1-DE62-10EC-1DA2-ADAE7548CF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70" r="50154"/>
          <a:stretch/>
        </p:blipFill>
        <p:spPr>
          <a:xfrm>
            <a:off x="446534" y="601201"/>
            <a:ext cx="3703320" cy="5774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11B24D-0C99-9788-AB18-01881BFE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2726" y="1896533"/>
            <a:ext cx="6878108" cy="3962266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Limitations of Traditional Computing:</a:t>
            </a:r>
            <a:endParaRPr kumimoji="0" lang="en-PK" altLang="en-PK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Longstanding Issues: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Traditional computing faced limitations that had been evident for some time.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Futuristic Ideas: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Various advanced computing techniques were proposed but could not be implemented due to technological constraints.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Technological Advancements:</a:t>
            </a:r>
            <a:endParaRPr kumimoji="0" lang="en-PK" altLang="en-PK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Breakthroughs: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Advances in computing and network communication technology enabled new possibilities.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Emergence of Cloud Computing: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During the latter half of the last decade, a new computing model emerged.</a:t>
            </a:r>
          </a:p>
          <a:p>
            <a:pPr marL="0" indent="0">
              <a:buNone/>
            </a:pPr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FA01D-4DB2-50BB-204F-8387177A7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82724" y="5951811"/>
            <a:ext cx="498987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078073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BB56EB9-078F-4952-AC1F-149C7A0A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C84502-F954-5B34-77C2-6BABB6DFE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2724" y="702156"/>
            <a:ext cx="7225075" cy="1013800"/>
          </a:xfrm>
        </p:spPr>
        <p:txBody>
          <a:bodyPr>
            <a:normAutofit/>
          </a:bodyPr>
          <a:lstStyle/>
          <a:p>
            <a:r>
              <a:rPr lang="en-PK" altLang="en-PK">
                <a:solidFill>
                  <a:schemeClr val="tx2"/>
                </a:solidFill>
              </a:rPr>
              <a:t>THE END OF TRADITIONAL COMPUTING</a:t>
            </a:r>
            <a:endParaRPr lang="en-PK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058680-D07C-4893-B2B7-91543F18A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72603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42427A-0A1F-4A55-8705-D9179F1E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54A6FE-D8CB-48A3-900B-053D4EBD3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8" name="Picture 27" descr="A 3D pattern of ring shapes connected by lines">
            <a:extLst>
              <a:ext uri="{FF2B5EF4-FFF2-40B4-BE49-F238E27FC236}">
                <a16:creationId xmlns:a16="http://schemas.microsoft.com/office/drawing/2014/main" id="{3963E9D1-DE62-10EC-1DA2-ADAE7548CF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70" r="50154"/>
          <a:stretch/>
        </p:blipFill>
        <p:spPr>
          <a:xfrm>
            <a:off x="446534" y="601201"/>
            <a:ext cx="3703320" cy="5774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11B24D-0C99-9788-AB18-01881BFE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2726" y="1896533"/>
            <a:ext cx="6878108" cy="3962266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Cloud Computing Model:</a:t>
            </a:r>
            <a:endParaRPr kumimoji="0" lang="en-PK" altLang="en-PK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Philosophy: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The model proposes delivering all computing facilities as services.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Three Main Layers:</a:t>
            </a:r>
            <a:endParaRPr kumimoji="0" lang="en-PK" altLang="en-PK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7272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Infrastructure: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Hardware resources.</a:t>
            </a:r>
          </a:p>
          <a:p>
            <a:pPr marL="7272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Platform: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Development tools and frameworks.</a:t>
            </a:r>
          </a:p>
          <a:p>
            <a:pPr marL="7272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Application: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Software applications.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Delivery Model: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These layers are provided as ready-made services, managed and maintained by the service providers.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Benefits:</a:t>
            </a:r>
            <a:endParaRPr kumimoji="0" lang="en-PK" altLang="en-PK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Convenience: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Consumers are relieved from the burden of arranging and managing their own computing resources.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On-Demand Services: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Resources are available as needed, reducing the need for extensive in-house management.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FA01D-4DB2-50BB-204F-8387177A7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82724" y="5951811"/>
            <a:ext cx="498987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21690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4D5A9-8FFF-D0DA-0635-F9EA8847E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PK" altLang="en-PK" dirty="0"/>
              <a:t>Story of a Similar Scenario: A Century Ago</a:t>
            </a:r>
            <a:endParaRPr lang="en-PK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58E50-FF2D-3915-E994-7C76C6E9E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41" y="2180496"/>
            <a:ext cx="7541404" cy="404568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Early 1900s Electricity Generation:</a:t>
            </a:r>
            <a:endParaRPr lang="en-US" sz="1400" dirty="0"/>
          </a:p>
          <a:p>
            <a:pPr marL="628650" lvl="1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In-House Production:</a:t>
            </a:r>
            <a:r>
              <a:rPr lang="en-US" dirty="0"/>
              <a:t> Firms, especially manufacturers, generated their own electricity.</a:t>
            </a:r>
          </a:p>
          <a:p>
            <a:pPr marL="628650" lvl="1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Burden:</a:t>
            </a:r>
            <a:r>
              <a:rPr lang="en-US" dirty="0"/>
              <a:t> Required maintaining large infrastructure and a dedicated team.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Emergence of Power Grids:</a:t>
            </a:r>
            <a:endParaRPr lang="en-US" sz="1400" dirty="0"/>
          </a:p>
          <a:p>
            <a:pPr marL="628650" lvl="1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Shift to External Supply:</a:t>
            </a:r>
            <a:r>
              <a:rPr lang="en-US" dirty="0"/>
              <a:t> Firms began sourcing electricity from external providers.</a:t>
            </a:r>
          </a:p>
          <a:p>
            <a:pPr marL="628650" lvl="1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Advantages:</a:t>
            </a:r>
            <a:endParaRPr lang="en-US" dirty="0"/>
          </a:p>
          <a:p>
            <a:pPr marL="1085850" lvl="2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No more managing coal deliveries.</a:t>
            </a:r>
          </a:p>
          <a:p>
            <a:pPr marL="1085850" lvl="2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Reduced need for specialized staff.</a:t>
            </a:r>
          </a:p>
          <a:p>
            <a:pPr marL="628650" lvl="1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Concerns:</a:t>
            </a:r>
            <a:endParaRPr lang="en-US" dirty="0"/>
          </a:p>
          <a:p>
            <a:pPr marL="1085850" lvl="2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Reliability of power grids.</a:t>
            </a:r>
          </a:p>
          <a:p>
            <a:pPr marL="1085850" lvl="2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Security of supply lines.</a:t>
            </a:r>
          </a:p>
          <a:p>
            <a:pPr marL="1085850" lvl="2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Risk of vendor shutdowns.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Resolution:</a:t>
            </a:r>
            <a:endParaRPr lang="en-US" sz="1400" dirty="0"/>
          </a:p>
          <a:p>
            <a:pPr marL="628650" lvl="1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Cost Efficiency:</a:t>
            </a:r>
            <a:r>
              <a:rPr lang="en-US" dirty="0"/>
              <a:t> External suppliers offered lower costs compared to in-house generation.</a:t>
            </a:r>
          </a:p>
          <a:p>
            <a:pPr marL="628650" lvl="1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Reliability:</a:t>
            </a:r>
            <a:r>
              <a:rPr lang="en-US" dirty="0"/>
              <a:t> Over time, external power grids proved to be secure, reliable, and cheaper.</a:t>
            </a:r>
          </a:p>
          <a:p>
            <a:pPr marL="628650" lvl="1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Outcome:</a:t>
            </a:r>
            <a:r>
              <a:rPr lang="en-US" dirty="0"/>
              <a:t> By 1930, using external power grids became the norm, showing significant advantages over in-house generation.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PK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6" y="2180496"/>
            <a:ext cx="3703321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Lightbulb">
            <a:extLst>
              <a:ext uri="{FF2B5EF4-FFF2-40B4-BE49-F238E27FC236}">
                <a16:creationId xmlns:a16="http://schemas.microsoft.com/office/drawing/2014/main" id="{62A73ED8-7FEE-D84E-284C-7BDFB86A4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3915" y="2671858"/>
            <a:ext cx="3059782" cy="305978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9CFBFD-00F7-3F2F-7A6F-2BD471A06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720754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04BED40-EAF7-4E55-AFF7-2CD840EBD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4D5A9-8FFF-D0DA-0635-F9EA8847E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309003" cy="1013800"/>
          </a:xfrm>
        </p:spPr>
        <p:txBody>
          <a:bodyPr>
            <a:normAutofit/>
          </a:bodyPr>
          <a:lstStyle/>
          <a:p>
            <a:r>
              <a:rPr lang="en-PK" altLang="en-PK">
                <a:solidFill>
                  <a:schemeClr val="tx2"/>
                </a:solidFill>
              </a:rPr>
              <a:t>Story of a Similar Scenario: A Century Ago</a:t>
            </a:r>
            <a:endParaRPr lang="en-PK">
              <a:solidFill>
                <a:schemeClr val="tx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67CCF1-BB1E-41CF-8499-94A870C3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66751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7958E50-FF2D-3915-E994-7C76C6E9E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1896533"/>
            <a:ext cx="6309003" cy="3962266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tx2"/>
                </a:solidFill>
              </a:rPr>
              <a:t>Moral of the Story: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tx2"/>
                </a:solidFill>
              </a:rPr>
              <a:t>Comparing to Cloud Computing:</a:t>
            </a:r>
            <a:endParaRPr lang="en-US" sz="1400" dirty="0">
              <a:solidFill>
                <a:schemeClr val="tx2"/>
              </a:solidFill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</a:pPr>
            <a:r>
              <a:rPr lang="en-US" b="1" dirty="0">
                <a:solidFill>
                  <a:schemeClr val="tx2"/>
                </a:solidFill>
              </a:rPr>
              <a:t>Outsourcing IT Services:</a:t>
            </a:r>
            <a:r>
              <a:rPr lang="en-US" dirty="0">
                <a:solidFill>
                  <a:schemeClr val="tx2"/>
                </a:solidFill>
              </a:rPr>
              <a:t> Similar to outsourcing electricity, cloud computing allows users to outsource IT services.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</a:pPr>
            <a:r>
              <a:rPr lang="en-US" b="1" dirty="0">
                <a:solidFill>
                  <a:schemeClr val="tx2"/>
                </a:solidFill>
              </a:rPr>
              <a:t>Benefits:</a:t>
            </a:r>
            <a:endParaRPr lang="en-US" dirty="0">
              <a:solidFill>
                <a:schemeClr val="tx2"/>
              </a:solidFill>
            </a:endParaRPr>
          </a:p>
          <a:p>
            <a:pPr marL="1200150" lvl="2" indent="-285750">
              <a:lnSpc>
                <a:spcPct val="110000"/>
              </a:lnSpc>
              <a:spcBef>
                <a:spcPts val="0"/>
              </a:spcBef>
            </a:pPr>
            <a:r>
              <a:rPr lang="en-US" sz="1400" dirty="0">
                <a:solidFill>
                  <a:schemeClr val="tx2"/>
                </a:solidFill>
              </a:rPr>
              <a:t>Users can access computing resources without managing their own infrastructure.</a:t>
            </a:r>
          </a:p>
          <a:p>
            <a:pPr marL="1200150" lvl="2" indent="-285750">
              <a:lnSpc>
                <a:spcPct val="110000"/>
              </a:lnSpc>
              <a:spcBef>
                <a:spcPts val="0"/>
              </a:spcBef>
            </a:pPr>
            <a:r>
              <a:rPr lang="en-US" sz="1400" dirty="0">
                <a:solidFill>
                  <a:schemeClr val="tx2"/>
                </a:solidFill>
              </a:rPr>
              <a:t>Only need to focus on usage and billing.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</a:pPr>
            <a:r>
              <a:rPr lang="en-US" b="1" dirty="0">
                <a:solidFill>
                  <a:schemeClr val="tx2"/>
                </a:solidFill>
              </a:rPr>
              <a:t>Modern Analogy:</a:t>
            </a:r>
            <a:r>
              <a:rPr lang="en-US" dirty="0">
                <a:solidFill>
                  <a:schemeClr val="tx2"/>
                </a:solidFill>
              </a:rPr>
              <a:t> Just as external power grids became preferable; cloud computing services are likely to be more advantageous compared to maintaining internal IT setups.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tx2"/>
                </a:solidFill>
              </a:rPr>
              <a:t>Recommendation:</a:t>
            </a:r>
            <a:endParaRPr lang="en-US" sz="1400" dirty="0">
              <a:solidFill>
                <a:schemeClr val="tx2"/>
              </a:solidFill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</a:pPr>
            <a:r>
              <a:rPr lang="en-US" b="1" dirty="0">
                <a:solidFill>
                  <a:schemeClr val="tx2"/>
                </a:solidFill>
              </a:rPr>
              <a:t>Adopt Cloud Computing:</a:t>
            </a:r>
            <a:r>
              <a:rPr lang="en-US" dirty="0">
                <a:solidFill>
                  <a:schemeClr val="tx2"/>
                </a:solidFill>
              </a:rPr>
              <a:t> Continuing with internal IT infrastructure might be less efficient and more costly compared to leveraging cloud computing services, much like sticking to in-house electricity generation proved to be in the past.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400" dirty="0">
                <a:solidFill>
                  <a:schemeClr val="tx2"/>
                </a:solidFill>
              </a:rPr>
              <a:t>This comparison highlights the evolving nature of technology and the benefits of adopting newer, more efficient models of service delivery.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PK" sz="1400" dirty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9CFBFD-00F7-3F2F-7A6F-2BD471A06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3" y="5951811"/>
            <a:ext cx="42774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  <p:pic>
        <p:nvPicPr>
          <p:cNvPr id="13" name="Picture 12" descr="Light bulb on yellow background with sketched light beams and cord">
            <a:extLst>
              <a:ext uri="{FF2B5EF4-FFF2-40B4-BE49-F238E27FC236}">
                <a16:creationId xmlns:a16="http://schemas.microsoft.com/office/drawing/2014/main" id="{F191462F-2C05-3D41-99C1-B1E9914A54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483" r="6632"/>
          <a:stretch/>
        </p:blipFill>
        <p:spPr>
          <a:xfrm>
            <a:off x="7521283" y="10"/>
            <a:ext cx="467071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268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84502-F954-5B34-77C2-6BABB6DFE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PK" altLang="en-PK" dirty="0"/>
              <a:t>Story of a Similar Scenario: A Century Ago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FA01D-4DB2-50BB-204F-8387177A7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96E0566-7CF1-5A40-D63E-178BA9B2FB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4122552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1508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84502-F954-5B34-77C2-6BABB6DFE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PK" altLang="en-PK"/>
              <a:t>People are Already Using Cloud Computing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FA01D-4DB2-50BB-204F-8387177A7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FDCC8FE9-B694-B7FF-330E-A1B52C49C6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2208583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0449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C84502-F954-5B34-77C2-6BABB6DFE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PK" altLang="en-PK">
                <a:solidFill>
                  <a:schemeClr val="tx1">
                    <a:lumMod val="85000"/>
                    <a:lumOff val="15000"/>
                  </a:schemeClr>
                </a:solidFill>
              </a:rPr>
              <a:t>Influences behind Cloud Service Adoption</a:t>
            </a:r>
            <a:endParaRPr lang="en-P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FA01D-4DB2-50BB-204F-8387177A7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BB2EB0B-EEAD-E771-F75D-B779CA9D51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6437299"/>
              </p:ext>
            </p:extLst>
          </p:nvPr>
        </p:nvGraphicFramePr>
        <p:xfrm>
          <a:off x="578515" y="2010097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453FA80-472F-6776-B6CB-10130E427FFA}"/>
              </a:ext>
            </a:extLst>
          </p:cNvPr>
          <p:cNvSpPr txBox="1"/>
          <p:nvPr/>
        </p:nvSpPr>
        <p:spPr>
          <a:xfrm>
            <a:off x="2214859" y="6007790"/>
            <a:ext cx="7678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The idea of Cloud Computing is access anytime, anywhere, with any device</a:t>
            </a:r>
            <a:endParaRPr lang="en-PK" i="1" dirty="0"/>
          </a:p>
        </p:txBody>
      </p:sp>
    </p:spTree>
    <p:extLst>
      <p:ext uri="{BB962C8B-B14F-4D97-AF65-F5344CB8AC3E}">
        <p14:creationId xmlns:p14="http://schemas.microsoft.com/office/powerpoint/2010/main" val="3864610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84502-F954-5B34-77C2-6BABB6DFE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PK" altLang="en-PK">
                <a:solidFill>
                  <a:schemeClr val="tx1">
                    <a:lumMod val="85000"/>
                    <a:lumOff val="15000"/>
                  </a:schemeClr>
                </a:solidFill>
              </a:rPr>
              <a:t>Influences behind Cloud Service Adoption</a:t>
            </a:r>
            <a:br>
              <a:rPr lang="en-US" altLang="en-PK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altLang="en-PK">
                <a:solidFill>
                  <a:schemeClr val="tx1">
                    <a:lumMod val="85000"/>
                    <a:lumOff val="15000"/>
                  </a:schemeClr>
                </a:solidFill>
              </a:rPr>
              <a:t>Technological Influences:</a:t>
            </a:r>
            <a:endParaRPr lang="en-PK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FA01D-4DB2-50BB-204F-8387177A7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5570A9A0-E457-A455-ABA5-01D16DC4C9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5793133"/>
              </p:ext>
            </p:extLst>
          </p:nvPr>
        </p:nvGraphicFramePr>
        <p:xfrm>
          <a:off x="581192" y="2340864"/>
          <a:ext cx="11029615" cy="3634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9033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C84502-F954-5B34-77C2-6BABB6DFE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PK" altLang="en-PK" dirty="0"/>
              <a:t>Influences behind Cloud Service Adoption</a:t>
            </a:r>
            <a:br>
              <a:rPr lang="en-US" altLang="en-PK" dirty="0"/>
            </a:br>
            <a:br>
              <a:rPr lang="en-US" altLang="en-PK" dirty="0"/>
            </a:br>
            <a:r>
              <a:rPr lang="en-US" altLang="en-PK" dirty="0"/>
              <a:t>OPERATIONAL &amp; BUSINESS Influences:</a:t>
            </a:r>
            <a:endParaRPr lang="en-PK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FA01D-4DB2-50BB-204F-8387177A7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6C29B648-6155-AEBF-88A4-B26A7000FF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1566149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2012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4CE15C-05FF-0B46-A11E-583D8D581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6" y="702156"/>
            <a:ext cx="3568661" cy="1188720"/>
          </a:xfrm>
        </p:spPr>
        <p:txBody>
          <a:bodyPr>
            <a:normAutofit/>
          </a:bodyPr>
          <a:lstStyle/>
          <a:p>
            <a:r>
              <a:rPr lang="en-US" sz="2500" b="1"/>
              <a:t>Summary and Key Takeaways</a:t>
            </a:r>
            <a:br>
              <a:rPr lang="en-US" sz="2500" b="1"/>
            </a:br>
            <a:endParaRPr lang="en-PK" sz="25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C5FA3-D59E-6BE7-1EE4-D96B04D24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6" y="2340864"/>
            <a:ext cx="3568661" cy="363448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/>
              <a:t>Recap of Key Points: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Evolution from traditional to cloud computing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Benefits and drivers of cloud adoption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Future Outlook:</a:t>
            </a:r>
            <a:r>
              <a:rPr lang="en-US"/>
              <a:t> Trends and expected developments in cloud computing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F1B60-FB3E-1AF0-5205-8BD0651D5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3568661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75000"/>
                    <a:lumOff val="25000"/>
                    <a:alpha val="75000"/>
                  </a:schemeClr>
                </a:solidFill>
              </a:rPr>
              <a:t>CS4037 - Muhammad Sudais</a:t>
            </a:r>
          </a:p>
        </p:txBody>
      </p:sp>
      <p:pic>
        <p:nvPicPr>
          <p:cNvPr id="15" name="Picture 14" descr="Geometric white clouds on a blue sky">
            <a:extLst>
              <a:ext uri="{FF2B5EF4-FFF2-40B4-BE49-F238E27FC236}">
                <a16:creationId xmlns:a16="http://schemas.microsoft.com/office/drawing/2014/main" id="{A482C840-C8A8-B886-F6DD-1F7316F5CA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567"/>
          <a:stretch/>
        </p:blipFill>
        <p:spPr>
          <a:xfrm>
            <a:off x="4654295" y="10"/>
            <a:ext cx="753770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969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</TotalTime>
  <Words>1496</Words>
  <Application>Microsoft Office PowerPoint</Application>
  <PresentationFormat>Widescreen</PresentationFormat>
  <Paragraphs>171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Arial Nova Light</vt:lpstr>
      <vt:lpstr>Gill Sans MT</vt:lpstr>
      <vt:lpstr>Wingdings 2</vt:lpstr>
      <vt:lpstr>DividendVTI</vt:lpstr>
      <vt:lpstr> CHAPTER 1 Introduction</vt:lpstr>
      <vt:lpstr>Cloud Computing</vt:lpstr>
      <vt:lpstr>What is the Buzz About?</vt:lpstr>
      <vt:lpstr>What is the Buzz About?</vt:lpstr>
      <vt:lpstr>Limitations of Traditional Computing Approaches</vt:lpstr>
      <vt:lpstr>Is there Any Solution TO These Worries</vt:lpstr>
      <vt:lpstr>Is there Any Solution TO These Worries</vt:lpstr>
      <vt:lpstr>Three Layers of Computing</vt:lpstr>
      <vt:lpstr>THREE LAYERS IN TRADITIONAL COMPUTING</vt:lpstr>
      <vt:lpstr>THE END OF TRADITIONAL COMPUTING</vt:lpstr>
      <vt:lpstr>THE END OF TRADITIONAL COMPUTING</vt:lpstr>
      <vt:lpstr>THE END OF TRADITIONAL COMPUTING</vt:lpstr>
      <vt:lpstr>Story of a Similar Scenario: A Century Ago</vt:lpstr>
      <vt:lpstr>Story of a Similar Scenario: A Century Ago</vt:lpstr>
      <vt:lpstr>Story of a Similar Scenario: A Century Ago</vt:lpstr>
      <vt:lpstr>People are Already Using Cloud Computing</vt:lpstr>
      <vt:lpstr>Influences behind Cloud Service Adoption</vt:lpstr>
      <vt:lpstr>Influences behind Cloud Service Adoption Technological Influences:</vt:lpstr>
      <vt:lpstr>Influences behind Cloud Service Adoption  OPERATIONAL &amp; BUSINESS Influences:</vt:lpstr>
      <vt:lpstr>Summary and Key Takeaways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13</cp:revision>
  <dcterms:created xsi:type="dcterms:W3CDTF">2024-08-20T00:20:53Z</dcterms:created>
  <dcterms:modified xsi:type="dcterms:W3CDTF">2025-08-18T13:59:56Z</dcterms:modified>
</cp:coreProperties>
</file>