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1"/>
  </p:notesMasterIdLst>
  <p:sldIdLst>
    <p:sldId id="570" r:id="rId2"/>
    <p:sldId id="289" r:id="rId3"/>
    <p:sldId id="290" r:id="rId4"/>
    <p:sldId id="291" r:id="rId5"/>
    <p:sldId id="293" r:id="rId6"/>
    <p:sldId id="296" r:id="rId7"/>
    <p:sldId id="297" r:id="rId8"/>
    <p:sldId id="299" r:id="rId9"/>
    <p:sldId id="300" r:id="rId10"/>
    <p:sldId id="301" r:id="rId11"/>
    <p:sldId id="294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7 - Book 2" id="{F9126950-BCCC-49CD-AC64-D2C197A63D5B}">
          <p14:sldIdLst>
            <p14:sldId id="570"/>
            <p14:sldId id="289"/>
            <p14:sldId id="290"/>
            <p14:sldId id="291"/>
            <p14:sldId id="293"/>
            <p14:sldId id="296"/>
            <p14:sldId id="297"/>
            <p14:sldId id="299"/>
            <p14:sldId id="300"/>
            <p14:sldId id="301"/>
            <p14:sldId id="294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57297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7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Big Data, Reporting, and Analytics Services in Azure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45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9C8C3-4FBE-76CB-DEC6-E2D0E878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Big Data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DDDB-BBAA-C525-75DD-538ACDAFB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929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Overview of Big Data: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The exponential growth of data in recent years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Shift from traditional analytics to cloud-based solutions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“Data is the new oil” – emphasizing its value in business strategy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Objective: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Understand the impact of big data analytics in driving informed business decisions.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What is Big Data?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Definition and Characteristics: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Volume: Scale of data (terabytes to petabytes)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Variety: Diverse data types (structured, semi-structured, unstructured)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Velocity: Speed of data processing (real-time analytics)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Veracity: Trustworthiness and quality of data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Examples of Big Data Use Cases: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Social media sentiment analysis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IoT sensor data for predictive maintenance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Gaming analytics for user engagement</a:t>
            </a:r>
          </a:p>
        </p:txBody>
      </p:sp>
    </p:spTree>
    <p:extLst>
      <p:ext uri="{BB962C8B-B14F-4D97-AF65-F5344CB8AC3E}">
        <p14:creationId xmlns:p14="http://schemas.microsoft.com/office/powerpoint/2010/main" val="1217507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38AD8-93D2-E4FE-C447-AF7773F4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Big Data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FED0-10E4-3022-39E5-0CBA4DEBC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929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Need for Big Data Analytics:</a:t>
            </a:r>
          </a:p>
          <a:p>
            <a:pPr>
              <a:lnSpc>
                <a:spcPct val="110000"/>
              </a:lnSpc>
            </a:pPr>
            <a:r>
              <a:rPr lang="en-US" dirty="0"/>
              <a:t>Impact of Data on Decision Making: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Evidence-Based Decisions: How analytics help mitigate risks and uncover opportunities.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Data-Driven Strategies: Creating competitive advantages through insights.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Big Data Solutions in Azure</a:t>
            </a:r>
          </a:p>
          <a:p>
            <a:pPr>
              <a:lnSpc>
                <a:spcPct val="110000"/>
              </a:lnSpc>
            </a:pPr>
            <a:r>
              <a:rPr lang="en-US" dirty="0"/>
              <a:t>Cloud Services for Big Data: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Azure Synapse Analytics: Integrating big data and data warehousing.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Azure Databricks: Collaborative Apache Spark-based analytics service.</a:t>
            </a:r>
          </a:p>
          <a:p>
            <a:pPr>
              <a:lnSpc>
                <a:spcPct val="110000"/>
              </a:lnSpc>
            </a:pPr>
            <a:r>
              <a:rPr lang="en-US" dirty="0"/>
              <a:t>Managed Services: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How Azure simplifies deployment, scaling, and maintenance of big data solutions.</a:t>
            </a:r>
          </a:p>
          <a:p>
            <a:pPr>
              <a:lnSpc>
                <a:spcPct val="110000"/>
              </a:lnSpc>
            </a:pPr>
            <a:r>
              <a:rPr lang="en-US" dirty="0"/>
              <a:t>Real-Time Analytics: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Capabilities for processing data streams in real time.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698635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48C9E-EA76-52B9-CDCF-67CBBF25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Azure Data &amp; Analytics Services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B4A7-5FAE-767B-8FB4-FFCC60BF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485678"/>
            <a:ext cx="6108179" cy="588877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Azure Database Options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Databases Available in Azure: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SQL Database: Fully managed relational database with scalability.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Cosmos DB: Multi-model database for global distribution and horizontal scalability.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PostgreSQL/MySQL: Open-source databases available as managed services.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Key Features: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Elasticity: Scale up/down as needed.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High Availability: Built-in disaster recovery and backup solutions.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Security: Advanced threat protection and encryption.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Azure Analytics Services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Analytics Products: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HDInsight: Cloud-based service for big data analytics using Hadoop and Spark.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Analysis Services: Provides enterprise-grade analytical data models.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Capabilities: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Generate dashboards and reports with real-time data insights.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Integration with Power BI for advanced visualization.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Data Engineering in Azure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Key Services: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Data Factory: Data integration service for creating ETL and ELT workflows.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Azure Data Lake Storage: Scalable data repository for big data analytics.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Functionality: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Building complex data pipelines to ingest, prepare, and transform data from various sources.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Support for both batch and streaming data.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233190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5122" name="Picture 2" descr="Microsoft Azure Data Factory Development Services | ARC">
            <a:extLst>
              <a:ext uri="{FF2B5EF4-FFF2-40B4-BE49-F238E27FC236}">
                <a16:creationId xmlns:a16="http://schemas.microsoft.com/office/drawing/2014/main" id="{EB16369C-BE82-ECD1-98B9-579AFB817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636" y="1927394"/>
            <a:ext cx="5476375" cy="320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Complex Data Pipeline Tools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597758" cy="37932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Azure Data Factory: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Extract, Load, Transform (ELT): Capabilities for data movement and transformation.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Automation and Scheduling: Set triggers to run workflows on demand or at scheduled intervals.</a:t>
            </a:r>
          </a:p>
          <a:p>
            <a:r>
              <a:rPr lang="en-US">
                <a:solidFill>
                  <a:srgbClr val="FFFFFF"/>
                </a:solidFill>
              </a:rPr>
              <a:t>Real-World Example: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Use case of a retail company analyzing sales data from multiple sources for inventory management.</a:t>
            </a:r>
          </a:p>
          <a:p>
            <a:endParaRPr lang="en-PK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126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Designing Big Data Solutions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Four-Step Process:</a:t>
            </a:r>
          </a:p>
          <a:p>
            <a:pPr lvl="1"/>
            <a:r>
              <a:rPr lang="en-US" dirty="0"/>
              <a:t>Evaluation: Assessing business requirements and data sources.</a:t>
            </a:r>
          </a:p>
          <a:p>
            <a:pPr lvl="1"/>
            <a:r>
              <a:rPr lang="en-US" dirty="0"/>
              <a:t>Architecture: Designing a scalable and flexible architecture.</a:t>
            </a:r>
          </a:p>
          <a:p>
            <a:pPr lvl="1"/>
            <a:r>
              <a:rPr lang="en-US" dirty="0"/>
              <a:t>Configuration: Setting up Azure resources to meet the design.</a:t>
            </a:r>
          </a:p>
          <a:p>
            <a:pPr lvl="1"/>
            <a:r>
              <a:rPr lang="en-US" dirty="0"/>
              <a:t>Production: Deploying and monitoring the solution.</a:t>
            </a:r>
          </a:p>
          <a:p>
            <a:r>
              <a:rPr lang="en-US" dirty="0"/>
              <a:t>Importance of Understanding Data Needs:</a:t>
            </a:r>
          </a:p>
          <a:p>
            <a:pPr lvl="1"/>
            <a:r>
              <a:rPr lang="en-US" dirty="0"/>
              <a:t>Aligning technology with business objectives to drive value.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57286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Identifying Big Data Architecture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r>
              <a:rPr lang="en-US" dirty="0"/>
              <a:t>Categories of Architecture:</a:t>
            </a:r>
          </a:p>
          <a:p>
            <a:pPr lvl="1"/>
            <a:r>
              <a:rPr lang="en-US" dirty="0"/>
              <a:t>Data Volume: Strategies for managing large datasets.</a:t>
            </a:r>
          </a:p>
          <a:p>
            <a:pPr lvl="1"/>
            <a:r>
              <a:rPr lang="en-US" dirty="0"/>
              <a:t>Velocity: Approaches for real-time processing and analytics.</a:t>
            </a:r>
          </a:p>
          <a:p>
            <a:pPr lvl="1"/>
            <a:r>
              <a:rPr lang="en-US" dirty="0"/>
              <a:t>Variety: Handling different data formats and sources.</a:t>
            </a:r>
          </a:p>
          <a:p>
            <a:pPr lvl="1"/>
            <a:r>
              <a:rPr lang="en-US" dirty="0"/>
              <a:t>Sources: Integrating data from IoT, social media, transactional databases, etc.</a:t>
            </a:r>
          </a:p>
          <a:p>
            <a:r>
              <a:rPr lang="en-US" dirty="0"/>
              <a:t>Implications for System Design:</a:t>
            </a:r>
          </a:p>
          <a:p>
            <a:pPr lvl="1"/>
            <a:r>
              <a:rPr lang="en-US" dirty="0"/>
              <a:t>Balancing performance, cost, and scalability.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A33FE-DDD4-4A7F-AC36-A22BDC5D1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402" y="3543763"/>
            <a:ext cx="5223490" cy="28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32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Big Data Architecture in Azure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92922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Introduction: Azure provides a comprehensive architecture for handling large volumes of data from diverse sources, enabling businesses to derive insights and make informed decisions.</a:t>
            </a:r>
          </a:p>
          <a:p>
            <a:r>
              <a:rPr lang="en-US" sz="1800" dirty="0"/>
              <a:t>Key Components:</a:t>
            </a:r>
          </a:p>
          <a:p>
            <a:pPr lvl="1"/>
            <a:r>
              <a:rPr lang="en-US" sz="1600" dirty="0"/>
              <a:t>Data Sources: Various sources including IoT devices, social media, and enterprise applications.</a:t>
            </a:r>
          </a:p>
          <a:p>
            <a:pPr lvl="1"/>
            <a:r>
              <a:rPr lang="en-US" sz="1600" dirty="0"/>
              <a:t>Data Storage: Scalable storage solutions like Azure Data Lake for unstructured data.</a:t>
            </a:r>
          </a:p>
          <a:p>
            <a:pPr lvl="1"/>
            <a:r>
              <a:rPr lang="en-US" sz="1600" dirty="0"/>
              <a:t>Real-time Ingestion: Tools for real-time data collection from multiple streams.</a:t>
            </a:r>
          </a:p>
          <a:p>
            <a:pPr lvl="1"/>
            <a:r>
              <a:rPr lang="en-US" sz="1600" dirty="0"/>
              <a:t>Batch Processing: Frameworks like Hadoop for processing large datasets.</a:t>
            </a:r>
          </a:p>
          <a:p>
            <a:pPr lvl="1"/>
            <a:r>
              <a:rPr lang="en-US" sz="1600" dirty="0"/>
              <a:t>Stream Processing: Azure Stream Analytics for real-time analytics.</a:t>
            </a:r>
          </a:p>
          <a:p>
            <a:pPr lvl="1"/>
            <a:r>
              <a:rPr lang="en-US" sz="1600" dirty="0"/>
              <a:t>Machine Learning: Integrating ML models to enhance data insights.</a:t>
            </a:r>
          </a:p>
          <a:p>
            <a:pPr lvl="1"/>
            <a:r>
              <a:rPr lang="en-US" sz="1600" dirty="0"/>
              <a:t>Reporting: Visualization tools like Power BI for reporting and dashboards.</a:t>
            </a:r>
          </a:p>
          <a:p>
            <a:pPr marL="0" indent="0">
              <a:buNone/>
            </a:pP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893915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Benefits of Azure Big Data Services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527580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Managed Services: Azure provides several managed services that minimize infrastructure management overhead, allowing teams to focus on data and analytics.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Data Lake Store: Scalable and secure data storage.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Synapse Analytics: Integrated analytics service.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Stream Analytics: Real-time data processing service.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Data Factory: Data integration service for ETL processes.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Event Hub: Big data streaming platform.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Azure IoT Hub: Solution for connecting IoT devices.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Open Source Technologies: Azure supports numerous open-source frameworks, allowing developers to leverage existing skills and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751854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86FDD-DF52-A733-EEC0-C523B94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Data Lake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95B1-0872-35BE-79FA-CB2B80C4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Description: Azure Data Lake is a highly scalable and secure cloud storage solution designed to store massive amounts of unstructured data.</a:t>
            </a:r>
          </a:p>
          <a:p>
            <a:pPr>
              <a:lnSpc>
                <a:spcPct val="110000"/>
              </a:lnSpc>
            </a:pPr>
            <a:r>
              <a:rPr lang="en-US" sz="17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Enterprise-grade security: Ensures data privacy with encryption, authentication, and role-based access control.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Native format data storage: Supports various data formats (JSON, CSV, Parquet, etc.) without requiring pre-processing.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Integration with Hadoop and Spark: Seamlessly works with big data frameworks for analytics and processing.</a:t>
            </a:r>
          </a:p>
          <a:p>
            <a:pPr>
              <a:lnSpc>
                <a:spcPct val="110000"/>
              </a:lnSpc>
            </a:pPr>
            <a:endParaRPr lang="en-PK" sz="1700"/>
          </a:p>
        </p:txBody>
      </p:sp>
    </p:spTree>
    <p:extLst>
      <p:ext uri="{BB962C8B-B14F-4D97-AF65-F5344CB8AC3E}">
        <p14:creationId xmlns:p14="http://schemas.microsoft.com/office/powerpoint/2010/main" val="3759021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NoSQL Databases in Azure</a:t>
            </a:r>
            <a:br>
              <a:rPr lang="en-US" sz="4000">
                <a:solidFill>
                  <a:schemeClr val="accent1"/>
                </a:solidFill>
              </a:rPr>
            </a:b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Overview: NoSQL databases are designed to handle large volumes of unstructured or semi-structured data, providing flexibility and scalability.</a:t>
            </a:r>
          </a:p>
          <a:p>
            <a:pPr>
              <a:lnSpc>
                <a:spcPct val="110000"/>
              </a:lnSpc>
            </a:pPr>
            <a:r>
              <a:rPr lang="en-US" sz="1700"/>
              <a:t>Supported Databases: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Azure Cosmos DB: Globally distributed, multi-model database service for high availability and low latency.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HBase on HDInsight: Open-source NoSQL database that runs on Hadoop for storing and processing big data.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Azure Data Explorer: Fast and highly scalable data exploration service for analyzing large amounts of structured and semi-structured data.</a:t>
            </a:r>
          </a:p>
          <a:p>
            <a:pPr>
              <a:lnSpc>
                <a:spcPct val="110000"/>
              </a:lnSpc>
            </a:pPr>
            <a:endParaRPr lang="en-PK" sz="1700"/>
          </a:p>
        </p:txBody>
      </p:sp>
    </p:spTree>
    <p:extLst>
      <p:ext uri="{BB962C8B-B14F-4D97-AF65-F5344CB8AC3E}">
        <p14:creationId xmlns:p14="http://schemas.microsoft.com/office/powerpoint/2010/main" val="627085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5000"/>
            <a:ext cx="4076149" cy="1873986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Real-time Stream Processing with Azure Stream Analytics</a:t>
            </a:r>
            <a:endParaRPr lang="en-PK" sz="3200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Functionality: Azure Stream Analytics enables the analysis of real-time data streams from various sources, allowing for timely decision-making.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Key Use Cases: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IoT Monitoring: Real-time analytics for connected devices to monitor performance and detect anomalies.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Web Logs: Analyze web traffic and user behavior for immediate insights.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Point of Sale (POS) Systems: Real-time transaction monitoring for fraud detection and inventory management.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Machine Learning Integration: Enhances analytics capabilities by applying machine learning models to streaming data.</a:t>
            </a:r>
          </a:p>
          <a:p>
            <a:pPr>
              <a:lnSpc>
                <a:spcPct val="110000"/>
              </a:lnSpc>
            </a:pPr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D60A0-8D28-C130-2EB1-CCDBAB11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99" y="3220876"/>
            <a:ext cx="4206241" cy="270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5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Unified Analytics with Azure Synapse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Description: Azure Synapse is an integrated analytics service that combines big data and data warehousing into a unified experience.</a:t>
            </a:r>
          </a:p>
          <a:p>
            <a:pPr>
              <a:lnSpc>
                <a:spcPct val="110000"/>
              </a:lnSpc>
            </a:pPr>
            <a:r>
              <a:rPr lang="en-US" sz="1700"/>
              <a:t>Features: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SQL and Spark integration: Allows users to run queries using either T-SQL or Spark for data processing.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T-SQL queries for data visualization: Facilitates easy querying of data for reporting and visualization.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Serverless and dedicated options: Flexibility to choose between serverless on-demand and provisioned resources.</a:t>
            </a:r>
          </a:p>
          <a:p>
            <a:pPr marL="0" indent="0">
              <a:lnSpc>
                <a:spcPct val="110000"/>
              </a:lnSpc>
              <a:buNone/>
            </a:pPr>
            <a:endParaRPr lang="en-PK" sz="1700"/>
          </a:p>
        </p:txBody>
      </p:sp>
    </p:spTree>
    <p:extLst>
      <p:ext uri="{BB962C8B-B14F-4D97-AF65-F5344CB8AC3E}">
        <p14:creationId xmlns:p14="http://schemas.microsoft.com/office/powerpoint/2010/main" val="27659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chemeClr val="accent1"/>
                </a:solidFill>
              </a:rPr>
              <a:t>Collaborative Analytics with Azure Databricks</a:t>
            </a:r>
            <a:br>
              <a:rPr lang="en-US" sz="3700">
                <a:solidFill>
                  <a:schemeClr val="accent1"/>
                </a:solidFill>
              </a:rPr>
            </a:br>
            <a:endParaRPr lang="en-PK" sz="37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Overview: Azure Databricks is a collaborative Apache Spark-based analytics platform designed for data science and data engineering.</a:t>
            </a:r>
          </a:p>
          <a:p>
            <a:pPr>
              <a:lnSpc>
                <a:spcPct val="110000"/>
              </a:lnSpc>
            </a:pPr>
            <a:r>
              <a:rPr lang="en-US" sz="1900"/>
              <a:t>Key Benefits: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Collaborative workspace: Provides an interactive environment for data scientists and engineers to work together.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Managed Spark clusters: Automatic management of Spark clusters for efficient resource allocation.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Support for multiple languages: Supports Python, R, Scala, and SQL for diverse data processing tasks.</a:t>
            </a:r>
            <a:endParaRPr lang="en-PK" sz="1900"/>
          </a:p>
        </p:txBody>
      </p:sp>
    </p:spTree>
    <p:extLst>
      <p:ext uri="{BB962C8B-B14F-4D97-AF65-F5344CB8AC3E}">
        <p14:creationId xmlns:p14="http://schemas.microsoft.com/office/powerpoint/2010/main" val="3401728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Managed Analytics with Azure HDInsight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Description: Azure HDInsight is a fully managed service for running open-source frameworks such as Apache Hadoop and Spark in the cloud.</a:t>
            </a:r>
          </a:p>
          <a:p>
            <a:pPr>
              <a:lnSpc>
                <a:spcPct val="110000"/>
              </a:lnSpc>
            </a:pPr>
            <a:r>
              <a:rPr lang="en-US" sz="1900"/>
              <a:t>Capabilities: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Create and scale data clusters: Easily deploy and manage clusters for big data processing.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Integration with Azure services: Seamless integration with Azure Data Lake Storage and Azure Data Factory for data ingestion and storage.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Support for various frameworks: Includes support for frameworks like Spark, Hive, and Kafka for diverse big data processing needs.</a:t>
            </a:r>
          </a:p>
          <a:p>
            <a:pPr>
              <a:lnSpc>
                <a:spcPct val="110000"/>
              </a:lnSpc>
            </a:pPr>
            <a:endParaRPr lang="en-PK" sz="1900"/>
          </a:p>
        </p:txBody>
      </p:sp>
    </p:spTree>
    <p:extLst>
      <p:ext uri="{BB962C8B-B14F-4D97-AF65-F5344CB8AC3E}">
        <p14:creationId xmlns:p14="http://schemas.microsoft.com/office/powerpoint/2010/main" val="124563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Data Integration with Azure Data Factory 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/>
              <a:t>Functionality: Azure Data Factory is a cloud-based data integration service that allows users to create, schedule, and manage data workflows.</a:t>
            </a:r>
          </a:p>
          <a:p>
            <a:pPr>
              <a:lnSpc>
                <a:spcPct val="110000"/>
              </a:lnSpc>
            </a:pPr>
            <a:r>
              <a:rPr lang="en-US" sz="2000"/>
              <a:t>Integration Capabilities: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ETL processes: Extract, Transform, Load data from various sources (SQL Server, NoSQL databases, flat files, etc.).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Support for real-time data streaming: Ability to ingest and process data in real-time.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Data orchestration: Automate workflows and monitor data pipelines effectively.</a:t>
            </a:r>
          </a:p>
          <a:p>
            <a:pPr>
              <a:lnSpc>
                <a:spcPct val="110000"/>
              </a:lnSpc>
            </a:pPr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2990005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Analysis Services : Enterprise-Grade Data Modeling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Overview: Azure Analysis Services is a cloud-based analytics engine designed for enterprise-grade business intelligence solutions.</a:t>
            </a:r>
          </a:p>
          <a:p>
            <a:pPr>
              <a:lnSpc>
                <a:spcPct val="110000"/>
              </a:lnSpc>
            </a:pPr>
            <a:r>
              <a:rPr lang="en-US" sz="19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High-performance BI solutions: Enables organizations to create complex data models for analytics.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Autoscaling capabilities: Automatically adjusts resources based on workload, optimizing costs and performance.</a:t>
            </a:r>
          </a:p>
          <a:p>
            <a:pPr lvl="1">
              <a:lnSpc>
                <a:spcPct val="110000"/>
              </a:lnSpc>
            </a:pPr>
            <a:r>
              <a:rPr lang="en-US" sz="1900"/>
              <a:t>Integration with Power BI: Seamless integration for creating rich visualizations and reports.</a:t>
            </a:r>
          </a:p>
          <a:p>
            <a:pPr>
              <a:lnSpc>
                <a:spcPct val="110000"/>
              </a:lnSpc>
            </a:pPr>
            <a:endParaRPr lang="en-PK" sz="1900"/>
          </a:p>
        </p:txBody>
      </p:sp>
    </p:spTree>
    <p:extLst>
      <p:ext uri="{BB962C8B-B14F-4D97-AF65-F5344CB8AC3E}">
        <p14:creationId xmlns:p14="http://schemas.microsoft.com/office/powerpoint/2010/main" val="289478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Enhancing Applications with Power BI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/>
              <a:t>Overview: Power BI enables organizations to visualize data and share insights across the organization and embed them in applications.</a:t>
            </a:r>
          </a:p>
          <a:p>
            <a:pPr>
              <a:lnSpc>
                <a:spcPct val="110000"/>
              </a:lnSpc>
            </a:pPr>
            <a:r>
              <a:rPr lang="en-US" sz="2000"/>
              <a:t>Embedding Options: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HTML iframe: Easily embed interactive Power BI reports in web applications.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REST APIs and SDKs: Provides extensive APIs for embedding capabilities across various platforms.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Custom Visuals: Support for custom visuals to tailor reports to specific business needs.</a:t>
            </a:r>
          </a:p>
          <a:p>
            <a:pPr marL="0" indent="0">
              <a:lnSpc>
                <a:spcPct val="110000"/>
              </a:lnSpc>
              <a:buNone/>
            </a:pPr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1809328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5C59-0A32-7DAE-B133-94267CCB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Real-World Use Cases of Azure Big Data Services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E89A-378F-F11B-7834-EA74F0CA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Retail Analytics: Analyze customer behavior and inventory levels to optimize stock and enhance customer experience.</a:t>
            </a:r>
          </a:p>
          <a:p>
            <a:r>
              <a:rPr lang="en-US" sz="2000"/>
              <a:t>IoT Solutions: Monitor and analyze data from IoT devices for predictive maintenance and operational efficiency.</a:t>
            </a:r>
          </a:p>
          <a:p>
            <a:r>
              <a:rPr lang="en-US" sz="2000"/>
              <a:t>Healthcare: Use big data analytics for patient monitoring and improving treatment outcomes.</a:t>
            </a:r>
          </a:p>
          <a:p>
            <a:r>
              <a:rPr lang="en-US" sz="2000"/>
              <a:t>Financial Services: Fraud detection and risk assessment through real-time analytics of transaction data.</a:t>
            </a:r>
          </a:p>
          <a:p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3841216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585493-89F0-4F75-99E0-3DC92A3D1D6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3466</TotalTime>
  <Words>1640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 Nova Light</vt:lpstr>
      <vt:lpstr>Wingdings 2</vt:lpstr>
      <vt:lpstr>DividendVTI</vt:lpstr>
      <vt:lpstr> CHAPTER 7 Big Data, Reporting, and Analytics Services in Azure</vt:lpstr>
      <vt:lpstr>Big Data</vt:lpstr>
      <vt:lpstr>Big Data</vt:lpstr>
      <vt:lpstr>Azure Data &amp; Analytics Services</vt:lpstr>
      <vt:lpstr>Complex Data Pipeline Tools</vt:lpstr>
      <vt:lpstr>Designing Big Data Solutions</vt:lpstr>
      <vt:lpstr>Identifying Big Data Architecture</vt:lpstr>
      <vt:lpstr>Big Data Architecture in Azure</vt:lpstr>
      <vt:lpstr>Benefits of Azure Big Data Services</vt:lpstr>
      <vt:lpstr>Azure Data Lake</vt:lpstr>
      <vt:lpstr>NoSQL Databases in Azure </vt:lpstr>
      <vt:lpstr>Real-time Stream Processing with Azure Stream Analytics</vt:lpstr>
      <vt:lpstr>Unified Analytics with Azure Synapse</vt:lpstr>
      <vt:lpstr>Collaborative Analytics with Azure Databricks </vt:lpstr>
      <vt:lpstr>Managed Analytics with Azure HDInsight</vt:lpstr>
      <vt:lpstr>Data Integration with Azure Data Factory </vt:lpstr>
      <vt:lpstr>Azure Analysis Services : Enterprise-Grade Data Modeling</vt:lpstr>
      <vt:lpstr>Enhancing Applications with Power BI</vt:lpstr>
      <vt:lpstr>Real-World Use Cases of Azure Big Data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39</cp:revision>
  <dcterms:created xsi:type="dcterms:W3CDTF">2024-08-20T00:20:53Z</dcterms:created>
  <dcterms:modified xsi:type="dcterms:W3CDTF">2025-10-02T11:14:56Z</dcterms:modified>
</cp:coreProperties>
</file>