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18"/>
  </p:notesMasterIdLst>
  <p:sldIdLst>
    <p:sldId id="571" r:id="rId2"/>
    <p:sldId id="573" r:id="rId3"/>
    <p:sldId id="574" r:id="rId4"/>
    <p:sldId id="575" r:id="rId5"/>
    <p:sldId id="576" r:id="rId6"/>
    <p:sldId id="577" r:id="rId7"/>
    <p:sldId id="578" r:id="rId8"/>
    <p:sldId id="579" r:id="rId9"/>
    <p:sldId id="580" r:id="rId10"/>
    <p:sldId id="581" r:id="rId11"/>
    <p:sldId id="582" r:id="rId12"/>
    <p:sldId id="583" r:id="rId13"/>
    <p:sldId id="584" r:id="rId14"/>
    <p:sldId id="585" r:id="rId15"/>
    <p:sldId id="586" r:id="rId16"/>
    <p:sldId id="587" r:id="rId1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8 - Book 2" id="{EA92D718-5F0E-4164-B9BB-DBEEB189B315}">
          <p14:sldIdLst>
            <p14:sldId id="571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7A6E7D-8850-4185-B4F8-E9CADEE88CD2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BED420-F444-4E82-B4ED-938ED6F9865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Overview:</a:t>
          </a:r>
        </a:p>
      </dgm:t>
    </dgm:pt>
    <dgm:pt modelId="{C1CD734E-EDB4-44F6-9D6D-D9A4B8C2531D}" type="parTrans" cxnId="{365248FD-0219-42EF-89ED-F8B58D81514F}">
      <dgm:prSet/>
      <dgm:spPr/>
      <dgm:t>
        <a:bodyPr/>
        <a:lstStyle/>
        <a:p>
          <a:endParaRPr lang="en-US"/>
        </a:p>
      </dgm:t>
    </dgm:pt>
    <dgm:pt modelId="{0D5B192E-25FD-4341-8AD2-5709B0572025}" type="sibTrans" cxnId="{365248FD-0219-42EF-89ED-F8B58D81514F}">
      <dgm:prSet/>
      <dgm:spPr/>
      <dgm:t>
        <a:bodyPr/>
        <a:lstStyle/>
        <a:p>
          <a:endParaRPr lang="en-US"/>
        </a:p>
      </dgm:t>
    </dgm:pt>
    <dgm:pt modelId="{FCFCB26C-B59C-45DB-B093-AE8824D908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Collection of cloud-based mapping services.</a:t>
          </a:r>
        </a:p>
      </dgm:t>
    </dgm:pt>
    <dgm:pt modelId="{927F6A16-E3C8-466D-A26C-C8BDD949B677}" type="parTrans" cxnId="{06AA7124-FB40-460C-B7D3-2112932D236F}">
      <dgm:prSet/>
      <dgm:spPr/>
      <dgm:t>
        <a:bodyPr/>
        <a:lstStyle/>
        <a:p>
          <a:endParaRPr lang="en-US"/>
        </a:p>
      </dgm:t>
    </dgm:pt>
    <dgm:pt modelId="{1BFAC709-DC66-402E-A79C-5839C192399B}" type="sibTrans" cxnId="{06AA7124-FB40-460C-B7D3-2112932D236F}">
      <dgm:prSet/>
      <dgm:spPr/>
      <dgm:t>
        <a:bodyPr/>
        <a:lstStyle/>
        <a:p>
          <a:endParaRPr lang="en-US"/>
        </a:p>
      </dgm:t>
    </dgm:pt>
    <dgm:pt modelId="{EF8CB6F3-9E97-498E-8E9E-80A1D7E8B4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Geospatial assistance for web and mobile applications.</a:t>
          </a:r>
        </a:p>
      </dgm:t>
    </dgm:pt>
    <dgm:pt modelId="{A5EBF716-895B-492D-889D-8E6F0B8BABD4}" type="parTrans" cxnId="{7D44B2CE-BB2C-483E-BCA7-D9CDC7A6E50B}">
      <dgm:prSet/>
      <dgm:spPr/>
      <dgm:t>
        <a:bodyPr/>
        <a:lstStyle/>
        <a:p>
          <a:endParaRPr lang="en-US"/>
        </a:p>
      </dgm:t>
    </dgm:pt>
    <dgm:pt modelId="{B1F5955B-E703-4A0E-8297-EEEED64C54F5}" type="sibTrans" cxnId="{7D44B2CE-BB2C-483E-BCA7-D9CDC7A6E50B}">
      <dgm:prSet/>
      <dgm:spPr/>
      <dgm:t>
        <a:bodyPr/>
        <a:lstStyle/>
        <a:p>
          <a:endParaRPr lang="en-US"/>
        </a:p>
      </dgm:t>
    </dgm:pt>
    <dgm:pt modelId="{921B7A87-373E-42A5-A80B-32093B7831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SDKs for mapping data and geographic features.</a:t>
          </a:r>
        </a:p>
      </dgm:t>
    </dgm:pt>
    <dgm:pt modelId="{97101711-E1C9-496F-9DFC-E8561BEE3D7D}" type="parTrans" cxnId="{EBA24164-D014-46A5-9435-0E97A6B525C8}">
      <dgm:prSet/>
      <dgm:spPr/>
      <dgm:t>
        <a:bodyPr/>
        <a:lstStyle/>
        <a:p>
          <a:endParaRPr lang="en-US"/>
        </a:p>
      </dgm:t>
    </dgm:pt>
    <dgm:pt modelId="{1982D5F3-5197-47EE-B299-9B4BD914EA0F}" type="sibTrans" cxnId="{EBA24164-D014-46A5-9435-0E97A6B525C8}">
      <dgm:prSet/>
      <dgm:spPr/>
      <dgm:t>
        <a:bodyPr/>
        <a:lstStyle/>
        <a:p>
          <a:endParaRPr lang="en-US"/>
        </a:p>
      </dgm:t>
    </dgm:pt>
    <dgm:pt modelId="{5C724627-7962-49E6-9C01-CD48450C019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Key Features of Azure Maps:</a:t>
          </a:r>
        </a:p>
      </dgm:t>
    </dgm:pt>
    <dgm:pt modelId="{EA5EF5CF-DC4E-4913-96C8-88DEFFB200E0}" type="parTrans" cxnId="{28C8CEDA-8EC6-477D-904E-89D175B5D7B7}">
      <dgm:prSet/>
      <dgm:spPr/>
      <dgm:t>
        <a:bodyPr/>
        <a:lstStyle/>
        <a:p>
          <a:endParaRPr lang="en-US"/>
        </a:p>
      </dgm:t>
    </dgm:pt>
    <dgm:pt modelId="{3C24A6B0-F8A7-4E5C-AF88-6B56B5C747E6}" type="sibTrans" cxnId="{28C8CEDA-8EC6-477D-904E-89D175B5D7B7}">
      <dgm:prSet/>
      <dgm:spPr/>
      <dgm:t>
        <a:bodyPr/>
        <a:lstStyle/>
        <a:p>
          <a:endParaRPr lang="en-US"/>
        </a:p>
      </dgm:t>
    </dgm:pt>
    <dgm:pt modelId="{151F8DD2-48DE-40F3-8891-6D72620133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Geospatial Services: REST APIs for geocoding, routing, traffic data.</a:t>
          </a:r>
        </a:p>
      </dgm:t>
    </dgm:pt>
    <dgm:pt modelId="{2AF7E8D1-63E9-44A1-981A-32AB02ED1447}" type="parTrans" cxnId="{4E87BCB4-FBA5-4FCB-A020-EA6D8A00AAE3}">
      <dgm:prSet/>
      <dgm:spPr/>
      <dgm:t>
        <a:bodyPr/>
        <a:lstStyle/>
        <a:p>
          <a:endParaRPr lang="en-US"/>
        </a:p>
      </dgm:t>
    </dgm:pt>
    <dgm:pt modelId="{486E0EAF-060F-400E-B186-A8DC6E4F31A1}" type="sibTrans" cxnId="{4E87BCB4-FBA5-4FCB-A020-EA6D8A00AAE3}">
      <dgm:prSet/>
      <dgm:spPr/>
      <dgm:t>
        <a:bodyPr/>
        <a:lstStyle/>
        <a:p>
          <a:endParaRPr lang="en-US"/>
        </a:p>
      </dgm:t>
    </dgm:pt>
    <dgm:pt modelId="{F427D99D-B02A-47FE-A392-B3439A0F03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Interactive Maps: Web-based control for adding maps to applications.</a:t>
          </a:r>
        </a:p>
      </dgm:t>
    </dgm:pt>
    <dgm:pt modelId="{BCCD261F-FDA6-4A27-827C-084AFD4C3EDE}" type="parTrans" cxnId="{34A78E95-5C36-4F27-A809-AA1DDDDBCB22}">
      <dgm:prSet/>
      <dgm:spPr/>
      <dgm:t>
        <a:bodyPr/>
        <a:lstStyle/>
        <a:p>
          <a:endParaRPr lang="en-US"/>
        </a:p>
      </dgm:t>
    </dgm:pt>
    <dgm:pt modelId="{E9DD08D3-911B-4A13-BC77-8E79F43BC483}" type="sibTrans" cxnId="{34A78E95-5C36-4F27-A809-AA1DDDDBCB22}">
      <dgm:prSet/>
      <dgm:spPr/>
      <dgm:t>
        <a:bodyPr/>
        <a:lstStyle/>
        <a:p>
          <a:endParaRPr lang="en-US"/>
        </a:p>
      </dgm:t>
    </dgm:pt>
    <dgm:pt modelId="{585C3F49-16B8-4EB2-B179-9986862ECB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Location APIs: Access to points of interest and geofencing data.</a:t>
          </a:r>
        </a:p>
      </dgm:t>
    </dgm:pt>
    <dgm:pt modelId="{DE96BFDA-3A78-482D-9013-C6EC879A5D7E}" type="parTrans" cxnId="{B8DE72C7-3182-4ABF-9AAE-3E42FE643CE7}">
      <dgm:prSet/>
      <dgm:spPr/>
      <dgm:t>
        <a:bodyPr/>
        <a:lstStyle/>
        <a:p>
          <a:endParaRPr lang="en-US"/>
        </a:p>
      </dgm:t>
    </dgm:pt>
    <dgm:pt modelId="{F5C93872-3670-43B2-A8D2-F4104F898DC8}" type="sibTrans" cxnId="{B8DE72C7-3182-4ABF-9AAE-3E42FE643CE7}">
      <dgm:prSet/>
      <dgm:spPr/>
      <dgm:t>
        <a:bodyPr/>
        <a:lstStyle/>
        <a:p>
          <a:endParaRPr lang="en-US"/>
        </a:p>
      </dgm:t>
    </dgm:pt>
    <dgm:pt modelId="{20A27E79-8C53-4125-A7A4-2340BB5489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Advanced Features:</a:t>
          </a:r>
        </a:p>
      </dgm:t>
    </dgm:pt>
    <dgm:pt modelId="{2B8AF239-A108-46CA-927C-8688421B109F}" type="parTrans" cxnId="{3754FD94-BE0A-417B-B788-77DBF3820C0C}">
      <dgm:prSet/>
      <dgm:spPr/>
      <dgm:t>
        <a:bodyPr/>
        <a:lstStyle/>
        <a:p>
          <a:endParaRPr lang="en-US"/>
        </a:p>
      </dgm:t>
    </dgm:pt>
    <dgm:pt modelId="{ED14F378-26C7-43F2-A7A9-27D209CF63B7}" type="sibTrans" cxnId="{3754FD94-BE0A-417B-B788-77DBF3820C0C}">
      <dgm:prSet/>
      <dgm:spPr/>
      <dgm:t>
        <a:bodyPr/>
        <a:lstStyle/>
        <a:p>
          <a:endParaRPr lang="en-US"/>
        </a:p>
      </dgm:t>
    </dgm:pt>
    <dgm:pt modelId="{5F943230-2AB4-4863-AD24-0BB33D8515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Spatial Operations: APIs for geofencing, buffering, spatial analysis.</a:t>
          </a:r>
        </a:p>
      </dgm:t>
    </dgm:pt>
    <dgm:pt modelId="{3D203F6B-759F-4A84-B149-EB845A3ED1B2}" type="parTrans" cxnId="{8EE1C5B3-B7D8-4A87-ADBF-CA4B7FD36598}">
      <dgm:prSet/>
      <dgm:spPr/>
      <dgm:t>
        <a:bodyPr/>
        <a:lstStyle/>
        <a:p>
          <a:endParaRPr lang="en-US"/>
        </a:p>
      </dgm:t>
    </dgm:pt>
    <dgm:pt modelId="{E489F098-1D63-44DA-8A1A-67B55B8A9152}" type="sibTrans" cxnId="{8EE1C5B3-B7D8-4A87-ADBF-CA4B7FD36598}">
      <dgm:prSet/>
      <dgm:spPr/>
      <dgm:t>
        <a:bodyPr/>
        <a:lstStyle/>
        <a:p>
          <a:endParaRPr lang="en-US"/>
        </a:p>
      </dgm:t>
    </dgm:pt>
    <dgm:pt modelId="{E9031C57-7102-4530-94FB-9FEDB1F356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Real-time Traffic: Access to incidents, congestion, traffic flow data.</a:t>
          </a:r>
        </a:p>
      </dgm:t>
    </dgm:pt>
    <dgm:pt modelId="{C2E20CA3-D34F-4582-8D33-169D62C8A9A5}" type="parTrans" cxnId="{BC780919-A3B4-4196-A178-5C76289F6393}">
      <dgm:prSet/>
      <dgm:spPr/>
      <dgm:t>
        <a:bodyPr/>
        <a:lstStyle/>
        <a:p>
          <a:endParaRPr lang="en-US"/>
        </a:p>
      </dgm:t>
    </dgm:pt>
    <dgm:pt modelId="{B8162B7D-4418-479F-8B61-C925B0BD163F}" type="sibTrans" cxnId="{BC780919-A3B4-4196-A178-5C76289F6393}">
      <dgm:prSet/>
      <dgm:spPr/>
      <dgm:t>
        <a:bodyPr/>
        <a:lstStyle/>
        <a:p>
          <a:endParaRPr lang="en-US"/>
        </a:p>
      </dgm:t>
    </dgm:pt>
    <dgm:pt modelId="{55156C96-0871-4F01-ABAF-F6A0B47738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Mobility Services: Public transit and electric vehicle charging locations.</a:t>
          </a:r>
        </a:p>
      </dgm:t>
    </dgm:pt>
    <dgm:pt modelId="{F165D644-A558-4DF3-AE63-A9E02EC65713}" type="parTrans" cxnId="{464C8D0C-87C5-408E-B32A-2A6D4E8DBE22}">
      <dgm:prSet/>
      <dgm:spPr/>
      <dgm:t>
        <a:bodyPr/>
        <a:lstStyle/>
        <a:p>
          <a:endParaRPr lang="en-US"/>
        </a:p>
      </dgm:t>
    </dgm:pt>
    <dgm:pt modelId="{348E2024-102F-4851-9A26-F0619D0C1AB1}" type="sibTrans" cxnId="{464C8D0C-87C5-408E-B32A-2A6D4E8DBE22}">
      <dgm:prSet/>
      <dgm:spPr/>
      <dgm:t>
        <a:bodyPr/>
        <a:lstStyle/>
        <a:p>
          <a:endParaRPr lang="en-US"/>
        </a:p>
      </dgm:t>
    </dgm:pt>
    <dgm:pt modelId="{01D8E232-CAF1-4C7D-8F35-68CECE522FF7}" type="pres">
      <dgm:prSet presAssocID="{D47A6E7D-8850-4185-B4F8-E9CADEE88CD2}" presName="root" presStyleCnt="0">
        <dgm:presLayoutVars>
          <dgm:dir/>
          <dgm:resizeHandles val="exact"/>
        </dgm:presLayoutVars>
      </dgm:prSet>
      <dgm:spPr/>
    </dgm:pt>
    <dgm:pt modelId="{8DAB6388-5DC6-449A-9EBD-FB01565D24C8}" type="pres">
      <dgm:prSet presAssocID="{26BED420-F444-4E82-B4ED-938ED6F9865D}" presName="compNode" presStyleCnt="0"/>
      <dgm:spPr/>
    </dgm:pt>
    <dgm:pt modelId="{8014ED4A-09CF-4E9A-8B3C-DBA3B75E835B}" type="pres">
      <dgm:prSet presAssocID="{26BED420-F444-4E82-B4ED-938ED6F9865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342FEB74-443F-417B-ACEA-B5CABB7931EB}" type="pres">
      <dgm:prSet presAssocID="{26BED420-F444-4E82-B4ED-938ED6F9865D}" presName="iconSpace" presStyleCnt="0"/>
      <dgm:spPr/>
    </dgm:pt>
    <dgm:pt modelId="{8C081B1A-7D13-4345-BF5A-AD57C0073B16}" type="pres">
      <dgm:prSet presAssocID="{26BED420-F444-4E82-B4ED-938ED6F9865D}" presName="parTx" presStyleLbl="revTx" presStyleIdx="0" presStyleCnt="6">
        <dgm:presLayoutVars>
          <dgm:chMax val="0"/>
          <dgm:chPref val="0"/>
        </dgm:presLayoutVars>
      </dgm:prSet>
      <dgm:spPr/>
    </dgm:pt>
    <dgm:pt modelId="{0F702D9B-314C-4231-89C1-AC18FE15418E}" type="pres">
      <dgm:prSet presAssocID="{26BED420-F444-4E82-B4ED-938ED6F9865D}" presName="txSpace" presStyleCnt="0"/>
      <dgm:spPr/>
    </dgm:pt>
    <dgm:pt modelId="{846D1D13-7E96-45FA-A731-925B43BD0987}" type="pres">
      <dgm:prSet presAssocID="{26BED420-F444-4E82-B4ED-938ED6F9865D}" presName="desTx" presStyleLbl="revTx" presStyleIdx="1" presStyleCnt="6">
        <dgm:presLayoutVars/>
      </dgm:prSet>
      <dgm:spPr/>
    </dgm:pt>
    <dgm:pt modelId="{1A7EC008-2DCF-4912-8DF6-9CE46D89FF97}" type="pres">
      <dgm:prSet presAssocID="{0D5B192E-25FD-4341-8AD2-5709B0572025}" presName="sibTrans" presStyleCnt="0"/>
      <dgm:spPr/>
    </dgm:pt>
    <dgm:pt modelId="{E2DEE89C-D784-47B7-9327-D6BA69A0A896}" type="pres">
      <dgm:prSet presAssocID="{5C724627-7962-49E6-9C01-CD48450C0192}" presName="compNode" presStyleCnt="0"/>
      <dgm:spPr/>
    </dgm:pt>
    <dgm:pt modelId="{0660A4F9-0D0E-4BDF-8B1F-9478DA69CC84}" type="pres">
      <dgm:prSet presAssocID="{5C724627-7962-49E6-9C01-CD48450C019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8934D7C9-AE2B-4BA5-B248-0C11296A575C}" type="pres">
      <dgm:prSet presAssocID="{5C724627-7962-49E6-9C01-CD48450C0192}" presName="iconSpace" presStyleCnt="0"/>
      <dgm:spPr/>
    </dgm:pt>
    <dgm:pt modelId="{13EB6201-CC6D-4B8E-B272-916B4DF33A0C}" type="pres">
      <dgm:prSet presAssocID="{5C724627-7962-49E6-9C01-CD48450C0192}" presName="parTx" presStyleLbl="revTx" presStyleIdx="2" presStyleCnt="6">
        <dgm:presLayoutVars>
          <dgm:chMax val="0"/>
          <dgm:chPref val="0"/>
        </dgm:presLayoutVars>
      </dgm:prSet>
      <dgm:spPr/>
    </dgm:pt>
    <dgm:pt modelId="{2319EF2B-2779-4F0E-99BF-5CBA9E0D4447}" type="pres">
      <dgm:prSet presAssocID="{5C724627-7962-49E6-9C01-CD48450C0192}" presName="txSpace" presStyleCnt="0"/>
      <dgm:spPr/>
    </dgm:pt>
    <dgm:pt modelId="{6C4C55A4-4F14-4B9E-8BE4-423F1A07AD05}" type="pres">
      <dgm:prSet presAssocID="{5C724627-7962-49E6-9C01-CD48450C0192}" presName="desTx" presStyleLbl="revTx" presStyleIdx="3" presStyleCnt="6">
        <dgm:presLayoutVars/>
      </dgm:prSet>
      <dgm:spPr/>
    </dgm:pt>
    <dgm:pt modelId="{80140BDE-E157-43F3-A071-1353F8C1BEBA}" type="pres">
      <dgm:prSet presAssocID="{3C24A6B0-F8A7-4E5C-AF88-6B56B5C747E6}" presName="sibTrans" presStyleCnt="0"/>
      <dgm:spPr/>
    </dgm:pt>
    <dgm:pt modelId="{263D45B2-16AF-4297-A5BA-4DAB047CED71}" type="pres">
      <dgm:prSet presAssocID="{20A27E79-8C53-4125-A7A4-2340BB548998}" presName="compNode" presStyleCnt="0"/>
      <dgm:spPr/>
    </dgm:pt>
    <dgm:pt modelId="{D70023A0-E09F-4395-B28A-B9E02241D131}" type="pres">
      <dgm:prSet presAssocID="{20A27E79-8C53-4125-A7A4-2340BB54899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C5C7E54-5D48-44A0-95C2-01042A9D9C41}" type="pres">
      <dgm:prSet presAssocID="{20A27E79-8C53-4125-A7A4-2340BB548998}" presName="iconSpace" presStyleCnt="0"/>
      <dgm:spPr/>
    </dgm:pt>
    <dgm:pt modelId="{36E23211-A97B-4448-9F2D-7102524D5C3D}" type="pres">
      <dgm:prSet presAssocID="{20A27E79-8C53-4125-A7A4-2340BB548998}" presName="parTx" presStyleLbl="revTx" presStyleIdx="4" presStyleCnt="6">
        <dgm:presLayoutVars>
          <dgm:chMax val="0"/>
          <dgm:chPref val="0"/>
        </dgm:presLayoutVars>
      </dgm:prSet>
      <dgm:spPr/>
    </dgm:pt>
    <dgm:pt modelId="{02A96707-609B-44CF-981C-FA92CC927058}" type="pres">
      <dgm:prSet presAssocID="{20A27E79-8C53-4125-A7A4-2340BB548998}" presName="txSpace" presStyleCnt="0"/>
      <dgm:spPr/>
    </dgm:pt>
    <dgm:pt modelId="{0F39895D-A4E9-4C77-9B18-5D17A8AFA4BB}" type="pres">
      <dgm:prSet presAssocID="{20A27E79-8C53-4125-A7A4-2340BB548998}" presName="desTx" presStyleLbl="revTx" presStyleIdx="5" presStyleCnt="6">
        <dgm:presLayoutVars/>
      </dgm:prSet>
      <dgm:spPr/>
    </dgm:pt>
  </dgm:ptLst>
  <dgm:cxnLst>
    <dgm:cxn modelId="{37855B09-E240-4CA2-B290-7012FB109472}" type="presOf" srcId="{55156C96-0871-4F01-ABAF-F6A0B4773845}" destId="{0F39895D-A4E9-4C77-9B18-5D17A8AFA4BB}" srcOrd="0" destOrd="2" presId="urn:microsoft.com/office/officeart/2018/2/layout/IconLabelDescriptionList"/>
    <dgm:cxn modelId="{464C8D0C-87C5-408E-B32A-2A6D4E8DBE22}" srcId="{20A27E79-8C53-4125-A7A4-2340BB548998}" destId="{55156C96-0871-4F01-ABAF-F6A0B4773845}" srcOrd="2" destOrd="0" parTransId="{F165D644-A558-4DF3-AE63-A9E02EC65713}" sibTransId="{348E2024-102F-4851-9A26-F0619D0C1AB1}"/>
    <dgm:cxn modelId="{BF45980E-5B80-4B7E-8A50-3B81C04A90E8}" type="presOf" srcId="{E9031C57-7102-4530-94FB-9FEDB1F35654}" destId="{0F39895D-A4E9-4C77-9B18-5D17A8AFA4BB}" srcOrd="0" destOrd="1" presId="urn:microsoft.com/office/officeart/2018/2/layout/IconLabelDescriptionList"/>
    <dgm:cxn modelId="{8E7E1210-5EF4-4D57-9A77-17F8A43FB079}" type="presOf" srcId="{921B7A87-373E-42A5-A80B-32093B783127}" destId="{846D1D13-7E96-45FA-A731-925B43BD0987}" srcOrd="0" destOrd="2" presId="urn:microsoft.com/office/officeart/2018/2/layout/IconLabelDescriptionList"/>
    <dgm:cxn modelId="{BC780919-A3B4-4196-A178-5C76289F6393}" srcId="{20A27E79-8C53-4125-A7A4-2340BB548998}" destId="{E9031C57-7102-4530-94FB-9FEDB1F35654}" srcOrd="1" destOrd="0" parTransId="{C2E20CA3-D34F-4582-8D33-169D62C8A9A5}" sibTransId="{B8162B7D-4418-479F-8B61-C925B0BD163F}"/>
    <dgm:cxn modelId="{06AA7124-FB40-460C-B7D3-2112932D236F}" srcId="{26BED420-F444-4E82-B4ED-938ED6F9865D}" destId="{FCFCB26C-B59C-45DB-B093-AE8824D9083C}" srcOrd="0" destOrd="0" parTransId="{927F6A16-E3C8-466D-A26C-C8BDD949B677}" sibTransId="{1BFAC709-DC66-402E-A79C-5839C192399B}"/>
    <dgm:cxn modelId="{84A7AF61-8858-4B7C-9FE4-81DA554DD7B8}" type="presOf" srcId="{D47A6E7D-8850-4185-B4F8-E9CADEE88CD2}" destId="{01D8E232-CAF1-4C7D-8F35-68CECE522FF7}" srcOrd="0" destOrd="0" presId="urn:microsoft.com/office/officeart/2018/2/layout/IconLabelDescriptionList"/>
    <dgm:cxn modelId="{EBA24164-D014-46A5-9435-0E97A6B525C8}" srcId="{26BED420-F444-4E82-B4ED-938ED6F9865D}" destId="{921B7A87-373E-42A5-A80B-32093B783127}" srcOrd="2" destOrd="0" parTransId="{97101711-E1C9-496F-9DFC-E8561BEE3D7D}" sibTransId="{1982D5F3-5197-47EE-B299-9B4BD914EA0F}"/>
    <dgm:cxn modelId="{F4579B6F-0080-474A-8AA8-0D1D6C433B7F}" type="presOf" srcId="{151F8DD2-48DE-40F3-8891-6D72620133D1}" destId="{6C4C55A4-4F14-4B9E-8BE4-423F1A07AD05}" srcOrd="0" destOrd="0" presId="urn:microsoft.com/office/officeart/2018/2/layout/IconLabelDescriptionList"/>
    <dgm:cxn modelId="{3E33C172-E9DC-4508-9797-DF8446D0D314}" type="presOf" srcId="{EF8CB6F3-9E97-498E-8E9E-80A1D7E8B493}" destId="{846D1D13-7E96-45FA-A731-925B43BD0987}" srcOrd="0" destOrd="1" presId="urn:microsoft.com/office/officeart/2018/2/layout/IconLabelDescriptionList"/>
    <dgm:cxn modelId="{596B567E-7871-4C99-9C69-1DCC74CB7F9E}" type="presOf" srcId="{26BED420-F444-4E82-B4ED-938ED6F9865D}" destId="{8C081B1A-7D13-4345-BF5A-AD57C0073B16}" srcOrd="0" destOrd="0" presId="urn:microsoft.com/office/officeart/2018/2/layout/IconLabelDescriptionList"/>
    <dgm:cxn modelId="{3754FD94-BE0A-417B-B788-77DBF3820C0C}" srcId="{D47A6E7D-8850-4185-B4F8-E9CADEE88CD2}" destId="{20A27E79-8C53-4125-A7A4-2340BB548998}" srcOrd="2" destOrd="0" parTransId="{2B8AF239-A108-46CA-927C-8688421B109F}" sibTransId="{ED14F378-26C7-43F2-A7A9-27D209CF63B7}"/>
    <dgm:cxn modelId="{34A78E95-5C36-4F27-A809-AA1DDDDBCB22}" srcId="{5C724627-7962-49E6-9C01-CD48450C0192}" destId="{F427D99D-B02A-47FE-A392-B3439A0F03E7}" srcOrd="1" destOrd="0" parTransId="{BCCD261F-FDA6-4A27-827C-084AFD4C3EDE}" sibTransId="{E9DD08D3-911B-4A13-BC77-8E79F43BC483}"/>
    <dgm:cxn modelId="{D1597CAA-5715-4317-B323-35A977F4265B}" type="presOf" srcId="{FCFCB26C-B59C-45DB-B093-AE8824D9083C}" destId="{846D1D13-7E96-45FA-A731-925B43BD0987}" srcOrd="0" destOrd="0" presId="urn:microsoft.com/office/officeart/2018/2/layout/IconLabelDescriptionList"/>
    <dgm:cxn modelId="{8EE1C5B3-B7D8-4A87-ADBF-CA4B7FD36598}" srcId="{20A27E79-8C53-4125-A7A4-2340BB548998}" destId="{5F943230-2AB4-4863-AD24-0BB33D851579}" srcOrd="0" destOrd="0" parTransId="{3D203F6B-759F-4A84-B149-EB845A3ED1B2}" sibTransId="{E489F098-1D63-44DA-8A1A-67B55B8A9152}"/>
    <dgm:cxn modelId="{4E87BCB4-FBA5-4FCB-A020-EA6D8A00AAE3}" srcId="{5C724627-7962-49E6-9C01-CD48450C0192}" destId="{151F8DD2-48DE-40F3-8891-6D72620133D1}" srcOrd="0" destOrd="0" parTransId="{2AF7E8D1-63E9-44A1-981A-32AB02ED1447}" sibTransId="{486E0EAF-060F-400E-B186-A8DC6E4F31A1}"/>
    <dgm:cxn modelId="{EFEA92BD-8668-4D0A-84B1-3C92790D433B}" type="presOf" srcId="{20A27E79-8C53-4125-A7A4-2340BB548998}" destId="{36E23211-A97B-4448-9F2D-7102524D5C3D}" srcOrd="0" destOrd="0" presId="urn:microsoft.com/office/officeart/2018/2/layout/IconLabelDescriptionList"/>
    <dgm:cxn modelId="{AD8894BE-D47E-47F1-B21E-92974D2D246C}" type="presOf" srcId="{F427D99D-B02A-47FE-A392-B3439A0F03E7}" destId="{6C4C55A4-4F14-4B9E-8BE4-423F1A07AD05}" srcOrd="0" destOrd="1" presId="urn:microsoft.com/office/officeart/2018/2/layout/IconLabelDescriptionList"/>
    <dgm:cxn modelId="{B8DE72C7-3182-4ABF-9AAE-3E42FE643CE7}" srcId="{5C724627-7962-49E6-9C01-CD48450C0192}" destId="{585C3F49-16B8-4EB2-B179-9986862ECBA5}" srcOrd="2" destOrd="0" parTransId="{DE96BFDA-3A78-482D-9013-C6EC879A5D7E}" sibTransId="{F5C93872-3670-43B2-A8D2-F4104F898DC8}"/>
    <dgm:cxn modelId="{7D44B2CE-BB2C-483E-BCA7-D9CDC7A6E50B}" srcId="{26BED420-F444-4E82-B4ED-938ED6F9865D}" destId="{EF8CB6F3-9E97-498E-8E9E-80A1D7E8B493}" srcOrd="1" destOrd="0" parTransId="{A5EBF716-895B-492D-889D-8E6F0B8BABD4}" sibTransId="{B1F5955B-E703-4A0E-8297-EEEED64C54F5}"/>
    <dgm:cxn modelId="{28C8CEDA-8EC6-477D-904E-89D175B5D7B7}" srcId="{D47A6E7D-8850-4185-B4F8-E9CADEE88CD2}" destId="{5C724627-7962-49E6-9C01-CD48450C0192}" srcOrd="1" destOrd="0" parTransId="{EA5EF5CF-DC4E-4913-96C8-88DEFFB200E0}" sibTransId="{3C24A6B0-F8A7-4E5C-AF88-6B56B5C747E6}"/>
    <dgm:cxn modelId="{D0EE7BDF-B3CF-4F3B-8817-AE4D5886DAE3}" type="presOf" srcId="{5F943230-2AB4-4863-AD24-0BB33D851579}" destId="{0F39895D-A4E9-4C77-9B18-5D17A8AFA4BB}" srcOrd="0" destOrd="0" presId="urn:microsoft.com/office/officeart/2018/2/layout/IconLabelDescriptionList"/>
    <dgm:cxn modelId="{BF4E5EF8-ECA5-41A5-B49E-FDA19E5C137D}" type="presOf" srcId="{5C724627-7962-49E6-9C01-CD48450C0192}" destId="{13EB6201-CC6D-4B8E-B272-916B4DF33A0C}" srcOrd="0" destOrd="0" presId="urn:microsoft.com/office/officeart/2018/2/layout/IconLabelDescriptionList"/>
    <dgm:cxn modelId="{365248FD-0219-42EF-89ED-F8B58D81514F}" srcId="{D47A6E7D-8850-4185-B4F8-E9CADEE88CD2}" destId="{26BED420-F444-4E82-B4ED-938ED6F9865D}" srcOrd="0" destOrd="0" parTransId="{C1CD734E-EDB4-44F6-9D6D-D9A4B8C2531D}" sibTransId="{0D5B192E-25FD-4341-8AD2-5709B0572025}"/>
    <dgm:cxn modelId="{A1227DFE-1EBB-4560-9E60-BC530C342F49}" type="presOf" srcId="{585C3F49-16B8-4EB2-B179-9986862ECBA5}" destId="{6C4C55A4-4F14-4B9E-8BE4-423F1A07AD05}" srcOrd="0" destOrd="2" presId="urn:microsoft.com/office/officeart/2018/2/layout/IconLabelDescriptionList"/>
    <dgm:cxn modelId="{3BE5EE22-6681-4DB0-91FF-C4493D7C10BD}" type="presParOf" srcId="{01D8E232-CAF1-4C7D-8F35-68CECE522FF7}" destId="{8DAB6388-5DC6-449A-9EBD-FB01565D24C8}" srcOrd="0" destOrd="0" presId="urn:microsoft.com/office/officeart/2018/2/layout/IconLabelDescriptionList"/>
    <dgm:cxn modelId="{5ABB8E4F-2517-4F38-8EDE-137093132DE7}" type="presParOf" srcId="{8DAB6388-5DC6-449A-9EBD-FB01565D24C8}" destId="{8014ED4A-09CF-4E9A-8B3C-DBA3B75E835B}" srcOrd="0" destOrd="0" presId="urn:microsoft.com/office/officeart/2018/2/layout/IconLabelDescriptionList"/>
    <dgm:cxn modelId="{64D1FE58-C717-4424-BC46-BB1FAF70D535}" type="presParOf" srcId="{8DAB6388-5DC6-449A-9EBD-FB01565D24C8}" destId="{342FEB74-443F-417B-ACEA-B5CABB7931EB}" srcOrd="1" destOrd="0" presId="urn:microsoft.com/office/officeart/2018/2/layout/IconLabelDescriptionList"/>
    <dgm:cxn modelId="{33E3355D-0A7B-4922-9AA4-DB6EF4325043}" type="presParOf" srcId="{8DAB6388-5DC6-449A-9EBD-FB01565D24C8}" destId="{8C081B1A-7D13-4345-BF5A-AD57C0073B16}" srcOrd="2" destOrd="0" presId="urn:microsoft.com/office/officeart/2018/2/layout/IconLabelDescriptionList"/>
    <dgm:cxn modelId="{F0EEB76F-31D3-4AE5-B2A6-B97217712D32}" type="presParOf" srcId="{8DAB6388-5DC6-449A-9EBD-FB01565D24C8}" destId="{0F702D9B-314C-4231-89C1-AC18FE15418E}" srcOrd="3" destOrd="0" presId="urn:microsoft.com/office/officeart/2018/2/layout/IconLabelDescriptionList"/>
    <dgm:cxn modelId="{BE26EA3C-A1C7-4887-BF39-FB8A3E3691A7}" type="presParOf" srcId="{8DAB6388-5DC6-449A-9EBD-FB01565D24C8}" destId="{846D1D13-7E96-45FA-A731-925B43BD0987}" srcOrd="4" destOrd="0" presId="urn:microsoft.com/office/officeart/2018/2/layout/IconLabelDescriptionList"/>
    <dgm:cxn modelId="{DFC3AA00-FDAF-4968-906E-FD763FC7EDEC}" type="presParOf" srcId="{01D8E232-CAF1-4C7D-8F35-68CECE522FF7}" destId="{1A7EC008-2DCF-4912-8DF6-9CE46D89FF97}" srcOrd="1" destOrd="0" presId="urn:microsoft.com/office/officeart/2018/2/layout/IconLabelDescriptionList"/>
    <dgm:cxn modelId="{878719B9-30C3-4E66-94E8-E3007B6DD84C}" type="presParOf" srcId="{01D8E232-CAF1-4C7D-8F35-68CECE522FF7}" destId="{E2DEE89C-D784-47B7-9327-D6BA69A0A896}" srcOrd="2" destOrd="0" presId="urn:microsoft.com/office/officeart/2018/2/layout/IconLabelDescriptionList"/>
    <dgm:cxn modelId="{F584097E-3792-4415-9651-F8EF42B7394A}" type="presParOf" srcId="{E2DEE89C-D784-47B7-9327-D6BA69A0A896}" destId="{0660A4F9-0D0E-4BDF-8B1F-9478DA69CC84}" srcOrd="0" destOrd="0" presId="urn:microsoft.com/office/officeart/2018/2/layout/IconLabelDescriptionList"/>
    <dgm:cxn modelId="{218CF4C3-3C58-422A-B920-CAC09814F980}" type="presParOf" srcId="{E2DEE89C-D784-47B7-9327-D6BA69A0A896}" destId="{8934D7C9-AE2B-4BA5-B248-0C11296A575C}" srcOrd="1" destOrd="0" presId="urn:microsoft.com/office/officeart/2018/2/layout/IconLabelDescriptionList"/>
    <dgm:cxn modelId="{899BDF78-B2F1-457B-B4D0-91FFE4106268}" type="presParOf" srcId="{E2DEE89C-D784-47B7-9327-D6BA69A0A896}" destId="{13EB6201-CC6D-4B8E-B272-916B4DF33A0C}" srcOrd="2" destOrd="0" presId="urn:microsoft.com/office/officeart/2018/2/layout/IconLabelDescriptionList"/>
    <dgm:cxn modelId="{7B1FDE47-094F-430F-88AB-A02B9184920B}" type="presParOf" srcId="{E2DEE89C-D784-47B7-9327-D6BA69A0A896}" destId="{2319EF2B-2779-4F0E-99BF-5CBA9E0D4447}" srcOrd="3" destOrd="0" presId="urn:microsoft.com/office/officeart/2018/2/layout/IconLabelDescriptionList"/>
    <dgm:cxn modelId="{2A460892-7920-4675-88E1-1E1C409A3574}" type="presParOf" srcId="{E2DEE89C-D784-47B7-9327-D6BA69A0A896}" destId="{6C4C55A4-4F14-4B9E-8BE4-423F1A07AD05}" srcOrd="4" destOrd="0" presId="urn:microsoft.com/office/officeart/2018/2/layout/IconLabelDescriptionList"/>
    <dgm:cxn modelId="{A9E93D0E-D6F4-4956-8A0A-1F713AC214B8}" type="presParOf" srcId="{01D8E232-CAF1-4C7D-8F35-68CECE522FF7}" destId="{80140BDE-E157-43F3-A071-1353F8C1BEBA}" srcOrd="3" destOrd="0" presId="urn:microsoft.com/office/officeart/2018/2/layout/IconLabelDescriptionList"/>
    <dgm:cxn modelId="{B32ED57C-99A7-49AD-B47B-EF5AB181B985}" type="presParOf" srcId="{01D8E232-CAF1-4C7D-8F35-68CECE522FF7}" destId="{263D45B2-16AF-4297-A5BA-4DAB047CED71}" srcOrd="4" destOrd="0" presId="urn:microsoft.com/office/officeart/2018/2/layout/IconLabelDescriptionList"/>
    <dgm:cxn modelId="{A105BAE9-5E59-441B-A576-08399F40E632}" type="presParOf" srcId="{263D45B2-16AF-4297-A5BA-4DAB047CED71}" destId="{D70023A0-E09F-4395-B28A-B9E02241D131}" srcOrd="0" destOrd="0" presId="urn:microsoft.com/office/officeart/2018/2/layout/IconLabelDescriptionList"/>
    <dgm:cxn modelId="{00D06E13-1C89-4847-9A1F-8FB27E51776A}" type="presParOf" srcId="{263D45B2-16AF-4297-A5BA-4DAB047CED71}" destId="{8C5C7E54-5D48-44A0-95C2-01042A9D9C41}" srcOrd="1" destOrd="0" presId="urn:microsoft.com/office/officeart/2018/2/layout/IconLabelDescriptionList"/>
    <dgm:cxn modelId="{D09D62EF-1133-4361-9159-14A13F0BC043}" type="presParOf" srcId="{263D45B2-16AF-4297-A5BA-4DAB047CED71}" destId="{36E23211-A97B-4448-9F2D-7102524D5C3D}" srcOrd="2" destOrd="0" presId="urn:microsoft.com/office/officeart/2018/2/layout/IconLabelDescriptionList"/>
    <dgm:cxn modelId="{303D37C8-78EF-4262-A372-D98254A0727A}" type="presParOf" srcId="{263D45B2-16AF-4297-A5BA-4DAB047CED71}" destId="{02A96707-609B-44CF-981C-FA92CC927058}" srcOrd="3" destOrd="0" presId="urn:microsoft.com/office/officeart/2018/2/layout/IconLabelDescriptionList"/>
    <dgm:cxn modelId="{958F5E97-55AA-4662-8C81-B561FBBD509A}" type="presParOf" srcId="{263D45B2-16AF-4297-A5BA-4DAB047CED71}" destId="{0F39895D-A4E9-4C77-9B18-5D17A8AFA4B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B7E714-D3D1-42E6-B4D8-4F9064975C3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E1FF03-7407-449D-A24B-30B81B1B0178}">
      <dgm:prSet/>
      <dgm:spPr/>
      <dgm:t>
        <a:bodyPr/>
        <a:lstStyle/>
        <a:p>
          <a:pPr>
            <a:defRPr b="1"/>
          </a:pPr>
          <a:r>
            <a:rPr lang="en-US"/>
            <a:t>Compliance and Data Residency</a:t>
          </a:r>
        </a:p>
      </dgm:t>
    </dgm:pt>
    <dgm:pt modelId="{B610EE77-EB59-4D92-85EE-6EBAB45F948F}" type="parTrans" cxnId="{AF73C1CE-3444-4BA3-89E1-8C71A80126EB}">
      <dgm:prSet/>
      <dgm:spPr/>
      <dgm:t>
        <a:bodyPr/>
        <a:lstStyle/>
        <a:p>
          <a:endParaRPr lang="en-US"/>
        </a:p>
      </dgm:t>
    </dgm:pt>
    <dgm:pt modelId="{67E87D9C-1613-43A2-8536-FDE33135146C}" type="sibTrans" cxnId="{AF73C1CE-3444-4BA3-89E1-8C71A80126EB}">
      <dgm:prSet/>
      <dgm:spPr/>
      <dgm:t>
        <a:bodyPr/>
        <a:lstStyle/>
        <a:p>
          <a:endParaRPr lang="en-US"/>
        </a:p>
      </dgm:t>
    </dgm:pt>
    <dgm:pt modelId="{936063D6-643C-4DA2-A1BA-54EB2B15E616}">
      <dgm:prSet/>
      <dgm:spPr/>
      <dgm:t>
        <a:bodyPr/>
        <a:lstStyle/>
        <a:p>
          <a:r>
            <a:rPr lang="en-US"/>
            <a:t>Geographic Scope: Specify geographic area for compliance.</a:t>
          </a:r>
        </a:p>
      </dgm:t>
    </dgm:pt>
    <dgm:pt modelId="{4498132A-CA56-43DD-BB46-5F418FD43558}" type="parTrans" cxnId="{DDD5629A-A750-4F2D-B3F3-0841A05EE62D}">
      <dgm:prSet/>
      <dgm:spPr/>
      <dgm:t>
        <a:bodyPr/>
        <a:lstStyle/>
        <a:p>
          <a:endParaRPr lang="en-US"/>
        </a:p>
      </dgm:t>
    </dgm:pt>
    <dgm:pt modelId="{D1BC2A00-FE38-4D43-BEB7-7696279A7B28}" type="sibTrans" cxnId="{DDD5629A-A750-4F2D-B3F3-0841A05EE62D}">
      <dgm:prSet/>
      <dgm:spPr/>
      <dgm:t>
        <a:bodyPr/>
        <a:lstStyle/>
        <a:p>
          <a:endParaRPr lang="en-US"/>
        </a:p>
      </dgm:t>
    </dgm:pt>
    <dgm:pt modelId="{4AE0B1A2-9EAA-401E-8B23-88C57EAC01FA}">
      <dgm:prSet/>
      <dgm:spPr/>
      <dgm:t>
        <a:bodyPr/>
        <a:lstStyle/>
        <a:p>
          <a:r>
            <a:rPr lang="en-US"/>
            <a:t>Data Residency: All requests stored in the specified region (EU/US).</a:t>
          </a:r>
        </a:p>
      </dgm:t>
    </dgm:pt>
    <dgm:pt modelId="{9595D5AC-693C-4FA5-BCBC-4B7911480CE0}" type="parTrans" cxnId="{0ED0FF75-347B-4941-969E-3700BE61FDDD}">
      <dgm:prSet/>
      <dgm:spPr/>
      <dgm:t>
        <a:bodyPr/>
        <a:lstStyle/>
        <a:p>
          <a:endParaRPr lang="en-US"/>
        </a:p>
      </dgm:t>
    </dgm:pt>
    <dgm:pt modelId="{FDC6E71D-44AC-4A3C-9341-ACD5420022E2}" type="sibTrans" cxnId="{0ED0FF75-347B-4941-969E-3700BE61FDDD}">
      <dgm:prSet/>
      <dgm:spPr/>
      <dgm:t>
        <a:bodyPr/>
        <a:lstStyle/>
        <a:p>
          <a:endParaRPr lang="en-US"/>
        </a:p>
      </dgm:t>
    </dgm:pt>
    <dgm:pt modelId="{71D2F0A8-6C1F-4471-8226-7AD0F736F7B0}">
      <dgm:prSet/>
      <dgm:spPr/>
      <dgm:t>
        <a:bodyPr/>
        <a:lstStyle/>
        <a:p>
          <a:r>
            <a:rPr lang="en-US"/>
            <a:t>High Availability: Data replication within geographic locations.</a:t>
          </a:r>
        </a:p>
      </dgm:t>
    </dgm:pt>
    <dgm:pt modelId="{D19E4886-7FC7-4523-981E-35A88ADDACAA}" type="parTrans" cxnId="{6325CE3D-91A8-4CF3-A13E-1F89AC8E4298}">
      <dgm:prSet/>
      <dgm:spPr/>
      <dgm:t>
        <a:bodyPr/>
        <a:lstStyle/>
        <a:p>
          <a:endParaRPr lang="en-US"/>
        </a:p>
      </dgm:t>
    </dgm:pt>
    <dgm:pt modelId="{6B87B788-3D14-4B8E-856A-3FFE709BB5E0}" type="sibTrans" cxnId="{6325CE3D-91A8-4CF3-A13E-1F89AC8E4298}">
      <dgm:prSet/>
      <dgm:spPr/>
      <dgm:t>
        <a:bodyPr/>
        <a:lstStyle/>
        <a:p>
          <a:endParaRPr lang="en-US"/>
        </a:p>
      </dgm:t>
    </dgm:pt>
    <dgm:pt modelId="{984CF505-FE19-42B0-BEC9-BE58B3A0F8EF}">
      <dgm:prSet/>
      <dgm:spPr/>
      <dgm:t>
        <a:bodyPr/>
        <a:lstStyle/>
        <a:p>
          <a:pPr>
            <a:defRPr b="1"/>
          </a:pPr>
          <a:r>
            <a:rPr lang="en-US"/>
            <a:t>Authentication and Security</a:t>
          </a:r>
        </a:p>
      </dgm:t>
    </dgm:pt>
    <dgm:pt modelId="{42C819FC-7B06-4BEE-AF11-E5AC8FC80C51}" type="parTrans" cxnId="{FECF6489-756F-4DC7-9D82-4E97D431BCA0}">
      <dgm:prSet/>
      <dgm:spPr/>
      <dgm:t>
        <a:bodyPr/>
        <a:lstStyle/>
        <a:p>
          <a:endParaRPr lang="en-US"/>
        </a:p>
      </dgm:t>
    </dgm:pt>
    <dgm:pt modelId="{B044B434-4FE7-4E58-A3AA-73AEF221C251}" type="sibTrans" cxnId="{FECF6489-756F-4DC7-9D82-4E97D431BCA0}">
      <dgm:prSet/>
      <dgm:spPr/>
      <dgm:t>
        <a:bodyPr/>
        <a:lstStyle/>
        <a:p>
          <a:endParaRPr lang="en-US"/>
        </a:p>
      </dgm:t>
    </dgm:pt>
    <dgm:pt modelId="{5815120E-E3BB-443E-B9E3-DD788FA1B2A8}">
      <dgm:prSet/>
      <dgm:spPr/>
      <dgm:t>
        <a:bodyPr/>
        <a:lstStyle/>
        <a:p>
          <a:r>
            <a:rPr lang="en-US"/>
            <a:t>Authentication Mechanisms: Microsoft Entra ID, API Key, OAuth 2.0.</a:t>
          </a:r>
        </a:p>
      </dgm:t>
    </dgm:pt>
    <dgm:pt modelId="{0464AE93-14E8-46DA-90CA-75AB6EC06D2D}" type="parTrans" cxnId="{8D011E70-A774-473F-93C5-D85BFCBA785C}">
      <dgm:prSet/>
      <dgm:spPr/>
      <dgm:t>
        <a:bodyPr/>
        <a:lstStyle/>
        <a:p>
          <a:endParaRPr lang="en-US"/>
        </a:p>
      </dgm:t>
    </dgm:pt>
    <dgm:pt modelId="{51A2D016-AEF9-4883-88DF-78A518AB0286}" type="sibTrans" cxnId="{8D011E70-A774-473F-93C5-D85BFCBA785C}">
      <dgm:prSet/>
      <dgm:spPr/>
      <dgm:t>
        <a:bodyPr/>
        <a:lstStyle/>
        <a:p>
          <a:endParaRPr lang="en-US"/>
        </a:p>
      </dgm:t>
    </dgm:pt>
    <dgm:pt modelId="{10D35874-6E8E-47AE-A499-44328209A4B2}">
      <dgm:prSet/>
      <dgm:spPr/>
      <dgm:t>
        <a:bodyPr/>
        <a:lstStyle/>
        <a:p>
          <a:r>
            <a:rPr lang="en-US"/>
            <a:t>Security Features: TLS/SSL encryption, Network Security Groups (NSGs), Role-based Access Control (RBAC).</a:t>
          </a:r>
        </a:p>
      </dgm:t>
    </dgm:pt>
    <dgm:pt modelId="{F1B5F4A8-7502-49F6-AD09-DD5C089A0234}" type="parTrans" cxnId="{7867AB57-4D91-48B0-AAF2-907CA11EFEBE}">
      <dgm:prSet/>
      <dgm:spPr/>
      <dgm:t>
        <a:bodyPr/>
        <a:lstStyle/>
        <a:p>
          <a:endParaRPr lang="en-US"/>
        </a:p>
      </dgm:t>
    </dgm:pt>
    <dgm:pt modelId="{6EE43D1E-D753-4CB4-8A26-EBB5156010C5}" type="sibTrans" cxnId="{7867AB57-4D91-48B0-AAF2-907CA11EFEBE}">
      <dgm:prSet/>
      <dgm:spPr/>
      <dgm:t>
        <a:bodyPr/>
        <a:lstStyle/>
        <a:p>
          <a:endParaRPr lang="en-US"/>
        </a:p>
      </dgm:t>
    </dgm:pt>
    <dgm:pt modelId="{CEBB2CB7-F972-4B31-83BF-6CCB49E65D7C}" type="pres">
      <dgm:prSet presAssocID="{29B7E714-D3D1-42E6-B4D8-4F9064975C3E}" presName="root" presStyleCnt="0">
        <dgm:presLayoutVars>
          <dgm:dir/>
          <dgm:resizeHandles val="exact"/>
        </dgm:presLayoutVars>
      </dgm:prSet>
      <dgm:spPr/>
    </dgm:pt>
    <dgm:pt modelId="{69F046DE-42DA-4C16-B14B-0AB34B9EB568}" type="pres">
      <dgm:prSet presAssocID="{ACE1FF03-7407-449D-A24B-30B81B1B0178}" presName="compNode" presStyleCnt="0"/>
      <dgm:spPr/>
    </dgm:pt>
    <dgm:pt modelId="{C7B23D56-DC90-4E1C-938E-FBC77A478F02}" type="pres">
      <dgm:prSet presAssocID="{ACE1FF03-7407-449D-A24B-30B81B1B017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6AA758CA-332B-4046-B79E-41E006B3D68C}" type="pres">
      <dgm:prSet presAssocID="{ACE1FF03-7407-449D-A24B-30B81B1B0178}" presName="iconSpace" presStyleCnt="0"/>
      <dgm:spPr/>
    </dgm:pt>
    <dgm:pt modelId="{101DF245-F4C3-438D-B781-17CD3A4BFDB1}" type="pres">
      <dgm:prSet presAssocID="{ACE1FF03-7407-449D-A24B-30B81B1B0178}" presName="parTx" presStyleLbl="revTx" presStyleIdx="0" presStyleCnt="4">
        <dgm:presLayoutVars>
          <dgm:chMax val="0"/>
          <dgm:chPref val="0"/>
        </dgm:presLayoutVars>
      </dgm:prSet>
      <dgm:spPr/>
    </dgm:pt>
    <dgm:pt modelId="{0D492C6D-36F9-48C3-92BF-789C2C9AAF27}" type="pres">
      <dgm:prSet presAssocID="{ACE1FF03-7407-449D-A24B-30B81B1B0178}" presName="txSpace" presStyleCnt="0"/>
      <dgm:spPr/>
    </dgm:pt>
    <dgm:pt modelId="{11DBF58B-EB7C-4CB7-B1D7-EDF09230F82C}" type="pres">
      <dgm:prSet presAssocID="{ACE1FF03-7407-449D-A24B-30B81B1B0178}" presName="desTx" presStyleLbl="revTx" presStyleIdx="1" presStyleCnt="4">
        <dgm:presLayoutVars/>
      </dgm:prSet>
      <dgm:spPr/>
    </dgm:pt>
    <dgm:pt modelId="{17254B2B-4FE9-4BDD-A393-168F55EE84C6}" type="pres">
      <dgm:prSet presAssocID="{67E87D9C-1613-43A2-8536-FDE33135146C}" presName="sibTrans" presStyleCnt="0"/>
      <dgm:spPr/>
    </dgm:pt>
    <dgm:pt modelId="{DEB47F62-AFBB-487E-9287-03FDD9B2BD47}" type="pres">
      <dgm:prSet presAssocID="{984CF505-FE19-42B0-BEC9-BE58B3A0F8EF}" presName="compNode" presStyleCnt="0"/>
      <dgm:spPr/>
    </dgm:pt>
    <dgm:pt modelId="{B4897DAC-F8CD-4397-A52E-ED7AE457DE23}" type="pres">
      <dgm:prSet presAssocID="{984CF505-FE19-42B0-BEC9-BE58B3A0F8E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R Code"/>
        </a:ext>
      </dgm:extLst>
    </dgm:pt>
    <dgm:pt modelId="{2CD4A4A7-AB76-4EB2-951A-14243442E689}" type="pres">
      <dgm:prSet presAssocID="{984CF505-FE19-42B0-BEC9-BE58B3A0F8EF}" presName="iconSpace" presStyleCnt="0"/>
      <dgm:spPr/>
    </dgm:pt>
    <dgm:pt modelId="{F3D03ED5-9B69-4816-BCC5-53A462230863}" type="pres">
      <dgm:prSet presAssocID="{984CF505-FE19-42B0-BEC9-BE58B3A0F8EF}" presName="parTx" presStyleLbl="revTx" presStyleIdx="2" presStyleCnt="4">
        <dgm:presLayoutVars>
          <dgm:chMax val="0"/>
          <dgm:chPref val="0"/>
        </dgm:presLayoutVars>
      </dgm:prSet>
      <dgm:spPr/>
    </dgm:pt>
    <dgm:pt modelId="{0BCD7FBA-B25E-415E-BCE0-9DC23612997D}" type="pres">
      <dgm:prSet presAssocID="{984CF505-FE19-42B0-BEC9-BE58B3A0F8EF}" presName="txSpace" presStyleCnt="0"/>
      <dgm:spPr/>
    </dgm:pt>
    <dgm:pt modelId="{9DF1F90D-3AF0-42AB-BDBB-2A7CC7023606}" type="pres">
      <dgm:prSet presAssocID="{984CF505-FE19-42B0-BEC9-BE58B3A0F8EF}" presName="desTx" presStyleLbl="revTx" presStyleIdx="3" presStyleCnt="4">
        <dgm:presLayoutVars/>
      </dgm:prSet>
      <dgm:spPr/>
    </dgm:pt>
  </dgm:ptLst>
  <dgm:cxnLst>
    <dgm:cxn modelId="{BE45E103-4EDC-4CFF-9534-22795536D3FC}" type="presOf" srcId="{936063D6-643C-4DA2-A1BA-54EB2B15E616}" destId="{11DBF58B-EB7C-4CB7-B1D7-EDF09230F82C}" srcOrd="0" destOrd="0" presId="urn:microsoft.com/office/officeart/2018/2/layout/IconLabelDescriptionList"/>
    <dgm:cxn modelId="{3195FD04-E506-4397-9ABF-E9E0BBA73693}" type="presOf" srcId="{ACE1FF03-7407-449D-A24B-30B81B1B0178}" destId="{101DF245-F4C3-438D-B781-17CD3A4BFDB1}" srcOrd="0" destOrd="0" presId="urn:microsoft.com/office/officeart/2018/2/layout/IconLabelDescriptionList"/>
    <dgm:cxn modelId="{5B98ED1F-72B7-431E-9403-3D49CA48654A}" type="presOf" srcId="{29B7E714-D3D1-42E6-B4D8-4F9064975C3E}" destId="{CEBB2CB7-F972-4B31-83BF-6CCB49E65D7C}" srcOrd="0" destOrd="0" presId="urn:microsoft.com/office/officeart/2018/2/layout/IconLabelDescriptionList"/>
    <dgm:cxn modelId="{6325CE3D-91A8-4CF3-A13E-1F89AC8E4298}" srcId="{ACE1FF03-7407-449D-A24B-30B81B1B0178}" destId="{71D2F0A8-6C1F-4471-8226-7AD0F736F7B0}" srcOrd="2" destOrd="0" parTransId="{D19E4886-7FC7-4523-981E-35A88ADDACAA}" sibTransId="{6B87B788-3D14-4B8E-856A-3FFE709BB5E0}"/>
    <dgm:cxn modelId="{37C5DB66-4606-482F-9CD5-0329F28B2C5D}" type="presOf" srcId="{4AE0B1A2-9EAA-401E-8B23-88C57EAC01FA}" destId="{11DBF58B-EB7C-4CB7-B1D7-EDF09230F82C}" srcOrd="0" destOrd="1" presId="urn:microsoft.com/office/officeart/2018/2/layout/IconLabelDescriptionList"/>
    <dgm:cxn modelId="{8D011E70-A774-473F-93C5-D85BFCBA785C}" srcId="{984CF505-FE19-42B0-BEC9-BE58B3A0F8EF}" destId="{5815120E-E3BB-443E-B9E3-DD788FA1B2A8}" srcOrd="0" destOrd="0" parTransId="{0464AE93-14E8-46DA-90CA-75AB6EC06D2D}" sibTransId="{51A2D016-AEF9-4883-88DF-78A518AB0286}"/>
    <dgm:cxn modelId="{164AFE74-AB5E-4526-B572-55F73E35F569}" type="presOf" srcId="{10D35874-6E8E-47AE-A499-44328209A4B2}" destId="{9DF1F90D-3AF0-42AB-BDBB-2A7CC7023606}" srcOrd="0" destOrd="1" presId="urn:microsoft.com/office/officeart/2018/2/layout/IconLabelDescriptionList"/>
    <dgm:cxn modelId="{0ED0FF75-347B-4941-969E-3700BE61FDDD}" srcId="{ACE1FF03-7407-449D-A24B-30B81B1B0178}" destId="{4AE0B1A2-9EAA-401E-8B23-88C57EAC01FA}" srcOrd="1" destOrd="0" parTransId="{9595D5AC-693C-4FA5-BCBC-4B7911480CE0}" sibTransId="{FDC6E71D-44AC-4A3C-9341-ACD5420022E2}"/>
    <dgm:cxn modelId="{7867AB57-4D91-48B0-AAF2-907CA11EFEBE}" srcId="{984CF505-FE19-42B0-BEC9-BE58B3A0F8EF}" destId="{10D35874-6E8E-47AE-A499-44328209A4B2}" srcOrd="1" destOrd="0" parTransId="{F1B5F4A8-7502-49F6-AD09-DD5C089A0234}" sibTransId="{6EE43D1E-D753-4CB4-8A26-EBB5156010C5}"/>
    <dgm:cxn modelId="{9CADF984-E6FE-4DCA-88E7-51A2955164DC}" type="presOf" srcId="{984CF505-FE19-42B0-BEC9-BE58B3A0F8EF}" destId="{F3D03ED5-9B69-4816-BCC5-53A462230863}" srcOrd="0" destOrd="0" presId="urn:microsoft.com/office/officeart/2018/2/layout/IconLabelDescriptionList"/>
    <dgm:cxn modelId="{FECF6489-756F-4DC7-9D82-4E97D431BCA0}" srcId="{29B7E714-D3D1-42E6-B4D8-4F9064975C3E}" destId="{984CF505-FE19-42B0-BEC9-BE58B3A0F8EF}" srcOrd="1" destOrd="0" parTransId="{42C819FC-7B06-4BEE-AF11-E5AC8FC80C51}" sibTransId="{B044B434-4FE7-4E58-A3AA-73AEF221C251}"/>
    <dgm:cxn modelId="{DDD5629A-A750-4F2D-B3F3-0841A05EE62D}" srcId="{ACE1FF03-7407-449D-A24B-30B81B1B0178}" destId="{936063D6-643C-4DA2-A1BA-54EB2B15E616}" srcOrd="0" destOrd="0" parTransId="{4498132A-CA56-43DD-BB46-5F418FD43558}" sibTransId="{D1BC2A00-FE38-4D43-BEB7-7696279A7B28}"/>
    <dgm:cxn modelId="{84ED809D-D3DA-4AA5-A462-C5EA4A04D25B}" type="presOf" srcId="{71D2F0A8-6C1F-4471-8226-7AD0F736F7B0}" destId="{11DBF58B-EB7C-4CB7-B1D7-EDF09230F82C}" srcOrd="0" destOrd="2" presId="urn:microsoft.com/office/officeart/2018/2/layout/IconLabelDescriptionList"/>
    <dgm:cxn modelId="{AF73C1CE-3444-4BA3-89E1-8C71A80126EB}" srcId="{29B7E714-D3D1-42E6-B4D8-4F9064975C3E}" destId="{ACE1FF03-7407-449D-A24B-30B81B1B0178}" srcOrd="0" destOrd="0" parTransId="{B610EE77-EB59-4D92-85EE-6EBAB45F948F}" sibTransId="{67E87D9C-1613-43A2-8536-FDE33135146C}"/>
    <dgm:cxn modelId="{EF95E2FD-CF47-4241-9877-031BC5FCFAE1}" type="presOf" srcId="{5815120E-E3BB-443E-B9E3-DD788FA1B2A8}" destId="{9DF1F90D-3AF0-42AB-BDBB-2A7CC7023606}" srcOrd="0" destOrd="0" presId="urn:microsoft.com/office/officeart/2018/2/layout/IconLabelDescriptionList"/>
    <dgm:cxn modelId="{9D71C0FF-61EE-4879-ACEF-AD96A2E9CD0E}" type="presParOf" srcId="{CEBB2CB7-F972-4B31-83BF-6CCB49E65D7C}" destId="{69F046DE-42DA-4C16-B14B-0AB34B9EB568}" srcOrd="0" destOrd="0" presId="urn:microsoft.com/office/officeart/2018/2/layout/IconLabelDescriptionList"/>
    <dgm:cxn modelId="{98CA77B4-D846-47E7-B738-BD3A731E52A7}" type="presParOf" srcId="{69F046DE-42DA-4C16-B14B-0AB34B9EB568}" destId="{C7B23D56-DC90-4E1C-938E-FBC77A478F02}" srcOrd="0" destOrd="0" presId="urn:microsoft.com/office/officeart/2018/2/layout/IconLabelDescriptionList"/>
    <dgm:cxn modelId="{3B080B62-5779-4C69-A3E5-566CA54122BE}" type="presParOf" srcId="{69F046DE-42DA-4C16-B14B-0AB34B9EB568}" destId="{6AA758CA-332B-4046-B79E-41E006B3D68C}" srcOrd="1" destOrd="0" presId="urn:microsoft.com/office/officeart/2018/2/layout/IconLabelDescriptionList"/>
    <dgm:cxn modelId="{B24CC81E-DCF0-4E5D-AD3B-623C76A0B321}" type="presParOf" srcId="{69F046DE-42DA-4C16-B14B-0AB34B9EB568}" destId="{101DF245-F4C3-438D-B781-17CD3A4BFDB1}" srcOrd="2" destOrd="0" presId="urn:microsoft.com/office/officeart/2018/2/layout/IconLabelDescriptionList"/>
    <dgm:cxn modelId="{0E335C58-3ABC-46D8-B3BA-5840E92CA4D7}" type="presParOf" srcId="{69F046DE-42DA-4C16-B14B-0AB34B9EB568}" destId="{0D492C6D-36F9-48C3-92BF-789C2C9AAF27}" srcOrd="3" destOrd="0" presId="urn:microsoft.com/office/officeart/2018/2/layout/IconLabelDescriptionList"/>
    <dgm:cxn modelId="{75C1974C-30BC-4446-9175-477D8ACF30D0}" type="presParOf" srcId="{69F046DE-42DA-4C16-B14B-0AB34B9EB568}" destId="{11DBF58B-EB7C-4CB7-B1D7-EDF09230F82C}" srcOrd="4" destOrd="0" presId="urn:microsoft.com/office/officeart/2018/2/layout/IconLabelDescriptionList"/>
    <dgm:cxn modelId="{CD459DDC-5F8F-4FB4-ADA0-07B650E7FF3B}" type="presParOf" srcId="{CEBB2CB7-F972-4B31-83BF-6CCB49E65D7C}" destId="{17254B2B-4FE9-4BDD-A393-168F55EE84C6}" srcOrd="1" destOrd="0" presId="urn:microsoft.com/office/officeart/2018/2/layout/IconLabelDescriptionList"/>
    <dgm:cxn modelId="{CF6145F6-1F3C-4837-8548-DB67ED3D86E5}" type="presParOf" srcId="{CEBB2CB7-F972-4B31-83BF-6CCB49E65D7C}" destId="{DEB47F62-AFBB-487E-9287-03FDD9B2BD47}" srcOrd="2" destOrd="0" presId="urn:microsoft.com/office/officeart/2018/2/layout/IconLabelDescriptionList"/>
    <dgm:cxn modelId="{6F8A5396-E6C9-4BB6-97D7-66F55B328E50}" type="presParOf" srcId="{DEB47F62-AFBB-487E-9287-03FDD9B2BD47}" destId="{B4897DAC-F8CD-4397-A52E-ED7AE457DE23}" srcOrd="0" destOrd="0" presId="urn:microsoft.com/office/officeart/2018/2/layout/IconLabelDescriptionList"/>
    <dgm:cxn modelId="{11FF5A33-B91B-4F8F-A4BD-8AF0299EC960}" type="presParOf" srcId="{DEB47F62-AFBB-487E-9287-03FDD9B2BD47}" destId="{2CD4A4A7-AB76-4EB2-951A-14243442E689}" srcOrd="1" destOrd="0" presId="urn:microsoft.com/office/officeart/2018/2/layout/IconLabelDescriptionList"/>
    <dgm:cxn modelId="{510A9972-3489-47D2-981F-DC379BCA5EC8}" type="presParOf" srcId="{DEB47F62-AFBB-487E-9287-03FDD9B2BD47}" destId="{F3D03ED5-9B69-4816-BCC5-53A462230863}" srcOrd="2" destOrd="0" presId="urn:microsoft.com/office/officeart/2018/2/layout/IconLabelDescriptionList"/>
    <dgm:cxn modelId="{D6050AE6-A096-4091-A386-BEECCC7D1237}" type="presParOf" srcId="{DEB47F62-AFBB-487E-9287-03FDD9B2BD47}" destId="{0BCD7FBA-B25E-415E-BCE0-9DC23612997D}" srcOrd="3" destOrd="0" presId="urn:microsoft.com/office/officeart/2018/2/layout/IconLabelDescriptionList"/>
    <dgm:cxn modelId="{9DD6A6DC-5941-4DC5-8168-B36AF3EBF7F0}" type="presParOf" srcId="{DEB47F62-AFBB-487E-9287-03FDD9B2BD47}" destId="{9DF1F90D-3AF0-42AB-BDBB-2A7CC702360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4ED4A-09CF-4E9A-8B3C-DBA3B75E835B}">
      <dsp:nvSpPr>
        <dsp:cNvPr id="0" name=""/>
        <dsp:cNvSpPr/>
      </dsp:nvSpPr>
      <dsp:spPr>
        <a:xfrm>
          <a:off x="6642" y="501007"/>
          <a:ext cx="1190109" cy="1190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81B1A-7D13-4345-BF5A-AD57C0073B16}">
      <dsp:nvSpPr>
        <dsp:cNvPr id="0" name=""/>
        <dsp:cNvSpPr/>
      </dsp:nvSpPr>
      <dsp:spPr>
        <a:xfrm>
          <a:off x="6642" y="1845085"/>
          <a:ext cx="3400312" cy="510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Overview:</a:t>
          </a:r>
        </a:p>
      </dsp:txBody>
      <dsp:txXfrm>
        <a:off x="6642" y="1845085"/>
        <a:ext cx="3400312" cy="510046"/>
      </dsp:txXfrm>
    </dsp:sp>
    <dsp:sp modelId="{846D1D13-7E96-45FA-A731-925B43BD0987}">
      <dsp:nvSpPr>
        <dsp:cNvPr id="0" name=""/>
        <dsp:cNvSpPr/>
      </dsp:nvSpPr>
      <dsp:spPr>
        <a:xfrm>
          <a:off x="6642" y="2426745"/>
          <a:ext cx="3400312" cy="1654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Collection of cloud-based mapping services.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Geospatial assistance for web and mobile applications.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SDKs for mapping data and geographic features.</a:t>
          </a:r>
        </a:p>
      </dsp:txBody>
      <dsp:txXfrm>
        <a:off x="6642" y="2426745"/>
        <a:ext cx="3400312" cy="1654930"/>
      </dsp:txXfrm>
    </dsp:sp>
    <dsp:sp modelId="{0660A4F9-0D0E-4BDF-8B1F-9478DA69CC84}">
      <dsp:nvSpPr>
        <dsp:cNvPr id="0" name=""/>
        <dsp:cNvSpPr/>
      </dsp:nvSpPr>
      <dsp:spPr>
        <a:xfrm>
          <a:off x="4002009" y="501007"/>
          <a:ext cx="1190109" cy="1190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EB6201-CC6D-4B8E-B272-916B4DF33A0C}">
      <dsp:nvSpPr>
        <dsp:cNvPr id="0" name=""/>
        <dsp:cNvSpPr/>
      </dsp:nvSpPr>
      <dsp:spPr>
        <a:xfrm>
          <a:off x="4002009" y="1845085"/>
          <a:ext cx="3400312" cy="510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Key Features of Azure Maps:</a:t>
          </a:r>
        </a:p>
      </dsp:txBody>
      <dsp:txXfrm>
        <a:off x="4002009" y="1845085"/>
        <a:ext cx="3400312" cy="510046"/>
      </dsp:txXfrm>
    </dsp:sp>
    <dsp:sp modelId="{6C4C55A4-4F14-4B9E-8BE4-423F1A07AD05}">
      <dsp:nvSpPr>
        <dsp:cNvPr id="0" name=""/>
        <dsp:cNvSpPr/>
      </dsp:nvSpPr>
      <dsp:spPr>
        <a:xfrm>
          <a:off x="4002009" y="2426745"/>
          <a:ext cx="3400312" cy="1654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Geospatial Services: REST APIs for geocoding, routing, traffic data.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Interactive Maps: Web-based control for adding maps to applications.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Location APIs: Access to points of interest and geofencing data.</a:t>
          </a:r>
        </a:p>
      </dsp:txBody>
      <dsp:txXfrm>
        <a:off x="4002009" y="2426745"/>
        <a:ext cx="3400312" cy="1654930"/>
      </dsp:txXfrm>
    </dsp:sp>
    <dsp:sp modelId="{D70023A0-E09F-4395-B28A-B9E02241D131}">
      <dsp:nvSpPr>
        <dsp:cNvPr id="0" name=""/>
        <dsp:cNvSpPr/>
      </dsp:nvSpPr>
      <dsp:spPr>
        <a:xfrm>
          <a:off x="7997376" y="501007"/>
          <a:ext cx="1190109" cy="1190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E23211-A97B-4448-9F2D-7102524D5C3D}">
      <dsp:nvSpPr>
        <dsp:cNvPr id="0" name=""/>
        <dsp:cNvSpPr/>
      </dsp:nvSpPr>
      <dsp:spPr>
        <a:xfrm>
          <a:off x="7997376" y="1845085"/>
          <a:ext cx="3400312" cy="510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Advanced Features:</a:t>
          </a:r>
        </a:p>
      </dsp:txBody>
      <dsp:txXfrm>
        <a:off x="7997376" y="1845085"/>
        <a:ext cx="3400312" cy="510046"/>
      </dsp:txXfrm>
    </dsp:sp>
    <dsp:sp modelId="{0F39895D-A4E9-4C77-9B18-5D17A8AFA4BB}">
      <dsp:nvSpPr>
        <dsp:cNvPr id="0" name=""/>
        <dsp:cNvSpPr/>
      </dsp:nvSpPr>
      <dsp:spPr>
        <a:xfrm>
          <a:off x="7997376" y="2426745"/>
          <a:ext cx="3400312" cy="1654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Spatial Operations: APIs for geofencing, buffering, spatial analysis.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Real-time Traffic: Access to incidents, congestion, traffic flow data.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Mobility Services: Public transit and electric vehicle charging locations.</a:t>
          </a:r>
        </a:p>
      </dsp:txBody>
      <dsp:txXfrm>
        <a:off x="7997376" y="2426745"/>
        <a:ext cx="3400312" cy="1654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B23D56-DC90-4E1C-938E-FBC77A478F02}">
      <dsp:nvSpPr>
        <dsp:cNvPr id="0" name=""/>
        <dsp:cNvSpPr/>
      </dsp:nvSpPr>
      <dsp:spPr>
        <a:xfrm>
          <a:off x="821562" y="0"/>
          <a:ext cx="1510523" cy="14277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DF245-F4C3-438D-B781-17CD3A4BFDB1}">
      <dsp:nvSpPr>
        <dsp:cNvPr id="0" name=""/>
        <dsp:cNvSpPr/>
      </dsp:nvSpPr>
      <dsp:spPr>
        <a:xfrm>
          <a:off x="821562" y="1582724"/>
          <a:ext cx="4315781" cy="611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Compliance and Data Residency</a:t>
          </a:r>
        </a:p>
      </dsp:txBody>
      <dsp:txXfrm>
        <a:off x="821562" y="1582724"/>
        <a:ext cx="4315781" cy="611872"/>
      </dsp:txXfrm>
    </dsp:sp>
    <dsp:sp modelId="{11DBF58B-EB7C-4CB7-B1D7-EDF09230F82C}">
      <dsp:nvSpPr>
        <dsp:cNvPr id="0" name=""/>
        <dsp:cNvSpPr/>
      </dsp:nvSpPr>
      <dsp:spPr>
        <a:xfrm>
          <a:off x="821562" y="2266700"/>
          <a:ext cx="4315781" cy="154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Geographic Scope: Specify geographic area for compliance.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Residency: All requests stored in the specified region (EU/US).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High Availability: Data replication within geographic locations.</a:t>
          </a:r>
        </a:p>
      </dsp:txBody>
      <dsp:txXfrm>
        <a:off x="821562" y="2266700"/>
        <a:ext cx="4315781" cy="1547580"/>
      </dsp:txXfrm>
    </dsp:sp>
    <dsp:sp modelId="{B4897DAC-F8CD-4397-A52E-ED7AE457DE23}">
      <dsp:nvSpPr>
        <dsp:cNvPr id="0" name=""/>
        <dsp:cNvSpPr/>
      </dsp:nvSpPr>
      <dsp:spPr>
        <a:xfrm>
          <a:off x="5892605" y="0"/>
          <a:ext cx="1510523" cy="14277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03ED5-9B69-4816-BCC5-53A462230863}">
      <dsp:nvSpPr>
        <dsp:cNvPr id="0" name=""/>
        <dsp:cNvSpPr/>
      </dsp:nvSpPr>
      <dsp:spPr>
        <a:xfrm>
          <a:off x="5892605" y="1582724"/>
          <a:ext cx="4315781" cy="611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Authentication and Security</a:t>
          </a:r>
        </a:p>
      </dsp:txBody>
      <dsp:txXfrm>
        <a:off x="5892605" y="1582724"/>
        <a:ext cx="4315781" cy="611872"/>
      </dsp:txXfrm>
    </dsp:sp>
    <dsp:sp modelId="{9DF1F90D-3AF0-42AB-BDBB-2A7CC7023606}">
      <dsp:nvSpPr>
        <dsp:cNvPr id="0" name=""/>
        <dsp:cNvSpPr/>
      </dsp:nvSpPr>
      <dsp:spPr>
        <a:xfrm>
          <a:off x="5892605" y="2266700"/>
          <a:ext cx="4315781" cy="154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Authentication Mechanisms: Microsoft Entra ID, API Key, OAuth 2.0.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Security Features: TLS/SSL encryption, Network Security Groups (NSGs), Role-based Access Control (RBAC).</a:t>
          </a:r>
        </a:p>
      </dsp:txBody>
      <dsp:txXfrm>
        <a:off x="5892605" y="2266700"/>
        <a:ext cx="4315781" cy="1547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18/08/2025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572974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8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Cloud IoT and Maps Services</a:t>
            </a:r>
            <a:br>
              <a:rPr lang="en-US" sz="40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4361" y="4942982"/>
            <a:ext cx="482763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LEARNING MICROSOFT AZURE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  <a:endParaRPr lang="en-US" sz="1000" kern="1200" cap="all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629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IOT – The INTERNET OF THINGS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C9AF-5877-8BB8-E33E-B1AFC2890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727587"/>
            <a:ext cx="6725899" cy="551589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1800" dirty="0"/>
              <a:t>The Fourth Industrial Revolution (Industry 4.0)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Quote: "IoT technologies are a great enabler for Industry 4.0."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Focus: Solutions and services for big data, analytics, and reporting in Azure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Application: Metrics and telemetry data from IoT devices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Understanding IoT: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The Internet of Things (IoT) extends Internet connectivity to physical devices and everyday objects.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IoT devices can communicate, interact, and be remotely monitored.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IoT Architecture and Scalability: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Highly scalable event handling for real-time analysis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Supports machine learning at the intelligent edge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Rise of IoT Devices: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Examples: Smart lamps, wearables, temperature sensors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Impact: Enhancing daily life through data and automation</a:t>
            </a:r>
            <a:endParaRPr lang="en-PK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771281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IoT and Society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C9AF-5877-8BB8-E33E-B1AFC2890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sz="1800" dirty="0"/>
              <a:t>Applications:</a:t>
            </a:r>
          </a:p>
          <a:p>
            <a:pPr lvl="1"/>
            <a:r>
              <a:rPr lang="en-US" sz="1600" dirty="0"/>
              <a:t>Smart retail and smart city solutions</a:t>
            </a:r>
          </a:p>
          <a:p>
            <a:r>
              <a:rPr lang="en-US" sz="1800" dirty="0"/>
              <a:t>Systems:</a:t>
            </a:r>
          </a:p>
          <a:p>
            <a:pPr lvl="1"/>
            <a:r>
              <a:rPr lang="en-US" sz="1600" dirty="0"/>
              <a:t>Internet of Vehicles (</a:t>
            </a:r>
            <a:r>
              <a:rPr lang="en-US" sz="1600" dirty="0" err="1"/>
              <a:t>IoV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Internet of Buildings (</a:t>
            </a:r>
            <a:r>
              <a:rPr lang="en-US" sz="1600" dirty="0" err="1"/>
              <a:t>IoB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Internet of Agriculture (</a:t>
            </a:r>
            <a:r>
              <a:rPr lang="en-US" sz="1600" dirty="0" err="1"/>
              <a:t>IoA</a:t>
            </a:r>
            <a:r>
              <a:rPr lang="en-US" sz="1600" dirty="0"/>
              <a:t>)</a:t>
            </a:r>
          </a:p>
          <a:p>
            <a:r>
              <a:rPr lang="en-US" sz="1800" dirty="0"/>
              <a:t>Making Sense of IoT Technology:</a:t>
            </a:r>
          </a:p>
          <a:p>
            <a:pPr lvl="1"/>
            <a:r>
              <a:rPr lang="en-US" sz="1600" dirty="0"/>
              <a:t>Sensors, connectivity, data processing, user interface</a:t>
            </a:r>
          </a:p>
          <a:p>
            <a:pPr lvl="1"/>
            <a:r>
              <a:rPr lang="en-US" sz="1600" dirty="0"/>
              <a:t>Workflow: Data collection, transmission, processing, and visualization</a:t>
            </a:r>
            <a:endParaRPr lang="en-PK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3179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Components &amp; Applications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C9AF-5877-8BB8-E33E-B1AFC2890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678426"/>
            <a:ext cx="6725899" cy="5574890"/>
          </a:xfrm>
        </p:spPr>
        <p:txBody>
          <a:bodyPr>
            <a:normAutofit/>
          </a:bodyPr>
          <a:lstStyle/>
          <a:p>
            <a:r>
              <a:rPr lang="en-US" sz="2000" dirty="0"/>
              <a:t>Components of an IoT Solution:</a:t>
            </a:r>
          </a:p>
          <a:p>
            <a:pPr lvl="1"/>
            <a:r>
              <a:rPr lang="en-US" sz="1800" dirty="0"/>
              <a:t>Sensors &amp; IoT devices</a:t>
            </a:r>
          </a:p>
          <a:p>
            <a:pPr lvl="1"/>
            <a:r>
              <a:rPr lang="en-US" sz="1800" dirty="0"/>
              <a:t>Connectivity methods</a:t>
            </a:r>
          </a:p>
          <a:p>
            <a:pPr lvl="1"/>
            <a:r>
              <a:rPr lang="en-US" sz="1800" dirty="0"/>
              <a:t>Data processing capabilities</a:t>
            </a:r>
          </a:p>
          <a:p>
            <a:pPr lvl="1"/>
            <a:r>
              <a:rPr lang="en-US" sz="1800" dirty="0"/>
              <a:t>User interfaces for visualization</a:t>
            </a:r>
          </a:p>
          <a:p>
            <a:r>
              <a:rPr lang="en-US" sz="2000" dirty="0"/>
              <a:t>Applications of IoT Solutions:</a:t>
            </a:r>
          </a:p>
          <a:p>
            <a:pPr lvl="1"/>
            <a:r>
              <a:rPr lang="en-US" sz="1800" dirty="0"/>
              <a:t>Smart thermostat systems</a:t>
            </a:r>
          </a:p>
          <a:p>
            <a:pPr lvl="1"/>
            <a:r>
              <a:rPr lang="en-US" sz="1800" dirty="0"/>
              <a:t>Activity trackers</a:t>
            </a:r>
          </a:p>
          <a:p>
            <a:pPr lvl="1"/>
            <a:r>
              <a:rPr lang="en-US" sz="1800" dirty="0"/>
              <a:t>Connected cars</a:t>
            </a:r>
          </a:p>
          <a:p>
            <a:pPr lvl="1"/>
            <a:r>
              <a:rPr lang="en-US" sz="1800" dirty="0"/>
              <a:t>Smart plugs</a:t>
            </a:r>
          </a:p>
          <a:p>
            <a:pPr lvl="1"/>
            <a:r>
              <a:rPr lang="en-US" sz="1800" dirty="0"/>
              <a:t>Smart home systems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373782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Challenges of IoT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C9AF-5877-8BB8-E33E-B1AFC2890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597643"/>
            <a:ext cx="6725899" cy="5822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Opportunities: Automation, real-time data usage, customer engagement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Advantages: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800" dirty="0"/>
              <a:t>Technology innovation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800" dirty="0"/>
              <a:t>Reduced waste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800" dirty="0"/>
              <a:t>Real-time decision making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Disadvantages of IoT: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800" dirty="0"/>
              <a:t>Security risks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800" dirty="0"/>
              <a:t>Privacy issues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800" dirty="0"/>
              <a:t>Complexity in design and compliance challenges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Common Pitfalls in IoT Projects: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800" dirty="0"/>
              <a:t>Statistics: Nearly 75% of IoT projects fail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800" dirty="0"/>
              <a:t>Reasons: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en-US" sz="1600" dirty="0"/>
              <a:t>Lack of strategic planning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en-US" sz="1600" dirty="0"/>
              <a:t>Technical expertise deficits</a:t>
            </a:r>
            <a:endParaRPr lang="en-PK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713599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IoT Platform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C9AF-5877-8BB8-E33E-B1AFC2890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597643"/>
            <a:ext cx="6725899" cy="5829828"/>
          </a:xfrm>
        </p:spPr>
        <p:txBody>
          <a:bodyPr>
            <a:normAutofit fontScale="92500"/>
          </a:bodyPr>
          <a:lstStyle/>
          <a:p>
            <a:r>
              <a:rPr lang="en-US" sz="1700" dirty="0"/>
              <a:t>What is Azure IoT?</a:t>
            </a:r>
          </a:p>
          <a:p>
            <a:pPr lvl="1"/>
            <a:r>
              <a:rPr lang="en-US" sz="1700" dirty="0"/>
              <a:t>Azure IoT is a collection of managed service platforms for cloud and edge computing.</a:t>
            </a:r>
          </a:p>
          <a:p>
            <a:pPr lvl="1"/>
            <a:r>
              <a:rPr lang="en-US" sz="1700" dirty="0"/>
              <a:t>Enables users to connect, monitor, and manage billions of IoT devices globally.</a:t>
            </a:r>
          </a:p>
          <a:p>
            <a:pPr lvl="1"/>
            <a:r>
              <a:rPr lang="en-US" sz="1700" dirty="0"/>
              <a:t>Built with features focusing on security, performance, data management, and analytics.</a:t>
            </a:r>
          </a:p>
          <a:p>
            <a:r>
              <a:rPr lang="en-US" sz="1700" dirty="0"/>
              <a:t>Features:</a:t>
            </a:r>
          </a:p>
          <a:p>
            <a:pPr lvl="1"/>
            <a:r>
              <a:rPr lang="en-US" sz="1700" dirty="0"/>
              <a:t>Customizable solutions based on business needs</a:t>
            </a:r>
          </a:p>
          <a:p>
            <a:pPr lvl="1"/>
            <a:r>
              <a:rPr lang="en-US" sz="1700" dirty="0"/>
              <a:t>Integration with Azure services for scalability and security</a:t>
            </a:r>
          </a:p>
          <a:p>
            <a:r>
              <a:rPr lang="en-US" sz="1700" dirty="0"/>
              <a:t>Key Components of Azure IoT</a:t>
            </a:r>
          </a:p>
          <a:p>
            <a:pPr lvl="1"/>
            <a:r>
              <a:rPr lang="en-US" sz="1700" dirty="0"/>
              <a:t>Things: Physical devices (e.g., sensors in industrial equipment)</a:t>
            </a:r>
          </a:p>
          <a:p>
            <a:pPr lvl="1"/>
            <a:r>
              <a:rPr lang="en-US" sz="1700" dirty="0"/>
              <a:t>Insights: Data collected by IoT devices, processed and analyzed for actionable knowledge</a:t>
            </a:r>
          </a:p>
          <a:p>
            <a:pPr lvl="1"/>
            <a:r>
              <a:rPr lang="en-US" sz="1700" dirty="0"/>
              <a:t>Actions: User responses to insights that drive business operations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946839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5"/>
            <a:ext cx="3568661" cy="1269713"/>
          </a:xfrm>
        </p:spPr>
        <p:txBody>
          <a:bodyPr>
            <a:normAutofit/>
          </a:bodyPr>
          <a:lstStyle/>
          <a:p>
            <a:r>
              <a:rPr lang="en-US"/>
              <a:t>Azure IoT Hub</a:t>
            </a:r>
            <a:br>
              <a:rPr lang="en-US"/>
            </a:br>
            <a:endParaRPr lang="en-PK" dirty="0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C9AF-5877-8BB8-E33E-B1AFC2890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6" y="2340864"/>
            <a:ext cx="3568661" cy="363448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/>
              <a:t>Central hub for managing communication between IoT devices and applications.</a:t>
            </a:r>
          </a:p>
          <a:p>
            <a:pPr>
              <a:lnSpc>
                <a:spcPct val="110000"/>
              </a:lnSpc>
            </a:pPr>
            <a:r>
              <a:rPr lang="en-US"/>
              <a:t>Facilitates data collection like temperature and humidity in real time.</a:t>
            </a:r>
          </a:p>
          <a:p>
            <a:pPr>
              <a:lnSpc>
                <a:spcPct val="110000"/>
              </a:lnSpc>
            </a:pPr>
            <a:r>
              <a:rPr lang="en-US"/>
              <a:t>Key Features:</a:t>
            </a:r>
          </a:p>
          <a:p>
            <a:pPr lvl="1">
              <a:lnSpc>
                <a:spcPct val="110000"/>
              </a:lnSpc>
            </a:pPr>
            <a:r>
              <a:rPr lang="en-US"/>
              <a:t>Device provisioning</a:t>
            </a:r>
          </a:p>
          <a:p>
            <a:pPr lvl="1">
              <a:lnSpc>
                <a:spcPct val="110000"/>
              </a:lnSpc>
            </a:pPr>
            <a:r>
              <a:rPr lang="en-US"/>
              <a:t>Telemetry data management</a:t>
            </a:r>
          </a:p>
          <a:p>
            <a:pPr lvl="1">
              <a:lnSpc>
                <a:spcPct val="110000"/>
              </a:lnSpc>
            </a:pPr>
            <a:r>
              <a:rPr lang="en-US"/>
              <a:t>Integration with event-driven and serverless solutions</a:t>
            </a:r>
          </a:p>
        </p:txBody>
      </p:sp>
      <p:pic>
        <p:nvPicPr>
          <p:cNvPr id="1026" name="Picture 2" descr="What is Azure IoT Hub? | Le blog de Cellenza">
            <a:extLst>
              <a:ext uri="{FF2B5EF4-FFF2-40B4-BE49-F238E27FC236}">
                <a16:creationId xmlns:a16="http://schemas.microsoft.com/office/drawing/2014/main" id="{C4B18A54-B217-5813-98FE-812FCEB96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629678"/>
            <a:ext cx="6735272" cy="341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48598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5"/>
            <a:ext cx="3568661" cy="1269713"/>
          </a:xfrm>
        </p:spPr>
        <p:txBody>
          <a:bodyPr>
            <a:normAutofit/>
          </a:bodyPr>
          <a:lstStyle/>
          <a:p>
            <a:r>
              <a:rPr lang="en-US" dirty="0"/>
              <a:t>Azure IoT Central</a:t>
            </a:r>
            <a:endParaRPr lang="en-PK" dirty="0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C9AF-5877-8BB8-E33E-B1AFC2890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6" y="2340864"/>
            <a:ext cx="3568661" cy="3634486"/>
          </a:xfrm>
        </p:spPr>
        <p:txBody>
          <a:bodyPr>
            <a:normAutofit/>
          </a:bodyPr>
          <a:lstStyle/>
          <a:p>
            <a:r>
              <a:rPr lang="en-US"/>
              <a:t>Secure IoT application platform that scales with business needs.</a:t>
            </a:r>
          </a:p>
          <a:p>
            <a:r>
              <a:rPr lang="en-US"/>
              <a:t>Simplifies IoT solution development and management at the enterprise level.</a:t>
            </a:r>
          </a:p>
          <a:p>
            <a:r>
              <a:rPr lang="en-US"/>
              <a:t>Key Functions:</a:t>
            </a:r>
          </a:p>
          <a:p>
            <a:pPr lvl="1"/>
            <a:r>
              <a:rPr lang="en-US"/>
              <a:t>Device provisioning and visualization</a:t>
            </a:r>
          </a:p>
          <a:p>
            <a:pPr lvl="1"/>
            <a:r>
              <a:rPr lang="en-US"/>
              <a:t>Telemetry monitoring and integration with other services</a:t>
            </a:r>
          </a:p>
        </p:txBody>
      </p:sp>
      <p:pic>
        <p:nvPicPr>
          <p:cNvPr id="2050" name="Picture 2" descr="Azure IoT Central solution architecture - Azure IoT Central | Microsoft  Learn">
            <a:extLst>
              <a:ext uri="{FF2B5EF4-FFF2-40B4-BE49-F238E27FC236}">
                <a16:creationId xmlns:a16="http://schemas.microsoft.com/office/drawing/2014/main" id="{311A86E5-A601-C2DF-8AC3-8593F5546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486554"/>
            <a:ext cx="6735272" cy="3704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494004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Azure IoT Plug and Play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C9AF-5877-8BB8-E33E-B1AFC2890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/>
              <a:t>Connect virtually any IoT device using a mobile app.</a:t>
            </a:r>
          </a:p>
          <a:p>
            <a:r>
              <a:rPr lang="en-US"/>
              <a:t>Ideal for exploring IoT features without investing heavily in dedicated devices.</a:t>
            </a:r>
          </a:p>
          <a:p>
            <a:r>
              <a:rPr lang="en-US"/>
              <a:t>Benefits:</a:t>
            </a:r>
          </a:p>
          <a:p>
            <a:pPr lvl="1"/>
            <a:r>
              <a:rPr lang="en-US"/>
              <a:t>Telemetry data collection from smartphone sensors</a:t>
            </a:r>
          </a:p>
          <a:p>
            <a:pPr lvl="1"/>
            <a:r>
              <a:rPr lang="en-US"/>
              <a:t>Cloud-based command execution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891177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IoT DevKit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C9AF-5877-8BB8-E33E-B1AFC2890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/>
              <a:t>All-in-one development kit for creating IoT prototypes.</a:t>
            </a:r>
          </a:p>
          <a:p>
            <a:r>
              <a:rPr lang="en-US"/>
              <a:t>Compatible with Arduino and includes various sensors.</a:t>
            </a:r>
          </a:p>
          <a:p>
            <a:r>
              <a:rPr lang="en-US"/>
              <a:t>Features:</a:t>
            </a:r>
          </a:p>
          <a:p>
            <a:pPr lvl="1"/>
            <a:r>
              <a:rPr lang="en-US"/>
              <a:t>OLED display, hardware debugging, and security chip</a:t>
            </a:r>
          </a:p>
          <a:p>
            <a:pPr lvl="1"/>
            <a:r>
              <a:rPr lang="en-US"/>
              <a:t>Sample IoT projects and documentation</a:t>
            </a:r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49230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Digital Twins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C9AF-5877-8BB8-E33E-B1AFC2890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/>
              <a:t>Platform to create a digital representation of real-world entities.</a:t>
            </a:r>
          </a:p>
          <a:p>
            <a:r>
              <a:rPr lang="en-US"/>
              <a:t>Provides insights for better product delivery and operational optimization.</a:t>
            </a:r>
          </a:p>
          <a:p>
            <a:r>
              <a:rPr lang="en-US"/>
              <a:t>Use Cases:</a:t>
            </a:r>
          </a:p>
          <a:p>
            <a:pPr lvl="1"/>
            <a:r>
              <a:rPr lang="en-US"/>
              <a:t>Modeling buildings, factories, energy networks, etc.</a:t>
            </a:r>
          </a:p>
          <a:p>
            <a:pPr lvl="1"/>
            <a:r>
              <a:rPr lang="en-US"/>
              <a:t>Gaining insights for improved customer experiences</a:t>
            </a:r>
          </a:p>
          <a:p>
            <a:pPr lvl="1"/>
            <a:r>
              <a:rPr lang="en-US"/>
              <a:t>Image: Diagram illustrating digital twin architecture</a:t>
            </a:r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999504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IOT SECURITY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C9AF-5877-8BB8-E33E-B1AFC2890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700"/>
              <a:t>Securing IoT with Defender for IoT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700"/>
              <a:t>Automatic discovery of unsecured assets and vulnerability detection.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700"/>
              <a:t>Integration with Azure IoT Hub for enhanced security management.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700"/>
              <a:t>Key Features: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700"/>
              <a:t>Threat detection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700"/>
              <a:t>Security posture management.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700"/>
              <a:t>Real-time anomaly insights.</a:t>
            </a:r>
          </a:p>
          <a:p>
            <a:pPr marL="324000" lvl="1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70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700"/>
              <a:t>Network Analyzers in IoT Security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700"/>
              <a:t>Role of network analyzers in monitoring traffic and detecting malicious behavior.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700"/>
              <a:t>Assessing performance and optimizing IoT networks.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700"/>
              <a:t>Benefits: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700"/>
              <a:t>Identifying security threats.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700"/>
              <a:t>Improving data transmission reliability.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700"/>
              <a:t>Enhancing overall network resilience.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745200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01603"/>
          </a:xfrm>
        </p:spPr>
        <p:txBody>
          <a:bodyPr/>
          <a:lstStyle/>
          <a:p>
            <a:r>
              <a:rPr lang="en-US" dirty="0"/>
              <a:t>Azure Maps</a:t>
            </a:r>
            <a:endParaRPr lang="en-PK" dirty="0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BFC51022-0D6D-6303-8639-99AD97F908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3210845"/>
              </p:ext>
            </p:extLst>
          </p:nvPr>
        </p:nvGraphicFramePr>
        <p:xfrm>
          <a:off x="492701" y="1573161"/>
          <a:ext cx="11404331" cy="458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87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Compliance and SECURITY</a:t>
            </a:r>
            <a:endParaRPr lang="en-P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4FAC747-04B8-8C0B-4EEC-E6EFA48AA1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954637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2960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Getting Started with Azure Maps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C9AF-5877-8BB8-E33E-B1AFC2890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Free Account:</a:t>
            </a:r>
          </a:p>
          <a:p>
            <a:pPr lvl="1"/>
            <a:r>
              <a:rPr lang="en-US" dirty="0"/>
              <a:t>Available to help developers begin.</a:t>
            </a:r>
          </a:p>
          <a:p>
            <a:r>
              <a:rPr lang="en-US" dirty="0"/>
              <a:t>SDKs:</a:t>
            </a:r>
          </a:p>
          <a:p>
            <a:pPr lvl="1"/>
            <a:r>
              <a:rPr lang="en-US" dirty="0"/>
              <a:t>Web and mobile development tools for integration.</a:t>
            </a:r>
          </a:p>
          <a:p>
            <a:r>
              <a:rPr lang="en-US" dirty="0"/>
              <a:t>Global Availability:</a:t>
            </a:r>
          </a:p>
          <a:p>
            <a:pPr lvl="1"/>
            <a:r>
              <a:rPr lang="en-US" dirty="0"/>
              <a:t>Services available in most countries/regions.</a:t>
            </a:r>
          </a:p>
          <a:p>
            <a:r>
              <a:rPr lang="en-US" dirty="0"/>
              <a:t>Integrations with Azure Event Grid</a:t>
            </a:r>
          </a:p>
          <a:p>
            <a:pPr lvl="1"/>
            <a:r>
              <a:rPr lang="en-US" dirty="0"/>
              <a:t>Event Handling: Integration with Event Grid for notifications.</a:t>
            </a:r>
          </a:p>
          <a:p>
            <a:pPr lvl="1"/>
            <a:r>
              <a:rPr lang="en-US" dirty="0"/>
              <a:t>Webhook Capabilities: Subscribe to events and trigger actions in real-time.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119225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C625-1645-EF69-4BCA-530F79A4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Development with Azure Maps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C9AF-5877-8BB8-E33E-B1AFC2890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/>
              <a:t>REST APIs:</a:t>
            </a:r>
          </a:p>
          <a:p>
            <a:pPr lvl="1"/>
            <a:r>
              <a:rPr lang="en-US" dirty="0"/>
              <a:t>Use Web SDK for Maps Search service.</a:t>
            </a:r>
          </a:p>
          <a:p>
            <a:r>
              <a:rPr lang="en-US" dirty="0"/>
              <a:t>Search Features:</a:t>
            </a:r>
          </a:p>
          <a:p>
            <a:pPr lvl="1"/>
            <a:r>
              <a:rPr lang="en-US" dirty="0"/>
              <a:t>Address geocoding, fuzzy search, reverse geocoding.</a:t>
            </a:r>
          </a:p>
          <a:p>
            <a:pPr marL="0" indent="0">
              <a:buNone/>
            </a:pPr>
            <a:r>
              <a:rPr lang="en-US" dirty="0"/>
              <a:t>SDKs for Development</a:t>
            </a:r>
          </a:p>
          <a:p>
            <a:r>
              <a:rPr lang="en-US" dirty="0"/>
              <a:t>Web SDKs:</a:t>
            </a:r>
          </a:p>
          <a:p>
            <a:pPr lvl="1"/>
            <a:r>
              <a:rPr lang="en-US" dirty="0"/>
              <a:t>JavaScript library for web applications.</a:t>
            </a:r>
          </a:p>
          <a:p>
            <a:r>
              <a:rPr lang="en-US" dirty="0"/>
              <a:t>Mobile SDKs:</a:t>
            </a:r>
          </a:p>
          <a:p>
            <a:pPr lvl="1"/>
            <a:r>
              <a:rPr lang="en-US" dirty="0"/>
              <a:t>iOS and Android SDKs for mobile applications.</a:t>
            </a:r>
          </a:p>
          <a:p>
            <a:r>
              <a:rPr lang="en-US" dirty="0"/>
              <a:t>Integration:</a:t>
            </a:r>
          </a:p>
          <a:p>
            <a:pPr lvl="1"/>
            <a:r>
              <a:rPr lang="en-US" dirty="0"/>
              <a:t>Easy to add mapping functionality across platforms.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01AE3-94F0-3B18-71D4-55B0ABA0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291071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585493-89F0-4F75-99E0-3DC92A3D1D61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4200</TotalTime>
  <Words>1055</Words>
  <Application>Microsoft Office PowerPoint</Application>
  <PresentationFormat>Widescreen</PresentationFormat>
  <Paragraphs>172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 Nova Light</vt:lpstr>
      <vt:lpstr>Wingdings 2</vt:lpstr>
      <vt:lpstr>DividendVTI</vt:lpstr>
      <vt:lpstr> CHAPTER 8 Cloud IoT and Maps Services </vt:lpstr>
      <vt:lpstr>IOT – The INTERNET OF THINGS</vt:lpstr>
      <vt:lpstr>IoT and Society</vt:lpstr>
      <vt:lpstr>Components &amp; Applications</vt:lpstr>
      <vt:lpstr>Challenges of IoT</vt:lpstr>
      <vt:lpstr>Azure IoT Platform</vt:lpstr>
      <vt:lpstr>Azure IoT Hub </vt:lpstr>
      <vt:lpstr>Azure IoT Central</vt:lpstr>
      <vt:lpstr>Azure IoT Plug and Play</vt:lpstr>
      <vt:lpstr>Azure IoT DevKit</vt:lpstr>
      <vt:lpstr>Digital Twins</vt:lpstr>
      <vt:lpstr>IOT SECURITY</vt:lpstr>
      <vt:lpstr>Azure Maps</vt:lpstr>
      <vt:lpstr>Compliance and SECURITY</vt:lpstr>
      <vt:lpstr>Getting Started with Azure Maps</vt:lpstr>
      <vt:lpstr>Development with Azure Maps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40</cp:revision>
  <dcterms:created xsi:type="dcterms:W3CDTF">2024-08-20T00:20:53Z</dcterms:created>
  <dcterms:modified xsi:type="dcterms:W3CDTF">2025-08-18T14:45:34Z</dcterms:modified>
</cp:coreProperties>
</file>