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27"/>
  </p:notesMasterIdLst>
  <p:sldIdLst>
    <p:sldId id="376" r:id="rId2"/>
    <p:sldId id="377" r:id="rId3"/>
    <p:sldId id="378" r:id="rId4"/>
    <p:sldId id="379" r:id="rId5"/>
    <p:sldId id="381" r:id="rId6"/>
    <p:sldId id="380" r:id="rId7"/>
    <p:sldId id="382" r:id="rId8"/>
    <p:sldId id="383" r:id="rId9"/>
    <p:sldId id="384" r:id="rId10"/>
    <p:sldId id="385" r:id="rId11"/>
    <p:sldId id="386" r:id="rId12"/>
    <p:sldId id="387" r:id="rId13"/>
    <p:sldId id="388" r:id="rId14"/>
    <p:sldId id="389" r:id="rId15"/>
    <p:sldId id="390" r:id="rId16"/>
    <p:sldId id="391" r:id="rId17"/>
    <p:sldId id="392" r:id="rId18"/>
    <p:sldId id="393" r:id="rId19"/>
    <p:sldId id="394" r:id="rId20"/>
    <p:sldId id="395" r:id="rId21"/>
    <p:sldId id="396" r:id="rId22"/>
    <p:sldId id="397" r:id="rId23"/>
    <p:sldId id="398" r:id="rId24"/>
    <p:sldId id="399" r:id="rId25"/>
    <p:sldId id="400" r:id="rId26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3 - Book 1" id="{A67FD584-A4A7-4D57-9F74-BD3C2D2A3684}">
          <p14:sldIdLst>
            <p14:sldId id="376"/>
            <p14:sldId id="377"/>
            <p14:sldId id="378"/>
            <p14:sldId id="379"/>
            <p14:sldId id="381"/>
            <p14:sldId id="380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941"/>
    <a:srgbClr val="3E62DB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2FFB78-1113-4F17-A744-F458AEF6308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86BAB54-3B2A-4CAB-A2F9-F681F41DE0B8}">
      <dgm:prSet/>
      <dgm:spPr/>
      <dgm:t>
        <a:bodyPr/>
        <a:lstStyle/>
        <a:p>
          <a:r>
            <a:rPr lang="en-PK" b="1" i="0" baseline="0"/>
            <a:t>Less Acquisition/Purchase Cost</a:t>
          </a:r>
          <a:r>
            <a:rPr lang="en-PK" b="0" i="0" baseline="0"/>
            <a:t>:</a:t>
          </a:r>
          <a:endParaRPr lang="en-US"/>
        </a:p>
      </dgm:t>
    </dgm:pt>
    <dgm:pt modelId="{327C1444-3808-40D2-BF84-FB5D969CF635}" type="parTrans" cxnId="{7BA9F1A1-A2FA-4B8D-8A95-0FA892344C82}">
      <dgm:prSet/>
      <dgm:spPr/>
      <dgm:t>
        <a:bodyPr/>
        <a:lstStyle/>
        <a:p>
          <a:endParaRPr lang="en-US"/>
        </a:p>
      </dgm:t>
    </dgm:pt>
    <dgm:pt modelId="{27743C22-BA4C-4ADF-BA84-A69A3D7777E5}" type="sibTrans" cxnId="{7BA9F1A1-A2FA-4B8D-8A95-0FA892344C82}">
      <dgm:prSet/>
      <dgm:spPr/>
      <dgm:t>
        <a:bodyPr/>
        <a:lstStyle/>
        <a:p>
          <a:endParaRPr lang="en-US"/>
        </a:p>
      </dgm:t>
    </dgm:pt>
    <dgm:pt modelId="{96FF13F1-1141-49FF-BF37-1823E81474C3}">
      <dgm:prSet/>
      <dgm:spPr/>
      <dgm:t>
        <a:bodyPr/>
        <a:lstStyle/>
        <a:p>
          <a:r>
            <a:rPr lang="en-PK" b="0" i="0" baseline="0"/>
            <a:t>Cloud computing reduces the initial capital investment by eliminating the need for purchasing extensive hardware or software resources upfront.</a:t>
          </a:r>
          <a:endParaRPr lang="en-US"/>
        </a:p>
      </dgm:t>
    </dgm:pt>
    <dgm:pt modelId="{5278BBF1-FB3A-4800-876A-7B66167789F2}" type="parTrans" cxnId="{A1CA0BF9-8F06-40DF-81F4-FCC7A063A345}">
      <dgm:prSet/>
      <dgm:spPr/>
      <dgm:t>
        <a:bodyPr/>
        <a:lstStyle/>
        <a:p>
          <a:endParaRPr lang="en-US"/>
        </a:p>
      </dgm:t>
    </dgm:pt>
    <dgm:pt modelId="{F0093DBD-73AF-4435-BB59-13B8EEE628A8}" type="sibTrans" cxnId="{A1CA0BF9-8F06-40DF-81F4-FCC7A063A345}">
      <dgm:prSet/>
      <dgm:spPr/>
      <dgm:t>
        <a:bodyPr/>
        <a:lstStyle/>
        <a:p>
          <a:endParaRPr lang="en-US"/>
        </a:p>
      </dgm:t>
    </dgm:pt>
    <dgm:pt modelId="{BA3D2D5C-27CD-472E-9B18-4B84B67C6070}">
      <dgm:prSet/>
      <dgm:spPr/>
      <dgm:t>
        <a:bodyPr/>
        <a:lstStyle/>
        <a:p>
          <a:r>
            <a:rPr lang="en-PK" b="1" i="0" baseline="0"/>
            <a:t>Reduced Operational Cost</a:t>
          </a:r>
          <a:r>
            <a:rPr lang="en-PK" b="0" i="0" baseline="0"/>
            <a:t>:</a:t>
          </a:r>
          <a:endParaRPr lang="en-US"/>
        </a:p>
      </dgm:t>
    </dgm:pt>
    <dgm:pt modelId="{82C3C117-7138-4969-A6FE-7BF09DD12372}" type="parTrans" cxnId="{C0458971-9B93-402D-BD82-DA148B232E6B}">
      <dgm:prSet/>
      <dgm:spPr/>
      <dgm:t>
        <a:bodyPr/>
        <a:lstStyle/>
        <a:p>
          <a:endParaRPr lang="en-US"/>
        </a:p>
      </dgm:t>
    </dgm:pt>
    <dgm:pt modelId="{D5019476-FBBE-4691-83B1-AA76CDE8E4D3}" type="sibTrans" cxnId="{C0458971-9B93-402D-BD82-DA148B232E6B}">
      <dgm:prSet/>
      <dgm:spPr/>
      <dgm:t>
        <a:bodyPr/>
        <a:lstStyle/>
        <a:p>
          <a:endParaRPr lang="en-US"/>
        </a:p>
      </dgm:t>
    </dgm:pt>
    <dgm:pt modelId="{EEAE1DBF-A2C9-4294-B40B-DB22B6848A6C}">
      <dgm:prSet/>
      <dgm:spPr/>
      <dgm:t>
        <a:bodyPr/>
        <a:lstStyle/>
        <a:p>
          <a:r>
            <a:rPr lang="en-PK" b="0" i="0" baseline="0" dirty="0"/>
            <a:t>Operational costs like system maintenance, administration, and energy support are shifted to cloud providers, significantly reducing the user’s financial burden.</a:t>
          </a:r>
          <a:endParaRPr lang="en-US" dirty="0"/>
        </a:p>
      </dgm:t>
    </dgm:pt>
    <dgm:pt modelId="{7490B20C-CD4D-4E05-960C-8CA423CCDA27}" type="parTrans" cxnId="{69D578E1-31F4-41C2-96DB-535BD42FBFE3}">
      <dgm:prSet/>
      <dgm:spPr/>
      <dgm:t>
        <a:bodyPr/>
        <a:lstStyle/>
        <a:p>
          <a:endParaRPr lang="en-US"/>
        </a:p>
      </dgm:t>
    </dgm:pt>
    <dgm:pt modelId="{48799A71-9782-4272-8B87-3BDAE5A8C2AF}" type="sibTrans" cxnId="{69D578E1-31F4-41C2-96DB-535BD42FBFE3}">
      <dgm:prSet/>
      <dgm:spPr/>
      <dgm:t>
        <a:bodyPr/>
        <a:lstStyle/>
        <a:p>
          <a:endParaRPr lang="en-US"/>
        </a:p>
      </dgm:t>
    </dgm:pt>
    <dgm:pt modelId="{E256FEF8-CE5F-4BD2-AB60-06096A5801ED}">
      <dgm:prSet/>
      <dgm:spPr/>
      <dgm:t>
        <a:bodyPr/>
        <a:lstStyle/>
        <a:p>
          <a:r>
            <a:rPr lang="en-PK" b="1" i="0" baseline="0"/>
            <a:t>Reduced System Management Responsibility</a:t>
          </a:r>
          <a:r>
            <a:rPr lang="en-PK" b="0" i="0" baseline="0"/>
            <a:t>:</a:t>
          </a:r>
          <a:endParaRPr lang="en-US"/>
        </a:p>
      </dgm:t>
    </dgm:pt>
    <dgm:pt modelId="{ABA36D0A-26B9-4E9B-9754-C7FB36064790}" type="parTrans" cxnId="{82026BD8-BCED-403B-A392-FC573F5C9439}">
      <dgm:prSet/>
      <dgm:spPr/>
      <dgm:t>
        <a:bodyPr/>
        <a:lstStyle/>
        <a:p>
          <a:endParaRPr lang="en-US"/>
        </a:p>
      </dgm:t>
    </dgm:pt>
    <dgm:pt modelId="{8B4EB5FD-B5C6-4985-8354-255868B2160A}" type="sibTrans" cxnId="{82026BD8-BCED-403B-A392-FC573F5C9439}">
      <dgm:prSet/>
      <dgm:spPr/>
      <dgm:t>
        <a:bodyPr/>
        <a:lstStyle/>
        <a:p>
          <a:endParaRPr lang="en-US"/>
        </a:p>
      </dgm:t>
    </dgm:pt>
    <dgm:pt modelId="{523EDA3B-653A-4AD2-A7A9-CA889B1938FA}">
      <dgm:prSet/>
      <dgm:spPr/>
      <dgm:t>
        <a:bodyPr/>
        <a:lstStyle/>
        <a:p>
          <a:r>
            <a:rPr lang="en-PK" b="0" i="0" baseline="0"/>
            <a:t>System management tasks such as updates, recovery, and security are handled by the cloud vendor, freeing the user from these responsibilities.</a:t>
          </a:r>
          <a:endParaRPr lang="en-US"/>
        </a:p>
      </dgm:t>
    </dgm:pt>
    <dgm:pt modelId="{AF075FC1-1520-4FC1-ADE0-78D2C7CD0E04}" type="parTrans" cxnId="{BD32EE1F-DF74-4BE1-8DAF-96D47C5322CC}">
      <dgm:prSet/>
      <dgm:spPr/>
      <dgm:t>
        <a:bodyPr/>
        <a:lstStyle/>
        <a:p>
          <a:endParaRPr lang="en-US"/>
        </a:p>
      </dgm:t>
    </dgm:pt>
    <dgm:pt modelId="{9178DC67-AAC4-48B7-A28F-4604113E1407}" type="sibTrans" cxnId="{BD32EE1F-DF74-4BE1-8DAF-96D47C5322CC}">
      <dgm:prSet/>
      <dgm:spPr/>
      <dgm:t>
        <a:bodyPr/>
        <a:lstStyle/>
        <a:p>
          <a:endParaRPr lang="en-US"/>
        </a:p>
      </dgm:t>
    </dgm:pt>
    <dgm:pt modelId="{BBF0AA67-6C14-49D4-BE3A-4C66F5FE98BF}">
      <dgm:prSet/>
      <dgm:spPr/>
      <dgm:t>
        <a:bodyPr/>
        <a:lstStyle/>
        <a:p>
          <a:r>
            <a:rPr lang="en-PK" b="1" i="0" baseline="0"/>
            <a:t>Use-basis Payment Facility</a:t>
          </a:r>
          <a:r>
            <a:rPr lang="en-PK" b="0" i="0" baseline="0"/>
            <a:t>:</a:t>
          </a:r>
          <a:endParaRPr lang="en-US"/>
        </a:p>
      </dgm:t>
    </dgm:pt>
    <dgm:pt modelId="{E1D044B7-D60D-41DC-8EAF-FF2A0F62E1E1}" type="parTrans" cxnId="{D8F5DBCD-2C94-48C9-B614-8BC2FE79F6AC}">
      <dgm:prSet/>
      <dgm:spPr/>
      <dgm:t>
        <a:bodyPr/>
        <a:lstStyle/>
        <a:p>
          <a:endParaRPr lang="en-US"/>
        </a:p>
      </dgm:t>
    </dgm:pt>
    <dgm:pt modelId="{275920BD-F5BE-49FA-9C1A-A65759B08266}" type="sibTrans" cxnId="{D8F5DBCD-2C94-48C9-B614-8BC2FE79F6AC}">
      <dgm:prSet/>
      <dgm:spPr/>
      <dgm:t>
        <a:bodyPr/>
        <a:lstStyle/>
        <a:p>
          <a:endParaRPr lang="en-US"/>
        </a:p>
      </dgm:t>
    </dgm:pt>
    <dgm:pt modelId="{48F395A7-CAC8-4385-9BFF-795FD78B9714}">
      <dgm:prSet/>
      <dgm:spPr/>
      <dgm:t>
        <a:bodyPr/>
        <a:lstStyle/>
        <a:p>
          <a:r>
            <a:rPr lang="en-PK" b="0" i="0" baseline="0"/>
            <a:t>Cloud users are billed based on actual consumption, making it more cost-effective and flexible compared to fixed costs.</a:t>
          </a:r>
          <a:endParaRPr lang="en-US"/>
        </a:p>
      </dgm:t>
    </dgm:pt>
    <dgm:pt modelId="{C970ADD0-0BE9-4907-BC11-D6FE2681EAF6}" type="parTrans" cxnId="{E10062C8-D45C-4FA4-837F-D7A6C75F10B9}">
      <dgm:prSet/>
      <dgm:spPr/>
      <dgm:t>
        <a:bodyPr/>
        <a:lstStyle/>
        <a:p>
          <a:endParaRPr lang="en-US"/>
        </a:p>
      </dgm:t>
    </dgm:pt>
    <dgm:pt modelId="{D853EB9F-C763-4A77-8EEB-0D56379F2735}" type="sibTrans" cxnId="{E10062C8-D45C-4FA4-837F-D7A6C75F10B9}">
      <dgm:prSet/>
      <dgm:spPr/>
      <dgm:t>
        <a:bodyPr/>
        <a:lstStyle/>
        <a:p>
          <a:endParaRPr lang="en-US"/>
        </a:p>
      </dgm:t>
    </dgm:pt>
    <dgm:pt modelId="{9507E3F1-B6E0-4B9C-AAAE-E8E227BD6E81}">
      <dgm:prSet/>
      <dgm:spPr/>
      <dgm:t>
        <a:bodyPr/>
        <a:lstStyle/>
        <a:p>
          <a:r>
            <a:rPr lang="en-PK" b="1" i="0" baseline="0"/>
            <a:t>Unlimited Computing Power and Storage</a:t>
          </a:r>
          <a:r>
            <a:rPr lang="en-PK" b="0" i="0" baseline="0"/>
            <a:t>:</a:t>
          </a:r>
          <a:endParaRPr lang="en-US"/>
        </a:p>
      </dgm:t>
    </dgm:pt>
    <dgm:pt modelId="{F694197B-D0FD-4AC4-A1E2-57973BE1FE01}" type="parTrans" cxnId="{3D57F2A4-A018-47FE-AA2B-9EB40AA547E5}">
      <dgm:prSet/>
      <dgm:spPr/>
      <dgm:t>
        <a:bodyPr/>
        <a:lstStyle/>
        <a:p>
          <a:endParaRPr lang="en-US"/>
        </a:p>
      </dgm:t>
    </dgm:pt>
    <dgm:pt modelId="{3D106FCD-B7F6-4D20-A088-57038F57F109}" type="sibTrans" cxnId="{3D57F2A4-A018-47FE-AA2B-9EB40AA547E5}">
      <dgm:prSet/>
      <dgm:spPr/>
      <dgm:t>
        <a:bodyPr/>
        <a:lstStyle/>
        <a:p>
          <a:endParaRPr lang="en-US"/>
        </a:p>
      </dgm:t>
    </dgm:pt>
    <dgm:pt modelId="{9C488015-5331-48B6-B7CD-6DC91D9187DF}">
      <dgm:prSet/>
      <dgm:spPr/>
      <dgm:t>
        <a:bodyPr/>
        <a:lstStyle/>
        <a:p>
          <a:r>
            <a:rPr lang="en-PK" b="0" i="0" baseline="0"/>
            <a:t>Users can access scalable computing power and virtually unlimited storage, making it accessible even for smaller businesses.</a:t>
          </a:r>
          <a:endParaRPr lang="en-US"/>
        </a:p>
      </dgm:t>
    </dgm:pt>
    <dgm:pt modelId="{E836982C-DC10-4B2A-ADF3-460485D6D786}" type="parTrans" cxnId="{6F528832-62C4-439C-8870-CDA01BE3FF21}">
      <dgm:prSet/>
      <dgm:spPr/>
      <dgm:t>
        <a:bodyPr/>
        <a:lstStyle/>
        <a:p>
          <a:endParaRPr lang="en-US"/>
        </a:p>
      </dgm:t>
    </dgm:pt>
    <dgm:pt modelId="{1F4CF4AD-FF95-41EA-9950-503FB2BF84EF}" type="sibTrans" cxnId="{6F528832-62C4-439C-8870-CDA01BE3FF21}">
      <dgm:prSet/>
      <dgm:spPr/>
      <dgm:t>
        <a:bodyPr/>
        <a:lstStyle/>
        <a:p>
          <a:endParaRPr lang="en-US"/>
        </a:p>
      </dgm:t>
    </dgm:pt>
    <dgm:pt modelId="{F2E4CE10-E441-4D53-B07C-57C8C7E8BCCD}" type="pres">
      <dgm:prSet presAssocID="{7B2FFB78-1113-4F17-A744-F458AEF63081}" presName="linear" presStyleCnt="0">
        <dgm:presLayoutVars>
          <dgm:animLvl val="lvl"/>
          <dgm:resizeHandles val="exact"/>
        </dgm:presLayoutVars>
      </dgm:prSet>
      <dgm:spPr/>
    </dgm:pt>
    <dgm:pt modelId="{77CCC6FA-D4DA-4C54-AE64-33921C932937}" type="pres">
      <dgm:prSet presAssocID="{B86BAB54-3B2A-4CAB-A2F9-F681F41DE0B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0ABDA00-8893-4061-B822-EC7D727693E9}" type="pres">
      <dgm:prSet presAssocID="{B86BAB54-3B2A-4CAB-A2F9-F681F41DE0B8}" presName="childText" presStyleLbl="revTx" presStyleIdx="0" presStyleCnt="5">
        <dgm:presLayoutVars>
          <dgm:bulletEnabled val="1"/>
        </dgm:presLayoutVars>
      </dgm:prSet>
      <dgm:spPr/>
    </dgm:pt>
    <dgm:pt modelId="{2E0A3CC4-F99D-4135-B6B9-14941EDCFD96}" type="pres">
      <dgm:prSet presAssocID="{BA3D2D5C-27CD-472E-9B18-4B84B67C607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C64E557-4151-4630-AD5F-CE2FB5910DC0}" type="pres">
      <dgm:prSet presAssocID="{BA3D2D5C-27CD-472E-9B18-4B84B67C6070}" presName="childText" presStyleLbl="revTx" presStyleIdx="1" presStyleCnt="5">
        <dgm:presLayoutVars>
          <dgm:bulletEnabled val="1"/>
        </dgm:presLayoutVars>
      </dgm:prSet>
      <dgm:spPr/>
    </dgm:pt>
    <dgm:pt modelId="{11607C20-62C6-4819-A985-34916082BD7F}" type="pres">
      <dgm:prSet presAssocID="{E256FEF8-CE5F-4BD2-AB60-06096A5801E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1D290A7-13D5-428D-9507-04F7C144162E}" type="pres">
      <dgm:prSet presAssocID="{E256FEF8-CE5F-4BD2-AB60-06096A5801ED}" presName="childText" presStyleLbl="revTx" presStyleIdx="2" presStyleCnt="5">
        <dgm:presLayoutVars>
          <dgm:bulletEnabled val="1"/>
        </dgm:presLayoutVars>
      </dgm:prSet>
      <dgm:spPr/>
    </dgm:pt>
    <dgm:pt modelId="{D62C7E9C-F87A-4D9C-B043-6423B5949C99}" type="pres">
      <dgm:prSet presAssocID="{BBF0AA67-6C14-49D4-BE3A-4C66F5FE98B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024D526-4FE0-43E6-A670-D9F1A4DB2755}" type="pres">
      <dgm:prSet presAssocID="{BBF0AA67-6C14-49D4-BE3A-4C66F5FE98BF}" presName="childText" presStyleLbl="revTx" presStyleIdx="3" presStyleCnt="5">
        <dgm:presLayoutVars>
          <dgm:bulletEnabled val="1"/>
        </dgm:presLayoutVars>
      </dgm:prSet>
      <dgm:spPr/>
    </dgm:pt>
    <dgm:pt modelId="{246FB587-143A-44C5-A0B0-88329F626684}" type="pres">
      <dgm:prSet presAssocID="{9507E3F1-B6E0-4B9C-AAAE-E8E227BD6E81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CFC32052-D6F3-4E38-91C5-3D9541627EAF}" type="pres">
      <dgm:prSet presAssocID="{9507E3F1-B6E0-4B9C-AAAE-E8E227BD6E81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9B14601F-4C7B-4000-BBB9-F6D85E319AEE}" type="presOf" srcId="{BA3D2D5C-27CD-472E-9B18-4B84B67C6070}" destId="{2E0A3CC4-F99D-4135-B6B9-14941EDCFD96}" srcOrd="0" destOrd="0" presId="urn:microsoft.com/office/officeart/2005/8/layout/vList2"/>
    <dgm:cxn modelId="{BD32EE1F-DF74-4BE1-8DAF-96D47C5322CC}" srcId="{E256FEF8-CE5F-4BD2-AB60-06096A5801ED}" destId="{523EDA3B-653A-4AD2-A7A9-CA889B1938FA}" srcOrd="0" destOrd="0" parTransId="{AF075FC1-1520-4FC1-ADE0-78D2C7CD0E04}" sibTransId="{9178DC67-AAC4-48B7-A28F-4604113E1407}"/>
    <dgm:cxn modelId="{6F528832-62C4-439C-8870-CDA01BE3FF21}" srcId="{9507E3F1-B6E0-4B9C-AAAE-E8E227BD6E81}" destId="{9C488015-5331-48B6-B7CD-6DC91D9187DF}" srcOrd="0" destOrd="0" parTransId="{E836982C-DC10-4B2A-ADF3-460485D6D786}" sibTransId="{1F4CF4AD-FF95-41EA-9950-503FB2BF84EF}"/>
    <dgm:cxn modelId="{399D163E-5E09-4ECB-BDF0-A9CBCC6375D4}" type="presOf" srcId="{BBF0AA67-6C14-49D4-BE3A-4C66F5FE98BF}" destId="{D62C7E9C-F87A-4D9C-B043-6423B5949C99}" srcOrd="0" destOrd="0" presId="urn:microsoft.com/office/officeart/2005/8/layout/vList2"/>
    <dgm:cxn modelId="{CFB26270-D755-420E-8754-E1D1E9A54F0D}" type="presOf" srcId="{523EDA3B-653A-4AD2-A7A9-CA889B1938FA}" destId="{21D290A7-13D5-428D-9507-04F7C144162E}" srcOrd="0" destOrd="0" presId="urn:microsoft.com/office/officeart/2005/8/layout/vList2"/>
    <dgm:cxn modelId="{C0458971-9B93-402D-BD82-DA148B232E6B}" srcId="{7B2FFB78-1113-4F17-A744-F458AEF63081}" destId="{BA3D2D5C-27CD-472E-9B18-4B84B67C6070}" srcOrd="1" destOrd="0" parTransId="{82C3C117-7138-4969-A6FE-7BF09DD12372}" sibTransId="{D5019476-FBBE-4691-83B1-AA76CDE8E4D3}"/>
    <dgm:cxn modelId="{81E69958-8B80-4988-AF13-444F7377F9A6}" type="presOf" srcId="{9507E3F1-B6E0-4B9C-AAAE-E8E227BD6E81}" destId="{246FB587-143A-44C5-A0B0-88329F626684}" srcOrd="0" destOrd="0" presId="urn:microsoft.com/office/officeart/2005/8/layout/vList2"/>
    <dgm:cxn modelId="{0BC68979-CD17-4B0E-8064-4AD502BBB329}" type="presOf" srcId="{7B2FFB78-1113-4F17-A744-F458AEF63081}" destId="{F2E4CE10-E441-4D53-B07C-57C8C7E8BCCD}" srcOrd="0" destOrd="0" presId="urn:microsoft.com/office/officeart/2005/8/layout/vList2"/>
    <dgm:cxn modelId="{F946E37A-AA87-4D50-B62F-5C19B764D261}" type="presOf" srcId="{9C488015-5331-48B6-B7CD-6DC91D9187DF}" destId="{CFC32052-D6F3-4E38-91C5-3D9541627EAF}" srcOrd="0" destOrd="0" presId="urn:microsoft.com/office/officeart/2005/8/layout/vList2"/>
    <dgm:cxn modelId="{E1D1058C-0A55-4D99-8657-2CE50B773F1D}" type="presOf" srcId="{96FF13F1-1141-49FF-BF37-1823E81474C3}" destId="{90ABDA00-8893-4061-B822-EC7D727693E9}" srcOrd="0" destOrd="0" presId="urn:microsoft.com/office/officeart/2005/8/layout/vList2"/>
    <dgm:cxn modelId="{D8775D91-E1E0-4D8A-AA4C-16A34191B506}" type="presOf" srcId="{B86BAB54-3B2A-4CAB-A2F9-F681F41DE0B8}" destId="{77CCC6FA-D4DA-4C54-AE64-33921C932937}" srcOrd="0" destOrd="0" presId="urn:microsoft.com/office/officeart/2005/8/layout/vList2"/>
    <dgm:cxn modelId="{7BA9F1A1-A2FA-4B8D-8A95-0FA892344C82}" srcId="{7B2FFB78-1113-4F17-A744-F458AEF63081}" destId="{B86BAB54-3B2A-4CAB-A2F9-F681F41DE0B8}" srcOrd="0" destOrd="0" parTransId="{327C1444-3808-40D2-BF84-FB5D969CF635}" sibTransId="{27743C22-BA4C-4ADF-BA84-A69A3D7777E5}"/>
    <dgm:cxn modelId="{3D57F2A4-A018-47FE-AA2B-9EB40AA547E5}" srcId="{7B2FFB78-1113-4F17-A744-F458AEF63081}" destId="{9507E3F1-B6E0-4B9C-AAAE-E8E227BD6E81}" srcOrd="4" destOrd="0" parTransId="{F694197B-D0FD-4AC4-A1E2-57973BE1FE01}" sibTransId="{3D106FCD-B7F6-4D20-A088-57038F57F109}"/>
    <dgm:cxn modelId="{C38F73BE-9A46-4D4A-8C08-8CA96CAD3321}" type="presOf" srcId="{E256FEF8-CE5F-4BD2-AB60-06096A5801ED}" destId="{11607C20-62C6-4819-A985-34916082BD7F}" srcOrd="0" destOrd="0" presId="urn:microsoft.com/office/officeart/2005/8/layout/vList2"/>
    <dgm:cxn modelId="{E10062C8-D45C-4FA4-837F-D7A6C75F10B9}" srcId="{BBF0AA67-6C14-49D4-BE3A-4C66F5FE98BF}" destId="{48F395A7-CAC8-4385-9BFF-795FD78B9714}" srcOrd="0" destOrd="0" parTransId="{C970ADD0-0BE9-4907-BC11-D6FE2681EAF6}" sibTransId="{D853EB9F-C763-4A77-8EEB-0D56379F2735}"/>
    <dgm:cxn modelId="{D8F5DBCD-2C94-48C9-B614-8BC2FE79F6AC}" srcId="{7B2FFB78-1113-4F17-A744-F458AEF63081}" destId="{BBF0AA67-6C14-49D4-BE3A-4C66F5FE98BF}" srcOrd="3" destOrd="0" parTransId="{E1D044B7-D60D-41DC-8EAF-FF2A0F62E1E1}" sibTransId="{275920BD-F5BE-49FA-9C1A-A65759B08266}"/>
    <dgm:cxn modelId="{52269BD0-DE2D-4FA7-AAFA-4C749A609FF8}" type="presOf" srcId="{48F395A7-CAC8-4385-9BFF-795FD78B9714}" destId="{0024D526-4FE0-43E6-A670-D9F1A4DB2755}" srcOrd="0" destOrd="0" presId="urn:microsoft.com/office/officeart/2005/8/layout/vList2"/>
    <dgm:cxn modelId="{63EE21D7-0585-43F4-8A35-A629BAE58B57}" type="presOf" srcId="{EEAE1DBF-A2C9-4294-B40B-DB22B6848A6C}" destId="{EC64E557-4151-4630-AD5F-CE2FB5910DC0}" srcOrd="0" destOrd="0" presId="urn:microsoft.com/office/officeart/2005/8/layout/vList2"/>
    <dgm:cxn modelId="{82026BD8-BCED-403B-A392-FC573F5C9439}" srcId="{7B2FFB78-1113-4F17-A744-F458AEF63081}" destId="{E256FEF8-CE5F-4BD2-AB60-06096A5801ED}" srcOrd="2" destOrd="0" parTransId="{ABA36D0A-26B9-4E9B-9754-C7FB36064790}" sibTransId="{8B4EB5FD-B5C6-4985-8354-255868B2160A}"/>
    <dgm:cxn modelId="{69D578E1-31F4-41C2-96DB-535BD42FBFE3}" srcId="{BA3D2D5C-27CD-472E-9B18-4B84B67C6070}" destId="{EEAE1DBF-A2C9-4294-B40B-DB22B6848A6C}" srcOrd="0" destOrd="0" parTransId="{7490B20C-CD4D-4E05-960C-8CA423CCDA27}" sibTransId="{48799A71-9782-4272-8B87-3BDAE5A8C2AF}"/>
    <dgm:cxn modelId="{A1CA0BF9-8F06-40DF-81F4-FCC7A063A345}" srcId="{B86BAB54-3B2A-4CAB-A2F9-F681F41DE0B8}" destId="{96FF13F1-1141-49FF-BF37-1823E81474C3}" srcOrd="0" destOrd="0" parTransId="{5278BBF1-FB3A-4800-876A-7B66167789F2}" sibTransId="{F0093DBD-73AF-4435-BB59-13B8EEE628A8}"/>
    <dgm:cxn modelId="{9BE78635-E65C-430D-9E56-BE4DC98EAECE}" type="presParOf" srcId="{F2E4CE10-E441-4D53-B07C-57C8C7E8BCCD}" destId="{77CCC6FA-D4DA-4C54-AE64-33921C932937}" srcOrd="0" destOrd="0" presId="urn:microsoft.com/office/officeart/2005/8/layout/vList2"/>
    <dgm:cxn modelId="{85DF5DD4-8A9B-455A-A70D-2BA65D99E7E5}" type="presParOf" srcId="{F2E4CE10-E441-4D53-B07C-57C8C7E8BCCD}" destId="{90ABDA00-8893-4061-B822-EC7D727693E9}" srcOrd="1" destOrd="0" presId="urn:microsoft.com/office/officeart/2005/8/layout/vList2"/>
    <dgm:cxn modelId="{8ADBA7A1-4A99-4865-AAD6-3C29921F2F78}" type="presParOf" srcId="{F2E4CE10-E441-4D53-B07C-57C8C7E8BCCD}" destId="{2E0A3CC4-F99D-4135-B6B9-14941EDCFD96}" srcOrd="2" destOrd="0" presId="urn:microsoft.com/office/officeart/2005/8/layout/vList2"/>
    <dgm:cxn modelId="{3D8F619A-FC4E-4235-934E-BAE26CA6A8B9}" type="presParOf" srcId="{F2E4CE10-E441-4D53-B07C-57C8C7E8BCCD}" destId="{EC64E557-4151-4630-AD5F-CE2FB5910DC0}" srcOrd="3" destOrd="0" presId="urn:microsoft.com/office/officeart/2005/8/layout/vList2"/>
    <dgm:cxn modelId="{8534C827-F27F-4460-B998-08BFA2C532F1}" type="presParOf" srcId="{F2E4CE10-E441-4D53-B07C-57C8C7E8BCCD}" destId="{11607C20-62C6-4819-A985-34916082BD7F}" srcOrd="4" destOrd="0" presId="urn:microsoft.com/office/officeart/2005/8/layout/vList2"/>
    <dgm:cxn modelId="{F5078C8F-ADF8-47E7-A278-8578A0AA8DA7}" type="presParOf" srcId="{F2E4CE10-E441-4D53-B07C-57C8C7E8BCCD}" destId="{21D290A7-13D5-428D-9507-04F7C144162E}" srcOrd="5" destOrd="0" presId="urn:microsoft.com/office/officeart/2005/8/layout/vList2"/>
    <dgm:cxn modelId="{D25887F2-B690-4C10-9640-484E5803795D}" type="presParOf" srcId="{F2E4CE10-E441-4D53-B07C-57C8C7E8BCCD}" destId="{D62C7E9C-F87A-4D9C-B043-6423B5949C99}" srcOrd="6" destOrd="0" presId="urn:microsoft.com/office/officeart/2005/8/layout/vList2"/>
    <dgm:cxn modelId="{41BCDD20-DDCF-44AE-993A-400B1067B9EB}" type="presParOf" srcId="{F2E4CE10-E441-4D53-B07C-57C8C7E8BCCD}" destId="{0024D526-4FE0-43E6-A670-D9F1A4DB2755}" srcOrd="7" destOrd="0" presId="urn:microsoft.com/office/officeart/2005/8/layout/vList2"/>
    <dgm:cxn modelId="{10647EDB-8DA4-4A3C-8E1F-352159EB9ECA}" type="presParOf" srcId="{F2E4CE10-E441-4D53-B07C-57C8C7E8BCCD}" destId="{246FB587-143A-44C5-A0B0-88329F626684}" srcOrd="8" destOrd="0" presId="urn:microsoft.com/office/officeart/2005/8/layout/vList2"/>
    <dgm:cxn modelId="{5D698FCC-DE86-41F8-97B1-69CC8F1320B6}" type="presParOf" srcId="{F2E4CE10-E441-4D53-B07C-57C8C7E8BCCD}" destId="{CFC32052-D6F3-4E38-91C5-3D9541627EAF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801C41-0674-4D3D-854F-BA8F5B94B9C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37A1DB4-7106-4C05-BE4D-06A122C52EB9}">
      <dgm:prSet/>
      <dgm:spPr/>
      <dgm:t>
        <a:bodyPr/>
        <a:lstStyle/>
        <a:p>
          <a:r>
            <a:rPr lang="en-PK" b="1" i="0" baseline="0" dirty="0"/>
            <a:t>Quality of Service (QoS)</a:t>
          </a:r>
          <a:r>
            <a:rPr lang="en-PK" b="0" i="0" baseline="0" dirty="0"/>
            <a:t>:</a:t>
          </a:r>
          <a:endParaRPr lang="en-US" dirty="0"/>
        </a:p>
      </dgm:t>
    </dgm:pt>
    <dgm:pt modelId="{7993B50F-4BAC-49A9-8E04-6F5BA307837C}" type="parTrans" cxnId="{F52D8CBA-C43B-4C53-BC4D-281C10850C41}">
      <dgm:prSet/>
      <dgm:spPr/>
      <dgm:t>
        <a:bodyPr/>
        <a:lstStyle/>
        <a:p>
          <a:endParaRPr lang="en-US"/>
        </a:p>
      </dgm:t>
    </dgm:pt>
    <dgm:pt modelId="{4DB69177-9F20-41F4-875A-17DD81A862E3}" type="sibTrans" cxnId="{F52D8CBA-C43B-4C53-BC4D-281C10850C41}">
      <dgm:prSet/>
      <dgm:spPr/>
      <dgm:t>
        <a:bodyPr/>
        <a:lstStyle/>
        <a:p>
          <a:endParaRPr lang="en-US"/>
        </a:p>
      </dgm:t>
    </dgm:pt>
    <dgm:pt modelId="{DED2FBE1-ACDF-46B5-A8C9-B8C287B12BFC}">
      <dgm:prSet/>
      <dgm:spPr/>
      <dgm:t>
        <a:bodyPr/>
        <a:lstStyle/>
        <a:p>
          <a:r>
            <a:rPr lang="en-PK" b="0" i="0" baseline="0"/>
            <a:t>Renowned cloud vendors provide reliable, high-quality service, ensuring consistent performance.</a:t>
          </a:r>
          <a:endParaRPr lang="en-US"/>
        </a:p>
      </dgm:t>
    </dgm:pt>
    <dgm:pt modelId="{CBD8EB2F-90E4-442D-92AC-4F6657FCFC9B}" type="parTrans" cxnId="{C9F4EF0D-D88F-491A-9464-AB634A5E51DE}">
      <dgm:prSet/>
      <dgm:spPr/>
      <dgm:t>
        <a:bodyPr/>
        <a:lstStyle/>
        <a:p>
          <a:endParaRPr lang="en-US"/>
        </a:p>
      </dgm:t>
    </dgm:pt>
    <dgm:pt modelId="{E8814D6A-4C89-47F1-997F-3FF8B9F4B6E5}" type="sibTrans" cxnId="{C9F4EF0D-D88F-491A-9464-AB634A5E51DE}">
      <dgm:prSet/>
      <dgm:spPr/>
      <dgm:t>
        <a:bodyPr/>
        <a:lstStyle/>
        <a:p>
          <a:endParaRPr lang="en-US"/>
        </a:p>
      </dgm:t>
    </dgm:pt>
    <dgm:pt modelId="{61604574-BD78-4078-81DD-C9D7A7669550}">
      <dgm:prSet/>
      <dgm:spPr/>
      <dgm:t>
        <a:bodyPr/>
        <a:lstStyle/>
        <a:p>
          <a:r>
            <a:rPr lang="en-PK" b="1" i="0" baseline="0"/>
            <a:t>Reliability</a:t>
          </a:r>
          <a:r>
            <a:rPr lang="en-PK" b="0" i="0" baseline="0"/>
            <a:t>:</a:t>
          </a:r>
          <a:endParaRPr lang="en-US"/>
        </a:p>
      </dgm:t>
    </dgm:pt>
    <dgm:pt modelId="{56B92892-F0AC-47D8-B461-A80F8470D01A}" type="parTrans" cxnId="{A48C6F8D-DCA5-4BD4-9BCB-6857C1A740F7}">
      <dgm:prSet/>
      <dgm:spPr/>
      <dgm:t>
        <a:bodyPr/>
        <a:lstStyle/>
        <a:p>
          <a:endParaRPr lang="en-US"/>
        </a:p>
      </dgm:t>
    </dgm:pt>
    <dgm:pt modelId="{00B590AC-E9D0-4E71-930A-00C946A6D254}" type="sibTrans" cxnId="{A48C6F8D-DCA5-4BD4-9BCB-6857C1A740F7}">
      <dgm:prSet/>
      <dgm:spPr/>
      <dgm:t>
        <a:bodyPr/>
        <a:lstStyle/>
        <a:p>
          <a:endParaRPr lang="en-US"/>
        </a:p>
      </dgm:t>
    </dgm:pt>
    <dgm:pt modelId="{2E74DBC2-B7F8-411B-9071-00C3BC71B29E}">
      <dgm:prSet/>
      <dgm:spPr/>
      <dgm:t>
        <a:bodyPr/>
        <a:lstStyle/>
        <a:p>
          <a:r>
            <a:rPr lang="en-PK" b="0" i="0" baseline="0"/>
            <a:t>Cloud vendors handle critical functions like load balancing, backups, and recovery, making the service more reliable than traditional setups.</a:t>
          </a:r>
          <a:endParaRPr lang="en-US"/>
        </a:p>
      </dgm:t>
    </dgm:pt>
    <dgm:pt modelId="{114EAD79-D5E0-49D9-B169-651C895DF926}" type="parTrans" cxnId="{C9842790-2E7D-40C8-9AAA-2580B81D2910}">
      <dgm:prSet/>
      <dgm:spPr/>
      <dgm:t>
        <a:bodyPr/>
        <a:lstStyle/>
        <a:p>
          <a:endParaRPr lang="en-US"/>
        </a:p>
      </dgm:t>
    </dgm:pt>
    <dgm:pt modelId="{D2C7F82C-6F2E-461B-9AA5-1DA9FB3C589A}" type="sibTrans" cxnId="{C9842790-2E7D-40C8-9AAA-2580B81D2910}">
      <dgm:prSet/>
      <dgm:spPr/>
      <dgm:t>
        <a:bodyPr/>
        <a:lstStyle/>
        <a:p>
          <a:endParaRPr lang="en-US"/>
        </a:p>
      </dgm:t>
    </dgm:pt>
    <dgm:pt modelId="{48B91348-1037-43CC-8277-CF3623AAD236}">
      <dgm:prSet/>
      <dgm:spPr/>
      <dgm:t>
        <a:bodyPr/>
        <a:lstStyle/>
        <a:p>
          <a:r>
            <a:rPr lang="en-PK" b="1" i="0" baseline="0"/>
            <a:t>Continuous Availability</a:t>
          </a:r>
          <a:r>
            <a:rPr lang="en-PK" b="0" i="0" baseline="0"/>
            <a:t>:</a:t>
          </a:r>
          <a:endParaRPr lang="en-US"/>
        </a:p>
      </dgm:t>
    </dgm:pt>
    <dgm:pt modelId="{D5F1269B-555B-49A8-9689-0BE887702E15}" type="parTrans" cxnId="{8CD0DAF9-1B3A-4AFE-A9B9-211BA4B436AB}">
      <dgm:prSet/>
      <dgm:spPr/>
      <dgm:t>
        <a:bodyPr/>
        <a:lstStyle/>
        <a:p>
          <a:endParaRPr lang="en-US"/>
        </a:p>
      </dgm:t>
    </dgm:pt>
    <dgm:pt modelId="{C24EE2F9-588A-4A3C-9377-52BB160B72E1}" type="sibTrans" cxnId="{8CD0DAF9-1B3A-4AFE-A9B9-211BA4B436AB}">
      <dgm:prSet/>
      <dgm:spPr/>
      <dgm:t>
        <a:bodyPr/>
        <a:lstStyle/>
        <a:p>
          <a:endParaRPr lang="en-US"/>
        </a:p>
      </dgm:t>
    </dgm:pt>
    <dgm:pt modelId="{9F3989B5-FF77-4310-893F-B53FFA5102CB}">
      <dgm:prSet/>
      <dgm:spPr/>
      <dgm:t>
        <a:bodyPr/>
        <a:lstStyle/>
        <a:p>
          <a:r>
            <a:rPr lang="en-PK" b="0" i="0" baseline="0"/>
            <a:t>Cloud services offer high uptime (99.9%), ensuring near 24/7 availability for users.</a:t>
          </a:r>
          <a:endParaRPr lang="en-US"/>
        </a:p>
      </dgm:t>
    </dgm:pt>
    <dgm:pt modelId="{0D8FE10F-D6CE-47FB-A3FA-5A93C3028F72}" type="parTrans" cxnId="{29896F43-2551-47B3-90D6-873E76C5249F}">
      <dgm:prSet/>
      <dgm:spPr/>
      <dgm:t>
        <a:bodyPr/>
        <a:lstStyle/>
        <a:p>
          <a:endParaRPr lang="en-US"/>
        </a:p>
      </dgm:t>
    </dgm:pt>
    <dgm:pt modelId="{F147CA88-F27E-4D9D-ADFC-55C882B7B64A}" type="sibTrans" cxnId="{29896F43-2551-47B3-90D6-873E76C5249F}">
      <dgm:prSet/>
      <dgm:spPr/>
      <dgm:t>
        <a:bodyPr/>
        <a:lstStyle/>
        <a:p>
          <a:endParaRPr lang="en-US"/>
        </a:p>
      </dgm:t>
    </dgm:pt>
    <dgm:pt modelId="{C7B12F75-8F96-4137-B590-C056009434B7}">
      <dgm:prSet/>
      <dgm:spPr/>
      <dgm:t>
        <a:bodyPr/>
        <a:lstStyle/>
        <a:p>
          <a:r>
            <a:rPr lang="en-PK" b="1" i="0" baseline="0"/>
            <a:t>Locational Independence</a:t>
          </a:r>
          <a:r>
            <a:rPr lang="en-PK" b="0" i="0" baseline="0"/>
            <a:t>:</a:t>
          </a:r>
          <a:endParaRPr lang="en-US"/>
        </a:p>
      </dgm:t>
    </dgm:pt>
    <dgm:pt modelId="{4FDB3BD9-BCA8-4BB7-880E-96E1BD125975}" type="parTrans" cxnId="{36F12041-707E-46D2-94A1-1442E1358376}">
      <dgm:prSet/>
      <dgm:spPr/>
      <dgm:t>
        <a:bodyPr/>
        <a:lstStyle/>
        <a:p>
          <a:endParaRPr lang="en-US"/>
        </a:p>
      </dgm:t>
    </dgm:pt>
    <dgm:pt modelId="{AB6D5C62-FE1C-4B24-A20B-D68F1895FD8D}" type="sibTrans" cxnId="{36F12041-707E-46D2-94A1-1442E1358376}">
      <dgm:prSet/>
      <dgm:spPr/>
      <dgm:t>
        <a:bodyPr/>
        <a:lstStyle/>
        <a:p>
          <a:endParaRPr lang="en-US"/>
        </a:p>
      </dgm:t>
    </dgm:pt>
    <dgm:pt modelId="{197B4DFF-4B13-45A2-AFB2-89AD93BC371E}">
      <dgm:prSet/>
      <dgm:spPr/>
      <dgm:t>
        <a:bodyPr/>
        <a:lstStyle/>
        <a:p>
          <a:r>
            <a:rPr lang="en-PK" b="0" i="0" baseline="0"/>
            <a:t>Users can access cloud services from anywhere with an internet connection, providing flexibility and convenience.</a:t>
          </a:r>
          <a:endParaRPr lang="en-US"/>
        </a:p>
      </dgm:t>
    </dgm:pt>
    <dgm:pt modelId="{B800D651-6906-4D5F-AC29-E5C3E828BA97}" type="parTrans" cxnId="{76EE6B84-3F3D-4004-A4DC-84BA0F3AE64C}">
      <dgm:prSet/>
      <dgm:spPr/>
      <dgm:t>
        <a:bodyPr/>
        <a:lstStyle/>
        <a:p>
          <a:endParaRPr lang="en-US"/>
        </a:p>
      </dgm:t>
    </dgm:pt>
    <dgm:pt modelId="{10A8BF51-FC32-46AA-9FD7-01B673290BD3}" type="sibTrans" cxnId="{76EE6B84-3F3D-4004-A4DC-84BA0F3AE64C}">
      <dgm:prSet/>
      <dgm:spPr/>
      <dgm:t>
        <a:bodyPr/>
        <a:lstStyle/>
        <a:p>
          <a:endParaRPr lang="en-US"/>
        </a:p>
      </dgm:t>
    </dgm:pt>
    <dgm:pt modelId="{54020E6A-8EF6-4EB6-B83C-59EA2CBBEB3F}">
      <dgm:prSet/>
      <dgm:spPr/>
      <dgm:t>
        <a:bodyPr/>
        <a:lstStyle/>
        <a:p>
          <a:r>
            <a:rPr lang="en-PK" b="1" i="0" baseline="0"/>
            <a:t>High Resiliency</a:t>
          </a:r>
          <a:r>
            <a:rPr lang="en-PK" b="0" i="0" baseline="0"/>
            <a:t>:</a:t>
          </a:r>
          <a:endParaRPr lang="en-US"/>
        </a:p>
      </dgm:t>
    </dgm:pt>
    <dgm:pt modelId="{9F1CF627-5826-4B1F-8F4B-9E48BF29BD85}" type="parTrans" cxnId="{A0E42A0B-9A26-4139-A9BE-8B9172E1EA62}">
      <dgm:prSet/>
      <dgm:spPr/>
      <dgm:t>
        <a:bodyPr/>
        <a:lstStyle/>
        <a:p>
          <a:endParaRPr lang="en-US"/>
        </a:p>
      </dgm:t>
    </dgm:pt>
    <dgm:pt modelId="{0A4FA5C0-1472-472B-8CCE-BDBB369B716E}" type="sibTrans" cxnId="{A0E42A0B-9A26-4139-A9BE-8B9172E1EA62}">
      <dgm:prSet/>
      <dgm:spPr/>
      <dgm:t>
        <a:bodyPr/>
        <a:lstStyle/>
        <a:p>
          <a:endParaRPr lang="en-US"/>
        </a:p>
      </dgm:t>
    </dgm:pt>
    <dgm:pt modelId="{DCF30E6C-1ABD-4D42-8C90-33A8443C805E}">
      <dgm:prSet/>
      <dgm:spPr/>
      <dgm:t>
        <a:bodyPr/>
        <a:lstStyle/>
        <a:p>
          <a:r>
            <a:rPr lang="en-PK" b="0" i="0" baseline="0"/>
            <a:t>Cloud infrastructures are resilient to attacks and disruptions due to redundancy and other protective measures.</a:t>
          </a:r>
          <a:endParaRPr lang="en-US"/>
        </a:p>
      </dgm:t>
    </dgm:pt>
    <dgm:pt modelId="{CE755F7E-B65F-4A61-9D57-EFFF6B2D5635}" type="parTrans" cxnId="{09CF320E-073E-476F-A02D-09F6D5215EC2}">
      <dgm:prSet/>
      <dgm:spPr/>
      <dgm:t>
        <a:bodyPr/>
        <a:lstStyle/>
        <a:p>
          <a:endParaRPr lang="en-US"/>
        </a:p>
      </dgm:t>
    </dgm:pt>
    <dgm:pt modelId="{AEF863DA-BC1E-419D-8928-CAD2B79D7872}" type="sibTrans" cxnId="{09CF320E-073E-476F-A02D-09F6D5215EC2}">
      <dgm:prSet/>
      <dgm:spPr/>
      <dgm:t>
        <a:bodyPr/>
        <a:lstStyle/>
        <a:p>
          <a:endParaRPr lang="en-US"/>
        </a:p>
      </dgm:t>
    </dgm:pt>
    <dgm:pt modelId="{E4439618-DACA-45B3-AB01-26575FEB4CFD}" type="pres">
      <dgm:prSet presAssocID="{53801C41-0674-4D3D-854F-BA8F5B94B9C7}" presName="linear" presStyleCnt="0">
        <dgm:presLayoutVars>
          <dgm:animLvl val="lvl"/>
          <dgm:resizeHandles val="exact"/>
        </dgm:presLayoutVars>
      </dgm:prSet>
      <dgm:spPr/>
    </dgm:pt>
    <dgm:pt modelId="{9A4A8CF2-BC73-4571-A983-555C2B5A81C7}" type="pres">
      <dgm:prSet presAssocID="{137A1DB4-7106-4C05-BE4D-06A122C52EB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A8E545C-6C55-47FF-AA27-E31D773274CC}" type="pres">
      <dgm:prSet presAssocID="{137A1DB4-7106-4C05-BE4D-06A122C52EB9}" presName="childText" presStyleLbl="revTx" presStyleIdx="0" presStyleCnt="5">
        <dgm:presLayoutVars>
          <dgm:bulletEnabled val="1"/>
        </dgm:presLayoutVars>
      </dgm:prSet>
      <dgm:spPr/>
    </dgm:pt>
    <dgm:pt modelId="{39414DD1-CE95-4E15-8E60-E771E4AB06C1}" type="pres">
      <dgm:prSet presAssocID="{61604574-BD78-4078-81DD-C9D7A766955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46303D2-5741-47AF-A321-FDDEE9D4E81A}" type="pres">
      <dgm:prSet presAssocID="{61604574-BD78-4078-81DD-C9D7A7669550}" presName="childText" presStyleLbl="revTx" presStyleIdx="1" presStyleCnt="5">
        <dgm:presLayoutVars>
          <dgm:bulletEnabled val="1"/>
        </dgm:presLayoutVars>
      </dgm:prSet>
      <dgm:spPr/>
    </dgm:pt>
    <dgm:pt modelId="{0174EC31-65D8-48FD-B566-099114271957}" type="pres">
      <dgm:prSet presAssocID="{48B91348-1037-43CC-8277-CF3623AAD23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05DA45D-140E-4735-B6A8-47DD3F88E557}" type="pres">
      <dgm:prSet presAssocID="{48B91348-1037-43CC-8277-CF3623AAD236}" presName="childText" presStyleLbl="revTx" presStyleIdx="2" presStyleCnt="5">
        <dgm:presLayoutVars>
          <dgm:bulletEnabled val="1"/>
        </dgm:presLayoutVars>
      </dgm:prSet>
      <dgm:spPr/>
    </dgm:pt>
    <dgm:pt modelId="{A38AA8EC-A6DA-4BBE-B4CA-387FC812ABF5}" type="pres">
      <dgm:prSet presAssocID="{C7B12F75-8F96-4137-B590-C056009434B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4982727-9804-4999-91DB-652C4A80C368}" type="pres">
      <dgm:prSet presAssocID="{C7B12F75-8F96-4137-B590-C056009434B7}" presName="childText" presStyleLbl="revTx" presStyleIdx="3" presStyleCnt="5">
        <dgm:presLayoutVars>
          <dgm:bulletEnabled val="1"/>
        </dgm:presLayoutVars>
      </dgm:prSet>
      <dgm:spPr/>
    </dgm:pt>
    <dgm:pt modelId="{CCE9FFAA-B887-4213-9F75-699A524B6408}" type="pres">
      <dgm:prSet presAssocID="{54020E6A-8EF6-4EB6-B83C-59EA2CBBEB3F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603D6F9-AE98-416E-AE47-6E730C291BFE}" type="pres">
      <dgm:prSet presAssocID="{54020E6A-8EF6-4EB6-B83C-59EA2CBBEB3F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23740501-A74D-4515-BA4C-CF1A1C28C489}" type="presOf" srcId="{C7B12F75-8F96-4137-B590-C056009434B7}" destId="{A38AA8EC-A6DA-4BBE-B4CA-387FC812ABF5}" srcOrd="0" destOrd="0" presId="urn:microsoft.com/office/officeart/2005/8/layout/vList2"/>
    <dgm:cxn modelId="{A0E42A0B-9A26-4139-A9BE-8B9172E1EA62}" srcId="{53801C41-0674-4D3D-854F-BA8F5B94B9C7}" destId="{54020E6A-8EF6-4EB6-B83C-59EA2CBBEB3F}" srcOrd="4" destOrd="0" parTransId="{9F1CF627-5826-4B1F-8F4B-9E48BF29BD85}" sibTransId="{0A4FA5C0-1472-472B-8CCE-BDBB369B716E}"/>
    <dgm:cxn modelId="{C9F4EF0D-D88F-491A-9464-AB634A5E51DE}" srcId="{137A1DB4-7106-4C05-BE4D-06A122C52EB9}" destId="{DED2FBE1-ACDF-46B5-A8C9-B8C287B12BFC}" srcOrd="0" destOrd="0" parTransId="{CBD8EB2F-90E4-442D-92AC-4F6657FCFC9B}" sibTransId="{E8814D6A-4C89-47F1-997F-3FF8B9F4B6E5}"/>
    <dgm:cxn modelId="{09CF320E-073E-476F-A02D-09F6D5215EC2}" srcId="{54020E6A-8EF6-4EB6-B83C-59EA2CBBEB3F}" destId="{DCF30E6C-1ABD-4D42-8C90-33A8443C805E}" srcOrd="0" destOrd="0" parTransId="{CE755F7E-B65F-4A61-9D57-EFFF6B2D5635}" sibTransId="{AEF863DA-BC1E-419D-8928-CAD2B79D7872}"/>
    <dgm:cxn modelId="{C5FB0325-1D6F-4264-B490-CBF18E2CF062}" type="presOf" srcId="{54020E6A-8EF6-4EB6-B83C-59EA2CBBEB3F}" destId="{CCE9FFAA-B887-4213-9F75-699A524B6408}" srcOrd="0" destOrd="0" presId="urn:microsoft.com/office/officeart/2005/8/layout/vList2"/>
    <dgm:cxn modelId="{CADA9F27-7BBF-4DF9-92F5-7E3046AAFAD1}" type="presOf" srcId="{137A1DB4-7106-4C05-BE4D-06A122C52EB9}" destId="{9A4A8CF2-BC73-4571-A983-555C2B5A81C7}" srcOrd="0" destOrd="0" presId="urn:microsoft.com/office/officeart/2005/8/layout/vList2"/>
    <dgm:cxn modelId="{C2A25460-082D-4E2A-8D12-70AF5B754FB7}" type="presOf" srcId="{9F3989B5-FF77-4310-893F-B53FFA5102CB}" destId="{105DA45D-140E-4735-B6A8-47DD3F88E557}" srcOrd="0" destOrd="0" presId="urn:microsoft.com/office/officeart/2005/8/layout/vList2"/>
    <dgm:cxn modelId="{36F12041-707E-46D2-94A1-1442E1358376}" srcId="{53801C41-0674-4D3D-854F-BA8F5B94B9C7}" destId="{C7B12F75-8F96-4137-B590-C056009434B7}" srcOrd="3" destOrd="0" parTransId="{4FDB3BD9-BCA8-4BB7-880E-96E1BD125975}" sibTransId="{AB6D5C62-FE1C-4B24-A20B-D68F1895FD8D}"/>
    <dgm:cxn modelId="{29896F43-2551-47B3-90D6-873E76C5249F}" srcId="{48B91348-1037-43CC-8277-CF3623AAD236}" destId="{9F3989B5-FF77-4310-893F-B53FFA5102CB}" srcOrd="0" destOrd="0" parTransId="{0D8FE10F-D6CE-47FB-A3FA-5A93C3028F72}" sibTransId="{F147CA88-F27E-4D9D-ADFC-55C882B7B64A}"/>
    <dgm:cxn modelId="{35AA2548-65DA-4FAF-954E-37767458D1C3}" type="presOf" srcId="{61604574-BD78-4078-81DD-C9D7A7669550}" destId="{39414DD1-CE95-4E15-8E60-E771E4AB06C1}" srcOrd="0" destOrd="0" presId="urn:microsoft.com/office/officeart/2005/8/layout/vList2"/>
    <dgm:cxn modelId="{3A4EEA49-B988-4610-B60E-39C8ED9E717A}" type="presOf" srcId="{48B91348-1037-43CC-8277-CF3623AAD236}" destId="{0174EC31-65D8-48FD-B566-099114271957}" srcOrd="0" destOrd="0" presId="urn:microsoft.com/office/officeart/2005/8/layout/vList2"/>
    <dgm:cxn modelId="{54440055-12CE-440A-B703-F8518C73177F}" type="presOf" srcId="{DCF30E6C-1ABD-4D42-8C90-33A8443C805E}" destId="{0603D6F9-AE98-416E-AE47-6E730C291BFE}" srcOrd="0" destOrd="0" presId="urn:microsoft.com/office/officeart/2005/8/layout/vList2"/>
    <dgm:cxn modelId="{AFF3DF7F-B875-47FE-B143-31DFF312BD30}" type="presOf" srcId="{197B4DFF-4B13-45A2-AFB2-89AD93BC371E}" destId="{A4982727-9804-4999-91DB-652C4A80C368}" srcOrd="0" destOrd="0" presId="urn:microsoft.com/office/officeart/2005/8/layout/vList2"/>
    <dgm:cxn modelId="{76EE6B84-3F3D-4004-A4DC-84BA0F3AE64C}" srcId="{C7B12F75-8F96-4137-B590-C056009434B7}" destId="{197B4DFF-4B13-45A2-AFB2-89AD93BC371E}" srcOrd="0" destOrd="0" parTransId="{B800D651-6906-4D5F-AC29-E5C3E828BA97}" sibTransId="{10A8BF51-FC32-46AA-9FD7-01B673290BD3}"/>
    <dgm:cxn modelId="{A48C6F8D-DCA5-4BD4-9BCB-6857C1A740F7}" srcId="{53801C41-0674-4D3D-854F-BA8F5B94B9C7}" destId="{61604574-BD78-4078-81DD-C9D7A7669550}" srcOrd="1" destOrd="0" parTransId="{56B92892-F0AC-47D8-B461-A80F8470D01A}" sibTransId="{00B590AC-E9D0-4E71-930A-00C946A6D254}"/>
    <dgm:cxn modelId="{C9842790-2E7D-40C8-9AAA-2580B81D2910}" srcId="{61604574-BD78-4078-81DD-C9D7A7669550}" destId="{2E74DBC2-B7F8-411B-9071-00C3BC71B29E}" srcOrd="0" destOrd="0" parTransId="{114EAD79-D5E0-49D9-B169-651C895DF926}" sibTransId="{D2C7F82C-6F2E-461B-9AA5-1DA9FB3C589A}"/>
    <dgm:cxn modelId="{72366B96-4AAA-486F-8E47-9F76B035B5F1}" type="presOf" srcId="{2E74DBC2-B7F8-411B-9071-00C3BC71B29E}" destId="{646303D2-5741-47AF-A321-FDDEE9D4E81A}" srcOrd="0" destOrd="0" presId="urn:microsoft.com/office/officeart/2005/8/layout/vList2"/>
    <dgm:cxn modelId="{79E247A7-5975-4CB4-AC9C-B333514D7984}" type="presOf" srcId="{DED2FBE1-ACDF-46B5-A8C9-B8C287B12BFC}" destId="{AA8E545C-6C55-47FF-AA27-E31D773274CC}" srcOrd="0" destOrd="0" presId="urn:microsoft.com/office/officeart/2005/8/layout/vList2"/>
    <dgm:cxn modelId="{F52D8CBA-C43B-4C53-BC4D-281C10850C41}" srcId="{53801C41-0674-4D3D-854F-BA8F5B94B9C7}" destId="{137A1DB4-7106-4C05-BE4D-06A122C52EB9}" srcOrd="0" destOrd="0" parTransId="{7993B50F-4BAC-49A9-8E04-6F5BA307837C}" sibTransId="{4DB69177-9F20-41F4-875A-17DD81A862E3}"/>
    <dgm:cxn modelId="{B8A577F7-A904-47B2-ADA9-C9007E3A3820}" type="presOf" srcId="{53801C41-0674-4D3D-854F-BA8F5B94B9C7}" destId="{E4439618-DACA-45B3-AB01-26575FEB4CFD}" srcOrd="0" destOrd="0" presId="urn:microsoft.com/office/officeart/2005/8/layout/vList2"/>
    <dgm:cxn modelId="{8CD0DAF9-1B3A-4AFE-A9B9-211BA4B436AB}" srcId="{53801C41-0674-4D3D-854F-BA8F5B94B9C7}" destId="{48B91348-1037-43CC-8277-CF3623AAD236}" srcOrd="2" destOrd="0" parTransId="{D5F1269B-555B-49A8-9689-0BE887702E15}" sibTransId="{C24EE2F9-588A-4A3C-9377-52BB160B72E1}"/>
    <dgm:cxn modelId="{CF55C2BA-8FBB-4E79-81BC-2873D2E1F28E}" type="presParOf" srcId="{E4439618-DACA-45B3-AB01-26575FEB4CFD}" destId="{9A4A8CF2-BC73-4571-A983-555C2B5A81C7}" srcOrd="0" destOrd="0" presId="urn:microsoft.com/office/officeart/2005/8/layout/vList2"/>
    <dgm:cxn modelId="{56D6431C-48C6-4A6E-8F90-45B67AFA91F4}" type="presParOf" srcId="{E4439618-DACA-45B3-AB01-26575FEB4CFD}" destId="{AA8E545C-6C55-47FF-AA27-E31D773274CC}" srcOrd="1" destOrd="0" presId="urn:microsoft.com/office/officeart/2005/8/layout/vList2"/>
    <dgm:cxn modelId="{D88524BD-55DE-4B9B-B5AD-0735A362F619}" type="presParOf" srcId="{E4439618-DACA-45B3-AB01-26575FEB4CFD}" destId="{39414DD1-CE95-4E15-8E60-E771E4AB06C1}" srcOrd="2" destOrd="0" presId="urn:microsoft.com/office/officeart/2005/8/layout/vList2"/>
    <dgm:cxn modelId="{E487C7EF-2CF9-4DFC-B803-F35F1090291C}" type="presParOf" srcId="{E4439618-DACA-45B3-AB01-26575FEB4CFD}" destId="{646303D2-5741-47AF-A321-FDDEE9D4E81A}" srcOrd="3" destOrd="0" presId="urn:microsoft.com/office/officeart/2005/8/layout/vList2"/>
    <dgm:cxn modelId="{346998AF-EC5F-4903-AD98-2B67F8E51FBE}" type="presParOf" srcId="{E4439618-DACA-45B3-AB01-26575FEB4CFD}" destId="{0174EC31-65D8-48FD-B566-099114271957}" srcOrd="4" destOrd="0" presId="urn:microsoft.com/office/officeart/2005/8/layout/vList2"/>
    <dgm:cxn modelId="{D8656208-6816-40F8-9DB3-A3BB816CD293}" type="presParOf" srcId="{E4439618-DACA-45B3-AB01-26575FEB4CFD}" destId="{105DA45D-140E-4735-B6A8-47DD3F88E557}" srcOrd="5" destOrd="0" presId="urn:microsoft.com/office/officeart/2005/8/layout/vList2"/>
    <dgm:cxn modelId="{6284D9B7-FC70-4163-880B-50CB24F03211}" type="presParOf" srcId="{E4439618-DACA-45B3-AB01-26575FEB4CFD}" destId="{A38AA8EC-A6DA-4BBE-B4CA-387FC812ABF5}" srcOrd="6" destOrd="0" presId="urn:microsoft.com/office/officeart/2005/8/layout/vList2"/>
    <dgm:cxn modelId="{C159D3F2-B782-4FFD-AEA2-5DAD818D28E9}" type="presParOf" srcId="{E4439618-DACA-45B3-AB01-26575FEB4CFD}" destId="{A4982727-9804-4999-91DB-652C4A80C368}" srcOrd="7" destOrd="0" presId="urn:microsoft.com/office/officeart/2005/8/layout/vList2"/>
    <dgm:cxn modelId="{359A36A8-C1B5-4F61-AE78-6301CF98284F}" type="presParOf" srcId="{E4439618-DACA-45B3-AB01-26575FEB4CFD}" destId="{CCE9FFAA-B887-4213-9F75-699A524B6408}" srcOrd="8" destOrd="0" presId="urn:microsoft.com/office/officeart/2005/8/layout/vList2"/>
    <dgm:cxn modelId="{A6EBAF5B-9EB0-42D2-8868-B9EBDE69E522}" type="presParOf" srcId="{E4439618-DACA-45B3-AB01-26575FEB4CFD}" destId="{0603D6F9-AE98-416E-AE47-6E730C291BFE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6B2C0C-7DEA-4922-BA2D-9CFF8ED9961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ED5877-D795-4CC6-BD66-2A3551602A57}">
      <dgm:prSet/>
      <dgm:spPr/>
      <dgm:t>
        <a:bodyPr/>
        <a:lstStyle/>
        <a:p>
          <a:r>
            <a:rPr lang="en-PK" b="1" i="0" baseline="0"/>
            <a:t>Quick Deployment</a:t>
          </a:r>
          <a:r>
            <a:rPr lang="en-PK" b="0" i="0" baseline="0"/>
            <a:t>:</a:t>
          </a:r>
          <a:endParaRPr lang="en-US"/>
        </a:p>
      </dgm:t>
    </dgm:pt>
    <dgm:pt modelId="{484A406B-D7C1-4E0B-A1EF-BDDDD350086B}" type="parTrans" cxnId="{796A3695-386D-4012-B8F1-13942059CD27}">
      <dgm:prSet/>
      <dgm:spPr/>
      <dgm:t>
        <a:bodyPr/>
        <a:lstStyle/>
        <a:p>
          <a:endParaRPr lang="en-US"/>
        </a:p>
      </dgm:t>
    </dgm:pt>
    <dgm:pt modelId="{39A55ED7-9166-4E75-946A-CEE139F65204}" type="sibTrans" cxnId="{796A3695-386D-4012-B8F1-13942059CD27}">
      <dgm:prSet/>
      <dgm:spPr/>
      <dgm:t>
        <a:bodyPr/>
        <a:lstStyle/>
        <a:p>
          <a:endParaRPr lang="en-US"/>
        </a:p>
      </dgm:t>
    </dgm:pt>
    <dgm:pt modelId="{F401C4AE-89DA-4DFC-B8A5-1CCBE94AA646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0" i="0" baseline="0"/>
            <a:t>Cloud computing allows rapid deployment of applications and services, giving businesses a competitive edge.</a:t>
          </a:r>
          <a:endParaRPr lang="en-US"/>
        </a:p>
      </dgm:t>
    </dgm:pt>
    <dgm:pt modelId="{C88A3170-FCFB-41C5-8591-0B5846F126A0}" type="parTrans" cxnId="{5A49C46C-FF42-4AB3-9412-70D52AFF93C7}">
      <dgm:prSet/>
      <dgm:spPr/>
      <dgm:t>
        <a:bodyPr/>
        <a:lstStyle/>
        <a:p>
          <a:endParaRPr lang="en-US"/>
        </a:p>
      </dgm:t>
    </dgm:pt>
    <dgm:pt modelId="{C6A8BC7A-713A-40E5-9E29-0A5065472BAB}" type="sibTrans" cxnId="{5A49C46C-FF42-4AB3-9412-70D52AFF93C7}">
      <dgm:prSet/>
      <dgm:spPr/>
      <dgm:t>
        <a:bodyPr/>
        <a:lstStyle/>
        <a:p>
          <a:endParaRPr lang="en-US"/>
        </a:p>
      </dgm:t>
    </dgm:pt>
    <dgm:pt modelId="{7CABE3E3-B516-4A54-9D72-AB713E16D791}">
      <dgm:prSet/>
      <dgm:spPr/>
      <dgm:t>
        <a:bodyPr/>
        <a:lstStyle/>
        <a:p>
          <a:r>
            <a:rPr lang="en-PK" b="1" i="0" baseline="0"/>
            <a:t>Automatic Software Updates</a:t>
          </a:r>
          <a:r>
            <a:rPr lang="en-PK" b="0" i="0" baseline="0"/>
            <a:t>:</a:t>
          </a:r>
          <a:r>
            <a:rPr lang="en-US" b="0" i="0" baseline="0"/>
            <a:t> </a:t>
          </a:r>
          <a:endParaRPr lang="en-US"/>
        </a:p>
      </dgm:t>
    </dgm:pt>
    <dgm:pt modelId="{F32584E5-53C3-42BE-8F95-8A6F50B55068}" type="parTrans" cxnId="{CC4A00FA-91F3-4443-B831-70A1394CCA29}">
      <dgm:prSet/>
      <dgm:spPr/>
      <dgm:t>
        <a:bodyPr/>
        <a:lstStyle/>
        <a:p>
          <a:endParaRPr lang="en-US"/>
        </a:p>
      </dgm:t>
    </dgm:pt>
    <dgm:pt modelId="{AB5020F3-F2ED-4A77-895A-3CC62B789B0D}" type="sibTrans" cxnId="{CC4A00FA-91F3-4443-B831-70A1394CCA29}">
      <dgm:prSet/>
      <dgm:spPr/>
      <dgm:t>
        <a:bodyPr/>
        <a:lstStyle/>
        <a:p>
          <a:endParaRPr lang="en-US"/>
        </a:p>
      </dgm:t>
    </dgm:pt>
    <dgm:pt modelId="{1DEE7270-4847-4A99-801C-414D0074055A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0" i="0" baseline="0"/>
            <a:t>Software updates are automatic, ensuring users always have the latest version without manual intervention.</a:t>
          </a:r>
          <a:endParaRPr lang="en-US"/>
        </a:p>
      </dgm:t>
    </dgm:pt>
    <dgm:pt modelId="{89722FAB-1C2B-480D-B9D5-F5D78BDC4681}" type="parTrans" cxnId="{55F219DD-7618-428F-8247-76CFBED87262}">
      <dgm:prSet/>
      <dgm:spPr/>
      <dgm:t>
        <a:bodyPr/>
        <a:lstStyle/>
        <a:p>
          <a:endParaRPr lang="en-US"/>
        </a:p>
      </dgm:t>
    </dgm:pt>
    <dgm:pt modelId="{A9BF29E2-B7CE-4661-9DFA-3F9E5F9ED36A}" type="sibTrans" cxnId="{55F219DD-7618-428F-8247-76CFBED87262}">
      <dgm:prSet/>
      <dgm:spPr/>
      <dgm:t>
        <a:bodyPr/>
        <a:lstStyle/>
        <a:p>
          <a:endParaRPr lang="en-US"/>
        </a:p>
      </dgm:t>
    </dgm:pt>
    <dgm:pt modelId="{EAFDA537-341D-408D-84C3-A50BB36E5922}">
      <dgm:prSet/>
      <dgm:spPr/>
      <dgm:t>
        <a:bodyPr/>
        <a:lstStyle/>
        <a:p>
          <a:r>
            <a:rPr lang="en-PK" b="1" i="0" baseline="0"/>
            <a:t>No License Procurement</a:t>
          </a:r>
          <a:r>
            <a:rPr lang="en-PK" b="0" i="0" baseline="0"/>
            <a:t>:</a:t>
          </a:r>
          <a:endParaRPr lang="en-US"/>
        </a:p>
      </dgm:t>
    </dgm:pt>
    <dgm:pt modelId="{EF64193F-5552-4675-BBC0-620F9D891CB8}" type="parTrans" cxnId="{B72D9C45-9B20-4B14-A6C0-167D51769A8A}">
      <dgm:prSet/>
      <dgm:spPr/>
      <dgm:t>
        <a:bodyPr/>
        <a:lstStyle/>
        <a:p>
          <a:endParaRPr lang="en-US"/>
        </a:p>
      </dgm:t>
    </dgm:pt>
    <dgm:pt modelId="{123AF305-C757-4D45-856F-4EE1E2899D34}" type="sibTrans" cxnId="{B72D9C45-9B20-4B14-A6C0-167D51769A8A}">
      <dgm:prSet/>
      <dgm:spPr/>
      <dgm:t>
        <a:bodyPr/>
        <a:lstStyle/>
        <a:p>
          <a:endParaRPr lang="en-US"/>
        </a:p>
      </dgm:t>
    </dgm:pt>
    <dgm:pt modelId="{9A2E58D4-1774-47F3-8B43-90C74BBADC0F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0" i="0" baseline="0"/>
            <a:t>Users pay for software as they use it, eliminating the need for long-term software licensing agreements.</a:t>
          </a:r>
          <a:endParaRPr lang="en-US"/>
        </a:p>
      </dgm:t>
    </dgm:pt>
    <dgm:pt modelId="{F9055472-E4B0-4B75-A3B6-ACCE39A952D7}" type="parTrans" cxnId="{08418342-ACBD-4F7C-B282-EEE592AFF987}">
      <dgm:prSet/>
      <dgm:spPr/>
      <dgm:t>
        <a:bodyPr/>
        <a:lstStyle/>
        <a:p>
          <a:endParaRPr lang="en-US"/>
        </a:p>
      </dgm:t>
    </dgm:pt>
    <dgm:pt modelId="{5A0CA48E-D0C7-4785-9BC4-7543216E22DD}" type="sibTrans" cxnId="{08418342-ACBD-4F7C-B282-EEE592AFF987}">
      <dgm:prSet/>
      <dgm:spPr/>
      <dgm:t>
        <a:bodyPr/>
        <a:lstStyle/>
        <a:p>
          <a:endParaRPr lang="en-US"/>
        </a:p>
      </dgm:t>
    </dgm:pt>
    <dgm:pt modelId="{4B9212A0-3132-4C66-8F18-412CA2A2410B}">
      <dgm:prSet/>
      <dgm:spPr/>
      <dgm:t>
        <a:bodyPr/>
        <a:lstStyle/>
        <a:p>
          <a:r>
            <a:rPr lang="en-PK" b="1" i="0" baseline="0"/>
            <a:t>Safety against Disaster</a:t>
          </a:r>
          <a:r>
            <a:rPr lang="en-PK" b="0" i="0" baseline="0"/>
            <a:t>:</a:t>
          </a:r>
          <a:endParaRPr lang="en-US"/>
        </a:p>
      </dgm:t>
    </dgm:pt>
    <dgm:pt modelId="{30C1D105-5262-47B8-881B-EEAC1DFEE2F6}" type="parTrans" cxnId="{8AE9DDE1-D44F-4528-AA9E-856412C16457}">
      <dgm:prSet/>
      <dgm:spPr/>
      <dgm:t>
        <a:bodyPr/>
        <a:lstStyle/>
        <a:p>
          <a:endParaRPr lang="en-US"/>
        </a:p>
      </dgm:t>
    </dgm:pt>
    <dgm:pt modelId="{099F8AD4-B5A0-4B6C-89CC-CF60A3C71236}" type="sibTrans" cxnId="{8AE9DDE1-D44F-4528-AA9E-856412C16457}">
      <dgm:prSet/>
      <dgm:spPr/>
      <dgm:t>
        <a:bodyPr/>
        <a:lstStyle/>
        <a:p>
          <a:endParaRPr lang="en-US"/>
        </a:p>
      </dgm:t>
    </dgm:pt>
    <dgm:pt modelId="{B3B39216-FFDE-4DCB-9E4A-038979913128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0" i="0" baseline="0"/>
            <a:t>Cloud services have robust recovery systems, ensuring data and systems are better protected against disasters.</a:t>
          </a:r>
          <a:endParaRPr lang="en-US"/>
        </a:p>
      </dgm:t>
    </dgm:pt>
    <dgm:pt modelId="{374C2C77-83CA-486D-99A8-9F3FD9EA92A9}" type="parTrans" cxnId="{DAD1F9D9-2A56-4E22-8EAA-B0FA486F736A}">
      <dgm:prSet/>
      <dgm:spPr/>
      <dgm:t>
        <a:bodyPr/>
        <a:lstStyle/>
        <a:p>
          <a:endParaRPr lang="en-US"/>
        </a:p>
      </dgm:t>
    </dgm:pt>
    <dgm:pt modelId="{58E034D8-7FEF-4787-BA8E-C8F5A4131E8F}" type="sibTrans" cxnId="{DAD1F9D9-2A56-4E22-8EAA-B0FA486F736A}">
      <dgm:prSet/>
      <dgm:spPr/>
      <dgm:t>
        <a:bodyPr/>
        <a:lstStyle/>
        <a:p>
          <a:endParaRPr lang="en-US"/>
        </a:p>
      </dgm:t>
    </dgm:pt>
    <dgm:pt modelId="{0242C3ED-D64B-49F5-8DFB-33924F5BA7BA}">
      <dgm:prSet/>
      <dgm:spPr/>
      <dgm:t>
        <a:bodyPr/>
        <a:lstStyle/>
        <a:p>
          <a:r>
            <a:rPr lang="en-PK" b="1" i="0" baseline="0"/>
            <a:t>Environment Friendly</a:t>
          </a:r>
          <a:r>
            <a:rPr lang="en-PK" b="0" i="0" baseline="0"/>
            <a:t>:</a:t>
          </a:r>
          <a:endParaRPr lang="en-US"/>
        </a:p>
      </dgm:t>
    </dgm:pt>
    <dgm:pt modelId="{993AE5F0-AD9E-4017-AAE3-64F430D20259}" type="parTrans" cxnId="{9FF3C1A2-567C-4DEC-9A77-CE1DC4A2B46A}">
      <dgm:prSet/>
      <dgm:spPr/>
      <dgm:t>
        <a:bodyPr/>
        <a:lstStyle/>
        <a:p>
          <a:endParaRPr lang="en-US"/>
        </a:p>
      </dgm:t>
    </dgm:pt>
    <dgm:pt modelId="{2407752F-078F-4F10-9509-2449D792ADA3}" type="sibTrans" cxnId="{9FF3C1A2-567C-4DEC-9A77-CE1DC4A2B46A}">
      <dgm:prSet/>
      <dgm:spPr/>
      <dgm:t>
        <a:bodyPr/>
        <a:lstStyle/>
        <a:p>
          <a:endParaRPr lang="en-US"/>
        </a:p>
      </dgm:t>
    </dgm:pt>
    <dgm:pt modelId="{D79289C1-0F1F-4E03-BA6C-B7F71AA027A9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0" i="0" baseline="0"/>
            <a:t>Cloud computing minimizes resource usage and reduces e-waste, contributing to a lower carbon footprint.</a:t>
          </a:r>
          <a:endParaRPr lang="en-US"/>
        </a:p>
      </dgm:t>
    </dgm:pt>
    <dgm:pt modelId="{2A8E2724-8EED-40C0-954D-70E24C8B9CED}" type="parTrans" cxnId="{39F65FBF-6FE5-41AA-9475-2988E9FB5AF4}">
      <dgm:prSet/>
      <dgm:spPr/>
      <dgm:t>
        <a:bodyPr/>
        <a:lstStyle/>
        <a:p>
          <a:endParaRPr lang="en-US"/>
        </a:p>
      </dgm:t>
    </dgm:pt>
    <dgm:pt modelId="{5F6E63A7-7630-45E6-97C9-D6CFDBD4FA7A}" type="sibTrans" cxnId="{39F65FBF-6FE5-41AA-9475-2988E9FB5AF4}">
      <dgm:prSet/>
      <dgm:spPr/>
      <dgm:t>
        <a:bodyPr/>
        <a:lstStyle/>
        <a:p>
          <a:endParaRPr lang="en-US"/>
        </a:p>
      </dgm:t>
    </dgm:pt>
    <dgm:pt modelId="{2C23B1CD-BA60-4128-8C09-E66F9EC8562B}" type="pres">
      <dgm:prSet presAssocID="{456B2C0C-7DEA-4922-BA2D-9CFF8ED99617}" presName="linear" presStyleCnt="0">
        <dgm:presLayoutVars>
          <dgm:animLvl val="lvl"/>
          <dgm:resizeHandles val="exact"/>
        </dgm:presLayoutVars>
      </dgm:prSet>
      <dgm:spPr/>
    </dgm:pt>
    <dgm:pt modelId="{CAC17EF9-646D-414D-82E3-78032048EFE0}" type="pres">
      <dgm:prSet presAssocID="{27ED5877-D795-4CC6-BD66-2A3551602A5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E18694B-2112-439F-8AF9-A959BEA49BDF}" type="pres">
      <dgm:prSet presAssocID="{27ED5877-D795-4CC6-BD66-2A3551602A57}" presName="childText" presStyleLbl="revTx" presStyleIdx="0" presStyleCnt="5">
        <dgm:presLayoutVars>
          <dgm:bulletEnabled val="1"/>
        </dgm:presLayoutVars>
      </dgm:prSet>
      <dgm:spPr/>
    </dgm:pt>
    <dgm:pt modelId="{72A53E15-FACC-43A6-9A3B-8487BA3D5554}" type="pres">
      <dgm:prSet presAssocID="{7CABE3E3-B516-4A54-9D72-AB713E16D79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3C68311-8066-4A40-97B7-6F60D1CA0F6E}" type="pres">
      <dgm:prSet presAssocID="{7CABE3E3-B516-4A54-9D72-AB713E16D791}" presName="childText" presStyleLbl="revTx" presStyleIdx="1" presStyleCnt="5">
        <dgm:presLayoutVars>
          <dgm:bulletEnabled val="1"/>
        </dgm:presLayoutVars>
      </dgm:prSet>
      <dgm:spPr/>
    </dgm:pt>
    <dgm:pt modelId="{420810EB-C619-4002-8040-76E6FF56CB00}" type="pres">
      <dgm:prSet presAssocID="{EAFDA537-341D-408D-84C3-A50BB36E592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65BF473-1D82-4337-884B-2024A5E635BD}" type="pres">
      <dgm:prSet presAssocID="{EAFDA537-341D-408D-84C3-A50BB36E5922}" presName="childText" presStyleLbl="revTx" presStyleIdx="2" presStyleCnt="5">
        <dgm:presLayoutVars>
          <dgm:bulletEnabled val="1"/>
        </dgm:presLayoutVars>
      </dgm:prSet>
      <dgm:spPr/>
    </dgm:pt>
    <dgm:pt modelId="{D5E311FA-563A-406F-8382-B997F008E38E}" type="pres">
      <dgm:prSet presAssocID="{4B9212A0-3132-4C66-8F18-412CA2A2410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AA4526A-C09B-4B06-9516-3E869E082896}" type="pres">
      <dgm:prSet presAssocID="{4B9212A0-3132-4C66-8F18-412CA2A2410B}" presName="childText" presStyleLbl="revTx" presStyleIdx="3" presStyleCnt="5">
        <dgm:presLayoutVars>
          <dgm:bulletEnabled val="1"/>
        </dgm:presLayoutVars>
      </dgm:prSet>
      <dgm:spPr/>
    </dgm:pt>
    <dgm:pt modelId="{4E9D2B79-1F0E-4F7B-8895-429C1E229017}" type="pres">
      <dgm:prSet presAssocID="{0242C3ED-D64B-49F5-8DFB-33924F5BA7BA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2053004-F501-4D16-A938-A1AEDC52AEF0}" type="pres">
      <dgm:prSet presAssocID="{0242C3ED-D64B-49F5-8DFB-33924F5BA7BA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57D11507-2FF7-41D2-BBF9-C5B3AA5B63D6}" type="presOf" srcId="{B3B39216-FFDE-4DCB-9E4A-038979913128}" destId="{0AA4526A-C09B-4B06-9516-3E869E082896}" srcOrd="0" destOrd="0" presId="urn:microsoft.com/office/officeart/2005/8/layout/vList2"/>
    <dgm:cxn modelId="{08418342-ACBD-4F7C-B282-EEE592AFF987}" srcId="{EAFDA537-341D-408D-84C3-A50BB36E5922}" destId="{9A2E58D4-1774-47F3-8B43-90C74BBADC0F}" srcOrd="0" destOrd="0" parTransId="{F9055472-E4B0-4B75-A3B6-ACCE39A952D7}" sibTransId="{5A0CA48E-D0C7-4785-9BC4-7543216E22DD}"/>
    <dgm:cxn modelId="{B72D9C45-9B20-4B14-A6C0-167D51769A8A}" srcId="{456B2C0C-7DEA-4922-BA2D-9CFF8ED99617}" destId="{EAFDA537-341D-408D-84C3-A50BB36E5922}" srcOrd="2" destOrd="0" parTransId="{EF64193F-5552-4675-BBC0-620F9D891CB8}" sibTransId="{123AF305-C757-4D45-856F-4EE1E2899D34}"/>
    <dgm:cxn modelId="{5A49C46C-FF42-4AB3-9412-70D52AFF93C7}" srcId="{27ED5877-D795-4CC6-BD66-2A3551602A57}" destId="{F401C4AE-89DA-4DFC-B8A5-1CCBE94AA646}" srcOrd="0" destOrd="0" parTransId="{C88A3170-FCFB-41C5-8591-0B5846F126A0}" sibTransId="{C6A8BC7A-713A-40E5-9E29-0A5065472BAB}"/>
    <dgm:cxn modelId="{3947F16D-7A5A-43E9-B352-625357B11112}" type="presOf" srcId="{9A2E58D4-1774-47F3-8B43-90C74BBADC0F}" destId="{065BF473-1D82-4337-884B-2024A5E635BD}" srcOrd="0" destOrd="0" presId="urn:microsoft.com/office/officeart/2005/8/layout/vList2"/>
    <dgm:cxn modelId="{177A6F7C-22B4-48FF-8E09-F0751FCC3042}" type="presOf" srcId="{4B9212A0-3132-4C66-8F18-412CA2A2410B}" destId="{D5E311FA-563A-406F-8382-B997F008E38E}" srcOrd="0" destOrd="0" presId="urn:microsoft.com/office/officeart/2005/8/layout/vList2"/>
    <dgm:cxn modelId="{ED11377F-4031-4323-BA4B-0572B11D83FE}" type="presOf" srcId="{456B2C0C-7DEA-4922-BA2D-9CFF8ED99617}" destId="{2C23B1CD-BA60-4128-8C09-E66F9EC8562B}" srcOrd="0" destOrd="0" presId="urn:microsoft.com/office/officeart/2005/8/layout/vList2"/>
    <dgm:cxn modelId="{EF89ED8C-474F-40B6-B018-02E8A6CC44F1}" type="presOf" srcId="{27ED5877-D795-4CC6-BD66-2A3551602A57}" destId="{CAC17EF9-646D-414D-82E3-78032048EFE0}" srcOrd="0" destOrd="0" presId="urn:microsoft.com/office/officeart/2005/8/layout/vList2"/>
    <dgm:cxn modelId="{D93C9291-D193-42C0-AB0B-00B1B5647B98}" type="presOf" srcId="{EAFDA537-341D-408D-84C3-A50BB36E5922}" destId="{420810EB-C619-4002-8040-76E6FF56CB00}" srcOrd="0" destOrd="0" presId="urn:microsoft.com/office/officeart/2005/8/layout/vList2"/>
    <dgm:cxn modelId="{796A3695-386D-4012-B8F1-13942059CD27}" srcId="{456B2C0C-7DEA-4922-BA2D-9CFF8ED99617}" destId="{27ED5877-D795-4CC6-BD66-2A3551602A57}" srcOrd="0" destOrd="0" parTransId="{484A406B-D7C1-4E0B-A1EF-BDDDD350086B}" sibTransId="{39A55ED7-9166-4E75-946A-CEE139F65204}"/>
    <dgm:cxn modelId="{FCF18D98-5176-4BE5-B278-745B1559388B}" type="presOf" srcId="{0242C3ED-D64B-49F5-8DFB-33924F5BA7BA}" destId="{4E9D2B79-1F0E-4F7B-8895-429C1E229017}" srcOrd="0" destOrd="0" presId="urn:microsoft.com/office/officeart/2005/8/layout/vList2"/>
    <dgm:cxn modelId="{5316E1A1-2521-4E46-8E58-24D1E9099DD5}" type="presOf" srcId="{D79289C1-0F1F-4E03-BA6C-B7F71AA027A9}" destId="{02053004-F501-4D16-A938-A1AEDC52AEF0}" srcOrd="0" destOrd="0" presId="urn:microsoft.com/office/officeart/2005/8/layout/vList2"/>
    <dgm:cxn modelId="{9FF3C1A2-567C-4DEC-9A77-CE1DC4A2B46A}" srcId="{456B2C0C-7DEA-4922-BA2D-9CFF8ED99617}" destId="{0242C3ED-D64B-49F5-8DFB-33924F5BA7BA}" srcOrd="4" destOrd="0" parTransId="{993AE5F0-AD9E-4017-AAE3-64F430D20259}" sibTransId="{2407752F-078F-4F10-9509-2449D792ADA3}"/>
    <dgm:cxn modelId="{09BF9FBC-9789-4DE1-B00A-DABF15FA2501}" type="presOf" srcId="{F401C4AE-89DA-4DFC-B8A5-1CCBE94AA646}" destId="{6E18694B-2112-439F-8AF9-A959BEA49BDF}" srcOrd="0" destOrd="0" presId="urn:microsoft.com/office/officeart/2005/8/layout/vList2"/>
    <dgm:cxn modelId="{2D9D13BD-B72E-4141-AB16-A1359910E512}" type="presOf" srcId="{1DEE7270-4847-4A99-801C-414D0074055A}" destId="{A3C68311-8066-4A40-97B7-6F60D1CA0F6E}" srcOrd="0" destOrd="0" presId="urn:microsoft.com/office/officeart/2005/8/layout/vList2"/>
    <dgm:cxn modelId="{39F65FBF-6FE5-41AA-9475-2988E9FB5AF4}" srcId="{0242C3ED-D64B-49F5-8DFB-33924F5BA7BA}" destId="{D79289C1-0F1F-4E03-BA6C-B7F71AA027A9}" srcOrd="0" destOrd="0" parTransId="{2A8E2724-8EED-40C0-954D-70E24C8B9CED}" sibTransId="{5F6E63A7-7630-45E6-97C9-D6CFDBD4FA7A}"/>
    <dgm:cxn modelId="{41DB79C2-0640-4B68-B904-C70C1626B452}" type="presOf" srcId="{7CABE3E3-B516-4A54-9D72-AB713E16D791}" destId="{72A53E15-FACC-43A6-9A3B-8487BA3D5554}" srcOrd="0" destOrd="0" presId="urn:microsoft.com/office/officeart/2005/8/layout/vList2"/>
    <dgm:cxn modelId="{DAD1F9D9-2A56-4E22-8EAA-B0FA486F736A}" srcId="{4B9212A0-3132-4C66-8F18-412CA2A2410B}" destId="{B3B39216-FFDE-4DCB-9E4A-038979913128}" srcOrd="0" destOrd="0" parTransId="{374C2C77-83CA-486D-99A8-9F3FD9EA92A9}" sibTransId="{58E034D8-7FEF-4787-BA8E-C8F5A4131E8F}"/>
    <dgm:cxn modelId="{55F219DD-7618-428F-8247-76CFBED87262}" srcId="{7CABE3E3-B516-4A54-9D72-AB713E16D791}" destId="{1DEE7270-4847-4A99-801C-414D0074055A}" srcOrd="0" destOrd="0" parTransId="{89722FAB-1C2B-480D-B9D5-F5D78BDC4681}" sibTransId="{A9BF29E2-B7CE-4661-9DFA-3F9E5F9ED36A}"/>
    <dgm:cxn modelId="{8AE9DDE1-D44F-4528-AA9E-856412C16457}" srcId="{456B2C0C-7DEA-4922-BA2D-9CFF8ED99617}" destId="{4B9212A0-3132-4C66-8F18-412CA2A2410B}" srcOrd="3" destOrd="0" parTransId="{30C1D105-5262-47B8-881B-EEAC1DFEE2F6}" sibTransId="{099F8AD4-B5A0-4B6C-89CC-CF60A3C71236}"/>
    <dgm:cxn modelId="{CC4A00FA-91F3-4443-B831-70A1394CCA29}" srcId="{456B2C0C-7DEA-4922-BA2D-9CFF8ED99617}" destId="{7CABE3E3-B516-4A54-9D72-AB713E16D791}" srcOrd="1" destOrd="0" parTransId="{F32584E5-53C3-42BE-8F95-8A6F50B55068}" sibTransId="{AB5020F3-F2ED-4A77-895A-3CC62B789B0D}"/>
    <dgm:cxn modelId="{2E704B61-036C-4FD8-B485-9AD43A425902}" type="presParOf" srcId="{2C23B1CD-BA60-4128-8C09-E66F9EC8562B}" destId="{CAC17EF9-646D-414D-82E3-78032048EFE0}" srcOrd="0" destOrd="0" presId="urn:microsoft.com/office/officeart/2005/8/layout/vList2"/>
    <dgm:cxn modelId="{837DDB4B-4C94-4591-8798-37DC9E7FCC77}" type="presParOf" srcId="{2C23B1CD-BA60-4128-8C09-E66F9EC8562B}" destId="{6E18694B-2112-439F-8AF9-A959BEA49BDF}" srcOrd="1" destOrd="0" presId="urn:microsoft.com/office/officeart/2005/8/layout/vList2"/>
    <dgm:cxn modelId="{CD9E2DD7-0E8D-48A2-B30D-98A7BBC7A749}" type="presParOf" srcId="{2C23B1CD-BA60-4128-8C09-E66F9EC8562B}" destId="{72A53E15-FACC-43A6-9A3B-8487BA3D5554}" srcOrd="2" destOrd="0" presId="urn:microsoft.com/office/officeart/2005/8/layout/vList2"/>
    <dgm:cxn modelId="{25F34E94-8C8B-4FF3-8AB6-C4E05A56DC02}" type="presParOf" srcId="{2C23B1CD-BA60-4128-8C09-E66F9EC8562B}" destId="{A3C68311-8066-4A40-97B7-6F60D1CA0F6E}" srcOrd="3" destOrd="0" presId="urn:microsoft.com/office/officeart/2005/8/layout/vList2"/>
    <dgm:cxn modelId="{769A2406-8B3B-4C24-94FC-1F104603283C}" type="presParOf" srcId="{2C23B1CD-BA60-4128-8C09-E66F9EC8562B}" destId="{420810EB-C619-4002-8040-76E6FF56CB00}" srcOrd="4" destOrd="0" presId="urn:microsoft.com/office/officeart/2005/8/layout/vList2"/>
    <dgm:cxn modelId="{9000EBAD-FD1B-4EF8-A22E-D017FB51844D}" type="presParOf" srcId="{2C23B1CD-BA60-4128-8C09-E66F9EC8562B}" destId="{065BF473-1D82-4337-884B-2024A5E635BD}" srcOrd="5" destOrd="0" presId="urn:microsoft.com/office/officeart/2005/8/layout/vList2"/>
    <dgm:cxn modelId="{B788FCD3-F817-44A5-AB78-B28EA2F959CE}" type="presParOf" srcId="{2C23B1CD-BA60-4128-8C09-E66F9EC8562B}" destId="{D5E311FA-563A-406F-8382-B997F008E38E}" srcOrd="6" destOrd="0" presId="urn:microsoft.com/office/officeart/2005/8/layout/vList2"/>
    <dgm:cxn modelId="{1A19EE45-5413-4CDC-9FFD-35630FBC7C15}" type="presParOf" srcId="{2C23B1CD-BA60-4128-8C09-E66F9EC8562B}" destId="{0AA4526A-C09B-4B06-9516-3E869E082896}" srcOrd="7" destOrd="0" presId="urn:microsoft.com/office/officeart/2005/8/layout/vList2"/>
    <dgm:cxn modelId="{53A64AFF-AE82-4105-A2CB-FEC3090C78F0}" type="presParOf" srcId="{2C23B1CD-BA60-4128-8C09-E66F9EC8562B}" destId="{4E9D2B79-1F0E-4F7B-8895-429C1E229017}" srcOrd="8" destOrd="0" presId="urn:microsoft.com/office/officeart/2005/8/layout/vList2"/>
    <dgm:cxn modelId="{68E58EAE-5DDA-4AFA-8483-12C4DEC92E5B}" type="presParOf" srcId="{2C23B1CD-BA60-4128-8C09-E66F9EC8562B}" destId="{02053004-F501-4D16-A938-A1AEDC52AEF0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ABCA42-6A5B-4424-B298-EB6AA4E7D1A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CEC47FD-2CFD-4164-BC25-C2F5B20566A9}">
      <dgm:prSet/>
      <dgm:spPr/>
      <dgm:t>
        <a:bodyPr/>
        <a:lstStyle/>
        <a:p>
          <a:r>
            <a:rPr lang="en-PK" b="1" i="0" baseline="0" dirty="0"/>
            <a:t>Limited Portability between Cloud Providers</a:t>
          </a:r>
          <a:r>
            <a:rPr lang="en-PK" b="0" i="0" baseline="0" dirty="0"/>
            <a:t>:</a:t>
          </a:r>
          <a:endParaRPr lang="en-US" dirty="0"/>
        </a:p>
      </dgm:t>
    </dgm:pt>
    <dgm:pt modelId="{7AD43CA8-48FF-4909-94CF-7B0432315E1E}" type="parTrans" cxnId="{C7204655-BFAF-4A5D-A5D4-EE942AF61186}">
      <dgm:prSet/>
      <dgm:spPr/>
      <dgm:t>
        <a:bodyPr/>
        <a:lstStyle/>
        <a:p>
          <a:endParaRPr lang="en-US"/>
        </a:p>
      </dgm:t>
    </dgm:pt>
    <dgm:pt modelId="{D71A0565-5FDA-4C54-A227-0362CCFF6FC0}" type="sibTrans" cxnId="{C7204655-BFAF-4A5D-A5D4-EE942AF61186}">
      <dgm:prSet/>
      <dgm:spPr/>
      <dgm:t>
        <a:bodyPr/>
        <a:lstStyle/>
        <a:p>
          <a:endParaRPr lang="en-US"/>
        </a:p>
      </dgm:t>
    </dgm:pt>
    <dgm:pt modelId="{8D9204A6-A861-43F4-B448-3F99F9281962}">
      <dgm:prSet/>
      <dgm:spPr/>
      <dgm:t>
        <a:bodyPr/>
        <a:lstStyle/>
        <a:p>
          <a:r>
            <a:rPr lang="en-PK" b="0" i="0" baseline="0"/>
            <a:t>Proprietary cloud platforms make it difficult to move applications between different cloud providers due to vendor lock-in, limiting portability.</a:t>
          </a:r>
          <a:endParaRPr lang="en-US"/>
        </a:p>
      </dgm:t>
    </dgm:pt>
    <dgm:pt modelId="{6BDC3609-EBE3-40D4-B117-5B25A5FDEF68}" type="parTrans" cxnId="{7ED6387B-BFBC-46FA-9BB4-66C1CB6E7742}">
      <dgm:prSet/>
      <dgm:spPr/>
      <dgm:t>
        <a:bodyPr/>
        <a:lstStyle/>
        <a:p>
          <a:endParaRPr lang="en-US"/>
        </a:p>
      </dgm:t>
    </dgm:pt>
    <dgm:pt modelId="{36209930-CBC5-46DC-9C55-5F52B03BCF7A}" type="sibTrans" cxnId="{7ED6387B-BFBC-46FA-9BB4-66C1CB6E7742}">
      <dgm:prSet/>
      <dgm:spPr/>
      <dgm:t>
        <a:bodyPr/>
        <a:lstStyle/>
        <a:p>
          <a:endParaRPr lang="en-US"/>
        </a:p>
      </dgm:t>
    </dgm:pt>
    <dgm:pt modelId="{D7692578-CEE1-410C-8FA8-7C9C7113E157}">
      <dgm:prSet/>
      <dgm:spPr/>
      <dgm:t>
        <a:bodyPr/>
        <a:lstStyle/>
        <a:p>
          <a:r>
            <a:rPr lang="en-PK" b="1" i="0" baseline="0"/>
            <a:t>Interoperability Problem</a:t>
          </a:r>
          <a:r>
            <a:rPr lang="en-PK" b="0" i="0" baseline="0"/>
            <a:t>:</a:t>
          </a:r>
          <a:endParaRPr lang="en-US"/>
        </a:p>
      </dgm:t>
    </dgm:pt>
    <dgm:pt modelId="{EC9743E2-4FDC-4216-AF87-99AA86CD937D}" type="parTrans" cxnId="{9534DB17-2495-4E7A-8475-702CBC73D568}">
      <dgm:prSet/>
      <dgm:spPr/>
      <dgm:t>
        <a:bodyPr/>
        <a:lstStyle/>
        <a:p>
          <a:endParaRPr lang="en-US"/>
        </a:p>
      </dgm:t>
    </dgm:pt>
    <dgm:pt modelId="{3AF38A5C-6B89-4AB2-A58A-52401904CC32}" type="sibTrans" cxnId="{9534DB17-2495-4E7A-8475-702CBC73D568}">
      <dgm:prSet/>
      <dgm:spPr/>
      <dgm:t>
        <a:bodyPr/>
        <a:lstStyle/>
        <a:p>
          <a:endParaRPr lang="en-US"/>
        </a:p>
      </dgm:t>
    </dgm:pt>
    <dgm:pt modelId="{8766AE26-02C3-4AE9-AE3A-39E2B44A7089}">
      <dgm:prSet/>
      <dgm:spPr/>
      <dgm:t>
        <a:bodyPr/>
        <a:lstStyle/>
        <a:p>
          <a:r>
            <a:rPr lang="en-PK" b="0" i="0" baseline="0"/>
            <a:t>Proprietary standards restrict applications from different cloud vendors from working together, creating interoperability issues when using multiple cloud platforms.</a:t>
          </a:r>
          <a:endParaRPr lang="en-US"/>
        </a:p>
      </dgm:t>
    </dgm:pt>
    <dgm:pt modelId="{2F2111C6-97BF-44B5-8FAA-DFC641CB558A}" type="parTrans" cxnId="{D1BD8FB1-A405-4EEC-A9FA-3254E6658117}">
      <dgm:prSet/>
      <dgm:spPr/>
      <dgm:t>
        <a:bodyPr/>
        <a:lstStyle/>
        <a:p>
          <a:endParaRPr lang="en-US"/>
        </a:p>
      </dgm:t>
    </dgm:pt>
    <dgm:pt modelId="{FE0D8207-9ABC-43FA-806D-D595A0B8F001}" type="sibTrans" cxnId="{D1BD8FB1-A405-4EEC-A9FA-3254E6658117}">
      <dgm:prSet/>
      <dgm:spPr/>
      <dgm:t>
        <a:bodyPr/>
        <a:lstStyle/>
        <a:p>
          <a:endParaRPr lang="en-US"/>
        </a:p>
      </dgm:t>
    </dgm:pt>
    <dgm:pt modelId="{6329ACEB-B00F-4253-AEFB-99F91D1A4210}">
      <dgm:prSet/>
      <dgm:spPr/>
      <dgm:t>
        <a:bodyPr/>
        <a:lstStyle/>
        <a:p>
          <a:r>
            <a:rPr lang="en-PK" b="1" i="0" baseline="0"/>
            <a:t>Data Security</a:t>
          </a:r>
          <a:r>
            <a:rPr lang="en-PK" b="0" i="0" baseline="0"/>
            <a:t>:</a:t>
          </a:r>
          <a:endParaRPr lang="en-US"/>
        </a:p>
      </dgm:t>
    </dgm:pt>
    <dgm:pt modelId="{D01647F9-6445-47EC-A33B-7CC5A9DDD2B5}" type="parTrans" cxnId="{8CAF48F0-0B1C-47B7-BDB9-B77332D6CA48}">
      <dgm:prSet/>
      <dgm:spPr/>
      <dgm:t>
        <a:bodyPr/>
        <a:lstStyle/>
        <a:p>
          <a:endParaRPr lang="en-US"/>
        </a:p>
      </dgm:t>
    </dgm:pt>
    <dgm:pt modelId="{C974FC08-DBAF-42F8-B2B0-16F94220C6C7}" type="sibTrans" cxnId="{8CAF48F0-0B1C-47B7-BDB9-B77332D6CA48}">
      <dgm:prSet/>
      <dgm:spPr/>
      <dgm:t>
        <a:bodyPr/>
        <a:lstStyle/>
        <a:p>
          <a:endParaRPr lang="en-US"/>
        </a:p>
      </dgm:t>
    </dgm:pt>
    <dgm:pt modelId="{A9C6F467-210E-4E29-8149-0DFE1C8F177E}">
      <dgm:prSet/>
      <dgm:spPr/>
      <dgm:t>
        <a:bodyPr/>
        <a:lstStyle/>
        <a:p>
          <a:r>
            <a:rPr lang="en-PK" b="0" i="0" baseline="0"/>
            <a:t>Storing data outside a user’s network boundary introduces vulnerabilities, as security is largely dependent on the cloud vendor.</a:t>
          </a:r>
          <a:endParaRPr lang="en-US"/>
        </a:p>
      </dgm:t>
    </dgm:pt>
    <dgm:pt modelId="{099D8B84-F2EE-4C04-AC99-F508E3E45449}" type="parTrans" cxnId="{C73FBCDA-CE00-4921-96F9-C0A933F4F588}">
      <dgm:prSet/>
      <dgm:spPr/>
      <dgm:t>
        <a:bodyPr/>
        <a:lstStyle/>
        <a:p>
          <a:endParaRPr lang="en-US"/>
        </a:p>
      </dgm:t>
    </dgm:pt>
    <dgm:pt modelId="{C1A13BDA-BC18-4F83-80F8-C8FEEC64D641}" type="sibTrans" cxnId="{C73FBCDA-CE00-4921-96F9-C0A933F4F588}">
      <dgm:prSet/>
      <dgm:spPr/>
      <dgm:t>
        <a:bodyPr/>
        <a:lstStyle/>
        <a:p>
          <a:endParaRPr lang="en-US"/>
        </a:p>
      </dgm:t>
    </dgm:pt>
    <dgm:pt modelId="{159364EE-B3B1-4DF0-838B-9554D5746F86}">
      <dgm:prSet/>
      <dgm:spPr/>
      <dgm:t>
        <a:bodyPr/>
        <a:lstStyle/>
        <a:p>
          <a:r>
            <a:rPr lang="en-PK" b="1" i="0" baseline="0"/>
            <a:t>Reduced Control over Governance</a:t>
          </a:r>
          <a:r>
            <a:rPr lang="en-PK" b="0" i="0" baseline="0"/>
            <a:t>:</a:t>
          </a:r>
          <a:endParaRPr lang="en-US"/>
        </a:p>
      </dgm:t>
    </dgm:pt>
    <dgm:pt modelId="{59236DD1-BAC9-4CEF-8611-5FD6FA751364}" type="parTrans" cxnId="{F39A5448-F55D-4B9A-8124-673669AB5273}">
      <dgm:prSet/>
      <dgm:spPr/>
      <dgm:t>
        <a:bodyPr/>
        <a:lstStyle/>
        <a:p>
          <a:endParaRPr lang="en-US"/>
        </a:p>
      </dgm:t>
    </dgm:pt>
    <dgm:pt modelId="{F126C356-A1AF-40AF-B063-CFA13329FADE}" type="sibTrans" cxnId="{F39A5448-F55D-4B9A-8124-673669AB5273}">
      <dgm:prSet/>
      <dgm:spPr/>
      <dgm:t>
        <a:bodyPr/>
        <a:lstStyle/>
        <a:p>
          <a:endParaRPr lang="en-US"/>
        </a:p>
      </dgm:t>
    </dgm:pt>
    <dgm:pt modelId="{EBFAD7FF-F07E-49AF-B702-AE8EC72BC13C}">
      <dgm:prSet/>
      <dgm:spPr/>
      <dgm:t>
        <a:bodyPr/>
        <a:lstStyle/>
        <a:p>
          <a:r>
            <a:rPr lang="en-PK" b="0" i="0" baseline="0" dirty="0"/>
            <a:t>Cloud users have limited control over the governance and operational policies of the cloud, which is managed by the vendor.</a:t>
          </a:r>
          <a:endParaRPr lang="en-US" dirty="0"/>
        </a:p>
      </dgm:t>
    </dgm:pt>
    <dgm:pt modelId="{B3E1E7B2-FE5F-4302-B4B0-6E91C03A9BB6}" type="parTrans" cxnId="{62DA4409-867A-48AB-9351-3117703961A2}">
      <dgm:prSet/>
      <dgm:spPr/>
      <dgm:t>
        <a:bodyPr/>
        <a:lstStyle/>
        <a:p>
          <a:endParaRPr lang="en-US"/>
        </a:p>
      </dgm:t>
    </dgm:pt>
    <dgm:pt modelId="{CC398228-0683-4A8E-8931-BE382D6C702E}" type="sibTrans" cxnId="{62DA4409-867A-48AB-9351-3117703961A2}">
      <dgm:prSet/>
      <dgm:spPr/>
      <dgm:t>
        <a:bodyPr/>
        <a:lstStyle/>
        <a:p>
          <a:endParaRPr lang="en-US"/>
        </a:p>
      </dgm:t>
    </dgm:pt>
    <dgm:pt modelId="{D830A4E7-D77E-4109-BB17-2B3FDE2F0122}">
      <dgm:prSet/>
      <dgm:spPr/>
      <dgm:t>
        <a:bodyPr/>
        <a:lstStyle/>
        <a:p>
          <a:r>
            <a:rPr lang="en-PK" b="1" i="0" baseline="0"/>
            <a:t>Multi-Regional Compliance and Legal Issues</a:t>
          </a:r>
          <a:r>
            <a:rPr lang="en-PK" b="0" i="0" baseline="0"/>
            <a:t>:</a:t>
          </a:r>
          <a:endParaRPr lang="en-US"/>
        </a:p>
      </dgm:t>
    </dgm:pt>
    <dgm:pt modelId="{C55BD1F0-E94C-462D-B5E9-B092A15FDA0D}" type="parTrans" cxnId="{07E3941E-B6D0-441A-B210-D19CC50B5067}">
      <dgm:prSet/>
      <dgm:spPr/>
      <dgm:t>
        <a:bodyPr/>
        <a:lstStyle/>
        <a:p>
          <a:endParaRPr lang="en-US"/>
        </a:p>
      </dgm:t>
    </dgm:pt>
    <dgm:pt modelId="{3216ECD0-5B19-44A0-95F5-764C6BC81EB8}" type="sibTrans" cxnId="{07E3941E-B6D0-441A-B210-D19CC50B5067}">
      <dgm:prSet/>
      <dgm:spPr/>
      <dgm:t>
        <a:bodyPr/>
        <a:lstStyle/>
        <a:p>
          <a:endParaRPr lang="en-US"/>
        </a:p>
      </dgm:t>
    </dgm:pt>
    <dgm:pt modelId="{B5A44DB3-E149-4E59-8768-07EE00AADCE5}">
      <dgm:prSet/>
      <dgm:spPr/>
      <dgm:t>
        <a:bodyPr/>
        <a:lstStyle/>
        <a:p>
          <a:r>
            <a:rPr lang="en-PK" b="0" i="0" baseline="0"/>
            <a:t>Legal and privacy concerns arise when data is stored in different geographical regions, as laws vary across jurisdictions regarding data disclosure and compliance.</a:t>
          </a:r>
          <a:endParaRPr lang="en-US"/>
        </a:p>
      </dgm:t>
    </dgm:pt>
    <dgm:pt modelId="{7A9B51C2-CFDB-4721-90BD-3016BB61FDE5}" type="parTrans" cxnId="{6119CF2E-C19A-492C-B4E1-C5B5BC9669C8}">
      <dgm:prSet/>
      <dgm:spPr/>
      <dgm:t>
        <a:bodyPr/>
        <a:lstStyle/>
        <a:p>
          <a:endParaRPr lang="en-US"/>
        </a:p>
      </dgm:t>
    </dgm:pt>
    <dgm:pt modelId="{BE6D0EFD-E68F-462D-8635-F578C8E00B35}" type="sibTrans" cxnId="{6119CF2E-C19A-492C-B4E1-C5B5BC9669C8}">
      <dgm:prSet/>
      <dgm:spPr/>
      <dgm:t>
        <a:bodyPr/>
        <a:lstStyle/>
        <a:p>
          <a:endParaRPr lang="en-US"/>
        </a:p>
      </dgm:t>
    </dgm:pt>
    <dgm:pt modelId="{17883200-3868-454D-9B22-113EEE54830A}">
      <dgm:prSet/>
      <dgm:spPr/>
      <dgm:t>
        <a:bodyPr/>
        <a:lstStyle/>
        <a:p>
          <a:r>
            <a:rPr lang="en-PK" b="1" i="0" baseline="0"/>
            <a:t>Bandwidth Cost</a:t>
          </a:r>
          <a:r>
            <a:rPr lang="en-PK" b="0" i="0" baseline="0"/>
            <a:t>:</a:t>
          </a:r>
          <a:endParaRPr lang="en-US"/>
        </a:p>
      </dgm:t>
    </dgm:pt>
    <dgm:pt modelId="{76B27E75-9D6A-4DD4-A5E8-1E6DA22C7D6C}" type="parTrans" cxnId="{BC62D08B-E0EF-444F-8734-0FE1F598F55E}">
      <dgm:prSet/>
      <dgm:spPr/>
      <dgm:t>
        <a:bodyPr/>
        <a:lstStyle/>
        <a:p>
          <a:endParaRPr lang="en-US"/>
        </a:p>
      </dgm:t>
    </dgm:pt>
    <dgm:pt modelId="{9EF6DF88-7C7E-4E7C-8DFF-9D99AD89E5B5}" type="sibTrans" cxnId="{BC62D08B-E0EF-444F-8734-0FE1F598F55E}">
      <dgm:prSet/>
      <dgm:spPr/>
      <dgm:t>
        <a:bodyPr/>
        <a:lstStyle/>
        <a:p>
          <a:endParaRPr lang="en-US"/>
        </a:p>
      </dgm:t>
    </dgm:pt>
    <dgm:pt modelId="{866CB328-01E7-4552-8456-86FA206F9211}">
      <dgm:prSet/>
      <dgm:spPr/>
      <dgm:t>
        <a:bodyPr/>
        <a:lstStyle/>
        <a:p>
          <a:r>
            <a:rPr lang="en-PK" b="0" i="0" baseline="0"/>
            <a:t>While cloud services reduce overall costs, the additional expense of network bandwidth, especially for data-intensive applications, can increase total costs.</a:t>
          </a:r>
          <a:endParaRPr lang="en-US"/>
        </a:p>
      </dgm:t>
    </dgm:pt>
    <dgm:pt modelId="{B45885D6-C996-4A16-A584-C1DAA0D2CC94}" type="parTrans" cxnId="{C8260082-960B-4E4D-B0CD-694831260F24}">
      <dgm:prSet/>
      <dgm:spPr/>
      <dgm:t>
        <a:bodyPr/>
        <a:lstStyle/>
        <a:p>
          <a:endParaRPr lang="en-US"/>
        </a:p>
      </dgm:t>
    </dgm:pt>
    <dgm:pt modelId="{815FC568-4BD3-491A-B582-80A540A991E3}" type="sibTrans" cxnId="{C8260082-960B-4E4D-B0CD-694831260F24}">
      <dgm:prSet/>
      <dgm:spPr/>
      <dgm:t>
        <a:bodyPr/>
        <a:lstStyle/>
        <a:p>
          <a:endParaRPr lang="en-US"/>
        </a:p>
      </dgm:t>
    </dgm:pt>
    <dgm:pt modelId="{8CEF762A-23D4-4223-A9D2-17D6B7A491EF}" type="pres">
      <dgm:prSet presAssocID="{89ABCA42-6A5B-4424-B298-EB6AA4E7D1A7}" presName="linear" presStyleCnt="0">
        <dgm:presLayoutVars>
          <dgm:animLvl val="lvl"/>
          <dgm:resizeHandles val="exact"/>
        </dgm:presLayoutVars>
      </dgm:prSet>
      <dgm:spPr/>
    </dgm:pt>
    <dgm:pt modelId="{7F88314B-3B5E-4045-B4C3-D7F1F63AE54C}" type="pres">
      <dgm:prSet presAssocID="{2CEC47FD-2CFD-4164-BC25-C2F5B20566A9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E1D09F4-7B6E-4FF7-8021-FF034B4CCD17}" type="pres">
      <dgm:prSet presAssocID="{2CEC47FD-2CFD-4164-BC25-C2F5B20566A9}" presName="childText" presStyleLbl="revTx" presStyleIdx="0" presStyleCnt="6">
        <dgm:presLayoutVars>
          <dgm:bulletEnabled val="1"/>
        </dgm:presLayoutVars>
      </dgm:prSet>
      <dgm:spPr/>
    </dgm:pt>
    <dgm:pt modelId="{729CDA07-102E-4860-AF43-97B17875F39B}" type="pres">
      <dgm:prSet presAssocID="{D7692578-CEE1-410C-8FA8-7C9C7113E15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AE09454-DFB3-44FD-AC40-37A61CB98578}" type="pres">
      <dgm:prSet presAssocID="{D7692578-CEE1-410C-8FA8-7C9C7113E157}" presName="childText" presStyleLbl="revTx" presStyleIdx="1" presStyleCnt="6">
        <dgm:presLayoutVars>
          <dgm:bulletEnabled val="1"/>
        </dgm:presLayoutVars>
      </dgm:prSet>
      <dgm:spPr/>
    </dgm:pt>
    <dgm:pt modelId="{AB78F490-76A1-4393-B704-9FF3510C966C}" type="pres">
      <dgm:prSet presAssocID="{6329ACEB-B00F-4253-AEFB-99F91D1A421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C0822D3-D6D6-491E-90F6-2ACBC0C33A19}" type="pres">
      <dgm:prSet presAssocID="{6329ACEB-B00F-4253-AEFB-99F91D1A4210}" presName="childText" presStyleLbl="revTx" presStyleIdx="2" presStyleCnt="6">
        <dgm:presLayoutVars>
          <dgm:bulletEnabled val="1"/>
        </dgm:presLayoutVars>
      </dgm:prSet>
      <dgm:spPr/>
    </dgm:pt>
    <dgm:pt modelId="{B72401C2-BCF9-43D7-972E-77C4D4A363FC}" type="pres">
      <dgm:prSet presAssocID="{159364EE-B3B1-4DF0-838B-9554D5746F8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8D66FC9-417D-43C5-90D3-1FDE18CB27E4}" type="pres">
      <dgm:prSet presAssocID="{159364EE-B3B1-4DF0-838B-9554D5746F86}" presName="childText" presStyleLbl="revTx" presStyleIdx="3" presStyleCnt="6">
        <dgm:presLayoutVars>
          <dgm:bulletEnabled val="1"/>
        </dgm:presLayoutVars>
      </dgm:prSet>
      <dgm:spPr/>
    </dgm:pt>
    <dgm:pt modelId="{E6E6D528-9D85-4A70-B572-0CEAD50A313E}" type="pres">
      <dgm:prSet presAssocID="{D830A4E7-D77E-4109-BB17-2B3FDE2F012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F077ACE-1BA3-4474-9E84-D7F77B3ABAAC}" type="pres">
      <dgm:prSet presAssocID="{D830A4E7-D77E-4109-BB17-2B3FDE2F0122}" presName="childText" presStyleLbl="revTx" presStyleIdx="4" presStyleCnt="6">
        <dgm:presLayoutVars>
          <dgm:bulletEnabled val="1"/>
        </dgm:presLayoutVars>
      </dgm:prSet>
      <dgm:spPr/>
    </dgm:pt>
    <dgm:pt modelId="{A66F3975-D191-4AB5-B3C9-ED170CB6EA5E}" type="pres">
      <dgm:prSet presAssocID="{17883200-3868-454D-9B22-113EEE54830A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5EEE791-BC9D-4EF5-8354-520CC81821C6}" type="pres">
      <dgm:prSet presAssocID="{17883200-3868-454D-9B22-113EEE54830A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F87E8906-C5CA-46B0-9F73-26702DFE5CB2}" type="presOf" srcId="{B5A44DB3-E149-4E59-8768-07EE00AADCE5}" destId="{3F077ACE-1BA3-4474-9E84-D7F77B3ABAAC}" srcOrd="0" destOrd="0" presId="urn:microsoft.com/office/officeart/2005/8/layout/vList2"/>
    <dgm:cxn modelId="{9A737308-40F3-4E25-8E55-4D26B724CAF6}" type="presOf" srcId="{6329ACEB-B00F-4253-AEFB-99F91D1A4210}" destId="{AB78F490-76A1-4393-B704-9FF3510C966C}" srcOrd="0" destOrd="0" presId="urn:microsoft.com/office/officeart/2005/8/layout/vList2"/>
    <dgm:cxn modelId="{62DA4409-867A-48AB-9351-3117703961A2}" srcId="{159364EE-B3B1-4DF0-838B-9554D5746F86}" destId="{EBFAD7FF-F07E-49AF-B702-AE8EC72BC13C}" srcOrd="0" destOrd="0" parTransId="{B3E1E7B2-FE5F-4302-B4B0-6E91C03A9BB6}" sibTransId="{CC398228-0683-4A8E-8931-BE382D6C702E}"/>
    <dgm:cxn modelId="{025F4A10-6BCE-40CE-A6A1-19DB42408A60}" type="presOf" srcId="{8D9204A6-A861-43F4-B448-3F99F9281962}" destId="{4E1D09F4-7B6E-4FF7-8021-FF034B4CCD17}" srcOrd="0" destOrd="0" presId="urn:microsoft.com/office/officeart/2005/8/layout/vList2"/>
    <dgm:cxn modelId="{08B01113-CBC0-495A-862A-A912A54A400B}" type="presOf" srcId="{D830A4E7-D77E-4109-BB17-2B3FDE2F0122}" destId="{E6E6D528-9D85-4A70-B572-0CEAD50A313E}" srcOrd="0" destOrd="0" presId="urn:microsoft.com/office/officeart/2005/8/layout/vList2"/>
    <dgm:cxn modelId="{9534DB17-2495-4E7A-8475-702CBC73D568}" srcId="{89ABCA42-6A5B-4424-B298-EB6AA4E7D1A7}" destId="{D7692578-CEE1-410C-8FA8-7C9C7113E157}" srcOrd="1" destOrd="0" parTransId="{EC9743E2-4FDC-4216-AF87-99AA86CD937D}" sibTransId="{3AF38A5C-6B89-4AB2-A58A-52401904CC32}"/>
    <dgm:cxn modelId="{9C997A1B-1835-4B44-B6F5-6E7CD42D88B8}" type="presOf" srcId="{89ABCA42-6A5B-4424-B298-EB6AA4E7D1A7}" destId="{8CEF762A-23D4-4223-A9D2-17D6B7A491EF}" srcOrd="0" destOrd="0" presId="urn:microsoft.com/office/officeart/2005/8/layout/vList2"/>
    <dgm:cxn modelId="{07E3941E-B6D0-441A-B210-D19CC50B5067}" srcId="{89ABCA42-6A5B-4424-B298-EB6AA4E7D1A7}" destId="{D830A4E7-D77E-4109-BB17-2B3FDE2F0122}" srcOrd="4" destOrd="0" parTransId="{C55BD1F0-E94C-462D-B5E9-B092A15FDA0D}" sibTransId="{3216ECD0-5B19-44A0-95F5-764C6BC81EB8}"/>
    <dgm:cxn modelId="{6119CF2E-C19A-492C-B4E1-C5B5BC9669C8}" srcId="{D830A4E7-D77E-4109-BB17-2B3FDE2F0122}" destId="{B5A44DB3-E149-4E59-8768-07EE00AADCE5}" srcOrd="0" destOrd="0" parTransId="{7A9B51C2-CFDB-4721-90BD-3016BB61FDE5}" sibTransId="{BE6D0EFD-E68F-462D-8635-F578C8E00B35}"/>
    <dgm:cxn modelId="{8E1D185C-CE85-4F11-B772-30F109583660}" type="presOf" srcId="{D7692578-CEE1-410C-8FA8-7C9C7113E157}" destId="{729CDA07-102E-4860-AF43-97B17875F39B}" srcOrd="0" destOrd="0" presId="urn:microsoft.com/office/officeart/2005/8/layout/vList2"/>
    <dgm:cxn modelId="{61890B46-0F24-4F98-B8C8-34D0436A0F77}" type="presOf" srcId="{159364EE-B3B1-4DF0-838B-9554D5746F86}" destId="{B72401C2-BCF9-43D7-972E-77C4D4A363FC}" srcOrd="0" destOrd="0" presId="urn:microsoft.com/office/officeart/2005/8/layout/vList2"/>
    <dgm:cxn modelId="{F39A5448-F55D-4B9A-8124-673669AB5273}" srcId="{89ABCA42-6A5B-4424-B298-EB6AA4E7D1A7}" destId="{159364EE-B3B1-4DF0-838B-9554D5746F86}" srcOrd="3" destOrd="0" parTransId="{59236DD1-BAC9-4CEF-8611-5FD6FA751364}" sibTransId="{F126C356-A1AF-40AF-B063-CFA13329FADE}"/>
    <dgm:cxn modelId="{C7204655-BFAF-4A5D-A5D4-EE942AF61186}" srcId="{89ABCA42-6A5B-4424-B298-EB6AA4E7D1A7}" destId="{2CEC47FD-2CFD-4164-BC25-C2F5B20566A9}" srcOrd="0" destOrd="0" parTransId="{7AD43CA8-48FF-4909-94CF-7B0432315E1E}" sibTransId="{D71A0565-5FDA-4C54-A227-0362CCFF6FC0}"/>
    <dgm:cxn modelId="{6A0B6955-DA8B-46B1-9D76-D364B52FEA42}" type="presOf" srcId="{A9C6F467-210E-4E29-8149-0DFE1C8F177E}" destId="{4C0822D3-D6D6-491E-90F6-2ACBC0C33A19}" srcOrd="0" destOrd="0" presId="urn:microsoft.com/office/officeart/2005/8/layout/vList2"/>
    <dgm:cxn modelId="{7ED6387B-BFBC-46FA-9BB4-66C1CB6E7742}" srcId="{2CEC47FD-2CFD-4164-BC25-C2F5B20566A9}" destId="{8D9204A6-A861-43F4-B448-3F99F9281962}" srcOrd="0" destOrd="0" parTransId="{6BDC3609-EBE3-40D4-B117-5B25A5FDEF68}" sibTransId="{36209930-CBC5-46DC-9C55-5F52B03BCF7A}"/>
    <dgm:cxn modelId="{C8260082-960B-4E4D-B0CD-694831260F24}" srcId="{17883200-3868-454D-9B22-113EEE54830A}" destId="{866CB328-01E7-4552-8456-86FA206F9211}" srcOrd="0" destOrd="0" parTransId="{B45885D6-C996-4A16-A584-C1DAA0D2CC94}" sibTransId="{815FC568-4BD3-491A-B582-80A540A991E3}"/>
    <dgm:cxn modelId="{BC62D08B-E0EF-444F-8734-0FE1F598F55E}" srcId="{89ABCA42-6A5B-4424-B298-EB6AA4E7D1A7}" destId="{17883200-3868-454D-9B22-113EEE54830A}" srcOrd="5" destOrd="0" parTransId="{76B27E75-9D6A-4DD4-A5E8-1E6DA22C7D6C}" sibTransId="{9EF6DF88-7C7E-4E7C-8DFF-9D99AD89E5B5}"/>
    <dgm:cxn modelId="{D2A00890-3827-47AC-BAEC-61A09FD574F0}" type="presOf" srcId="{2CEC47FD-2CFD-4164-BC25-C2F5B20566A9}" destId="{7F88314B-3B5E-4045-B4C3-D7F1F63AE54C}" srcOrd="0" destOrd="0" presId="urn:microsoft.com/office/officeart/2005/8/layout/vList2"/>
    <dgm:cxn modelId="{B5972EA4-9C5E-448F-99BC-3B81742DF848}" type="presOf" srcId="{17883200-3868-454D-9B22-113EEE54830A}" destId="{A66F3975-D191-4AB5-B3C9-ED170CB6EA5E}" srcOrd="0" destOrd="0" presId="urn:microsoft.com/office/officeart/2005/8/layout/vList2"/>
    <dgm:cxn modelId="{063DCFA5-E276-4A98-A808-09E9EA192423}" type="presOf" srcId="{8766AE26-02C3-4AE9-AE3A-39E2B44A7089}" destId="{1AE09454-DFB3-44FD-AC40-37A61CB98578}" srcOrd="0" destOrd="0" presId="urn:microsoft.com/office/officeart/2005/8/layout/vList2"/>
    <dgm:cxn modelId="{D1BD8FB1-A405-4EEC-A9FA-3254E6658117}" srcId="{D7692578-CEE1-410C-8FA8-7C9C7113E157}" destId="{8766AE26-02C3-4AE9-AE3A-39E2B44A7089}" srcOrd="0" destOrd="0" parTransId="{2F2111C6-97BF-44B5-8FAA-DFC641CB558A}" sibTransId="{FE0D8207-9ABC-43FA-806D-D595A0B8F001}"/>
    <dgm:cxn modelId="{47E51BDA-5501-4633-9596-9AD13CA0615B}" type="presOf" srcId="{EBFAD7FF-F07E-49AF-B702-AE8EC72BC13C}" destId="{B8D66FC9-417D-43C5-90D3-1FDE18CB27E4}" srcOrd="0" destOrd="0" presId="urn:microsoft.com/office/officeart/2005/8/layout/vList2"/>
    <dgm:cxn modelId="{C73FBCDA-CE00-4921-96F9-C0A933F4F588}" srcId="{6329ACEB-B00F-4253-AEFB-99F91D1A4210}" destId="{A9C6F467-210E-4E29-8149-0DFE1C8F177E}" srcOrd="0" destOrd="0" parTransId="{099D8B84-F2EE-4C04-AC99-F508E3E45449}" sibTransId="{C1A13BDA-BC18-4F83-80F8-C8FEEC64D641}"/>
    <dgm:cxn modelId="{8CAF48F0-0B1C-47B7-BDB9-B77332D6CA48}" srcId="{89ABCA42-6A5B-4424-B298-EB6AA4E7D1A7}" destId="{6329ACEB-B00F-4253-AEFB-99F91D1A4210}" srcOrd="2" destOrd="0" parTransId="{D01647F9-6445-47EC-A33B-7CC5A9DDD2B5}" sibTransId="{C974FC08-DBAF-42F8-B2B0-16F94220C6C7}"/>
    <dgm:cxn modelId="{093188FF-3834-49DF-B829-967043EA0F06}" type="presOf" srcId="{866CB328-01E7-4552-8456-86FA206F9211}" destId="{25EEE791-BC9D-4EF5-8354-520CC81821C6}" srcOrd="0" destOrd="0" presId="urn:microsoft.com/office/officeart/2005/8/layout/vList2"/>
    <dgm:cxn modelId="{9D44A270-95A9-4FA3-88A3-5DB00A4CC3E9}" type="presParOf" srcId="{8CEF762A-23D4-4223-A9D2-17D6B7A491EF}" destId="{7F88314B-3B5E-4045-B4C3-D7F1F63AE54C}" srcOrd="0" destOrd="0" presId="urn:microsoft.com/office/officeart/2005/8/layout/vList2"/>
    <dgm:cxn modelId="{2A87BDE8-206A-42F8-8C5A-E3C9EAFB5F9C}" type="presParOf" srcId="{8CEF762A-23D4-4223-A9D2-17D6B7A491EF}" destId="{4E1D09F4-7B6E-4FF7-8021-FF034B4CCD17}" srcOrd="1" destOrd="0" presId="urn:microsoft.com/office/officeart/2005/8/layout/vList2"/>
    <dgm:cxn modelId="{6A4F50EF-8F6E-40CE-A0C1-32E186C444E5}" type="presParOf" srcId="{8CEF762A-23D4-4223-A9D2-17D6B7A491EF}" destId="{729CDA07-102E-4860-AF43-97B17875F39B}" srcOrd="2" destOrd="0" presId="urn:microsoft.com/office/officeart/2005/8/layout/vList2"/>
    <dgm:cxn modelId="{23053516-4FB6-43CF-B2D9-5DC217249C5A}" type="presParOf" srcId="{8CEF762A-23D4-4223-A9D2-17D6B7A491EF}" destId="{1AE09454-DFB3-44FD-AC40-37A61CB98578}" srcOrd="3" destOrd="0" presId="urn:microsoft.com/office/officeart/2005/8/layout/vList2"/>
    <dgm:cxn modelId="{0F3A9BD2-81BF-40AF-B58F-E2EAE6B69952}" type="presParOf" srcId="{8CEF762A-23D4-4223-A9D2-17D6B7A491EF}" destId="{AB78F490-76A1-4393-B704-9FF3510C966C}" srcOrd="4" destOrd="0" presId="urn:microsoft.com/office/officeart/2005/8/layout/vList2"/>
    <dgm:cxn modelId="{271B36D9-D908-4F33-9A57-DD632328DC74}" type="presParOf" srcId="{8CEF762A-23D4-4223-A9D2-17D6B7A491EF}" destId="{4C0822D3-D6D6-491E-90F6-2ACBC0C33A19}" srcOrd="5" destOrd="0" presId="urn:microsoft.com/office/officeart/2005/8/layout/vList2"/>
    <dgm:cxn modelId="{6DB517A1-C008-4BDD-ABB8-DE0A68EEF786}" type="presParOf" srcId="{8CEF762A-23D4-4223-A9D2-17D6B7A491EF}" destId="{B72401C2-BCF9-43D7-972E-77C4D4A363FC}" srcOrd="6" destOrd="0" presId="urn:microsoft.com/office/officeart/2005/8/layout/vList2"/>
    <dgm:cxn modelId="{B6EE00CB-27A7-48B5-A50C-CCDB76776C1F}" type="presParOf" srcId="{8CEF762A-23D4-4223-A9D2-17D6B7A491EF}" destId="{B8D66FC9-417D-43C5-90D3-1FDE18CB27E4}" srcOrd="7" destOrd="0" presId="urn:microsoft.com/office/officeart/2005/8/layout/vList2"/>
    <dgm:cxn modelId="{448D858D-FB92-4B05-9BA0-60F89E33897A}" type="presParOf" srcId="{8CEF762A-23D4-4223-A9D2-17D6B7A491EF}" destId="{E6E6D528-9D85-4A70-B572-0CEAD50A313E}" srcOrd="8" destOrd="0" presId="urn:microsoft.com/office/officeart/2005/8/layout/vList2"/>
    <dgm:cxn modelId="{B93432A0-3C2F-4E0A-B8C8-06E65C9D2847}" type="presParOf" srcId="{8CEF762A-23D4-4223-A9D2-17D6B7A491EF}" destId="{3F077ACE-1BA3-4474-9E84-D7F77B3ABAAC}" srcOrd="9" destOrd="0" presId="urn:microsoft.com/office/officeart/2005/8/layout/vList2"/>
    <dgm:cxn modelId="{5D2F974F-48F5-41B7-80BA-86B9F0E66D1D}" type="presParOf" srcId="{8CEF762A-23D4-4223-A9D2-17D6B7A491EF}" destId="{A66F3975-D191-4AB5-B3C9-ED170CB6EA5E}" srcOrd="10" destOrd="0" presId="urn:microsoft.com/office/officeart/2005/8/layout/vList2"/>
    <dgm:cxn modelId="{4BABD18B-120F-4E47-B57E-D3C439668161}" type="presParOf" srcId="{8CEF762A-23D4-4223-A9D2-17D6B7A491EF}" destId="{25EEE791-BC9D-4EF5-8354-520CC81821C6}" srcOrd="1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52BE090-3D34-44E7-90FF-6A053176492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B2716A5-2240-4A56-A386-F4C276C5CF17}">
      <dgm:prSet/>
      <dgm:spPr/>
      <dgm:t>
        <a:bodyPr/>
        <a:lstStyle/>
        <a:p>
          <a:r>
            <a:rPr lang="en-US" b="1"/>
            <a:t>Accountability</a:t>
          </a:r>
          <a:r>
            <a:rPr lang="en-US"/>
            <a:t>: Issues arise from the blurred lines of responsibility between cloud vendors and users.</a:t>
          </a:r>
        </a:p>
      </dgm:t>
    </dgm:pt>
    <dgm:pt modelId="{D7BCA248-4266-4C04-88C9-6AA7399530B5}" type="parTrans" cxnId="{A28B0307-E00E-4D89-8796-D7ADCDA802F7}">
      <dgm:prSet/>
      <dgm:spPr/>
      <dgm:t>
        <a:bodyPr/>
        <a:lstStyle/>
        <a:p>
          <a:endParaRPr lang="en-US"/>
        </a:p>
      </dgm:t>
    </dgm:pt>
    <dgm:pt modelId="{0D030246-C0D3-415B-B0FA-FE58B1BF4063}" type="sibTrans" cxnId="{A28B0307-E00E-4D89-8796-D7ADCDA802F7}">
      <dgm:prSet phldrT="01" phldr="0"/>
      <dgm:spPr/>
      <dgm:t>
        <a:bodyPr/>
        <a:lstStyle/>
        <a:p>
          <a:endParaRPr lang="en-US"/>
        </a:p>
      </dgm:t>
    </dgm:pt>
    <dgm:pt modelId="{B632C4C5-2E9E-4FBA-9C0E-3F2EC248EB53}">
      <dgm:prSet/>
      <dgm:spPr/>
      <dgm:t>
        <a:bodyPr/>
        <a:lstStyle/>
        <a:p>
          <a:r>
            <a:rPr lang="en-US" b="1"/>
            <a:t>Data Security</a:t>
          </a:r>
          <a:r>
            <a:rPr lang="en-US"/>
            <a:t>: Cloud vendors must ensure robust protection of sensitive data.</a:t>
          </a:r>
        </a:p>
      </dgm:t>
    </dgm:pt>
    <dgm:pt modelId="{17447384-B451-4623-B96D-EE47FA9245D0}" type="parTrans" cxnId="{3C9B00E5-BD11-4925-8DF1-9CF4276CD051}">
      <dgm:prSet/>
      <dgm:spPr/>
      <dgm:t>
        <a:bodyPr/>
        <a:lstStyle/>
        <a:p>
          <a:endParaRPr lang="en-US"/>
        </a:p>
      </dgm:t>
    </dgm:pt>
    <dgm:pt modelId="{4B290774-6C41-4212-86CB-CB3F10B7B1D8}" type="sibTrans" cxnId="{3C9B00E5-BD11-4925-8DF1-9CF4276CD051}">
      <dgm:prSet phldrT="02" phldr="0"/>
      <dgm:spPr/>
      <dgm:t>
        <a:bodyPr/>
        <a:lstStyle/>
        <a:p>
          <a:endParaRPr lang="en-US"/>
        </a:p>
      </dgm:t>
    </dgm:pt>
    <dgm:pt modelId="{189C5A47-04E2-4E04-A893-FCE9AD76BBE7}">
      <dgm:prSet/>
      <dgm:spPr/>
      <dgm:t>
        <a:bodyPr/>
        <a:lstStyle/>
        <a:p>
          <a:r>
            <a:rPr lang="en-US" b="1"/>
            <a:t>Intellectual Property</a:t>
          </a:r>
          <a:r>
            <a:rPr lang="en-US"/>
            <a:t>: Cloud vendors need to handle intellectual property responsibly.</a:t>
          </a:r>
        </a:p>
      </dgm:t>
    </dgm:pt>
    <dgm:pt modelId="{DDDDD0A7-19C6-49E3-AEB7-5CB5C5F526FD}" type="parTrans" cxnId="{433E065A-47EB-4254-BF7D-00574E75EB37}">
      <dgm:prSet/>
      <dgm:spPr/>
      <dgm:t>
        <a:bodyPr/>
        <a:lstStyle/>
        <a:p>
          <a:endParaRPr lang="en-US"/>
        </a:p>
      </dgm:t>
    </dgm:pt>
    <dgm:pt modelId="{A55C39A2-B06D-40E6-8DE2-2C80B0E27C9B}" type="sibTrans" cxnId="{433E065A-47EB-4254-BF7D-00574E75EB37}">
      <dgm:prSet phldrT="03" phldr="0"/>
      <dgm:spPr/>
      <dgm:t>
        <a:bodyPr/>
        <a:lstStyle/>
        <a:p>
          <a:endParaRPr lang="en-US"/>
        </a:p>
      </dgm:t>
    </dgm:pt>
    <dgm:pt modelId="{589F4BD9-D868-4394-B3FE-E12FC6C16DB1}" type="pres">
      <dgm:prSet presAssocID="{F52BE090-3D34-44E7-90FF-6A053176492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4245830-9760-4CA4-8D16-73A94445C726}" type="pres">
      <dgm:prSet presAssocID="{DB2716A5-2240-4A56-A386-F4C276C5CF17}" presName="hierRoot1" presStyleCnt="0"/>
      <dgm:spPr/>
    </dgm:pt>
    <dgm:pt modelId="{07F3D2BC-EAF7-4541-9889-9F01CF74C546}" type="pres">
      <dgm:prSet presAssocID="{DB2716A5-2240-4A56-A386-F4C276C5CF17}" presName="composite" presStyleCnt="0"/>
      <dgm:spPr/>
    </dgm:pt>
    <dgm:pt modelId="{ED4641EA-0674-4365-97CF-9928F8DCF0ED}" type="pres">
      <dgm:prSet presAssocID="{DB2716A5-2240-4A56-A386-F4C276C5CF17}" presName="background" presStyleLbl="node0" presStyleIdx="0" presStyleCnt="3"/>
      <dgm:spPr/>
    </dgm:pt>
    <dgm:pt modelId="{61AD9D4A-4CBC-47B5-A18D-D3E9F1AFCDC7}" type="pres">
      <dgm:prSet presAssocID="{DB2716A5-2240-4A56-A386-F4C276C5CF17}" presName="text" presStyleLbl="fgAcc0" presStyleIdx="0" presStyleCnt="3">
        <dgm:presLayoutVars>
          <dgm:chPref val="3"/>
        </dgm:presLayoutVars>
      </dgm:prSet>
      <dgm:spPr/>
    </dgm:pt>
    <dgm:pt modelId="{ADD5FA76-6E94-47F3-908D-0617DDB80D17}" type="pres">
      <dgm:prSet presAssocID="{DB2716A5-2240-4A56-A386-F4C276C5CF17}" presName="hierChild2" presStyleCnt="0"/>
      <dgm:spPr/>
    </dgm:pt>
    <dgm:pt modelId="{185AACFE-199F-4F04-BF91-4D49B59FBEC3}" type="pres">
      <dgm:prSet presAssocID="{B632C4C5-2E9E-4FBA-9C0E-3F2EC248EB53}" presName="hierRoot1" presStyleCnt="0"/>
      <dgm:spPr/>
    </dgm:pt>
    <dgm:pt modelId="{DB3BB853-E9A7-4DB6-88AA-22566AC30857}" type="pres">
      <dgm:prSet presAssocID="{B632C4C5-2E9E-4FBA-9C0E-3F2EC248EB53}" presName="composite" presStyleCnt="0"/>
      <dgm:spPr/>
    </dgm:pt>
    <dgm:pt modelId="{BBB9CFD0-EA55-4650-8720-19147078CC2F}" type="pres">
      <dgm:prSet presAssocID="{B632C4C5-2E9E-4FBA-9C0E-3F2EC248EB53}" presName="background" presStyleLbl="node0" presStyleIdx="1" presStyleCnt="3"/>
      <dgm:spPr/>
    </dgm:pt>
    <dgm:pt modelId="{F93D3481-FC99-41AD-A7C6-9D97468E7A70}" type="pres">
      <dgm:prSet presAssocID="{B632C4C5-2E9E-4FBA-9C0E-3F2EC248EB53}" presName="text" presStyleLbl="fgAcc0" presStyleIdx="1" presStyleCnt="3">
        <dgm:presLayoutVars>
          <dgm:chPref val="3"/>
        </dgm:presLayoutVars>
      </dgm:prSet>
      <dgm:spPr/>
    </dgm:pt>
    <dgm:pt modelId="{C5F8D22B-5198-43EA-BB7E-91BDAC8AA47E}" type="pres">
      <dgm:prSet presAssocID="{B632C4C5-2E9E-4FBA-9C0E-3F2EC248EB53}" presName="hierChild2" presStyleCnt="0"/>
      <dgm:spPr/>
    </dgm:pt>
    <dgm:pt modelId="{FEF7C4DC-4E1A-40ED-85CB-BDBD712461FF}" type="pres">
      <dgm:prSet presAssocID="{189C5A47-04E2-4E04-A893-FCE9AD76BBE7}" presName="hierRoot1" presStyleCnt="0"/>
      <dgm:spPr/>
    </dgm:pt>
    <dgm:pt modelId="{579EF561-C2AD-44A4-901A-DDF5292B1FCF}" type="pres">
      <dgm:prSet presAssocID="{189C5A47-04E2-4E04-A893-FCE9AD76BBE7}" presName="composite" presStyleCnt="0"/>
      <dgm:spPr/>
    </dgm:pt>
    <dgm:pt modelId="{B35AD8A2-507A-4DF7-A058-7ABF8F5C5572}" type="pres">
      <dgm:prSet presAssocID="{189C5A47-04E2-4E04-A893-FCE9AD76BBE7}" presName="background" presStyleLbl="node0" presStyleIdx="2" presStyleCnt="3"/>
      <dgm:spPr/>
    </dgm:pt>
    <dgm:pt modelId="{9934BEE4-85FE-4CC3-A5AF-FB3075FD7EA3}" type="pres">
      <dgm:prSet presAssocID="{189C5A47-04E2-4E04-A893-FCE9AD76BBE7}" presName="text" presStyleLbl="fgAcc0" presStyleIdx="2" presStyleCnt="3">
        <dgm:presLayoutVars>
          <dgm:chPref val="3"/>
        </dgm:presLayoutVars>
      </dgm:prSet>
      <dgm:spPr/>
    </dgm:pt>
    <dgm:pt modelId="{936301C9-71E8-460F-91F9-95D373214358}" type="pres">
      <dgm:prSet presAssocID="{189C5A47-04E2-4E04-A893-FCE9AD76BBE7}" presName="hierChild2" presStyleCnt="0"/>
      <dgm:spPr/>
    </dgm:pt>
  </dgm:ptLst>
  <dgm:cxnLst>
    <dgm:cxn modelId="{A28B0307-E00E-4D89-8796-D7ADCDA802F7}" srcId="{F52BE090-3D34-44E7-90FF-6A0531764922}" destId="{DB2716A5-2240-4A56-A386-F4C276C5CF17}" srcOrd="0" destOrd="0" parTransId="{D7BCA248-4266-4C04-88C9-6AA7399530B5}" sibTransId="{0D030246-C0D3-415B-B0FA-FE58B1BF4063}"/>
    <dgm:cxn modelId="{E484515D-B2E1-4F0E-AD5F-0ED91C6D55A8}" type="presOf" srcId="{F52BE090-3D34-44E7-90FF-6A0531764922}" destId="{589F4BD9-D868-4394-B3FE-E12FC6C16DB1}" srcOrd="0" destOrd="0" presId="urn:microsoft.com/office/officeart/2005/8/layout/hierarchy1"/>
    <dgm:cxn modelId="{433E065A-47EB-4254-BF7D-00574E75EB37}" srcId="{F52BE090-3D34-44E7-90FF-6A0531764922}" destId="{189C5A47-04E2-4E04-A893-FCE9AD76BBE7}" srcOrd="2" destOrd="0" parTransId="{DDDDD0A7-19C6-49E3-AEB7-5CB5C5F526FD}" sibTransId="{A55C39A2-B06D-40E6-8DE2-2C80B0E27C9B}"/>
    <dgm:cxn modelId="{226289B6-8E22-46E7-9086-F2870B8392E7}" type="presOf" srcId="{B632C4C5-2E9E-4FBA-9C0E-3F2EC248EB53}" destId="{F93D3481-FC99-41AD-A7C6-9D97468E7A70}" srcOrd="0" destOrd="0" presId="urn:microsoft.com/office/officeart/2005/8/layout/hierarchy1"/>
    <dgm:cxn modelId="{C7D8AEB7-34AE-4E27-90D4-B342382888FE}" type="presOf" srcId="{DB2716A5-2240-4A56-A386-F4C276C5CF17}" destId="{61AD9D4A-4CBC-47B5-A18D-D3E9F1AFCDC7}" srcOrd="0" destOrd="0" presId="urn:microsoft.com/office/officeart/2005/8/layout/hierarchy1"/>
    <dgm:cxn modelId="{4D686EDB-18EC-4691-8450-3FA4635B4E27}" type="presOf" srcId="{189C5A47-04E2-4E04-A893-FCE9AD76BBE7}" destId="{9934BEE4-85FE-4CC3-A5AF-FB3075FD7EA3}" srcOrd="0" destOrd="0" presId="urn:microsoft.com/office/officeart/2005/8/layout/hierarchy1"/>
    <dgm:cxn modelId="{3C9B00E5-BD11-4925-8DF1-9CF4276CD051}" srcId="{F52BE090-3D34-44E7-90FF-6A0531764922}" destId="{B632C4C5-2E9E-4FBA-9C0E-3F2EC248EB53}" srcOrd="1" destOrd="0" parTransId="{17447384-B451-4623-B96D-EE47FA9245D0}" sibTransId="{4B290774-6C41-4212-86CB-CB3F10B7B1D8}"/>
    <dgm:cxn modelId="{3F786EB9-EFC0-4B2A-AD3A-42C656C08431}" type="presParOf" srcId="{589F4BD9-D868-4394-B3FE-E12FC6C16DB1}" destId="{D4245830-9760-4CA4-8D16-73A94445C726}" srcOrd="0" destOrd="0" presId="urn:microsoft.com/office/officeart/2005/8/layout/hierarchy1"/>
    <dgm:cxn modelId="{67466D8C-41EE-4E72-AA08-A4B79908B4C4}" type="presParOf" srcId="{D4245830-9760-4CA4-8D16-73A94445C726}" destId="{07F3D2BC-EAF7-4541-9889-9F01CF74C546}" srcOrd="0" destOrd="0" presId="urn:microsoft.com/office/officeart/2005/8/layout/hierarchy1"/>
    <dgm:cxn modelId="{D8095DE0-0F42-4378-B0A4-998FC9ED982A}" type="presParOf" srcId="{07F3D2BC-EAF7-4541-9889-9F01CF74C546}" destId="{ED4641EA-0674-4365-97CF-9928F8DCF0ED}" srcOrd="0" destOrd="0" presId="urn:microsoft.com/office/officeart/2005/8/layout/hierarchy1"/>
    <dgm:cxn modelId="{D936DD82-F320-42E5-B750-989745A55EDC}" type="presParOf" srcId="{07F3D2BC-EAF7-4541-9889-9F01CF74C546}" destId="{61AD9D4A-4CBC-47B5-A18D-D3E9F1AFCDC7}" srcOrd="1" destOrd="0" presId="urn:microsoft.com/office/officeart/2005/8/layout/hierarchy1"/>
    <dgm:cxn modelId="{E52BA5CD-448E-4EF7-BB81-A1EDB23B2698}" type="presParOf" srcId="{D4245830-9760-4CA4-8D16-73A94445C726}" destId="{ADD5FA76-6E94-47F3-908D-0617DDB80D17}" srcOrd="1" destOrd="0" presId="urn:microsoft.com/office/officeart/2005/8/layout/hierarchy1"/>
    <dgm:cxn modelId="{A42D8C5F-A183-4B8E-A7A7-18E73A753806}" type="presParOf" srcId="{589F4BD9-D868-4394-B3FE-E12FC6C16DB1}" destId="{185AACFE-199F-4F04-BF91-4D49B59FBEC3}" srcOrd="1" destOrd="0" presId="urn:microsoft.com/office/officeart/2005/8/layout/hierarchy1"/>
    <dgm:cxn modelId="{0B70618F-D24C-4A83-879E-36F38D2B61C8}" type="presParOf" srcId="{185AACFE-199F-4F04-BF91-4D49B59FBEC3}" destId="{DB3BB853-E9A7-4DB6-88AA-22566AC30857}" srcOrd="0" destOrd="0" presId="urn:microsoft.com/office/officeart/2005/8/layout/hierarchy1"/>
    <dgm:cxn modelId="{AA89CA12-1076-46B3-A65A-45180BE98501}" type="presParOf" srcId="{DB3BB853-E9A7-4DB6-88AA-22566AC30857}" destId="{BBB9CFD0-EA55-4650-8720-19147078CC2F}" srcOrd="0" destOrd="0" presId="urn:microsoft.com/office/officeart/2005/8/layout/hierarchy1"/>
    <dgm:cxn modelId="{DBB568A4-3B77-4E75-9FA7-6D5B981C82FE}" type="presParOf" srcId="{DB3BB853-E9A7-4DB6-88AA-22566AC30857}" destId="{F93D3481-FC99-41AD-A7C6-9D97468E7A70}" srcOrd="1" destOrd="0" presId="urn:microsoft.com/office/officeart/2005/8/layout/hierarchy1"/>
    <dgm:cxn modelId="{5B1F5325-AF64-454F-A9B5-46F01AF89EB7}" type="presParOf" srcId="{185AACFE-199F-4F04-BF91-4D49B59FBEC3}" destId="{C5F8D22B-5198-43EA-BB7E-91BDAC8AA47E}" srcOrd="1" destOrd="0" presId="urn:microsoft.com/office/officeart/2005/8/layout/hierarchy1"/>
    <dgm:cxn modelId="{1C6EDAC8-325E-4D4F-88A4-3B9BA1BB2032}" type="presParOf" srcId="{589F4BD9-D868-4394-B3FE-E12FC6C16DB1}" destId="{FEF7C4DC-4E1A-40ED-85CB-BDBD712461FF}" srcOrd="2" destOrd="0" presId="urn:microsoft.com/office/officeart/2005/8/layout/hierarchy1"/>
    <dgm:cxn modelId="{75792EB1-FFC0-40C9-8DEF-62AC97F6728B}" type="presParOf" srcId="{FEF7C4DC-4E1A-40ED-85CB-BDBD712461FF}" destId="{579EF561-C2AD-44A4-901A-DDF5292B1FCF}" srcOrd="0" destOrd="0" presId="urn:microsoft.com/office/officeart/2005/8/layout/hierarchy1"/>
    <dgm:cxn modelId="{71F31C10-1524-41A0-BEED-EE2A0072216B}" type="presParOf" srcId="{579EF561-C2AD-44A4-901A-DDF5292B1FCF}" destId="{B35AD8A2-507A-4DF7-A058-7ABF8F5C5572}" srcOrd="0" destOrd="0" presId="urn:microsoft.com/office/officeart/2005/8/layout/hierarchy1"/>
    <dgm:cxn modelId="{94CAAF8C-273F-491E-92F7-0BBD90657456}" type="presParOf" srcId="{579EF561-C2AD-44A4-901A-DDF5292B1FCF}" destId="{9934BEE4-85FE-4CC3-A5AF-FB3075FD7EA3}" srcOrd="1" destOrd="0" presId="urn:microsoft.com/office/officeart/2005/8/layout/hierarchy1"/>
    <dgm:cxn modelId="{D812620E-EF23-46D7-B10E-B75D70FB4DF5}" type="presParOf" srcId="{FEF7C4DC-4E1A-40ED-85CB-BDBD712461FF}" destId="{936301C9-71E8-460F-91F9-95D37321435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822A18E-D6ED-437A-8797-55D18C79480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879AECB-CC22-4E9D-95F5-FB4C17A6E57B}">
      <dgm:prSet/>
      <dgm:spPr/>
      <dgm:t>
        <a:bodyPr/>
        <a:lstStyle/>
        <a:p>
          <a:r>
            <a:rPr lang="en-US" b="1"/>
            <a:t>Concept</a:t>
          </a:r>
          <a:r>
            <a:rPr lang="en-US"/>
            <a:t>: Cloud computing can be seen as a vast network of computers that users view as a single entity.</a:t>
          </a:r>
        </a:p>
      </dgm:t>
    </dgm:pt>
    <dgm:pt modelId="{19F8DBF0-FE0F-4095-8951-DFEA664E619B}" type="parTrans" cxnId="{4874E452-4D0E-49A1-A667-2B971A93EF28}">
      <dgm:prSet/>
      <dgm:spPr/>
      <dgm:t>
        <a:bodyPr/>
        <a:lstStyle/>
        <a:p>
          <a:endParaRPr lang="en-US"/>
        </a:p>
      </dgm:t>
    </dgm:pt>
    <dgm:pt modelId="{58105F35-F265-46D4-AE1E-AC88611BD061}" type="sibTrans" cxnId="{4874E452-4D0E-49A1-A667-2B971A93EF28}">
      <dgm:prSet/>
      <dgm:spPr/>
      <dgm:t>
        <a:bodyPr/>
        <a:lstStyle/>
        <a:p>
          <a:endParaRPr lang="en-US"/>
        </a:p>
      </dgm:t>
    </dgm:pt>
    <dgm:pt modelId="{F2464840-24C9-4F54-BABE-3612B22CC6B6}">
      <dgm:prSet/>
      <dgm:spPr/>
      <dgm:t>
        <a:bodyPr/>
        <a:lstStyle/>
        <a:p>
          <a:r>
            <a:rPr lang="en-US" b="1"/>
            <a:t>Philosophy</a:t>
          </a:r>
          <a:r>
            <a:rPr lang="en-US"/>
            <a:t>: Reflects Sun Microsystems' slogan, "The network is the computer," combining computing power from multiple systems.</a:t>
          </a:r>
        </a:p>
      </dgm:t>
    </dgm:pt>
    <dgm:pt modelId="{3C716AF2-C792-420C-9908-69E8EE67D96E}" type="parTrans" cxnId="{983E1058-8E40-4FA0-8C52-7992A623AAB5}">
      <dgm:prSet/>
      <dgm:spPr/>
      <dgm:t>
        <a:bodyPr/>
        <a:lstStyle/>
        <a:p>
          <a:endParaRPr lang="en-US"/>
        </a:p>
      </dgm:t>
    </dgm:pt>
    <dgm:pt modelId="{0616760F-EB8E-44F3-9EA8-740120738F5D}" type="sibTrans" cxnId="{983E1058-8E40-4FA0-8C52-7992A623AAB5}">
      <dgm:prSet/>
      <dgm:spPr/>
      <dgm:t>
        <a:bodyPr/>
        <a:lstStyle/>
        <a:p>
          <a:endParaRPr lang="en-US"/>
        </a:p>
      </dgm:t>
    </dgm:pt>
    <dgm:pt modelId="{B271CB50-1FD6-407A-9A40-60EB2A1C4888}" type="pres">
      <dgm:prSet presAssocID="{0822A18E-D6ED-437A-8797-55D18C79480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6F9AEF4-6C37-461F-98E5-9E0CF6398CA7}" type="pres">
      <dgm:prSet presAssocID="{6879AECB-CC22-4E9D-95F5-FB4C17A6E57B}" presName="hierRoot1" presStyleCnt="0"/>
      <dgm:spPr/>
    </dgm:pt>
    <dgm:pt modelId="{9064923E-48E6-4CF5-81B3-54EC239D4D35}" type="pres">
      <dgm:prSet presAssocID="{6879AECB-CC22-4E9D-95F5-FB4C17A6E57B}" presName="composite" presStyleCnt="0"/>
      <dgm:spPr/>
    </dgm:pt>
    <dgm:pt modelId="{BB47D6CD-0CC2-406C-81CE-DD6AE0E2C53C}" type="pres">
      <dgm:prSet presAssocID="{6879AECB-CC22-4E9D-95F5-FB4C17A6E57B}" presName="background" presStyleLbl="node0" presStyleIdx="0" presStyleCnt="2"/>
      <dgm:spPr/>
    </dgm:pt>
    <dgm:pt modelId="{FE822111-4070-4D64-9964-277F6117D1BD}" type="pres">
      <dgm:prSet presAssocID="{6879AECB-CC22-4E9D-95F5-FB4C17A6E57B}" presName="text" presStyleLbl="fgAcc0" presStyleIdx="0" presStyleCnt="2">
        <dgm:presLayoutVars>
          <dgm:chPref val="3"/>
        </dgm:presLayoutVars>
      </dgm:prSet>
      <dgm:spPr/>
    </dgm:pt>
    <dgm:pt modelId="{0B8F5610-DD87-4CC8-A6AC-E5D9F281E913}" type="pres">
      <dgm:prSet presAssocID="{6879AECB-CC22-4E9D-95F5-FB4C17A6E57B}" presName="hierChild2" presStyleCnt="0"/>
      <dgm:spPr/>
    </dgm:pt>
    <dgm:pt modelId="{5A51349F-85E0-4A40-B9BA-D4634B56DC1F}" type="pres">
      <dgm:prSet presAssocID="{F2464840-24C9-4F54-BABE-3612B22CC6B6}" presName="hierRoot1" presStyleCnt="0"/>
      <dgm:spPr/>
    </dgm:pt>
    <dgm:pt modelId="{2AB0C0E7-ABAB-4D6E-84DD-62EE0C6D0D78}" type="pres">
      <dgm:prSet presAssocID="{F2464840-24C9-4F54-BABE-3612B22CC6B6}" presName="composite" presStyleCnt="0"/>
      <dgm:spPr/>
    </dgm:pt>
    <dgm:pt modelId="{51B94D73-AD5D-4373-84AC-3D148F0485D8}" type="pres">
      <dgm:prSet presAssocID="{F2464840-24C9-4F54-BABE-3612B22CC6B6}" presName="background" presStyleLbl="node0" presStyleIdx="1" presStyleCnt="2"/>
      <dgm:spPr/>
    </dgm:pt>
    <dgm:pt modelId="{3A3F13B9-E67C-496E-A0CF-F48BE716D18D}" type="pres">
      <dgm:prSet presAssocID="{F2464840-24C9-4F54-BABE-3612B22CC6B6}" presName="text" presStyleLbl="fgAcc0" presStyleIdx="1" presStyleCnt="2">
        <dgm:presLayoutVars>
          <dgm:chPref val="3"/>
        </dgm:presLayoutVars>
      </dgm:prSet>
      <dgm:spPr/>
    </dgm:pt>
    <dgm:pt modelId="{69BE7465-8936-4B52-956C-BA8685AB2E6B}" type="pres">
      <dgm:prSet presAssocID="{F2464840-24C9-4F54-BABE-3612B22CC6B6}" presName="hierChild2" presStyleCnt="0"/>
      <dgm:spPr/>
    </dgm:pt>
  </dgm:ptLst>
  <dgm:cxnLst>
    <dgm:cxn modelId="{3B1F9807-71CD-4FB7-8CD5-3EFDCE2D58B8}" type="presOf" srcId="{F2464840-24C9-4F54-BABE-3612B22CC6B6}" destId="{3A3F13B9-E67C-496E-A0CF-F48BE716D18D}" srcOrd="0" destOrd="0" presId="urn:microsoft.com/office/officeart/2005/8/layout/hierarchy1"/>
    <dgm:cxn modelId="{783CB22B-C7BC-4CC1-A422-249D242D0AF1}" type="presOf" srcId="{6879AECB-CC22-4E9D-95F5-FB4C17A6E57B}" destId="{FE822111-4070-4D64-9964-277F6117D1BD}" srcOrd="0" destOrd="0" presId="urn:microsoft.com/office/officeart/2005/8/layout/hierarchy1"/>
    <dgm:cxn modelId="{3A5B024A-4BFE-45D3-9AB8-547092ED1EB5}" type="presOf" srcId="{0822A18E-D6ED-437A-8797-55D18C794801}" destId="{B271CB50-1FD6-407A-9A40-60EB2A1C4888}" srcOrd="0" destOrd="0" presId="urn:microsoft.com/office/officeart/2005/8/layout/hierarchy1"/>
    <dgm:cxn modelId="{4874E452-4D0E-49A1-A667-2B971A93EF28}" srcId="{0822A18E-D6ED-437A-8797-55D18C794801}" destId="{6879AECB-CC22-4E9D-95F5-FB4C17A6E57B}" srcOrd="0" destOrd="0" parTransId="{19F8DBF0-FE0F-4095-8951-DFEA664E619B}" sibTransId="{58105F35-F265-46D4-AE1E-AC88611BD061}"/>
    <dgm:cxn modelId="{983E1058-8E40-4FA0-8C52-7992A623AAB5}" srcId="{0822A18E-D6ED-437A-8797-55D18C794801}" destId="{F2464840-24C9-4F54-BABE-3612B22CC6B6}" srcOrd="1" destOrd="0" parTransId="{3C716AF2-C792-420C-9908-69E8EE67D96E}" sibTransId="{0616760F-EB8E-44F3-9EA8-740120738F5D}"/>
    <dgm:cxn modelId="{A4A05F5E-B50F-4952-9E1C-FC6B1508BEDB}" type="presParOf" srcId="{B271CB50-1FD6-407A-9A40-60EB2A1C4888}" destId="{76F9AEF4-6C37-461F-98E5-9E0CF6398CA7}" srcOrd="0" destOrd="0" presId="urn:microsoft.com/office/officeart/2005/8/layout/hierarchy1"/>
    <dgm:cxn modelId="{7DDA5F6F-8868-4964-AE02-DD0B09303FDD}" type="presParOf" srcId="{76F9AEF4-6C37-461F-98E5-9E0CF6398CA7}" destId="{9064923E-48E6-4CF5-81B3-54EC239D4D35}" srcOrd="0" destOrd="0" presId="urn:microsoft.com/office/officeart/2005/8/layout/hierarchy1"/>
    <dgm:cxn modelId="{D7D9C4B5-C6F6-4D82-8FA2-3336285793EB}" type="presParOf" srcId="{9064923E-48E6-4CF5-81B3-54EC239D4D35}" destId="{BB47D6CD-0CC2-406C-81CE-DD6AE0E2C53C}" srcOrd="0" destOrd="0" presId="urn:microsoft.com/office/officeart/2005/8/layout/hierarchy1"/>
    <dgm:cxn modelId="{BA0BD71B-1F82-4F44-A80E-5689112A467C}" type="presParOf" srcId="{9064923E-48E6-4CF5-81B3-54EC239D4D35}" destId="{FE822111-4070-4D64-9964-277F6117D1BD}" srcOrd="1" destOrd="0" presId="urn:microsoft.com/office/officeart/2005/8/layout/hierarchy1"/>
    <dgm:cxn modelId="{E727CC7D-9517-4FDC-A275-2CCF2716A4BC}" type="presParOf" srcId="{76F9AEF4-6C37-461F-98E5-9E0CF6398CA7}" destId="{0B8F5610-DD87-4CC8-A6AC-E5D9F281E913}" srcOrd="1" destOrd="0" presId="urn:microsoft.com/office/officeart/2005/8/layout/hierarchy1"/>
    <dgm:cxn modelId="{0E47DBBA-FBB0-46F5-BBE3-3DA7BB3C08B0}" type="presParOf" srcId="{B271CB50-1FD6-407A-9A40-60EB2A1C4888}" destId="{5A51349F-85E0-4A40-B9BA-D4634B56DC1F}" srcOrd="1" destOrd="0" presId="urn:microsoft.com/office/officeart/2005/8/layout/hierarchy1"/>
    <dgm:cxn modelId="{4A386849-7814-4CD6-85A1-1D897D06E3BE}" type="presParOf" srcId="{5A51349F-85E0-4A40-B9BA-D4634B56DC1F}" destId="{2AB0C0E7-ABAB-4D6E-84DD-62EE0C6D0D78}" srcOrd="0" destOrd="0" presId="urn:microsoft.com/office/officeart/2005/8/layout/hierarchy1"/>
    <dgm:cxn modelId="{E4C9539F-2322-4C78-A4C3-69D60E0576D9}" type="presParOf" srcId="{2AB0C0E7-ABAB-4D6E-84DD-62EE0C6D0D78}" destId="{51B94D73-AD5D-4373-84AC-3D148F0485D8}" srcOrd="0" destOrd="0" presId="urn:microsoft.com/office/officeart/2005/8/layout/hierarchy1"/>
    <dgm:cxn modelId="{BDA5109C-9139-4B90-93D2-96463974B120}" type="presParOf" srcId="{2AB0C0E7-ABAB-4D6E-84DD-62EE0C6D0D78}" destId="{3A3F13B9-E67C-496E-A0CF-F48BE716D18D}" srcOrd="1" destOrd="0" presId="urn:microsoft.com/office/officeart/2005/8/layout/hierarchy1"/>
    <dgm:cxn modelId="{FCB3AB32-9328-4939-87F1-57BB78B66D0F}" type="presParOf" srcId="{5A51349F-85E0-4A40-B9BA-D4634B56DC1F}" destId="{69BE7465-8936-4B52-956C-BA8685AB2E6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CCC6FA-D4DA-4C54-AE64-33921C932937}">
      <dsp:nvSpPr>
        <dsp:cNvPr id="0" name=""/>
        <dsp:cNvSpPr/>
      </dsp:nvSpPr>
      <dsp:spPr>
        <a:xfrm>
          <a:off x="0" y="17828"/>
          <a:ext cx="11029616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1" i="0" kern="1200" baseline="0"/>
            <a:t>Less Acquisition/Purchase Cost</a:t>
          </a:r>
          <a:r>
            <a:rPr lang="en-PK" sz="1900" b="0" i="0" kern="1200" baseline="0"/>
            <a:t>:</a:t>
          </a:r>
          <a:endParaRPr lang="en-US" sz="1900" kern="1200"/>
        </a:p>
      </dsp:txBody>
      <dsp:txXfrm>
        <a:off x="22246" y="40074"/>
        <a:ext cx="10985124" cy="411223"/>
      </dsp:txXfrm>
    </dsp:sp>
    <dsp:sp modelId="{90ABDA00-8893-4061-B822-EC7D727693E9}">
      <dsp:nvSpPr>
        <dsp:cNvPr id="0" name=""/>
        <dsp:cNvSpPr/>
      </dsp:nvSpPr>
      <dsp:spPr>
        <a:xfrm>
          <a:off x="0" y="473543"/>
          <a:ext cx="11029616" cy="471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019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500" b="0" i="0" kern="1200" baseline="0"/>
            <a:t>Cloud computing reduces the initial capital investment by eliminating the need for purchasing extensive hardware or software resources upfront.</a:t>
          </a:r>
          <a:endParaRPr lang="en-US" sz="1500" kern="1200"/>
        </a:p>
      </dsp:txBody>
      <dsp:txXfrm>
        <a:off x="0" y="473543"/>
        <a:ext cx="11029616" cy="471960"/>
      </dsp:txXfrm>
    </dsp:sp>
    <dsp:sp modelId="{2E0A3CC4-F99D-4135-B6B9-14941EDCFD96}">
      <dsp:nvSpPr>
        <dsp:cNvPr id="0" name=""/>
        <dsp:cNvSpPr/>
      </dsp:nvSpPr>
      <dsp:spPr>
        <a:xfrm>
          <a:off x="0" y="945503"/>
          <a:ext cx="11029616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1" i="0" kern="1200" baseline="0"/>
            <a:t>Reduced Operational Cost</a:t>
          </a:r>
          <a:r>
            <a:rPr lang="en-PK" sz="1900" b="0" i="0" kern="1200" baseline="0"/>
            <a:t>:</a:t>
          </a:r>
          <a:endParaRPr lang="en-US" sz="1900" kern="1200"/>
        </a:p>
      </dsp:txBody>
      <dsp:txXfrm>
        <a:off x="22246" y="967749"/>
        <a:ext cx="10985124" cy="411223"/>
      </dsp:txXfrm>
    </dsp:sp>
    <dsp:sp modelId="{EC64E557-4151-4630-AD5F-CE2FB5910DC0}">
      <dsp:nvSpPr>
        <dsp:cNvPr id="0" name=""/>
        <dsp:cNvSpPr/>
      </dsp:nvSpPr>
      <dsp:spPr>
        <a:xfrm>
          <a:off x="0" y="1401218"/>
          <a:ext cx="11029616" cy="471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019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500" b="0" i="0" kern="1200" baseline="0" dirty="0"/>
            <a:t>Operational costs like system maintenance, administration, and energy support are shifted to cloud providers, significantly reducing the user’s financial burden.</a:t>
          </a:r>
          <a:endParaRPr lang="en-US" sz="1500" kern="1200" dirty="0"/>
        </a:p>
      </dsp:txBody>
      <dsp:txXfrm>
        <a:off x="0" y="1401218"/>
        <a:ext cx="11029616" cy="471960"/>
      </dsp:txXfrm>
    </dsp:sp>
    <dsp:sp modelId="{11607C20-62C6-4819-A985-34916082BD7F}">
      <dsp:nvSpPr>
        <dsp:cNvPr id="0" name=""/>
        <dsp:cNvSpPr/>
      </dsp:nvSpPr>
      <dsp:spPr>
        <a:xfrm>
          <a:off x="0" y="1873178"/>
          <a:ext cx="11029616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1" i="0" kern="1200" baseline="0"/>
            <a:t>Reduced System Management Responsibility</a:t>
          </a:r>
          <a:r>
            <a:rPr lang="en-PK" sz="1900" b="0" i="0" kern="1200" baseline="0"/>
            <a:t>:</a:t>
          </a:r>
          <a:endParaRPr lang="en-US" sz="1900" kern="1200"/>
        </a:p>
      </dsp:txBody>
      <dsp:txXfrm>
        <a:off x="22246" y="1895424"/>
        <a:ext cx="10985124" cy="411223"/>
      </dsp:txXfrm>
    </dsp:sp>
    <dsp:sp modelId="{21D290A7-13D5-428D-9507-04F7C144162E}">
      <dsp:nvSpPr>
        <dsp:cNvPr id="0" name=""/>
        <dsp:cNvSpPr/>
      </dsp:nvSpPr>
      <dsp:spPr>
        <a:xfrm>
          <a:off x="0" y="2328893"/>
          <a:ext cx="11029616" cy="471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019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500" b="0" i="0" kern="1200" baseline="0"/>
            <a:t>System management tasks such as updates, recovery, and security are handled by the cloud vendor, freeing the user from these responsibilities.</a:t>
          </a:r>
          <a:endParaRPr lang="en-US" sz="1500" kern="1200"/>
        </a:p>
      </dsp:txBody>
      <dsp:txXfrm>
        <a:off x="0" y="2328893"/>
        <a:ext cx="11029616" cy="471960"/>
      </dsp:txXfrm>
    </dsp:sp>
    <dsp:sp modelId="{D62C7E9C-F87A-4D9C-B043-6423B5949C99}">
      <dsp:nvSpPr>
        <dsp:cNvPr id="0" name=""/>
        <dsp:cNvSpPr/>
      </dsp:nvSpPr>
      <dsp:spPr>
        <a:xfrm>
          <a:off x="0" y="2800853"/>
          <a:ext cx="11029616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1" i="0" kern="1200" baseline="0"/>
            <a:t>Use-basis Payment Facility</a:t>
          </a:r>
          <a:r>
            <a:rPr lang="en-PK" sz="1900" b="0" i="0" kern="1200" baseline="0"/>
            <a:t>:</a:t>
          </a:r>
          <a:endParaRPr lang="en-US" sz="1900" kern="1200"/>
        </a:p>
      </dsp:txBody>
      <dsp:txXfrm>
        <a:off x="22246" y="2823099"/>
        <a:ext cx="10985124" cy="411223"/>
      </dsp:txXfrm>
    </dsp:sp>
    <dsp:sp modelId="{0024D526-4FE0-43E6-A670-D9F1A4DB2755}">
      <dsp:nvSpPr>
        <dsp:cNvPr id="0" name=""/>
        <dsp:cNvSpPr/>
      </dsp:nvSpPr>
      <dsp:spPr>
        <a:xfrm>
          <a:off x="0" y="3256568"/>
          <a:ext cx="11029616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019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500" b="0" i="0" kern="1200" baseline="0"/>
            <a:t>Cloud users are billed based on actual consumption, making it more cost-effective and flexible compared to fixed costs.</a:t>
          </a:r>
          <a:endParaRPr lang="en-US" sz="1500" kern="1200"/>
        </a:p>
      </dsp:txBody>
      <dsp:txXfrm>
        <a:off x="0" y="3256568"/>
        <a:ext cx="11029616" cy="314640"/>
      </dsp:txXfrm>
    </dsp:sp>
    <dsp:sp modelId="{246FB587-143A-44C5-A0B0-88329F626684}">
      <dsp:nvSpPr>
        <dsp:cNvPr id="0" name=""/>
        <dsp:cNvSpPr/>
      </dsp:nvSpPr>
      <dsp:spPr>
        <a:xfrm>
          <a:off x="0" y="3571208"/>
          <a:ext cx="11029616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1" i="0" kern="1200" baseline="0"/>
            <a:t>Unlimited Computing Power and Storage</a:t>
          </a:r>
          <a:r>
            <a:rPr lang="en-PK" sz="1900" b="0" i="0" kern="1200" baseline="0"/>
            <a:t>:</a:t>
          </a:r>
          <a:endParaRPr lang="en-US" sz="1900" kern="1200"/>
        </a:p>
      </dsp:txBody>
      <dsp:txXfrm>
        <a:off x="22246" y="3593454"/>
        <a:ext cx="10985124" cy="411223"/>
      </dsp:txXfrm>
    </dsp:sp>
    <dsp:sp modelId="{CFC32052-D6F3-4E38-91C5-3D9541627EAF}">
      <dsp:nvSpPr>
        <dsp:cNvPr id="0" name=""/>
        <dsp:cNvSpPr/>
      </dsp:nvSpPr>
      <dsp:spPr>
        <a:xfrm>
          <a:off x="0" y="4026923"/>
          <a:ext cx="11029616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019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500" b="0" i="0" kern="1200" baseline="0"/>
            <a:t>Users can access scalable computing power and virtually unlimited storage, making it accessible even for smaller businesses.</a:t>
          </a:r>
          <a:endParaRPr lang="en-US" sz="1500" kern="1200"/>
        </a:p>
      </dsp:txBody>
      <dsp:txXfrm>
        <a:off x="0" y="4026923"/>
        <a:ext cx="11029616" cy="314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4A8CF2-BC73-4571-A983-555C2B5A81C7}">
      <dsp:nvSpPr>
        <dsp:cNvPr id="0" name=""/>
        <dsp:cNvSpPr/>
      </dsp:nvSpPr>
      <dsp:spPr>
        <a:xfrm>
          <a:off x="0" y="48632"/>
          <a:ext cx="11115088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b="1" i="0" kern="1200" baseline="0" dirty="0"/>
            <a:t>Quality of Service (QoS)</a:t>
          </a:r>
          <a:r>
            <a:rPr lang="en-PK" sz="1700" b="0" i="0" kern="1200" baseline="0" dirty="0"/>
            <a:t>:</a:t>
          </a:r>
          <a:endParaRPr lang="en-US" sz="1700" kern="1200" dirty="0"/>
        </a:p>
      </dsp:txBody>
      <dsp:txXfrm>
        <a:off x="19904" y="68536"/>
        <a:ext cx="11075280" cy="367937"/>
      </dsp:txXfrm>
    </dsp:sp>
    <dsp:sp modelId="{AA8E545C-6C55-47FF-AA27-E31D773274CC}">
      <dsp:nvSpPr>
        <dsp:cNvPr id="0" name=""/>
        <dsp:cNvSpPr/>
      </dsp:nvSpPr>
      <dsp:spPr>
        <a:xfrm>
          <a:off x="0" y="456377"/>
          <a:ext cx="11115088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904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300" b="0" i="0" kern="1200" baseline="0"/>
            <a:t>Renowned cloud vendors provide reliable, high-quality service, ensuring consistent performance.</a:t>
          </a:r>
          <a:endParaRPr lang="en-US" sz="1300" kern="1200"/>
        </a:p>
      </dsp:txBody>
      <dsp:txXfrm>
        <a:off x="0" y="456377"/>
        <a:ext cx="11115088" cy="281520"/>
      </dsp:txXfrm>
    </dsp:sp>
    <dsp:sp modelId="{39414DD1-CE95-4E15-8E60-E771E4AB06C1}">
      <dsp:nvSpPr>
        <dsp:cNvPr id="0" name=""/>
        <dsp:cNvSpPr/>
      </dsp:nvSpPr>
      <dsp:spPr>
        <a:xfrm>
          <a:off x="0" y="737897"/>
          <a:ext cx="11115088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b="1" i="0" kern="1200" baseline="0"/>
            <a:t>Reliability</a:t>
          </a:r>
          <a:r>
            <a:rPr lang="en-PK" sz="1700" b="0" i="0" kern="1200" baseline="0"/>
            <a:t>:</a:t>
          </a:r>
          <a:endParaRPr lang="en-US" sz="1700" kern="1200"/>
        </a:p>
      </dsp:txBody>
      <dsp:txXfrm>
        <a:off x="19904" y="757801"/>
        <a:ext cx="11075280" cy="367937"/>
      </dsp:txXfrm>
    </dsp:sp>
    <dsp:sp modelId="{646303D2-5741-47AF-A321-FDDEE9D4E81A}">
      <dsp:nvSpPr>
        <dsp:cNvPr id="0" name=""/>
        <dsp:cNvSpPr/>
      </dsp:nvSpPr>
      <dsp:spPr>
        <a:xfrm>
          <a:off x="0" y="1145642"/>
          <a:ext cx="11115088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904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300" b="0" i="0" kern="1200" baseline="0"/>
            <a:t>Cloud vendors handle critical functions like load balancing, backups, and recovery, making the service more reliable than traditional setups.</a:t>
          </a:r>
          <a:endParaRPr lang="en-US" sz="1300" kern="1200"/>
        </a:p>
      </dsp:txBody>
      <dsp:txXfrm>
        <a:off x="0" y="1145642"/>
        <a:ext cx="11115088" cy="281520"/>
      </dsp:txXfrm>
    </dsp:sp>
    <dsp:sp modelId="{0174EC31-65D8-48FD-B566-099114271957}">
      <dsp:nvSpPr>
        <dsp:cNvPr id="0" name=""/>
        <dsp:cNvSpPr/>
      </dsp:nvSpPr>
      <dsp:spPr>
        <a:xfrm>
          <a:off x="0" y="1427162"/>
          <a:ext cx="11115088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b="1" i="0" kern="1200" baseline="0"/>
            <a:t>Continuous Availability</a:t>
          </a:r>
          <a:r>
            <a:rPr lang="en-PK" sz="1700" b="0" i="0" kern="1200" baseline="0"/>
            <a:t>:</a:t>
          </a:r>
          <a:endParaRPr lang="en-US" sz="1700" kern="1200"/>
        </a:p>
      </dsp:txBody>
      <dsp:txXfrm>
        <a:off x="19904" y="1447066"/>
        <a:ext cx="11075280" cy="367937"/>
      </dsp:txXfrm>
    </dsp:sp>
    <dsp:sp modelId="{105DA45D-140E-4735-B6A8-47DD3F88E557}">
      <dsp:nvSpPr>
        <dsp:cNvPr id="0" name=""/>
        <dsp:cNvSpPr/>
      </dsp:nvSpPr>
      <dsp:spPr>
        <a:xfrm>
          <a:off x="0" y="1834908"/>
          <a:ext cx="11115088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904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300" b="0" i="0" kern="1200" baseline="0"/>
            <a:t>Cloud services offer high uptime (99.9%), ensuring near 24/7 availability for users.</a:t>
          </a:r>
          <a:endParaRPr lang="en-US" sz="1300" kern="1200"/>
        </a:p>
      </dsp:txBody>
      <dsp:txXfrm>
        <a:off x="0" y="1834908"/>
        <a:ext cx="11115088" cy="281520"/>
      </dsp:txXfrm>
    </dsp:sp>
    <dsp:sp modelId="{A38AA8EC-A6DA-4BBE-B4CA-387FC812ABF5}">
      <dsp:nvSpPr>
        <dsp:cNvPr id="0" name=""/>
        <dsp:cNvSpPr/>
      </dsp:nvSpPr>
      <dsp:spPr>
        <a:xfrm>
          <a:off x="0" y="2116428"/>
          <a:ext cx="11115088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b="1" i="0" kern="1200" baseline="0"/>
            <a:t>Locational Independence</a:t>
          </a:r>
          <a:r>
            <a:rPr lang="en-PK" sz="1700" b="0" i="0" kern="1200" baseline="0"/>
            <a:t>:</a:t>
          </a:r>
          <a:endParaRPr lang="en-US" sz="1700" kern="1200"/>
        </a:p>
      </dsp:txBody>
      <dsp:txXfrm>
        <a:off x="19904" y="2136332"/>
        <a:ext cx="11075280" cy="367937"/>
      </dsp:txXfrm>
    </dsp:sp>
    <dsp:sp modelId="{A4982727-9804-4999-91DB-652C4A80C368}">
      <dsp:nvSpPr>
        <dsp:cNvPr id="0" name=""/>
        <dsp:cNvSpPr/>
      </dsp:nvSpPr>
      <dsp:spPr>
        <a:xfrm>
          <a:off x="0" y="2524173"/>
          <a:ext cx="11115088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904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300" b="0" i="0" kern="1200" baseline="0"/>
            <a:t>Users can access cloud services from anywhere with an internet connection, providing flexibility and convenience.</a:t>
          </a:r>
          <a:endParaRPr lang="en-US" sz="1300" kern="1200"/>
        </a:p>
      </dsp:txBody>
      <dsp:txXfrm>
        <a:off x="0" y="2524173"/>
        <a:ext cx="11115088" cy="281520"/>
      </dsp:txXfrm>
    </dsp:sp>
    <dsp:sp modelId="{CCE9FFAA-B887-4213-9F75-699A524B6408}">
      <dsp:nvSpPr>
        <dsp:cNvPr id="0" name=""/>
        <dsp:cNvSpPr/>
      </dsp:nvSpPr>
      <dsp:spPr>
        <a:xfrm>
          <a:off x="0" y="2805692"/>
          <a:ext cx="11115088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b="1" i="0" kern="1200" baseline="0"/>
            <a:t>High Resiliency</a:t>
          </a:r>
          <a:r>
            <a:rPr lang="en-PK" sz="1700" b="0" i="0" kern="1200" baseline="0"/>
            <a:t>:</a:t>
          </a:r>
          <a:endParaRPr lang="en-US" sz="1700" kern="1200"/>
        </a:p>
      </dsp:txBody>
      <dsp:txXfrm>
        <a:off x="19904" y="2825596"/>
        <a:ext cx="11075280" cy="367937"/>
      </dsp:txXfrm>
    </dsp:sp>
    <dsp:sp modelId="{0603D6F9-AE98-416E-AE47-6E730C291BFE}">
      <dsp:nvSpPr>
        <dsp:cNvPr id="0" name=""/>
        <dsp:cNvSpPr/>
      </dsp:nvSpPr>
      <dsp:spPr>
        <a:xfrm>
          <a:off x="0" y="3213438"/>
          <a:ext cx="11115088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904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300" b="0" i="0" kern="1200" baseline="0"/>
            <a:t>Cloud infrastructures are resilient to attacks and disruptions due to redundancy and other protective measures.</a:t>
          </a:r>
          <a:endParaRPr lang="en-US" sz="1300" kern="1200"/>
        </a:p>
      </dsp:txBody>
      <dsp:txXfrm>
        <a:off x="0" y="3213438"/>
        <a:ext cx="11115088" cy="2815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C17EF9-646D-414D-82E3-78032048EFE0}">
      <dsp:nvSpPr>
        <dsp:cNvPr id="0" name=""/>
        <dsp:cNvSpPr/>
      </dsp:nvSpPr>
      <dsp:spPr>
        <a:xfrm>
          <a:off x="0" y="82615"/>
          <a:ext cx="1102995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800" b="1" i="0" kern="1200" baseline="0"/>
            <a:t>Quick Deployment</a:t>
          </a:r>
          <a:r>
            <a:rPr lang="en-PK" sz="1800" b="0" i="0" kern="1200" baseline="0"/>
            <a:t>:</a:t>
          </a:r>
          <a:endParaRPr lang="en-US" sz="1800" kern="1200"/>
        </a:p>
      </dsp:txBody>
      <dsp:txXfrm>
        <a:off x="21075" y="103690"/>
        <a:ext cx="10987800" cy="389580"/>
      </dsp:txXfrm>
    </dsp:sp>
    <dsp:sp modelId="{6E18694B-2112-439F-8AF9-A959BEA49BDF}">
      <dsp:nvSpPr>
        <dsp:cNvPr id="0" name=""/>
        <dsp:cNvSpPr/>
      </dsp:nvSpPr>
      <dsp:spPr>
        <a:xfrm>
          <a:off x="0" y="514345"/>
          <a:ext cx="1102995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020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400" b="0" i="0" kern="1200" baseline="0"/>
            <a:t>Cloud computing allows rapid deployment of applications and services, giving businesses a competitive edge.</a:t>
          </a:r>
          <a:endParaRPr lang="en-US" sz="1400" kern="1200"/>
        </a:p>
      </dsp:txBody>
      <dsp:txXfrm>
        <a:off x="0" y="514345"/>
        <a:ext cx="11029950" cy="298080"/>
      </dsp:txXfrm>
    </dsp:sp>
    <dsp:sp modelId="{72A53E15-FACC-43A6-9A3B-8487BA3D5554}">
      <dsp:nvSpPr>
        <dsp:cNvPr id="0" name=""/>
        <dsp:cNvSpPr/>
      </dsp:nvSpPr>
      <dsp:spPr>
        <a:xfrm>
          <a:off x="0" y="812425"/>
          <a:ext cx="1102995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800" b="1" i="0" kern="1200" baseline="0"/>
            <a:t>Automatic Software Updates</a:t>
          </a:r>
          <a:r>
            <a:rPr lang="en-PK" sz="1800" b="0" i="0" kern="1200" baseline="0"/>
            <a:t>:</a:t>
          </a:r>
          <a:r>
            <a:rPr lang="en-US" sz="1800" b="0" i="0" kern="1200" baseline="0"/>
            <a:t> </a:t>
          </a:r>
          <a:endParaRPr lang="en-US" sz="1800" kern="1200"/>
        </a:p>
      </dsp:txBody>
      <dsp:txXfrm>
        <a:off x="21075" y="833500"/>
        <a:ext cx="10987800" cy="389580"/>
      </dsp:txXfrm>
    </dsp:sp>
    <dsp:sp modelId="{A3C68311-8066-4A40-97B7-6F60D1CA0F6E}">
      <dsp:nvSpPr>
        <dsp:cNvPr id="0" name=""/>
        <dsp:cNvSpPr/>
      </dsp:nvSpPr>
      <dsp:spPr>
        <a:xfrm>
          <a:off x="0" y="1244155"/>
          <a:ext cx="1102995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020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400" b="0" i="0" kern="1200" baseline="0"/>
            <a:t>Software updates are automatic, ensuring users always have the latest version without manual intervention.</a:t>
          </a:r>
          <a:endParaRPr lang="en-US" sz="1400" kern="1200"/>
        </a:p>
      </dsp:txBody>
      <dsp:txXfrm>
        <a:off x="0" y="1244155"/>
        <a:ext cx="11029950" cy="298080"/>
      </dsp:txXfrm>
    </dsp:sp>
    <dsp:sp modelId="{420810EB-C619-4002-8040-76E6FF56CB00}">
      <dsp:nvSpPr>
        <dsp:cNvPr id="0" name=""/>
        <dsp:cNvSpPr/>
      </dsp:nvSpPr>
      <dsp:spPr>
        <a:xfrm>
          <a:off x="0" y="1542235"/>
          <a:ext cx="1102995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800" b="1" i="0" kern="1200" baseline="0"/>
            <a:t>No License Procurement</a:t>
          </a:r>
          <a:r>
            <a:rPr lang="en-PK" sz="1800" b="0" i="0" kern="1200" baseline="0"/>
            <a:t>:</a:t>
          </a:r>
          <a:endParaRPr lang="en-US" sz="1800" kern="1200"/>
        </a:p>
      </dsp:txBody>
      <dsp:txXfrm>
        <a:off x="21075" y="1563310"/>
        <a:ext cx="10987800" cy="389580"/>
      </dsp:txXfrm>
    </dsp:sp>
    <dsp:sp modelId="{065BF473-1D82-4337-884B-2024A5E635BD}">
      <dsp:nvSpPr>
        <dsp:cNvPr id="0" name=""/>
        <dsp:cNvSpPr/>
      </dsp:nvSpPr>
      <dsp:spPr>
        <a:xfrm>
          <a:off x="0" y="1973965"/>
          <a:ext cx="1102995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020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400" b="0" i="0" kern="1200" baseline="0"/>
            <a:t>Users pay for software as they use it, eliminating the need for long-term software licensing agreements.</a:t>
          </a:r>
          <a:endParaRPr lang="en-US" sz="1400" kern="1200"/>
        </a:p>
      </dsp:txBody>
      <dsp:txXfrm>
        <a:off x="0" y="1973965"/>
        <a:ext cx="11029950" cy="298080"/>
      </dsp:txXfrm>
    </dsp:sp>
    <dsp:sp modelId="{D5E311FA-563A-406F-8382-B997F008E38E}">
      <dsp:nvSpPr>
        <dsp:cNvPr id="0" name=""/>
        <dsp:cNvSpPr/>
      </dsp:nvSpPr>
      <dsp:spPr>
        <a:xfrm>
          <a:off x="0" y="2272045"/>
          <a:ext cx="1102995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800" b="1" i="0" kern="1200" baseline="0"/>
            <a:t>Safety against Disaster</a:t>
          </a:r>
          <a:r>
            <a:rPr lang="en-PK" sz="1800" b="0" i="0" kern="1200" baseline="0"/>
            <a:t>:</a:t>
          </a:r>
          <a:endParaRPr lang="en-US" sz="1800" kern="1200"/>
        </a:p>
      </dsp:txBody>
      <dsp:txXfrm>
        <a:off x="21075" y="2293120"/>
        <a:ext cx="10987800" cy="389580"/>
      </dsp:txXfrm>
    </dsp:sp>
    <dsp:sp modelId="{0AA4526A-C09B-4B06-9516-3E869E082896}">
      <dsp:nvSpPr>
        <dsp:cNvPr id="0" name=""/>
        <dsp:cNvSpPr/>
      </dsp:nvSpPr>
      <dsp:spPr>
        <a:xfrm>
          <a:off x="0" y="2703775"/>
          <a:ext cx="1102995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020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400" b="0" i="0" kern="1200" baseline="0"/>
            <a:t>Cloud services have robust recovery systems, ensuring data and systems are better protected against disasters.</a:t>
          </a:r>
          <a:endParaRPr lang="en-US" sz="1400" kern="1200"/>
        </a:p>
      </dsp:txBody>
      <dsp:txXfrm>
        <a:off x="0" y="2703775"/>
        <a:ext cx="11029950" cy="298080"/>
      </dsp:txXfrm>
    </dsp:sp>
    <dsp:sp modelId="{4E9D2B79-1F0E-4F7B-8895-429C1E229017}">
      <dsp:nvSpPr>
        <dsp:cNvPr id="0" name=""/>
        <dsp:cNvSpPr/>
      </dsp:nvSpPr>
      <dsp:spPr>
        <a:xfrm>
          <a:off x="0" y="3001855"/>
          <a:ext cx="1102995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800" b="1" i="0" kern="1200" baseline="0"/>
            <a:t>Environment Friendly</a:t>
          </a:r>
          <a:r>
            <a:rPr lang="en-PK" sz="1800" b="0" i="0" kern="1200" baseline="0"/>
            <a:t>:</a:t>
          </a:r>
          <a:endParaRPr lang="en-US" sz="1800" kern="1200"/>
        </a:p>
      </dsp:txBody>
      <dsp:txXfrm>
        <a:off x="21075" y="3022930"/>
        <a:ext cx="10987800" cy="389580"/>
      </dsp:txXfrm>
    </dsp:sp>
    <dsp:sp modelId="{02053004-F501-4D16-A938-A1AEDC52AEF0}">
      <dsp:nvSpPr>
        <dsp:cNvPr id="0" name=""/>
        <dsp:cNvSpPr/>
      </dsp:nvSpPr>
      <dsp:spPr>
        <a:xfrm>
          <a:off x="0" y="3433585"/>
          <a:ext cx="1102995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020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400" b="0" i="0" kern="1200" baseline="0"/>
            <a:t>Cloud computing minimizes resource usage and reduces e-waste, contributing to a lower carbon footprint.</a:t>
          </a:r>
          <a:endParaRPr lang="en-US" sz="1400" kern="1200"/>
        </a:p>
      </dsp:txBody>
      <dsp:txXfrm>
        <a:off x="0" y="3433585"/>
        <a:ext cx="11029950" cy="2980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8314B-3B5E-4045-B4C3-D7F1F63AE54C}">
      <dsp:nvSpPr>
        <dsp:cNvPr id="0" name=""/>
        <dsp:cNvSpPr/>
      </dsp:nvSpPr>
      <dsp:spPr>
        <a:xfrm>
          <a:off x="0" y="93972"/>
          <a:ext cx="11175379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800" b="1" i="0" kern="1200" baseline="0" dirty="0"/>
            <a:t>Limited Portability between Cloud Providers</a:t>
          </a:r>
          <a:r>
            <a:rPr lang="en-PK" sz="1800" b="0" i="0" kern="1200" baseline="0" dirty="0"/>
            <a:t>:</a:t>
          </a:r>
          <a:endParaRPr lang="en-US" sz="1800" kern="1200" dirty="0"/>
        </a:p>
      </dsp:txBody>
      <dsp:txXfrm>
        <a:off x="21075" y="115047"/>
        <a:ext cx="11133229" cy="389580"/>
      </dsp:txXfrm>
    </dsp:sp>
    <dsp:sp modelId="{4E1D09F4-7B6E-4FF7-8021-FF034B4CCD17}">
      <dsp:nvSpPr>
        <dsp:cNvPr id="0" name=""/>
        <dsp:cNvSpPr/>
      </dsp:nvSpPr>
      <dsp:spPr>
        <a:xfrm>
          <a:off x="0" y="525702"/>
          <a:ext cx="11175379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4818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400" b="0" i="0" kern="1200" baseline="0"/>
            <a:t>Proprietary cloud platforms make it difficult to move applications between different cloud providers due to vendor lock-in, limiting portability.</a:t>
          </a:r>
          <a:endParaRPr lang="en-US" sz="1400" kern="1200"/>
        </a:p>
      </dsp:txBody>
      <dsp:txXfrm>
        <a:off x="0" y="525702"/>
        <a:ext cx="11175379" cy="298080"/>
      </dsp:txXfrm>
    </dsp:sp>
    <dsp:sp modelId="{729CDA07-102E-4860-AF43-97B17875F39B}">
      <dsp:nvSpPr>
        <dsp:cNvPr id="0" name=""/>
        <dsp:cNvSpPr/>
      </dsp:nvSpPr>
      <dsp:spPr>
        <a:xfrm>
          <a:off x="0" y="823782"/>
          <a:ext cx="11175379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800" b="1" i="0" kern="1200" baseline="0"/>
            <a:t>Interoperability Problem</a:t>
          </a:r>
          <a:r>
            <a:rPr lang="en-PK" sz="1800" b="0" i="0" kern="1200" baseline="0"/>
            <a:t>:</a:t>
          </a:r>
          <a:endParaRPr lang="en-US" sz="1800" kern="1200"/>
        </a:p>
      </dsp:txBody>
      <dsp:txXfrm>
        <a:off x="21075" y="844857"/>
        <a:ext cx="11133229" cy="389580"/>
      </dsp:txXfrm>
    </dsp:sp>
    <dsp:sp modelId="{1AE09454-DFB3-44FD-AC40-37A61CB98578}">
      <dsp:nvSpPr>
        <dsp:cNvPr id="0" name=""/>
        <dsp:cNvSpPr/>
      </dsp:nvSpPr>
      <dsp:spPr>
        <a:xfrm>
          <a:off x="0" y="1255512"/>
          <a:ext cx="11175379" cy="437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4818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400" b="0" i="0" kern="1200" baseline="0"/>
            <a:t>Proprietary standards restrict applications from different cloud vendors from working together, creating interoperability issues when using multiple cloud platforms.</a:t>
          </a:r>
          <a:endParaRPr lang="en-US" sz="1400" kern="1200"/>
        </a:p>
      </dsp:txBody>
      <dsp:txXfrm>
        <a:off x="0" y="1255512"/>
        <a:ext cx="11175379" cy="437805"/>
      </dsp:txXfrm>
    </dsp:sp>
    <dsp:sp modelId="{AB78F490-76A1-4393-B704-9FF3510C966C}">
      <dsp:nvSpPr>
        <dsp:cNvPr id="0" name=""/>
        <dsp:cNvSpPr/>
      </dsp:nvSpPr>
      <dsp:spPr>
        <a:xfrm>
          <a:off x="0" y="1693317"/>
          <a:ext cx="11175379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800" b="1" i="0" kern="1200" baseline="0"/>
            <a:t>Data Security</a:t>
          </a:r>
          <a:r>
            <a:rPr lang="en-PK" sz="1800" b="0" i="0" kern="1200" baseline="0"/>
            <a:t>:</a:t>
          </a:r>
          <a:endParaRPr lang="en-US" sz="1800" kern="1200"/>
        </a:p>
      </dsp:txBody>
      <dsp:txXfrm>
        <a:off x="21075" y="1714392"/>
        <a:ext cx="11133229" cy="389580"/>
      </dsp:txXfrm>
    </dsp:sp>
    <dsp:sp modelId="{4C0822D3-D6D6-491E-90F6-2ACBC0C33A19}">
      <dsp:nvSpPr>
        <dsp:cNvPr id="0" name=""/>
        <dsp:cNvSpPr/>
      </dsp:nvSpPr>
      <dsp:spPr>
        <a:xfrm>
          <a:off x="0" y="2125047"/>
          <a:ext cx="11175379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4818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400" b="0" i="0" kern="1200" baseline="0"/>
            <a:t>Storing data outside a user’s network boundary introduces vulnerabilities, as security is largely dependent on the cloud vendor.</a:t>
          </a:r>
          <a:endParaRPr lang="en-US" sz="1400" kern="1200"/>
        </a:p>
      </dsp:txBody>
      <dsp:txXfrm>
        <a:off x="0" y="2125047"/>
        <a:ext cx="11175379" cy="298080"/>
      </dsp:txXfrm>
    </dsp:sp>
    <dsp:sp modelId="{B72401C2-BCF9-43D7-972E-77C4D4A363FC}">
      <dsp:nvSpPr>
        <dsp:cNvPr id="0" name=""/>
        <dsp:cNvSpPr/>
      </dsp:nvSpPr>
      <dsp:spPr>
        <a:xfrm>
          <a:off x="0" y="2423127"/>
          <a:ext cx="11175379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800" b="1" i="0" kern="1200" baseline="0"/>
            <a:t>Reduced Control over Governance</a:t>
          </a:r>
          <a:r>
            <a:rPr lang="en-PK" sz="1800" b="0" i="0" kern="1200" baseline="0"/>
            <a:t>:</a:t>
          </a:r>
          <a:endParaRPr lang="en-US" sz="1800" kern="1200"/>
        </a:p>
      </dsp:txBody>
      <dsp:txXfrm>
        <a:off x="21075" y="2444202"/>
        <a:ext cx="11133229" cy="389580"/>
      </dsp:txXfrm>
    </dsp:sp>
    <dsp:sp modelId="{B8D66FC9-417D-43C5-90D3-1FDE18CB27E4}">
      <dsp:nvSpPr>
        <dsp:cNvPr id="0" name=""/>
        <dsp:cNvSpPr/>
      </dsp:nvSpPr>
      <dsp:spPr>
        <a:xfrm>
          <a:off x="0" y="2854857"/>
          <a:ext cx="11175379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4818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400" b="0" i="0" kern="1200" baseline="0" dirty="0"/>
            <a:t>Cloud users have limited control over the governance and operational policies of the cloud, which is managed by the vendor.</a:t>
          </a:r>
          <a:endParaRPr lang="en-US" sz="1400" kern="1200" dirty="0"/>
        </a:p>
      </dsp:txBody>
      <dsp:txXfrm>
        <a:off x="0" y="2854857"/>
        <a:ext cx="11175379" cy="298080"/>
      </dsp:txXfrm>
    </dsp:sp>
    <dsp:sp modelId="{E6E6D528-9D85-4A70-B572-0CEAD50A313E}">
      <dsp:nvSpPr>
        <dsp:cNvPr id="0" name=""/>
        <dsp:cNvSpPr/>
      </dsp:nvSpPr>
      <dsp:spPr>
        <a:xfrm>
          <a:off x="0" y="3152937"/>
          <a:ext cx="11175379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800" b="1" i="0" kern="1200" baseline="0"/>
            <a:t>Multi-Regional Compliance and Legal Issues</a:t>
          </a:r>
          <a:r>
            <a:rPr lang="en-PK" sz="1800" b="0" i="0" kern="1200" baseline="0"/>
            <a:t>:</a:t>
          </a:r>
          <a:endParaRPr lang="en-US" sz="1800" kern="1200"/>
        </a:p>
      </dsp:txBody>
      <dsp:txXfrm>
        <a:off x="21075" y="3174012"/>
        <a:ext cx="11133229" cy="389580"/>
      </dsp:txXfrm>
    </dsp:sp>
    <dsp:sp modelId="{3F077ACE-1BA3-4474-9E84-D7F77B3ABAAC}">
      <dsp:nvSpPr>
        <dsp:cNvPr id="0" name=""/>
        <dsp:cNvSpPr/>
      </dsp:nvSpPr>
      <dsp:spPr>
        <a:xfrm>
          <a:off x="0" y="3584667"/>
          <a:ext cx="11175379" cy="437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4818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400" b="0" i="0" kern="1200" baseline="0"/>
            <a:t>Legal and privacy concerns arise when data is stored in different geographical regions, as laws vary across jurisdictions regarding data disclosure and compliance.</a:t>
          </a:r>
          <a:endParaRPr lang="en-US" sz="1400" kern="1200"/>
        </a:p>
      </dsp:txBody>
      <dsp:txXfrm>
        <a:off x="0" y="3584667"/>
        <a:ext cx="11175379" cy="437805"/>
      </dsp:txXfrm>
    </dsp:sp>
    <dsp:sp modelId="{A66F3975-D191-4AB5-B3C9-ED170CB6EA5E}">
      <dsp:nvSpPr>
        <dsp:cNvPr id="0" name=""/>
        <dsp:cNvSpPr/>
      </dsp:nvSpPr>
      <dsp:spPr>
        <a:xfrm>
          <a:off x="0" y="4022472"/>
          <a:ext cx="11175379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800" b="1" i="0" kern="1200" baseline="0"/>
            <a:t>Bandwidth Cost</a:t>
          </a:r>
          <a:r>
            <a:rPr lang="en-PK" sz="1800" b="0" i="0" kern="1200" baseline="0"/>
            <a:t>:</a:t>
          </a:r>
          <a:endParaRPr lang="en-US" sz="1800" kern="1200"/>
        </a:p>
      </dsp:txBody>
      <dsp:txXfrm>
        <a:off x="21075" y="4043547"/>
        <a:ext cx="11133229" cy="389580"/>
      </dsp:txXfrm>
    </dsp:sp>
    <dsp:sp modelId="{25EEE791-BC9D-4EF5-8354-520CC81821C6}">
      <dsp:nvSpPr>
        <dsp:cNvPr id="0" name=""/>
        <dsp:cNvSpPr/>
      </dsp:nvSpPr>
      <dsp:spPr>
        <a:xfrm>
          <a:off x="0" y="4454202"/>
          <a:ext cx="11175379" cy="437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4818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K" sz="1400" b="0" i="0" kern="1200" baseline="0"/>
            <a:t>While cloud services reduce overall costs, the additional expense of network bandwidth, especially for data-intensive applications, can increase total costs.</a:t>
          </a:r>
          <a:endParaRPr lang="en-US" sz="1400" kern="1200"/>
        </a:p>
      </dsp:txBody>
      <dsp:txXfrm>
        <a:off x="0" y="4454202"/>
        <a:ext cx="11175379" cy="4378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4641EA-0674-4365-97CF-9928F8DCF0ED}">
      <dsp:nvSpPr>
        <dsp:cNvPr id="0" name=""/>
        <dsp:cNvSpPr/>
      </dsp:nvSpPr>
      <dsp:spPr>
        <a:xfrm>
          <a:off x="0" y="758474"/>
          <a:ext cx="3102173" cy="1969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AD9D4A-4CBC-47B5-A18D-D3E9F1AFCDC7}">
      <dsp:nvSpPr>
        <dsp:cNvPr id="0" name=""/>
        <dsp:cNvSpPr/>
      </dsp:nvSpPr>
      <dsp:spPr>
        <a:xfrm>
          <a:off x="344685" y="1085926"/>
          <a:ext cx="3102173" cy="1969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Accountability</a:t>
          </a:r>
          <a:r>
            <a:rPr lang="en-US" sz="2300" kern="1200"/>
            <a:t>: Issues arise from the blurred lines of responsibility between cloud vendors and users.</a:t>
          </a:r>
        </a:p>
      </dsp:txBody>
      <dsp:txXfrm>
        <a:off x="402381" y="1143622"/>
        <a:ext cx="2986781" cy="1854488"/>
      </dsp:txXfrm>
    </dsp:sp>
    <dsp:sp modelId="{BBB9CFD0-EA55-4650-8720-19147078CC2F}">
      <dsp:nvSpPr>
        <dsp:cNvPr id="0" name=""/>
        <dsp:cNvSpPr/>
      </dsp:nvSpPr>
      <dsp:spPr>
        <a:xfrm>
          <a:off x="3791545" y="758474"/>
          <a:ext cx="3102173" cy="1969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3D3481-FC99-41AD-A7C6-9D97468E7A70}">
      <dsp:nvSpPr>
        <dsp:cNvPr id="0" name=""/>
        <dsp:cNvSpPr/>
      </dsp:nvSpPr>
      <dsp:spPr>
        <a:xfrm>
          <a:off x="4136231" y="1085926"/>
          <a:ext cx="3102173" cy="1969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Data Security</a:t>
          </a:r>
          <a:r>
            <a:rPr lang="en-US" sz="2300" kern="1200"/>
            <a:t>: Cloud vendors must ensure robust protection of sensitive data.</a:t>
          </a:r>
        </a:p>
      </dsp:txBody>
      <dsp:txXfrm>
        <a:off x="4193927" y="1143622"/>
        <a:ext cx="2986781" cy="1854488"/>
      </dsp:txXfrm>
    </dsp:sp>
    <dsp:sp modelId="{B35AD8A2-507A-4DF7-A058-7ABF8F5C5572}">
      <dsp:nvSpPr>
        <dsp:cNvPr id="0" name=""/>
        <dsp:cNvSpPr/>
      </dsp:nvSpPr>
      <dsp:spPr>
        <a:xfrm>
          <a:off x="7583090" y="758474"/>
          <a:ext cx="3102173" cy="1969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4BEE4-85FE-4CC3-A5AF-FB3075FD7EA3}">
      <dsp:nvSpPr>
        <dsp:cNvPr id="0" name=""/>
        <dsp:cNvSpPr/>
      </dsp:nvSpPr>
      <dsp:spPr>
        <a:xfrm>
          <a:off x="7927776" y="1085926"/>
          <a:ext cx="3102173" cy="1969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Intellectual Property</a:t>
          </a:r>
          <a:r>
            <a:rPr lang="en-US" sz="2300" kern="1200"/>
            <a:t>: Cloud vendors need to handle intellectual property responsibly.</a:t>
          </a:r>
        </a:p>
      </dsp:txBody>
      <dsp:txXfrm>
        <a:off x="7985472" y="1143622"/>
        <a:ext cx="2986781" cy="185448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47D6CD-0CC2-406C-81CE-DD6AE0E2C53C}">
      <dsp:nvSpPr>
        <dsp:cNvPr id="0" name=""/>
        <dsp:cNvSpPr/>
      </dsp:nvSpPr>
      <dsp:spPr>
        <a:xfrm>
          <a:off x="1346" y="157219"/>
          <a:ext cx="4725967" cy="30009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822111-4070-4D64-9964-277F6117D1BD}">
      <dsp:nvSpPr>
        <dsp:cNvPr id="0" name=""/>
        <dsp:cNvSpPr/>
      </dsp:nvSpPr>
      <dsp:spPr>
        <a:xfrm>
          <a:off x="526453" y="656071"/>
          <a:ext cx="4725967" cy="3000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Concept</a:t>
          </a:r>
          <a:r>
            <a:rPr lang="en-US" sz="3100" kern="1200"/>
            <a:t>: Cloud computing can be seen as a vast network of computers that users view as a single entity.</a:t>
          </a:r>
        </a:p>
      </dsp:txBody>
      <dsp:txXfrm>
        <a:off x="614349" y="743967"/>
        <a:ext cx="4550175" cy="2825197"/>
      </dsp:txXfrm>
    </dsp:sp>
    <dsp:sp modelId="{51B94D73-AD5D-4373-84AC-3D148F0485D8}">
      <dsp:nvSpPr>
        <dsp:cNvPr id="0" name=""/>
        <dsp:cNvSpPr/>
      </dsp:nvSpPr>
      <dsp:spPr>
        <a:xfrm>
          <a:off x="5777528" y="157219"/>
          <a:ext cx="4725967" cy="30009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F13B9-E67C-496E-A0CF-F48BE716D18D}">
      <dsp:nvSpPr>
        <dsp:cNvPr id="0" name=""/>
        <dsp:cNvSpPr/>
      </dsp:nvSpPr>
      <dsp:spPr>
        <a:xfrm>
          <a:off x="6302636" y="656071"/>
          <a:ext cx="4725967" cy="3000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Philosophy</a:t>
          </a:r>
          <a:r>
            <a:rPr lang="en-US" sz="3100" kern="1200"/>
            <a:t>: Reflects Sun Microsystems' slogan, "The network is the computer," combining computing power from multiple systems.</a:t>
          </a:r>
        </a:p>
      </dsp:txBody>
      <dsp:txXfrm>
        <a:off x="6390532" y="743967"/>
        <a:ext cx="4550175" cy="2825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18/08/2025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E06FCEF4-3A55-C0E4-2BE9-193E2A25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8AA8E5-D86F-57AD-77C7-B603600C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7301603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CHAPTER 3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400" b="1" dirty="0">
                <a:solidFill>
                  <a:schemeClr val="tx1"/>
                </a:solidFill>
              </a:rPr>
              <a:t>BENEFITS &amp; </a:t>
            </a:r>
            <a:br>
              <a:rPr lang="en-US" sz="4400" b="1" dirty="0">
                <a:solidFill>
                  <a:schemeClr val="tx1"/>
                </a:solidFill>
              </a:rPr>
            </a:br>
            <a:r>
              <a:rPr lang="en-US" sz="4400" b="1" dirty="0">
                <a:solidFill>
                  <a:schemeClr val="tx1"/>
                </a:solidFill>
              </a:rPr>
              <a:t>CHALLENGES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3D3D-099D-40B4-2DFB-4B808DE5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9601" y="4942982"/>
            <a:ext cx="3622399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Cloud Computing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45E2-B198-1C04-3E74-A82C4935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935752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2CAA8-14AC-041E-77C3-5CD92604A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9243" y="1419225"/>
            <a:ext cx="6798608" cy="23461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ORIGIN OF THE TERM ‘CLOUD COMPUTING’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F38D3-3555-5AC8-D7E2-A14BC6EE7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9243" y="3829878"/>
            <a:ext cx="6798608" cy="1408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kern="1200" cap="all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The term ‘cloud computing’ appeared in the market with its present meaning in the year 2006. </a:t>
            </a:r>
          </a:p>
        </p:txBody>
      </p:sp>
      <p:pic>
        <p:nvPicPr>
          <p:cNvPr id="8" name="Graphic 7" descr="Cloud">
            <a:extLst>
              <a:ext uri="{FF2B5EF4-FFF2-40B4-BE49-F238E27FC236}">
                <a16:creationId xmlns:a16="http://schemas.microsoft.com/office/drawing/2014/main" id="{903AF377-10E0-962A-C9DB-E650435FE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700" y="2049354"/>
            <a:ext cx="3053422" cy="305342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66B5B-4C58-AB8A-DB64-A5E5DFEC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r>
              <a:rPr lang="en-US" sz="900" kern="12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873411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3B495-20CD-EDFB-7C33-093A06C92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ORIGIN OF THE TERM ‘CLOUD COMPUTING’</a:t>
            </a:r>
            <a:endParaRPr lang="en-PK" dirty="0">
              <a:solidFill>
                <a:srgbClr val="FFFEFF"/>
              </a:solidFill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C6496B83-F44B-9D43-6139-AA0F75370B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34935" y="1037968"/>
            <a:ext cx="6725899" cy="48208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None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Network Cloud (1990s)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 early network designs, engineers used cloud symbols in diagrams to represent unknown parts of the network.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was called the "network cloud," but it didn’t refer to cloud computing as we know it today.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None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Utility Computing Initiatives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Towards the end of the 20th century, utility computing was the focus of major software firms, aiming to deliver applications over the Internet.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Email services and platforms like Salesforce (in 1999) offered business applications over the Internet, marking early steps towards cloud-based services.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PK" altLang="en-PK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4A1FDD-FA0D-F584-AEBC-C83BAA9D2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097927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3B495-20CD-EDFB-7C33-093A06C92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ORIGIN OF THE TERM ‘CLOUD COMPUTING’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6496B83-F44B-9D43-6139-AA0F75370B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34935" y="1037968"/>
            <a:ext cx="6725899" cy="48208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None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Emergence of Cloud Computing (2006)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term "cloud computing" began being used in the early 2000s by those involved in utility computing.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Official recognition came in 2006 when Google's CEO Eric Schmidt used it in a public forum.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 the same year, Amazon introduced its Elastic Compute Cloud (EC2), bringing cloud computing into the commercial market.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None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Etymology of the Term "Cloud"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word "cloud" refers to something obscure or hidden.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term likely symbolizes a collection of computing resources where the inner workings are hidden from users, offering abstracted services without revealing the complexity behind them.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PK" altLang="en-PK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4A1FDD-FA0D-F584-AEBC-C83BAA9D2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789381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F4D2-FF48-A41C-B760-7B8358A63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6309003" cy="101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Early Initiatives</a:t>
            </a:r>
            <a:endParaRPr lang="en-PK" dirty="0">
              <a:solidFill>
                <a:schemeClr val="tx2"/>
              </a:solidFill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1C6D8D84-634B-CE5D-5BBB-6CD49C5C5E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4" y="1896533"/>
            <a:ext cx="6309003" cy="39622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PK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Salesforce.com (1999)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Launched the first successful commercial initiative to deliver enterprise applications via a regular website.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This marked a turning point, encouraging other firms to explore cloud-based business applications.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PK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Amazon Web Services (AWS) (2002)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AWS introduced computing services over the Internet, offering a suite of services including storage.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This solidified the utility computing model, pushing firms to modernize their data </a:t>
            </a:r>
            <a:r>
              <a:rPr kumimoji="0" lang="en-PK" altLang="en-PK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centers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PK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PK" altLang="en-PK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21E919-87FE-C1AB-933E-B58E02769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3" y="5951811"/>
            <a:ext cx="42774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  <p:pic>
        <p:nvPicPr>
          <p:cNvPr id="7" name="Picture 6" descr="Mobile device with apps">
            <a:extLst>
              <a:ext uri="{FF2B5EF4-FFF2-40B4-BE49-F238E27FC236}">
                <a16:creationId xmlns:a16="http://schemas.microsoft.com/office/drawing/2014/main" id="{66D270DC-9F7C-1132-366E-C69F5547FD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31" r="11060"/>
          <a:stretch/>
        </p:blipFill>
        <p:spPr>
          <a:xfrm>
            <a:off x="7521283" y="10"/>
            <a:ext cx="467071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198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F4D2-FF48-A41C-B760-7B8358A63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6309003" cy="101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Early Initiatives</a:t>
            </a:r>
            <a:endParaRPr lang="en-PK" dirty="0">
              <a:solidFill>
                <a:schemeClr val="tx2"/>
              </a:solidFill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1C6D8D84-634B-CE5D-5BBB-6CD49C5C5E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4" y="1896533"/>
            <a:ext cx="6309003" cy="39622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None/>
              <a:tabLst/>
            </a:pPr>
            <a:r>
              <a:rPr kumimoji="0" lang="en-US" altLang="en-PK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3. Elastic Compute Cloud (EC2) (2006):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Amazon launched EC2, allowing companies and individuals to rent virtual machines to run their applications.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This was the first major cloud service offering and is seen as the concrete birth of modern cloud computing.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None/>
              <a:tabLst/>
            </a:pPr>
            <a:r>
              <a:rPr kumimoji="0" lang="en-US" altLang="en-PK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4. Google Docs (2006):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US" altLang="en-PK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Google introduced Google Docs, popularizing cloud services for the public by offering online document editing and collaboration.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PK" altLang="en-PK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21E919-87FE-C1AB-933E-B58E02769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3" y="5951811"/>
            <a:ext cx="42774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  <p:pic>
        <p:nvPicPr>
          <p:cNvPr id="7" name="Picture 6" descr="Mobile device with apps">
            <a:extLst>
              <a:ext uri="{FF2B5EF4-FFF2-40B4-BE49-F238E27FC236}">
                <a16:creationId xmlns:a16="http://schemas.microsoft.com/office/drawing/2014/main" id="{66D270DC-9F7C-1132-366E-C69F5547FD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31" r="11060"/>
          <a:stretch/>
        </p:blipFill>
        <p:spPr>
          <a:xfrm>
            <a:off x="7521283" y="10"/>
            <a:ext cx="467071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058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F4D2-FF48-A41C-B760-7B8358A63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6309003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Initiatives</a:t>
            </a:r>
            <a:endParaRPr lang="en-PK">
              <a:solidFill>
                <a:schemeClr val="tx2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F8F1E0A-551A-015F-F70F-2FB8E22FBC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4" y="1896533"/>
            <a:ext cx="6309003" cy="39622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PK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5. </a:t>
            </a: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Force.com (2007)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Salesforce launched Force.com, allowing users to build applications and launch websites, pushing further into cloud platforms.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PK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6. </a:t>
            </a: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Windows Azure (2009)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Microsoft entered the cloud computing space with Windows Azure, enabling customers to run Windows applications over the Internet.</a:t>
            </a:r>
            <a:endParaRPr kumimoji="0" lang="en-US" altLang="en-PK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PK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7. </a:t>
            </a: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NASA's Nebula (2008)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NASA launched Nebula, an open-source cloud platform for internal use, contributing to cloud research and development.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PK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8. </a:t>
            </a: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Data Center Modernization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As cloud computing emerged, many firms began modernizing their data centers to support the utility computing model.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kumimoji="0" lang="en-PK" altLang="en-PK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PK" altLang="en-PK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21E919-87FE-C1AB-933E-B58E02769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3" y="5951811"/>
            <a:ext cx="42774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  <p:pic>
        <p:nvPicPr>
          <p:cNvPr id="8" name="Picture 7" descr="Mobile device with apps">
            <a:extLst>
              <a:ext uri="{FF2B5EF4-FFF2-40B4-BE49-F238E27FC236}">
                <a16:creationId xmlns:a16="http://schemas.microsoft.com/office/drawing/2014/main" id="{F3DA1184-13D7-61E1-3510-D4CAAEC2D3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31" r="11060"/>
          <a:stretch/>
        </p:blipFill>
        <p:spPr>
          <a:xfrm>
            <a:off x="7521283" y="10"/>
            <a:ext cx="467071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71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F259B-5ACF-3C43-DB53-C89A80A5D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6309003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Utility Computing</a:t>
            </a:r>
            <a:endParaRPr lang="en-PK">
              <a:solidFill>
                <a:schemeClr val="tx2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33C3CC8-8D73-F7B8-6373-0B405D8EEB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4" y="1896533"/>
            <a:ext cx="6309003" cy="39622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PK" altLang="en-PK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Definition of Utility Computing</a:t>
            </a: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 vendor provides and maintains computing resources, delivering them to subscribers on-demand.</a:t>
            </a: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Subscribers pay based on usage, either through fixed rental or actual use-based billing models.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PK" altLang="en-PK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Key Features of Utility Computing</a:t>
            </a: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On-Demand Service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 Subscribers access the required computing facilities as needed.</a:t>
            </a: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Metered Service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 Usage is metered, and charges are based on consumption.</a:t>
            </a: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Cost Reduction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 Sharing resources among many subscribers leads to reduced computing costs.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PK" altLang="en-PK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Billing Models</a:t>
            </a: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Fixed Rental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 Subscribers pay a fixed amount for a set period, typically monthly.</a:t>
            </a: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Actual Use-Based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 Billing depends on the actual service usage by the subscriber.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PK" altLang="en-PK" sz="1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08A49-21EC-5955-1BD9-327E6D55F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3" y="5951811"/>
            <a:ext cx="42774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  <p:pic>
        <p:nvPicPr>
          <p:cNvPr id="7" name="Picture 6" descr="Digital financial graph">
            <a:extLst>
              <a:ext uri="{FF2B5EF4-FFF2-40B4-BE49-F238E27FC236}">
                <a16:creationId xmlns:a16="http://schemas.microsoft.com/office/drawing/2014/main" id="{A8218DC1-78CE-EC89-E3C9-71FF799D20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88" r="23202"/>
          <a:stretch/>
        </p:blipFill>
        <p:spPr>
          <a:xfrm>
            <a:off x="7521283" y="10"/>
            <a:ext cx="467071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93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F259B-5ACF-3C43-DB53-C89A80A5D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6309003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Utility Computing</a:t>
            </a:r>
            <a:endParaRPr lang="en-PK">
              <a:solidFill>
                <a:schemeClr val="tx2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33C3CC8-8D73-F7B8-6373-0B405D8EEB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4" y="1896533"/>
            <a:ext cx="6309003" cy="39622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None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Benefits for Subscribers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Cost Efficiency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 Reduced IT operational costs by outsourcing computing facilities.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Flexible Investment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 Shifts from large upfront investments to smaller, variable payments.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Access to Expertise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 Avoids the need for in-house expertise, leveraging the provider's specialized knowledge.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None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Benefits for Providers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Return on Investment (ROI)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 Providers can serve many users with the same infrastructure, maximizing ROI.</a:t>
            </a:r>
          </a:p>
          <a:p>
            <a:pPr lvl="1"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Scalability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 The utility model enables scalability, offering services in varying volumes based on demand.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PK" altLang="en-PK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08A49-21EC-5955-1BD9-327E6D55F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3" y="5951811"/>
            <a:ext cx="42774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  <p:pic>
        <p:nvPicPr>
          <p:cNvPr id="7" name="Picture 6" descr="3D Hologram from iPad">
            <a:extLst>
              <a:ext uri="{FF2B5EF4-FFF2-40B4-BE49-F238E27FC236}">
                <a16:creationId xmlns:a16="http://schemas.microsoft.com/office/drawing/2014/main" id="{454DA630-86C1-2EB1-4BE6-9765A82369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17" r="35922" b="-1"/>
          <a:stretch/>
        </p:blipFill>
        <p:spPr>
          <a:xfrm>
            <a:off x="7521283" y="10"/>
            <a:ext cx="467071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154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F259B-5ACF-3C43-DB53-C89A80A5D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6309003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Utility Computing</a:t>
            </a:r>
            <a:endParaRPr lang="en-PK">
              <a:solidFill>
                <a:schemeClr val="tx2"/>
              </a:solidFill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33C3CC8-8D73-F7B8-6373-0B405D8EEB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4" y="1896533"/>
            <a:ext cx="6309003" cy="39622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  <a:tabLst/>
            </a:pPr>
            <a:endParaRPr kumimoji="0" lang="en-PK" altLang="en-PK" sz="1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PK" altLang="en-PK" sz="14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Comparison to Traditional Models</a:t>
            </a:r>
            <a:r>
              <a:rPr kumimoji="0" lang="en-PK" altLang="en-PK" sz="1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In the past, organizations maintained their own data centers or outsourced computing within their premises, incurring higher costs.</a:t>
            </a: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The cloud computing model represents a shift, offering outsourced computing resources in a more flexible and cost-effective form.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PK" altLang="en-PK" sz="14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Notable Utility Computing Initiatives</a:t>
            </a:r>
            <a:r>
              <a:rPr kumimoji="0" lang="en-PK" altLang="en-PK" sz="1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IBM, HP, and Sun Microsystems led utility computing research towards the end of the 20th century.</a:t>
            </a: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Later, companies like Microsoft, Google, and Amazon joined the market with cloud-based solutions.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PK" altLang="en-PK" sz="14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Overall Advantages</a:t>
            </a:r>
            <a:r>
              <a:rPr kumimoji="0" lang="en-PK" altLang="en-PK" sz="1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Low Initial Investment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 The utility model allows subscribers to access computing power without</a:t>
            </a:r>
            <a:r>
              <a:rPr kumimoji="0" lang="en-US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heavy upfront costs.</a:t>
            </a:r>
          </a:p>
          <a:p>
            <a:pPr lvl="1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Operational Savings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 Outsourcing to reputable providers ensures expertise and reduces the complexity of maintaining IT operations.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PK" altLang="en-PK" sz="1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08A49-21EC-5955-1BD9-327E6D55F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3" y="5951811"/>
            <a:ext cx="42774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  <p:pic>
        <p:nvPicPr>
          <p:cNvPr id="22" name="Picture 21" descr="A 3D pattern of ring shapes connected by lines">
            <a:extLst>
              <a:ext uri="{FF2B5EF4-FFF2-40B4-BE49-F238E27FC236}">
                <a16:creationId xmlns:a16="http://schemas.microsoft.com/office/drawing/2014/main" id="{60F7AFA7-FFAD-94AB-3D8E-63DD43DEF5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53" r="49037"/>
          <a:stretch/>
        </p:blipFill>
        <p:spPr>
          <a:xfrm>
            <a:off x="7521283" y="10"/>
            <a:ext cx="467071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790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226A3-A216-6336-E1EA-AAB57BA7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METERING AND BILLING IN CLOUD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4E148-0A94-F46C-C52A-4D1547E99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F2CE47A-EE5C-2CBD-1C08-079086578A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419171"/>
            <a:ext cx="10904074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Metering in Cloud Computing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computing enables precise measurement of service usage, which wasn't fully possible in earlier models like cluster computing.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Technological Advancements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computing incorporates technologies that support the accurate measurement of resource consumption, allowing for real-time tracking of usage.</a:t>
            </a:r>
            <a:endParaRPr kumimoji="0" lang="en-US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PK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PK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PK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PK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24000" lvl="1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traditional computing, the basic metering functions were not adequate for measuring the actual use of computing. Cloud computing is empowered with this facility</a:t>
            </a:r>
            <a:endParaRPr lang="en-PK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240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PK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634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226A3-A216-6336-E1EA-AAB57BA7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METERING AND BILLING IN CLOUD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4E148-0A94-F46C-C52A-4D1547E99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F2CE47A-EE5C-2CBD-1C08-079086578A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0" y="2065228"/>
            <a:ext cx="11195477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Metered Resources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Processing Power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Subscribers are billed based on CPU and memory usage.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Costs are based on the actual volume of data stored.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Bandwidth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Charges apply according to the bandwidth consumed over time.</a:t>
            </a:r>
            <a:endParaRPr lang="en-US" altLang="en-PK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PK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Billing Model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Subscribers are billed based on actual usage of computing resources such as processing, storage, and bandwidth, ensuring they only pay for what they use.</a:t>
            </a:r>
            <a:endParaRPr kumimoji="0" lang="en-US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PK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Savings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Precise metering results in more efficient cost management for users, avoiding overpayment for unused resources.</a:t>
            </a:r>
            <a:endParaRPr kumimoji="0" lang="en-US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PK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 Over Traditional Systems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models lacked the ability to accurately meter resource usage, whereas cloud computing provides detailed, transparent metering of each resource type.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479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58663-5388-5469-A0C0-CA7F4332B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SEPARATION OF DATA CENTER OPERATION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A1858-9429-DAFF-5717-77EB244B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7C7A688-42AC-43DF-7B5A-E32694080C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819279"/>
            <a:ext cx="1102961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Burden of Data </a:t>
            </a:r>
            <a:r>
              <a:rPr kumimoji="0" lang="en-PK" altLang="en-P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Center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Operations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Enterprises traditionally handled infrastructure setup, electricity, cooling, system maintenance, upgrades, and security, which was a significant burden.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Model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the traditional computing model, managing data 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centers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often outsourced to specialists to ease the load on internal teams.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Computing Separation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computing fully separates data 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center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operations from the user’s computing tasks, allowing users to focus solely on application development and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156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58663-5388-5469-A0C0-CA7F4332B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SEPARATION OF DATA CENTER OPERATION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A1858-9429-DAFF-5717-77EB244B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7C7A688-42AC-43DF-7B5A-E32694080C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819279"/>
            <a:ext cx="1102961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</a:t>
            </a:r>
            <a:r>
              <a:rPr kumimoji="0" lang="en-PK" altLang="en-P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Centers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Cloud Computing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 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centers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remotely located and managed by cloud service providers, who handle all operational tasks such as maintenance, security, upgrades, and power supply.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Relief for Users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separation relieves users from the complexities of infrastructure management, allowing them to concentrate on their core tasks like software development and business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Vendor Responsibilities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vendors are responsible for the entire management of the data </a:t>
            </a:r>
            <a:r>
              <a:rPr kumimoji="0" lang="en-PK" altLang="en-PK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center</a:t>
            </a: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infrastructure, including recovery, protection from attacks, and resource scalability.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0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8A253-A5EB-6216-969B-66982EC2B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CLOUD COMPUTING</a:t>
            </a:r>
            <a:endParaRPr lang="en-PK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52205A-4E03-9909-CB7F-81016084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83B05864-6CB4-FE7E-7E24-F11CF82D1C7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1977699"/>
          <a:ext cx="11029616" cy="4359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2479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8A253-A5EB-6216-969B-66982EC2B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CLOUD COMPUTING</a:t>
            </a:r>
            <a:endParaRPr lang="en-PK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52205A-4E03-9909-CB7F-81016084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04FCF847-A4E5-FD5F-2097-62F164BEFE1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2373197"/>
          <a:ext cx="11115089" cy="3543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86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8A253-A5EB-6216-969B-66982EC2B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/>
              <a:t>BENEFITS OF CLOUD COMPUTING</a:t>
            </a:r>
            <a:endParaRPr lang="en-PK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52205A-4E03-9909-CB7F-81016084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C9FCAD58-FB4C-31E0-5B68-6F743833BB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1295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A9AD4-A8DF-D709-59F3-E079B18D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206903"/>
            <a:ext cx="11029616" cy="1188720"/>
          </a:xfrm>
        </p:spPr>
        <p:txBody>
          <a:bodyPr/>
          <a:lstStyle/>
          <a:p>
            <a:r>
              <a:rPr lang="en-US" dirty="0"/>
              <a:t>CHALLENGES OF CLOUD COMPUTING 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EA5371-7E23-FAB4-DEFA-2BE446F2E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BB34BA31-D3B4-3BF9-B0A0-66A2A53D50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1437934"/>
          <a:ext cx="11175379" cy="4985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8636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AE9BF-1ADF-6099-33CA-CA2192CEC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507414"/>
            <a:ext cx="5120255" cy="3903332"/>
          </a:xfrm>
        </p:spPr>
        <p:txBody>
          <a:bodyPr anchor="t">
            <a:normAutofit/>
          </a:bodyPr>
          <a:lstStyle/>
          <a:p>
            <a:r>
              <a:rPr lang="en-US" sz="4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How Cloud Computing Addresses Business Challenges</a:t>
            </a:r>
            <a:endParaRPr lang="en-PK" sz="4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E1E360C9-54B1-5695-3371-6DFB65087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1743" y="1507415"/>
            <a:ext cx="4819091" cy="3903331"/>
          </a:xfrm>
          <a:ln w="57150">
            <a:noFill/>
          </a:ln>
        </p:spPr>
        <p:txBody>
          <a:bodyPr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Cloud computing addresses business challenges by offering: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/>
              <a:t>Flexibility</a:t>
            </a:r>
            <a:r>
              <a:rPr lang="en-US" sz="2000" dirty="0"/>
              <a:t>: Provides scalable and adaptable computing environments.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/>
              <a:t>Cost Efficiency</a:t>
            </a:r>
            <a:r>
              <a:rPr lang="en-US" sz="2000" dirty="0"/>
              <a:t>: Reduces initial capital expenditures and operational costs.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/>
              <a:t>Resource Management</a:t>
            </a:r>
            <a:r>
              <a:rPr lang="en-US" sz="2000" dirty="0"/>
              <a:t>: Outsources infrastructure management to vendors, reducing the burden on businesses.</a:t>
            </a:r>
          </a:p>
          <a:p>
            <a:pPr marL="0" indent="0">
              <a:spcBef>
                <a:spcPts val="0"/>
              </a:spcBef>
              <a:buNone/>
            </a:pPr>
            <a:endParaRPr lang="en-PK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4E9C9-B7A9-2F4E-BCA4-FA4C353C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4061147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AE9BF-1ADF-6099-33CA-CA2192CEC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b="1"/>
              <a:t>Ethical Issues in Cloud Computing</a:t>
            </a:r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4E9C9-B7A9-2F4E-BCA4-FA4C353C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963F49F-D41D-D6CE-8E18-AA1136D0FEA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4682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AE9BF-1ADF-6099-33CA-CA2192CEC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b="1"/>
              <a:t>Cloud Computing: Network as Computer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4E9C9-B7A9-2F4E-BCA4-FA4C353C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1B80E15F-D90B-6DE2-C504-1DA846F942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2779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AE9BF-1ADF-6099-33CA-CA2192CEC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6" y="702155"/>
            <a:ext cx="3568661" cy="1269713"/>
          </a:xfrm>
        </p:spPr>
        <p:txBody>
          <a:bodyPr>
            <a:normAutofit/>
          </a:bodyPr>
          <a:lstStyle/>
          <a:p>
            <a:r>
              <a:rPr lang="en-US" b="1"/>
              <a:t>Role of Web Services</a:t>
            </a:r>
            <a:br>
              <a:rPr lang="en-US" b="1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360C9-54B1-5695-3371-6DFB65087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6" y="2340864"/>
            <a:ext cx="3568661" cy="363448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/>
              <a:t>Definition</a:t>
            </a:r>
            <a:r>
              <a:rPr lang="en-US"/>
              <a:t>: Web services enable communication between software systems over a network, using standardized methods.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/>
              <a:t>Categories</a:t>
            </a:r>
            <a:r>
              <a:rPr lang="en-US"/>
              <a:t>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b="1"/>
              <a:t>SOAP (Simple Object Access Protocol)</a:t>
            </a:r>
            <a:r>
              <a:rPr lang="en-US"/>
              <a:t>: A protocol for exchanging structured information.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b="1"/>
              <a:t>REST (Representational State Transfer)</a:t>
            </a:r>
            <a:r>
              <a:rPr lang="en-US"/>
              <a:t>: An architectural style for designing networked applications.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271D47-6FBA-4662-0963-F833DF7B1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069" y="1112453"/>
            <a:ext cx="7472732" cy="46330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4E9C9-B7A9-2F4E-BCA4-FA4C353C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000020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AE9BF-1ADF-6099-33CA-CA2192CEC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6" y="702155"/>
            <a:ext cx="3568661" cy="1269713"/>
          </a:xfrm>
        </p:spPr>
        <p:txBody>
          <a:bodyPr>
            <a:normAutofit/>
          </a:bodyPr>
          <a:lstStyle/>
          <a:p>
            <a:r>
              <a:rPr lang="en-US" b="1"/>
              <a:t>Role of APIs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360C9-54B1-5695-3371-6DFB65087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38447"/>
            <a:ext cx="6192828" cy="363448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5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b="1" dirty="0"/>
              <a:t>Definition</a:t>
            </a:r>
            <a:r>
              <a:rPr lang="en-US" sz="1500" dirty="0"/>
              <a:t>: APIs (Application Program Interfaces) provide a standard way for software components to interact.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b="1" dirty="0"/>
              <a:t>Types</a:t>
            </a:r>
            <a:r>
              <a:rPr lang="en-US" sz="1500" dirty="0"/>
              <a:t>: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b="1" dirty="0"/>
              <a:t>IaaS APIs</a:t>
            </a:r>
            <a:r>
              <a:rPr lang="en-US" sz="1500" dirty="0"/>
              <a:t>: For resource configuration and management.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b="1" dirty="0"/>
              <a:t>PaaS APIs</a:t>
            </a:r>
            <a:r>
              <a:rPr lang="en-US" sz="1500" dirty="0"/>
              <a:t>: For integrating with platform services.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b="1" dirty="0"/>
              <a:t>SaaS APIs</a:t>
            </a:r>
            <a:r>
              <a:rPr lang="en-US" sz="1500" dirty="0"/>
              <a:t>: For integrating with software applications.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b="1" dirty="0"/>
              <a:t>Function</a:t>
            </a:r>
            <a:r>
              <a:rPr lang="en-US" sz="1500" dirty="0"/>
              <a:t>: APIs facilitate access to cloud services and ensure compliance.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PK" sz="1500" dirty="0"/>
          </a:p>
        </p:txBody>
      </p:sp>
      <p:pic>
        <p:nvPicPr>
          <p:cNvPr id="17" name="Graphic 16" descr="Deploy">
            <a:extLst>
              <a:ext uri="{FF2B5EF4-FFF2-40B4-BE49-F238E27FC236}">
                <a16:creationId xmlns:a16="http://schemas.microsoft.com/office/drawing/2014/main" id="{AE2312BF-CB95-0328-EB0B-7720217EF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6704" y="1728317"/>
            <a:ext cx="3744616" cy="374461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4E9C9-B7A9-2F4E-BCA4-FA4C353C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693269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AE9BF-1ADF-6099-33CA-CA2192CEC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Ubiquitous Cloud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360C9-54B1-5695-3371-6DFB65087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96516"/>
            <a:ext cx="7829278" cy="363448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Definition</a:t>
            </a:r>
            <a:r>
              <a:rPr lang="en-US" dirty="0"/>
              <a:t>: Ubiquitous computing refers to making computing available everywhere, often through smart devices.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Role of Cloud Computing</a:t>
            </a:r>
            <a:r>
              <a:rPr lang="en-US" dirty="0"/>
              <a:t>: Enhances the concept of ubiquitous computing by providing resources from anywhere at any time.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4E9C9-B7A9-2F4E-BCA4-FA4C353C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332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AE9BF-1ADF-6099-33CA-CA2192CEC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Confusion Between Cloud and Internet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360C9-54B1-5695-3371-6DFB65087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175255"/>
            <a:ext cx="8753727" cy="363448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Difference</a:t>
            </a:r>
            <a:r>
              <a:rPr lang="en-US" dirty="0"/>
              <a:t>: While cloud computing is delivered via the Internet, it is distinct from traditional web access.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Characteristics</a:t>
            </a:r>
            <a:r>
              <a:rPr lang="en-US" dirty="0"/>
              <a:t>: Cloud computing offers utility-based, scalable, and measurable computing services beyond static or dynamic web content.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4E9C9-B7A9-2F4E-BCA4-FA4C353C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A37B1A-4432-C16D-EA76-FA08A458A47B}"/>
              </a:ext>
            </a:extLst>
          </p:cNvPr>
          <p:cNvSpPr txBox="1"/>
          <p:nvPr/>
        </p:nvSpPr>
        <p:spPr>
          <a:xfrm>
            <a:off x="3048838" y="4647331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and Internet are not same. </a:t>
            </a:r>
          </a:p>
          <a:p>
            <a:pPr algn="ctr"/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Internet is a means for accessing cloud. </a:t>
            </a:r>
            <a:endParaRPr lang="en-PK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25400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2226</Words>
  <Application>Microsoft Office PowerPoint</Application>
  <PresentationFormat>Widescreen</PresentationFormat>
  <Paragraphs>213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Arial Nova Light</vt:lpstr>
      <vt:lpstr>Wingdings 2</vt:lpstr>
      <vt:lpstr>DividendVTI</vt:lpstr>
      <vt:lpstr> CHAPTER 3 BENEFITS &amp;  CHALLENGES</vt:lpstr>
      <vt:lpstr>ORIGIN OF THE TERM ‘CLOUD COMPUTING’</vt:lpstr>
      <vt:lpstr>ORIGIN OF THE TERM ‘CLOUD COMPUTING’</vt:lpstr>
      <vt:lpstr>ORIGIN OF THE TERM ‘CLOUD COMPUTING’</vt:lpstr>
      <vt:lpstr>Early Initiatives</vt:lpstr>
      <vt:lpstr>Early Initiatives</vt:lpstr>
      <vt:lpstr>Initiatives</vt:lpstr>
      <vt:lpstr>Utility Computing</vt:lpstr>
      <vt:lpstr>Utility Computing</vt:lpstr>
      <vt:lpstr>Utility Computing</vt:lpstr>
      <vt:lpstr>METERING AND BILLING IN CLOUD</vt:lpstr>
      <vt:lpstr>METERING AND BILLING IN CLOUD</vt:lpstr>
      <vt:lpstr>SEPARATION OF DATA CENTER OPERATION</vt:lpstr>
      <vt:lpstr>SEPARATION OF DATA CENTER OPERATION</vt:lpstr>
      <vt:lpstr>BENEFITS OF CLOUD COMPUTING</vt:lpstr>
      <vt:lpstr>BENEFITS OF CLOUD COMPUTING</vt:lpstr>
      <vt:lpstr>BENEFITS OF CLOUD COMPUTING</vt:lpstr>
      <vt:lpstr>CHALLENGES OF CLOUD COMPUTING </vt:lpstr>
      <vt:lpstr>How Cloud Computing Addresses Business Challenges</vt:lpstr>
      <vt:lpstr>Ethical Issues in Cloud Computing</vt:lpstr>
      <vt:lpstr>Cloud Computing: Network as Computer</vt:lpstr>
      <vt:lpstr>Role of Web Services </vt:lpstr>
      <vt:lpstr>Role of APIs</vt:lpstr>
      <vt:lpstr>Ubiquitous Cloud</vt:lpstr>
      <vt:lpstr>Confusion Between Cloud and Internet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13</cp:revision>
  <dcterms:created xsi:type="dcterms:W3CDTF">2024-08-20T00:20:53Z</dcterms:created>
  <dcterms:modified xsi:type="dcterms:W3CDTF">2025-08-18T14:03:18Z</dcterms:modified>
</cp:coreProperties>
</file>