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2"/>
  </p:notesMasterIdLst>
  <p:sldIdLst>
    <p:sldId id="556" r:id="rId2"/>
    <p:sldId id="561" r:id="rId3"/>
    <p:sldId id="562" r:id="rId4"/>
    <p:sldId id="563" r:id="rId5"/>
    <p:sldId id="564" r:id="rId6"/>
    <p:sldId id="565" r:id="rId7"/>
    <p:sldId id="557" r:id="rId8"/>
    <p:sldId id="558" r:id="rId9"/>
    <p:sldId id="560" r:id="rId10"/>
    <p:sldId id="559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1 - Book 1" id="{3D1917D6-3241-4F66-B681-C4FACA095B62}">
          <p14:sldIdLst>
            <p14:sldId id="556"/>
            <p14:sldId id="561"/>
            <p14:sldId id="562"/>
            <p14:sldId id="563"/>
            <p14:sldId id="564"/>
            <p14:sldId id="565"/>
            <p14:sldId id="557"/>
            <p14:sldId id="558"/>
            <p14:sldId id="560"/>
            <p14:sldId id="5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EFA38B-9207-44C6-9C17-2A6C3512C4E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8D8468-3BFF-4D7B-86F5-A44883A518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Resource Utilization</a:t>
          </a:r>
        </a:p>
      </dgm:t>
    </dgm:pt>
    <dgm:pt modelId="{78DA997D-DCF7-4E5C-BD37-17D9C73CD64A}" type="parTrans" cxnId="{1C30B2EE-9BAB-408A-A1A0-192E653D1891}">
      <dgm:prSet/>
      <dgm:spPr/>
      <dgm:t>
        <a:bodyPr/>
        <a:lstStyle/>
        <a:p>
          <a:endParaRPr lang="en-US"/>
        </a:p>
      </dgm:t>
    </dgm:pt>
    <dgm:pt modelId="{4E38378B-53CE-4B6D-90F7-AB9A91EE9312}" type="sibTrans" cxnId="{1C30B2EE-9BAB-408A-A1A0-192E653D1891}">
      <dgm:prSet/>
      <dgm:spPr/>
      <dgm:t>
        <a:bodyPr/>
        <a:lstStyle/>
        <a:p>
          <a:endParaRPr lang="en-US"/>
        </a:p>
      </dgm:t>
    </dgm:pt>
    <dgm:pt modelId="{8A8DDDE0-A395-464E-BB69-7AC80FD840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even distribution of workloads to avoid overloading any single resource.</a:t>
          </a:r>
        </a:p>
      </dgm:t>
    </dgm:pt>
    <dgm:pt modelId="{31A7FBA8-F5EA-4A3D-A40F-1DB13E5F2017}" type="parTrans" cxnId="{C07EF623-133D-4113-8479-FE11E8AC0318}">
      <dgm:prSet/>
      <dgm:spPr/>
      <dgm:t>
        <a:bodyPr/>
        <a:lstStyle/>
        <a:p>
          <a:endParaRPr lang="en-US"/>
        </a:p>
      </dgm:t>
    </dgm:pt>
    <dgm:pt modelId="{2EC0F263-20D5-4FB9-A46E-2AF85813B623}" type="sibTrans" cxnId="{C07EF623-133D-4113-8479-FE11E8AC0318}">
      <dgm:prSet/>
      <dgm:spPr/>
      <dgm:t>
        <a:bodyPr/>
        <a:lstStyle/>
        <a:p>
          <a:endParaRPr lang="en-US"/>
        </a:p>
      </dgm:t>
    </dgm:pt>
    <dgm:pt modelId="{611C42EB-9932-4644-97C8-717447F3F8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Response Time</a:t>
          </a:r>
        </a:p>
      </dgm:t>
    </dgm:pt>
    <dgm:pt modelId="{69469D6C-70AE-4E7D-93D2-EA1DBDB22641}" type="parTrans" cxnId="{5E10C235-36DB-43CF-AB8B-3C0298411EFE}">
      <dgm:prSet/>
      <dgm:spPr/>
      <dgm:t>
        <a:bodyPr/>
        <a:lstStyle/>
        <a:p>
          <a:endParaRPr lang="en-US"/>
        </a:p>
      </dgm:t>
    </dgm:pt>
    <dgm:pt modelId="{D1822B86-26F5-43B6-91F7-C290455A9402}" type="sibTrans" cxnId="{5E10C235-36DB-43CF-AB8B-3C0298411EFE}">
      <dgm:prSet/>
      <dgm:spPr/>
      <dgm:t>
        <a:bodyPr/>
        <a:lstStyle/>
        <a:p>
          <a:endParaRPr lang="en-US"/>
        </a:p>
      </dgm:t>
    </dgm:pt>
    <dgm:pt modelId="{E5B1FC29-1DA0-417B-8C05-E92A5B530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Minimizes the delay in handling service requests to enhance user experience.</a:t>
          </a:r>
        </a:p>
      </dgm:t>
    </dgm:pt>
    <dgm:pt modelId="{DFA40132-83C8-4BD9-AD09-5EE039B7AB49}" type="parTrans" cxnId="{CE50CAC9-ACD7-46A0-A924-0545168E7155}">
      <dgm:prSet/>
      <dgm:spPr/>
      <dgm:t>
        <a:bodyPr/>
        <a:lstStyle/>
        <a:p>
          <a:endParaRPr lang="en-US"/>
        </a:p>
      </dgm:t>
    </dgm:pt>
    <dgm:pt modelId="{52FACB6E-8EB9-4654-976B-F69FF9743C03}" type="sibTrans" cxnId="{CE50CAC9-ACD7-46A0-A924-0545168E7155}">
      <dgm:prSet/>
      <dgm:spPr/>
      <dgm:t>
        <a:bodyPr/>
        <a:lstStyle/>
        <a:p>
          <a:endParaRPr lang="en-US"/>
        </a:p>
      </dgm:t>
    </dgm:pt>
    <dgm:pt modelId="{8B6D2138-BCFA-43EA-8421-500F00D06B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System Health</a:t>
          </a:r>
        </a:p>
      </dgm:t>
    </dgm:pt>
    <dgm:pt modelId="{1BB1FD52-9DB2-4653-862B-9D014CC7C46E}" type="parTrans" cxnId="{7FAC3AA0-F994-4FDA-9D78-3577B1C7B4D7}">
      <dgm:prSet/>
      <dgm:spPr/>
      <dgm:t>
        <a:bodyPr/>
        <a:lstStyle/>
        <a:p>
          <a:endParaRPr lang="en-US"/>
        </a:p>
      </dgm:t>
    </dgm:pt>
    <dgm:pt modelId="{E6D9130B-0332-4393-999E-4B547BF43B0F}" type="sibTrans" cxnId="{7FAC3AA0-F994-4FDA-9D78-3577B1C7B4D7}">
      <dgm:prSet/>
      <dgm:spPr/>
      <dgm:t>
        <a:bodyPr/>
        <a:lstStyle/>
        <a:p>
          <a:endParaRPr lang="en-US"/>
        </a:p>
      </dgm:t>
    </dgm:pt>
    <dgm:pt modelId="{07A0A30D-017C-4594-AAF5-BF2D93D002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Monitors and manages node failures to maintain system efficiency.</a:t>
          </a:r>
        </a:p>
      </dgm:t>
    </dgm:pt>
    <dgm:pt modelId="{F62EDF12-C076-4083-B266-97715B93F86E}" type="parTrans" cxnId="{1A8F6F25-FF72-4E17-B11A-12DC2D083D44}">
      <dgm:prSet/>
      <dgm:spPr/>
      <dgm:t>
        <a:bodyPr/>
        <a:lstStyle/>
        <a:p>
          <a:endParaRPr lang="en-US"/>
        </a:p>
      </dgm:t>
    </dgm:pt>
    <dgm:pt modelId="{D0477222-D1EE-4D11-9592-49A9952D2C05}" type="sibTrans" cxnId="{1A8F6F25-FF72-4E17-B11A-12DC2D083D44}">
      <dgm:prSet/>
      <dgm:spPr/>
      <dgm:t>
        <a:bodyPr/>
        <a:lstStyle/>
        <a:p>
          <a:endParaRPr lang="en-US"/>
        </a:p>
      </dgm:t>
    </dgm:pt>
    <dgm:pt modelId="{7E15522D-B1A5-45B3-B2CD-E4E7B51E80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Associated Overhead</a:t>
          </a:r>
        </a:p>
      </dgm:t>
    </dgm:pt>
    <dgm:pt modelId="{270F06C7-5AF3-464B-A7C0-1B805B0CF770}" type="parTrans" cxnId="{07CA6A9E-65DC-4624-B102-7B5A7CED1171}">
      <dgm:prSet/>
      <dgm:spPr/>
      <dgm:t>
        <a:bodyPr/>
        <a:lstStyle/>
        <a:p>
          <a:endParaRPr lang="en-US"/>
        </a:p>
      </dgm:t>
    </dgm:pt>
    <dgm:pt modelId="{E32B1E52-E736-463F-9B9B-B19D18A3C15E}" type="sibTrans" cxnId="{07CA6A9E-65DC-4624-B102-7B5A7CED1171}">
      <dgm:prSet/>
      <dgm:spPr/>
      <dgm:t>
        <a:bodyPr/>
        <a:lstStyle/>
        <a:p>
          <a:endParaRPr lang="en-US"/>
        </a:p>
      </dgm:t>
    </dgm:pt>
    <dgm:pt modelId="{A9A609A4-693B-494D-8C91-91FEA888C0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inter-node communication and task movement to optimize performance.</a:t>
          </a:r>
        </a:p>
      </dgm:t>
    </dgm:pt>
    <dgm:pt modelId="{F2D2640F-A822-4EB6-A175-2DE959A3A718}" type="parTrans" cxnId="{691654B3-AE94-4837-854E-158484FC2CEA}">
      <dgm:prSet/>
      <dgm:spPr/>
      <dgm:t>
        <a:bodyPr/>
        <a:lstStyle/>
        <a:p>
          <a:endParaRPr lang="en-US"/>
        </a:p>
      </dgm:t>
    </dgm:pt>
    <dgm:pt modelId="{6DF384E1-7CE2-461D-A6D4-BF8139AEF6F7}" type="sibTrans" cxnId="{691654B3-AE94-4837-854E-158484FC2CEA}">
      <dgm:prSet/>
      <dgm:spPr/>
      <dgm:t>
        <a:bodyPr/>
        <a:lstStyle/>
        <a:p>
          <a:endParaRPr lang="en-US"/>
        </a:p>
      </dgm:t>
    </dgm:pt>
    <dgm:pt modelId="{E589D7A1-22E7-40A5-9EEE-94B4631C64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</a:t>
          </a:r>
        </a:p>
      </dgm:t>
    </dgm:pt>
    <dgm:pt modelId="{2F78A21E-0DBC-4417-82A4-906672554C09}" type="parTrans" cxnId="{D7424C0F-9BDE-42C3-BC66-39E845BBFEBB}">
      <dgm:prSet/>
      <dgm:spPr/>
      <dgm:t>
        <a:bodyPr/>
        <a:lstStyle/>
        <a:p>
          <a:endParaRPr lang="en-US"/>
        </a:p>
      </dgm:t>
    </dgm:pt>
    <dgm:pt modelId="{FAFBA086-7501-4BD6-9066-6017C8890E71}" type="sibTrans" cxnId="{D7424C0F-9BDE-42C3-BC66-39E845BBFEBB}">
      <dgm:prSet/>
      <dgm:spPr/>
      <dgm:t>
        <a:bodyPr/>
        <a:lstStyle/>
        <a:p>
          <a:endParaRPr lang="en-US"/>
        </a:p>
      </dgm:t>
    </dgm:pt>
    <dgm:pt modelId="{74019545-87B9-4DD9-AD4F-26B7BA9485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system expansion or reduction based on application demands.</a:t>
          </a:r>
        </a:p>
      </dgm:t>
    </dgm:pt>
    <dgm:pt modelId="{04D28495-7227-43EB-87D2-5BE19679177E}" type="parTrans" cxnId="{E6D4E290-2BF2-47C9-85D7-88B868F71FE4}">
      <dgm:prSet/>
      <dgm:spPr/>
      <dgm:t>
        <a:bodyPr/>
        <a:lstStyle/>
        <a:p>
          <a:endParaRPr lang="en-US"/>
        </a:p>
      </dgm:t>
    </dgm:pt>
    <dgm:pt modelId="{23CF2041-82ED-46A6-8267-1C53F9C4C6A7}" type="sibTrans" cxnId="{E6D4E290-2BF2-47C9-85D7-88B868F71FE4}">
      <dgm:prSet/>
      <dgm:spPr/>
      <dgm:t>
        <a:bodyPr/>
        <a:lstStyle/>
        <a:p>
          <a:endParaRPr lang="en-US"/>
        </a:p>
      </dgm:t>
    </dgm:pt>
    <dgm:pt modelId="{DCD3B5A7-5AE1-4D96-9BA6-5072DE34E81C}" type="pres">
      <dgm:prSet presAssocID="{6DEFA38B-9207-44C6-9C17-2A6C3512C4EC}" presName="root" presStyleCnt="0">
        <dgm:presLayoutVars>
          <dgm:dir/>
          <dgm:resizeHandles val="exact"/>
        </dgm:presLayoutVars>
      </dgm:prSet>
      <dgm:spPr/>
    </dgm:pt>
    <dgm:pt modelId="{12E35873-A147-4BB1-AF37-01D05A91D46E}" type="pres">
      <dgm:prSet presAssocID="{F18D8468-3BFF-4D7B-86F5-A44883A51854}" presName="compNode" presStyleCnt="0"/>
      <dgm:spPr/>
    </dgm:pt>
    <dgm:pt modelId="{8B4C65B0-377B-4A42-9724-CFE5C073C4DC}" type="pres">
      <dgm:prSet presAssocID="{F18D8468-3BFF-4D7B-86F5-A44883A51854}" presName="bgRect" presStyleLbl="bgShp" presStyleIdx="0" presStyleCnt="5"/>
      <dgm:spPr/>
    </dgm:pt>
    <dgm:pt modelId="{DE6BD1D8-BFA6-4679-AC62-FBF3EFBFF8D8}" type="pres">
      <dgm:prSet presAssocID="{F18D8468-3BFF-4D7B-86F5-A44883A5185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B038775-37DD-4EB7-8077-779887431B23}" type="pres">
      <dgm:prSet presAssocID="{F18D8468-3BFF-4D7B-86F5-A44883A51854}" presName="spaceRect" presStyleCnt="0"/>
      <dgm:spPr/>
    </dgm:pt>
    <dgm:pt modelId="{609C7DDD-DB4D-4933-A66E-741A3D9E3F71}" type="pres">
      <dgm:prSet presAssocID="{F18D8468-3BFF-4D7B-86F5-A44883A51854}" presName="parTx" presStyleLbl="revTx" presStyleIdx="0" presStyleCnt="10">
        <dgm:presLayoutVars>
          <dgm:chMax val="0"/>
          <dgm:chPref val="0"/>
        </dgm:presLayoutVars>
      </dgm:prSet>
      <dgm:spPr/>
    </dgm:pt>
    <dgm:pt modelId="{0F4F4BEE-ED0F-4F59-9D5B-6582BA94DB1F}" type="pres">
      <dgm:prSet presAssocID="{F18D8468-3BFF-4D7B-86F5-A44883A51854}" presName="desTx" presStyleLbl="revTx" presStyleIdx="1" presStyleCnt="10">
        <dgm:presLayoutVars/>
      </dgm:prSet>
      <dgm:spPr/>
    </dgm:pt>
    <dgm:pt modelId="{2E7C3DCC-E484-4CFE-A403-51DDAB98E928}" type="pres">
      <dgm:prSet presAssocID="{4E38378B-53CE-4B6D-90F7-AB9A91EE9312}" presName="sibTrans" presStyleCnt="0"/>
      <dgm:spPr/>
    </dgm:pt>
    <dgm:pt modelId="{9E51B443-5E61-4DC5-8E49-6CA08B44F00B}" type="pres">
      <dgm:prSet presAssocID="{611C42EB-9932-4644-97C8-717447F3F873}" presName="compNode" presStyleCnt="0"/>
      <dgm:spPr/>
    </dgm:pt>
    <dgm:pt modelId="{23A62A36-36D9-44A5-8CF5-CF070A4623F6}" type="pres">
      <dgm:prSet presAssocID="{611C42EB-9932-4644-97C8-717447F3F873}" presName="bgRect" presStyleLbl="bgShp" presStyleIdx="1" presStyleCnt="5"/>
      <dgm:spPr/>
    </dgm:pt>
    <dgm:pt modelId="{377B63D5-0D71-4DB5-90E8-E7247E325BA7}" type="pres">
      <dgm:prSet presAssocID="{611C42EB-9932-4644-97C8-717447F3F87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B52B529-3563-4A89-974B-140B9D7C02D3}" type="pres">
      <dgm:prSet presAssocID="{611C42EB-9932-4644-97C8-717447F3F873}" presName="spaceRect" presStyleCnt="0"/>
      <dgm:spPr/>
    </dgm:pt>
    <dgm:pt modelId="{DFAA00BE-C92F-49D7-B853-D39187B12958}" type="pres">
      <dgm:prSet presAssocID="{611C42EB-9932-4644-97C8-717447F3F873}" presName="parTx" presStyleLbl="revTx" presStyleIdx="2" presStyleCnt="10">
        <dgm:presLayoutVars>
          <dgm:chMax val="0"/>
          <dgm:chPref val="0"/>
        </dgm:presLayoutVars>
      </dgm:prSet>
      <dgm:spPr/>
    </dgm:pt>
    <dgm:pt modelId="{9E03A4FE-7D2C-446A-999F-EE1165FCF97B}" type="pres">
      <dgm:prSet presAssocID="{611C42EB-9932-4644-97C8-717447F3F873}" presName="desTx" presStyleLbl="revTx" presStyleIdx="3" presStyleCnt="10">
        <dgm:presLayoutVars/>
      </dgm:prSet>
      <dgm:spPr/>
    </dgm:pt>
    <dgm:pt modelId="{C1F09300-EEC1-4A9C-8CA8-D078DDA47833}" type="pres">
      <dgm:prSet presAssocID="{D1822B86-26F5-43B6-91F7-C290455A9402}" presName="sibTrans" presStyleCnt="0"/>
      <dgm:spPr/>
    </dgm:pt>
    <dgm:pt modelId="{1D6E8416-F63D-4D20-8747-BCE3224AFC66}" type="pres">
      <dgm:prSet presAssocID="{8B6D2138-BCFA-43EA-8421-500F00D06B7A}" presName="compNode" presStyleCnt="0"/>
      <dgm:spPr/>
    </dgm:pt>
    <dgm:pt modelId="{1F4A04C5-018B-462D-AA97-852C52897BA6}" type="pres">
      <dgm:prSet presAssocID="{8B6D2138-BCFA-43EA-8421-500F00D06B7A}" presName="bgRect" presStyleLbl="bgShp" presStyleIdx="2" presStyleCnt="5"/>
      <dgm:spPr/>
    </dgm:pt>
    <dgm:pt modelId="{29A3B745-357B-43F9-98D3-D0EB68166904}" type="pres">
      <dgm:prSet presAssocID="{8B6D2138-BCFA-43EA-8421-500F00D06B7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26F2271-4D3C-442C-83AB-CD6778907784}" type="pres">
      <dgm:prSet presAssocID="{8B6D2138-BCFA-43EA-8421-500F00D06B7A}" presName="spaceRect" presStyleCnt="0"/>
      <dgm:spPr/>
    </dgm:pt>
    <dgm:pt modelId="{9A35B1C3-5C94-4439-90A8-5054E213F57C}" type="pres">
      <dgm:prSet presAssocID="{8B6D2138-BCFA-43EA-8421-500F00D06B7A}" presName="parTx" presStyleLbl="revTx" presStyleIdx="4" presStyleCnt="10">
        <dgm:presLayoutVars>
          <dgm:chMax val="0"/>
          <dgm:chPref val="0"/>
        </dgm:presLayoutVars>
      </dgm:prSet>
      <dgm:spPr/>
    </dgm:pt>
    <dgm:pt modelId="{F478676B-6CEE-457C-828C-5B92EF7BF45D}" type="pres">
      <dgm:prSet presAssocID="{8B6D2138-BCFA-43EA-8421-500F00D06B7A}" presName="desTx" presStyleLbl="revTx" presStyleIdx="5" presStyleCnt="10">
        <dgm:presLayoutVars/>
      </dgm:prSet>
      <dgm:spPr/>
    </dgm:pt>
    <dgm:pt modelId="{70A09A95-ECB1-440A-BA5E-8D47CE159CDA}" type="pres">
      <dgm:prSet presAssocID="{E6D9130B-0332-4393-999E-4B547BF43B0F}" presName="sibTrans" presStyleCnt="0"/>
      <dgm:spPr/>
    </dgm:pt>
    <dgm:pt modelId="{EA93183F-331C-4F74-96F2-172026FF4B82}" type="pres">
      <dgm:prSet presAssocID="{7E15522D-B1A5-45B3-B2CD-E4E7B51E808B}" presName="compNode" presStyleCnt="0"/>
      <dgm:spPr/>
    </dgm:pt>
    <dgm:pt modelId="{4DD4DE87-6095-408A-ABCB-8DA519CA5CBD}" type="pres">
      <dgm:prSet presAssocID="{7E15522D-B1A5-45B3-B2CD-E4E7B51E808B}" presName="bgRect" presStyleLbl="bgShp" presStyleIdx="3" presStyleCnt="5"/>
      <dgm:spPr/>
    </dgm:pt>
    <dgm:pt modelId="{17E3755A-4526-4A39-8377-75B6C4ECE8D8}" type="pres">
      <dgm:prSet presAssocID="{7E15522D-B1A5-45B3-B2CD-E4E7B51E80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BACBF08-2D75-47EE-9AD3-A473CE7DF7E5}" type="pres">
      <dgm:prSet presAssocID="{7E15522D-B1A5-45B3-B2CD-E4E7B51E808B}" presName="spaceRect" presStyleCnt="0"/>
      <dgm:spPr/>
    </dgm:pt>
    <dgm:pt modelId="{7F91161A-8883-4405-B36C-E48E9A1720F0}" type="pres">
      <dgm:prSet presAssocID="{7E15522D-B1A5-45B3-B2CD-E4E7B51E808B}" presName="parTx" presStyleLbl="revTx" presStyleIdx="6" presStyleCnt="10">
        <dgm:presLayoutVars>
          <dgm:chMax val="0"/>
          <dgm:chPref val="0"/>
        </dgm:presLayoutVars>
      </dgm:prSet>
      <dgm:spPr/>
    </dgm:pt>
    <dgm:pt modelId="{8EE4FA83-E4C9-4488-8EFD-98D184FFFFE9}" type="pres">
      <dgm:prSet presAssocID="{7E15522D-B1A5-45B3-B2CD-E4E7B51E808B}" presName="desTx" presStyleLbl="revTx" presStyleIdx="7" presStyleCnt="10">
        <dgm:presLayoutVars/>
      </dgm:prSet>
      <dgm:spPr/>
    </dgm:pt>
    <dgm:pt modelId="{74FF38FD-2C09-4392-BB5B-FE8ECCE4BEB0}" type="pres">
      <dgm:prSet presAssocID="{E32B1E52-E736-463F-9B9B-B19D18A3C15E}" presName="sibTrans" presStyleCnt="0"/>
      <dgm:spPr/>
    </dgm:pt>
    <dgm:pt modelId="{C5770148-8260-452D-A8D9-EAB2A186160E}" type="pres">
      <dgm:prSet presAssocID="{E589D7A1-22E7-40A5-9EEE-94B4631C6440}" presName="compNode" presStyleCnt="0"/>
      <dgm:spPr/>
    </dgm:pt>
    <dgm:pt modelId="{160576DD-3ABF-4FAE-B836-70F9AB5E72D1}" type="pres">
      <dgm:prSet presAssocID="{E589D7A1-22E7-40A5-9EEE-94B4631C6440}" presName="bgRect" presStyleLbl="bgShp" presStyleIdx="4" presStyleCnt="5"/>
      <dgm:spPr/>
    </dgm:pt>
    <dgm:pt modelId="{1AEA86EE-5E28-477E-B86F-13841D02BB30}" type="pres">
      <dgm:prSet presAssocID="{E589D7A1-22E7-40A5-9EEE-94B4631C64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0388E826-1F03-4B5B-9BC2-D4C55B334505}" type="pres">
      <dgm:prSet presAssocID="{E589D7A1-22E7-40A5-9EEE-94B4631C6440}" presName="spaceRect" presStyleCnt="0"/>
      <dgm:spPr/>
    </dgm:pt>
    <dgm:pt modelId="{E14D22C1-E2F8-4074-8CA2-BB536C3FCA09}" type="pres">
      <dgm:prSet presAssocID="{E589D7A1-22E7-40A5-9EEE-94B4631C6440}" presName="parTx" presStyleLbl="revTx" presStyleIdx="8" presStyleCnt="10">
        <dgm:presLayoutVars>
          <dgm:chMax val="0"/>
          <dgm:chPref val="0"/>
        </dgm:presLayoutVars>
      </dgm:prSet>
      <dgm:spPr/>
    </dgm:pt>
    <dgm:pt modelId="{DB60B662-9751-4C3B-BFBE-643CF6994153}" type="pres">
      <dgm:prSet presAssocID="{E589D7A1-22E7-40A5-9EEE-94B4631C6440}" presName="desTx" presStyleLbl="revTx" presStyleIdx="9" presStyleCnt="10">
        <dgm:presLayoutVars/>
      </dgm:prSet>
      <dgm:spPr/>
    </dgm:pt>
  </dgm:ptLst>
  <dgm:cxnLst>
    <dgm:cxn modelId="{D7424C0F-9BDE-42C3-BC66-39E845BBFEBB}" srcId="{6DEFA38B-9207-44C6-9C17-2A6C3512C4EC}" destId="{E589D7A1-22E7-40A5-9EEE-94B4631C6440}" srcOrd="4" destOrd="0" parTransId="{2F78A21E-0DBC-4417-82A4-906672554C09}" sibTransId="{FAFBA086-7501-4BD6-9066-6017C8890E71}"/>
    <dgm:cxn modelId="{13A39315-A149-47B6-8FF6-3D8146B0EF47}" type="presOf" srcId="{74019545-87B9-4DD9-AD4F-26B7BA94850C}" destId="{DB60B662-9751-4C3B-BFBE-643CF6994153}" srcOrd="0" destOrd="0" presId="urn:microsoft.com/office/officeart/2018/2/layout/IconVerticalSolidList"/>
    <dgm:cxn modelId="{C07EF623-133D-4113-8479-FE11E8AC0318}" srcId="{F18D8468-3BFF-4D7B-86F5-A44883A51854}" destId="{8A8DDDE0-A395-464E-BB69-7AC80FD84058}" srcOrd="0" destOrd="0" parTransId="{31A7FBA8-F5EA-4A3D-A40F-1DB13E5F2017}" sibTransId="{2EC0F263-20D5-4FB9-A46E-2AF85813B623}"/>
    <dgm:cxn modelId="{1A8F6F25-FF72-4E17-B11A-12DC2D083D44}" srcId="{8B6D2138-BCFA-43EA-8421-500F00D06B7A}" destId="{07A0A30D-017C-4594-AAF5-BF2D93D002DF}" srcOrd="0" destOrd="0" parTransId="{F62EDF12-C076-4083-B266-97715B93F86E}" sibTransId="{D0477222-D1EE-4D11-9592-49A9952D2C05}"/>
    <dgm:cxn modelId="{5E10C235-36DB-43CF-AB8B-3C0298411EFE}" srcId="{6DEFA38B-9207-44C6-9C17-2A6C3512C4EC}" destId="{611C42EB-9932-4644-97C8-717447F3F873}" srcOrd="1" destOrd="0" parTransId="{69469D6C-70AE-4E7D-93D2-EA1DBDB22641}" sibTransId="{D1822B86-26F5-43B6-91F7-C290455A9402}"/>
    <dgm:cxn modelId="{1B268163-AF3E-4F3A-8020-3C1779458BAF}" type="presOf" srcId="{A9A609A4-693B-494D-8C91-91FEA888C05B}" destId="{8EE4FA83-E4C9-4488-8EFD-98D184FFFFE9}" srcOrd="0" destOrd="0" presId="urn:microsoft.com/office/officeart/2018/2/layout/IconVerticalSolidList"/>
    <dgm:cxn modelId="{6D21FF46-1A9B-44FF-811F-0E7C7D18675C}" type="presOf" srcId="{E589D7A1-22E7-40A5-9EEE-94B4631C6440}" destId="{E14D22C1-E2F8-4074-8CA2-BB536C3FCA09}" srcOrd="0" destOrd="0" presId="urn:microsoft.com/office/officeart/2018/2/layout/IconVerticalSolidList"/>
    <dgm:cxn modelId="{6B552958-4D83-4B77-848C-3C023A1A8CAF}" type="presOf" srcId="{7E15522D-B1A5-45B3-B2CD-E4E7B51E808B}" destId="{7F91161A-8883-4405-B36C-E48E9A1720F0}" srcOrd="0" destOrd="0" presId="urn:microsoft.com/office/officeart/2018/2/layout/IconVerticalSolidList"/>
    <dgm:cxn modelId="{D496D989-ED9A-4B30-9FF3-01D95A98C477}" type="presOf" srcId="{6DEFA38B-9207-44C6-9C17-2A6C3512C4EC}" destId="{DCD3B5A7-5AE1-4D96-9BA6-5072DE34E81C}" srcOrd="0" destOrd="0" presId="urn:microsoft.com/office/officeart/2018/2/layout/IconVerticalSolidList"/>
    <dgm:cxn modelId="{058BD08C-0823-4209-ADF0-97D3E1130A6E}" type="presOf" srcId="{07A0A30D-017C-4594-AAF5-BF2D93D002DF}" destId="{F478676B-6CEE-457C-828C-5B92EF7BF45D}" srcOrd="0" destOrd="0" presId="urn:microsoft.com/office/officeart/2018/2/layout/IconVerticalSolidList"/>
    <dgm:cxn modelId="{E6D4E290-2BF2-47C9-85D7-88B868F71FE4}" srcId="{E589D7A1-22E7-40A5-9EEE-94B4631C6440}" destId="{74019545-87B9-4DD9-AD4F-26B7BA94850C}" srcOrd="0" destOrd="0" parTransId="{04D28495-7227-43EB-87D2-5BE19679177E}" sibTransId="{23CF2041-82ED-46A6-8267-1C53F9C4C6A7}"/>
    <dgm:cxn modelId="{07CA6A9E-65DC-4624-B102-7B5A7CED1171}" srcId="{6DEFA38B-9207-44C6-9C17-2A6C3512C4EC}" destId="{7E15522D-B1A5-45B3-B2CD-E4E7B51E808B}" srcOrd="3" destOrd="0" parTransId="{270F06C7-5AF3-464B-A7C0-1B805B0CF770}" sibTransId="{E32B1E52-E736-463F-9B9B-B19D18A3C15E}"/>
    <dgm:cxn modelId="{7FAC3AA0-F994-4FDA-9D78-3577B1C7B4D7}" srcId="{6DEFA38B-9207-44C6-9C17-2A6C3512C4EC}" destId="{8B6D2138-BCFA-43EA-8421-500F00D06B7A}" srcOrd="2" destOrd="0" parTransId="{1BB1FD52-9DB2-4653-862B-9D014CC7C46E}" sibTransId="{E6D9130B-0332-4393-999E-4B547BF43B0F}"/>
    <dgm:cxn modelId="{AACB88AC-5FA3-4038-ABB3-41D6CDFBFAF6}" type="presOf" srcId="{8A8DDDE0-A395-464E-BB69-7AC80FD84058}" destId="{0F4F4BEE-ED0F-4F59-9D5B-6582BA94DB1F}" srcOrd="0" destOrd="0" presId="urn:microsoft.com/office/officeart/2018/2/layout/IconVerticalSolidList"/>
    <dgm:cxn modelId="{691654B3-AE94-4837-854E-158484FC2CEA}" srcId="{7E15522D-B1A5-45B3-B2CD-E4E7B51E808B}" destId="{A9A609A4-693B-494D-8C91-91FEA888C05B}" srcOrd="0" destOrd="0" parTransId="{F2D2640F-A822-4EB6-A175-2DE959A3A718}" sibTransId="{6DF384E1-7CE2-461D-A6D4-BF8139AEF6F7}"/>
    <dgm:cxn modelId="{3D5B7CB6-CA6E-415B-93E4-1E287EC57F0B}" type="presOf" srcId="{611C42EB-9932-4644-97C8-717447F3F873}" destId="{DFAA00BE-C92F-49D7-B853-D39187B12958}" srcOrd="0" destOrd="0" presId="urn:microsoft.com/office/officeart/2018/2/layout/IconVerticalSolidList"/>
    <dgm:cxn modelId="{416644C7-778A-472E-B0E1-9EEAC6E01909}" type="presOf" srcId="{F18D8468-3BFF-4D7B-86F5-A44883A51854}" destId="{609C7DDD-DB4D-4933-A66E-741A3D9E3F71}" srcOrd="0" destOrd="0" presId="urn:microsoft.com/office/officeart/2018/2/layout/IconVerticalSolidList"/>
    <dgm:cxn modelId="{CE50CAC9-ACD7-46A0-A924-0545168E7155}" srcId="{611C42EB-9932-4644-97C8-717447F3F873}" destId="{E5B1FC29-1DA0-417B-8C05-E92A5B530832}" srcOrd="0" destOrd="0" parTransId="{DFA40132-83C8-4BD9-AD09-5EE039B7AB49}" sibTransId="{52FACB6E-8EB9-4654-976B-F69FF9743C03}"/>
    <dgm:cxn modelId="{6EC8F3D0-2106-445D-8595-6D7C79423137}" type="presOf" srcId="{8B6D2138-BCFA-43EA-8421-500F00D06B7A}" destId="{9A35B1C3-5C94-4439-90A8-5054E213F57C}" srcOrd="0" destOrd="0" presId="urn:microsoft.com/office/officeart/2018/2/layout/IconVerticalSolidList"/>
    <dgm:cxn modelId="{9E31B4DB-5619-400A-8BE6-1FEF412C5CC1}" type="presOf" srcId="{E5B1FC29-1DA0-417B-8C05-E92A5B530832}" destId="{9E03A4FE-7D2C-446A-999F-EE1165FCF97B}" srcOrd="0" destOrd="0" presId="urn:microsoft.com/office/officeart/2018/2/layout/IconVerticalSolidList"/>
    <dgm:cxn modelId="{1C30B2EE-9BAB-408A-A1A0-192E653D1891}" srcId="{6DEFA38B-9207-44C6-9C17-2A6C3512C4EC}" destId="{F18D8468-3BFF-4D7B-86F5-A44883A51854}" srcOrd="0" destOrd="0" parTransId="{78DA997D-DCF7-4E5C-BD37-17D9C73CD64A}" sibTransId="{4E38378B-53CE-4B6D-90F7-AB9A91EE9312}"/>
    <dgm:cxn modelId="{F06E04F5-CCE8-4EA6-87CF-49C46B2E746A}" type="presParOf" srcId="{DCD3B5A7-5AE1-4D96-9BA6-5072DE34E81C}" destId="{12E35873-A147-4BB1-AF37-01D05A91D46E}" srcOrd="0" destOrd="0" presId="urn:microsoft.com/office/officeart/2018/2/layout/IconVerticalSolidList"/>
    <dgm:cxn modelId="{9441B63D-4398-412C-BFF1-3680409D2D20}" type="presParOf" srcId="{12E35873-A147-4BB1-AF37-01D05A91D46E}" destId="{8B4C65B0-377B-4A42-9724-CFE5C073C4DC}" srcOrd="0" destOrd="0" presId="urn:microsoft.com/office/officeart/2018/2/layout/IconVerticalSolidList"/>
    <dgm:cxn modelId="{899BF978-321B-4786-A8B7-232EE01A782F}" type="presParOf" srcId="{12E35873-A147-4BB1-AF37-01D05A91D46E}" destId="{DE6BD1D8-BFA6-4679-AC62-FBF3EFBFF8D8}" srcOrd="1" destOrd="0" presId="urn:microsoft.com/office/officeart/2018/2/layout/IconVerticalSolidList"/>
    <dgm:cxn modelId="{55E74C0C-7A24-477F-B26F-219AF04AA725}" type="presParOf" srcId="{12E35873-A147-4BB1-AF37-01D05A91D46E}" destId="{3B038775-37DD-4EB7-8077-779887431B23}" srcOrd="2" destOrd="0" presId="urn:microsoft.com/office/officeart/2018/2/layout/IconVerticalSolidList"/>
    <dgm:cxn modelId="{09D96C1A-FDAD-4A2E-929B-BE6BC397EF55}" type="presParOf" srcId="{12E35873-A147-4BB1-AF37-01D05A91D46E}" destId="{609C7DDD-DB4D-4933-A66E-741A3D9E3F71}" srcOrd="3" destOrd="0" presId="urn:microsoft.com/office/officeart/2018/2/layout/IconVerticalSolidList"/>
    <dgm:cxn modelId="{E523BDA4-2FFC-4563-9D64-13A2C75CC2B5}" type="presParOf" srcId="{12E35873-A147-4BB1-AF37-01D05A91D46E}" destId="{0F4F4BEE-ED0F-4F59-9D5B-6582BA94DB1F}" srcOrd="4" destOrd="0" presId="urn:microsoft.com/office/officeart/2018/2/layout/IconVerticalSolidList"/>
    <dgm:cxn modelId="{C1B55B73-FFE1-4776-AC48-DBE2B9D1A513}" type="presParOf" srcId="{DCD3B5A7-5AE1-4D96-9BA6-5072DE34E81C}" destId="{2E7C3DCC-E484-4CFE-A403-51DDAB98E928}" srcOrd="1" destOrd="0" presId="urn:microsoft.com/office/officeart/2018/2/layout/IconVerticalSolidList"/>
    <dgm:cxn modelId="{CBCB4EA6-6E7A-45FE-9A44-A34E562FDAEE}" type="presParOf" srcId="{DCD3B5A7-5AE1-4D96-9BA6-5072DE34E81C}" destId="{9E51B443-5E61-4DC5-8E49-6CA08B44F00B}" srcOrd="2" destOrd="0" presId="urn:microsoft.com/office/officeart/2018/2/layout/IconVerticalSolidList"/>
    <dgm:cxn modelId="{4C34067B-0A84-435D-AB57-1D024CE8EFBB}" type="presParOf" srcId="{9E51B443-5E61-4DC5-8E49-6CA08B44F00B}" destId="{23A62A36-36D9-44A5-8CF5-CF070A4623F6}" srcOrd="0" destOrd="0" presId="urn:microsoft.com/office/officeart/2018/2/layout/IconVerticalSolidList"/>
    <dgm:cxn modelId="{895865DA-63FB-478F-BA4E-157D51AA4D33}" type="presParOf" srcId="{9E51B443-5E61-4DC5-8E49-6CA08B44F00B}" destId="{377B63D5-0D71-4DB5-90E8-E7247E325BA7}" srcOrd="1" destOrd="0" presId="urn:microsoft.com/office/officeart/2018/2/layout/IconVerticalSolidList"/>
    <dgm:cxn modelId="{B6DD99BE-5AB6-4B7B-90CE-D0B175C8287D}" type="presParOf" srcId="{9E51B443-5E61-4DC5-8E49-6CA08B44F00B}" destId="{1B52B529-3563-4A89-974B-140B9D7C02D3}" srcOrd="2" destOrd="0" presId="urn:microsoft.com/office/officeart/2018/2/layout/IconVerticalSolidList"/>
    <dgm:cxn modelId="{4BBC98B6-7E77-4A1F-B10B-DB03D06BFB95}" type="presParOf" srcId="{9E51B443-5E61-4DC5-8E49-6CA08B44F00B}" destId="{DFAA00BE-C92F-49D7-B853-D39187B12958}" srcOrd="3" destOrd="0" presId="urn:microsoft.com/office/officeart/2018/2/layout/IconVerticalSolidList"/>
    <dgm:cxn modelId="{80FEA97E-45FB-4605-8563-FFF725BED867}" type="presParOf" srcId="{9E51B443-5E61-4DC5-8E49-6CA08B44F00B}" destId="{9E03A4FE-7D2C-446A-999F-EE1165FCF97B}" srcOrd="4" destOrd="0" presId="urn:microsoft.com/office/officeart/2018/2/layout/IconVerticalSolidList"/>
    <dgm:cxn modelId="{D8A5621D-76ED-4130-9029-D26A487721D7}" type="presParOf" srcId="{DCD3B5A7-5AE1-4D96-9BA6-5072DE34E81C}" destId="{C1F09300-EEC1-4A9C-8CA8-D078DDA47833}" srcOrd="3" destOrd="0" presId="urn:microsoft.com/office/officeart/2018/2/layout/IconVerticalSolidList"/>
    <dgm:cxn modelId="{1728A5D3-83CF-4884-BA8B-E540EB56BFA4}" type="presParOf" srcId="{DCD3B5A7-5AE1-4D96-9BA6-5072DE34E81C}" destId="{1D6E8416-F63D-4D20-8747-BCE3224AFC66}" srcOrd="4" destOrd="0" presId="urn:microsoft.com/office/officeart/2018/2/layout/IconVerticalSolidList"/>
    <dgm:cxn modelId="{8007E70B-DF8B-4DC7-B2A2-512C4B002068}" type="presParOf" srcId="{1D6E8416-F63D-4D20-8747-BCE3224AFC66}" destId="{1F4A04C5-018B-462D-AA97-852C52897BA6}" srcOrd="0" destOrd="0" presId="urn:microsoft.com/office/officeart/2018/2/layout/IconVerticalSolidList"/>
    <dgm:cxn modelId="{F8658CA1-FBE9-4B33-B005-EB70FDA5CC6F}" type="presParOf" srcId="{1D6E8416-F63D-4D20-8747-BCE3224AFC66}" destId="{29A3B745-357B-43F9-98D3-D0EB68166904}" srcOrd="1" destOrd="0" presId="urn:microsoft.com/office/officeart/2018/2/layout/IconVerticalSolidList"/>
    <dgm:cxn modelId="{ABB94D67-AE65-4C5D-9882-58AE08763C3E}" type="presParOf" srcId="{1D6E8416-F63D-4D20-8747-BCE3224AFC66}" destId="{826F2271-4D3C-442C-83AB-CD6778907784}" srcOrd="2" destOrd="0" presId="urn:microsoft.com/office/officeart/2018/2/layout/IconVerticalSolidList"/>
    <dgm:cxn modelId="{697F503E-523B-420D-BEEB-DAE824D13D2A}" type="presParOf" srcId="{1D6E8416-F63D-4D20-8747-BCE3224AFC66}" destId="{9A35B1C3-5C94-4439-90A8-5054E213F57C}" srcOrd="3" destOrd="0" presId="urn:microsoft.com/office/officeart/2018/2/layout/IconVerticalSolidList"/>
    <dgm:cxn modelId="{A8283332-E4F9-490F-B6D9-1724B5A911E2}" type="presParOf" srcId="{1D6E8416-F63D-4D20-8747-BCE3224AFC66}" destId="{F478676B-6CEE-457C-828C-5B92EF7BF45D}" srcOrd="4" destOrd="0" presId="urn:microsoft.com/office/officeart/2018/2/layout/IconVerticalSolidList"/>
    <dgm:cxn modelId="{DEE5A1A3-31C1-4745-915C-3381EC9AFDB2}" type="presParOf" srcId="{DCD3B5A7-5AE1-4D96-9BA6-5072DE34E81C}" destId="{70A09A95-ECB1-440A-BA5E-8D47CE159CDA}" srcOrd="5" destOrd="0" presId="urn:microsoft.com/office/officeart/2018/2/layout/IconVerticalSolidList"/>
    <dgm:cxn modelId="{0753F8C7-2826-4876-9FA0-3F12ABA64F00}" type="presParOf" srcId="{DCD3B5A7-5AE1-4D96-9BA6-5072DE34E81C}" destId="{EA93183F-331C-4F74-96F2-172026FF4B82}" srcOrd="6" destOrd="0" presId="urn:microsoft.com/office/officeart/2018/2/layout/IconVerticalSolidList"/>
    <dgm:cxn modelId="{C33B2AA9-52FF-46D4-99AA-21D552934431}" type="presParOf" srcId="{EA93183F-331C-4F74-96F2-172026FF4B82}" destId="{4DD4DE87-6095-408A-ABCB-8DA519CA5CBD}" srcOrd="0" destOrd="0" presId="urn:microsoft.com/office/officeart/2018/2/layout/IconVerticalSolidList"/>
    <dgm:cxn modelId="{D9158D8B-8F0C-4808-8747-FE2799E375C8}" type="presParOf" srcId="{EA93183F-331C-4F74-96F2-172026FF4B82}" destId="{17E3755A-4526-4A39-8377-75B6C4ECE8D8}" srcOrd="1" destOrd="0" presId="urn:microsoft.com/office/officeart/2018/2/layout/IconVerticalSolidList"/>
    <dgm:cxn modelId="{51426505-C8F3-4C58-80F3-3FE5E6EB28A9}" type="presParOf" srcId="{EA93183F-331C-4F74-96F2-172026FF4B82}" destId="{5BACBF08-2D75-47EE-9AD3-A473CE7DF7E5}" srcOrd="2" destOrd="0" presId="urn:microsoft.com/office/officeart/2018/2/layout/IconVerticalSolidList"/>
    <dgm:cxn modelId="{CC38C285-636A-4195-9012-0ABB78286CAE}" type="presParOf" srcId="{EA93183F-331C-4F74-96F2-172026FF4B82}" destId="{7F91161A-8883-4405-B36C-E48E9A1720F0}" srcOrd="3" destOrd="0" presId="urn:microsoft.com/office/officeart/2018/2/layout/IconVerticalSolidList"/>
    <dgm:cxn modelId="{045AFE11-F3DD-40AF-8D66-6E649C5485A8}" type="presParOf" srcId="{EA93183F-331C-4F74-96F2-172026FF4B82}" destId="{8EE4FA83-E4C9-4488-8EFD-98D184FFFFE9}" srcOrd="4" destOrd="0" presId="urn:microsoft.com/office/officeart/2018/2/layout/IconVerticalSolidList"/>
    <dgm:cxn modelId="{89E91178-1386-4078-B403-D2C2F016CBF0}" type="presParOf" srcId="{DCD3B5A7-5AE1-4D96-9BA6-5072DE34E81C}" destId="{74FF38FD-2C09-4392-BB5B-FE8ECCE4BEB0}" srcOrd="7" destOrd="0" presId="urn:microsoft.com/office/officeart/2018/2/layout/IconVerticalSolidList"/>
    <dgm:cxn modelId="{67FCF3E9-2405-4514-885A-A0D8DF6645C3}" type="presParOf" srcId="{DCD3B5A7-5AE1-4D96-9BA6-5072DE34E81C}" destId="{C5770148-8260-452D-A8D9-EAB2A186160E}" srcOrd="8" destOrd="0" presId="urn:microsoft.com/office/officeart/2018/2/layout/IconVerticalSolidList"/>
    <dgm:cxn modelId="{BB8D2AD5-85D6-4616-97E6-F1BD5FCEE198}" type="presParOf" srcId="{C5770148-8260-452D-A8D9-EAB2A186160E}" destId="{160576DD-3ABF-4FAE-B836-70F9AB5E72D1}" srcOrd="0" destOrd="0" presId="urn:microsoft.com/office/officeart/2018/2/layout/IconVerticalSolidList"/>
    <dgm:cxn modelId="{D31A0209-2900-4735-880C-33680A7A7A68}" type="presParOf" srcId="{C5770148-8260-452D-A8D9-EAB2A186160E}" destId="{1AEA86EE-5E28-477E-B86F-13841D02BB30}" srcOrd="1" destOrd="0" presId="urn:microsoft.com/office/officeart/2018/2/layout/IconVerticalSolidList"/>
    <dgm:cxn modelId="{5BE1A97B-D9E3-436F-9EBB-27A73CD15711}" type="presParOf" srcId="{C5770148-8260-452D-A8D9-EAB2A186160E}" destId="{0388E826-1F03-4B5B-9BC2-D4C55B334505}" srcOrd="2" destOrd="0" presId="urn:microsoft.com/office/officeart/2018/2/layout/IconVerticalSolidList"/>
    <dgm:cxn modelId="{9899868B-9326-4316-847F-53FFF34721F1}" type="presParOf" srcId="{C5770148-8260-452D-A8D9-EAB2A186160E}" destId="{E14D22C1-E2F8-4074-8CA2-BB536C3FCA09}" srcOrd="3" destOrd="0" presId="urn:microsoft.com/office/officeart/2018/2/layout/IconVerticalSolidList"/>
    <dgm:cxn modelId="{F8424DCB-5D33-4D0C-9E63-693EDF2E6164}" type="presParOf" srcId="{C5770148-8260-452D-A8D9-EAB2A186160E}" destId="{DB60B662-9751-4C3B-BFBE-643CF699415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C65B0-377B-4A42-9724-CFE5C073C4DC}">
      <dsp:nvSpPr>
        <dsp:cNvPr id="0" name=""/>
        <dsp:cNvSpPr/>
      </dsp:nvSpPr>
      <dsp:spPr>
        <a:xfrm>
          <a:off x="0" y="3291"/>
          <a:ext cx="11029615" cy="701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BD1D8-BFA6-4679-AC62-FBF3EFBFF8D8}">
      <dsp:nvSpPr>
        <dsp:cNvPr id="0" name=""/>
        <dsp:cNvSpPr/>
      </dsp:nvSpPr>
      <dsp:spPr>
        <a:xfrm>
          <a:off x="212082" y="161039"/>
          <a:ext cx="385605" cy="3856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C7DDD-DB4D-4933-A66E-741A3D9E3F71}">
      <dsp:nvSpPr>
        <dsp:cNvPr id="0" name=""/>
        <dsp:cNvSpPr/>
      </dsp:nvSpPr>
      <dsp:spPr>
        <a:xfrm>
          <a:off x="809770" y="3291"/>
          <a:ext cx="4963326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Resource Utilization</a:t>
          </a:r>
        </a:p>
      </dsp:txBody>
      <dsp:txXfrm>
        <a:off x="809770" y="3291"/>
        <a:ext cx="4963326" cy="701100"/>
      </dsp:txXfrm>
    </dsp:sp>
    <dsp:sp modelId="{0F4F4BEE-ED0F-4F59-9D5B-6582BA94DB1F}">
      <dsp:nvSpPr>
        <dsp:cNvPr id="0" name=""/>
        <dsp:cNvSpPr/>
      </dsp:nvSpPr>
      <dsp:spPr>
        <a:xfrm>
          <a:off x="5773097" y="3291"/>
          <a:ext cx="5256517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Ensures even distribution of workloads to avoid overloading any single resource.</a:t>
          </a:r>
        </a:p>
      </dsp:txBody>
      <dsp:txXfrm>
        <a:off x="5773097" y="3291"/>
        <a:ext cx="5256517" cy="701100"/>
      </dsp:txXfrm>
    </dsp:sp>
    <dsp:sp modelId="{23A62A36-36D9-44A5-8CF5-CF070A4623F6}">
      <dsp:nvSpPr>
        <dsp:cNvPr id="0" name=""/>
        <dsp:cNvSpPr/>
      </dsp:nvSpPr>
      <dsp:spPr>
        <a:xfrm>
          <a:off x="0" y="879666"/>
          <a:ext cx="11029615" cy="701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B63D5-0D71-4DB5-90E8-E7247E325BA7}">
      <dsp:nvSpPr>
        <dsp:cNvPr id="0" name=""/>
        <dsp:cNvSpPr/>
      </dsp:nvSpPr>
      <dsp:spPr>
        <a:xfrm>
          <a:off x="212082" y="1037414"/>
          <a:ext cx="385605" cy="3856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A00BE-C92F-49D7-B853-D39187B12958}">
      <dsp:nvSpPr>
        <dsp:cNvPr id="0" name=""/>
        <dsp:cNvSpPr/>
      </dsp:nvSpPr>
      <dsp:spPr>
        <a:xfrm>
          <a:off x="809770" y="879666"/>
          <a:ext cx="4963326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Response Time</a:t>
          </a:r>
        </a:p>
      </dsp:txBody>
      <dsp:txXfrm>
        <a:off x="809770" y="879666"/>
        <a:ext cx="4963326" cy="701100"/>
      </dsp:txXfrm>
    </dsp:sp>
    <dsp:sp modelId="{9E03A4FE-7D2C-446A-999F-EE1165FCF97B}">
      <dsp:nvSpPr>
        <dsp:cNvPr id="0" name=""/>
        <dsp:cNvSpPr/>
      </dsp:nvSpPr>
      <dsp:spPr>
        <a:xfrm>
          <a:off x="5773097" y="879666"/>
          <a:ext cx="5256517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Minimizes the delay in handling service requests to enhance user experience.</a:t>
          </a:r>
        </a:p>
      </dsp:txBody>
      <dsp:txXfrm>
        <a:off x="5773097" y="879666"/>
        <a:ext cx="5256517" cy="701100"/>
      </dsp:txXfrm>
    </dsp:sp>
    <dsp:sp modelId="{1F4A04C5-018B-462D-AA97-852C52897BA6}">
      <dsp:nvSpPr>
        <dsp:cNvPr id="0" name=""/>
        <dsp:cNvSpPr/>
      </dsp:nvSpPr>
      <dsp:spPr>
        <a:xfrm>
          <a:off x="0" y="1756042"/>
          <a:ext cx="11029615" cy="701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3B745-357B-43F9-98D3-D0EB68166904}">
      <dsp:nvSpPr>
        <dsp:cNvPr id="0" name=""/>
        <dsp:cNvSpPr/>
      </dsp:nvSpPr>
      <dsp:spPr>
        <a:xfrm>
          <a:off x="212082" y="1913789"/>
          <a:ext cx="385605" cy="3856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5B1C3-5C94-4439-90A8-5054E213F57C}">
      <dsp:nvSpPr>
        <dsp:cNvPr id="0" name=""/>
        <dsp:cNvSpPr/>
      </dsp:nvSpPr>
      <dsp:spPr>
        <a:xfrm>
          <a:off x="809770" y="1756042"/>
          <a:ext cx="4963326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System Health</a:t>
          </a:r>
        </a:p>
      </dsp:txBody>
      <dsp:txXfrm>
        <a:off x="809770" y="1756042"/>
        <a:ext cx="4963326" cy="701100"/>
      </dsp:txXfrm>
    </dsp:sp>
    <dsp:sp modelId="{F478676B-6CEE-457C-828C-5B92EF7BF45D}">
      <dsp:nvSpPr>
        <dsp:cNvPr id="0" name=""/>
        <dsp:cNvSpPr/>
      </dsp:nvSpPr>
      <dsp:spPr>
        <a:xfrm>
          <a:off x="5773097" y="1756042"/>
          <a:ext cx="5256517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Monitors and manages node failures to maintain system efficiency.</a:t>
          </a:r>
        </a:p>
      </dsp:txBody>
      <dsp:txXfrm>
        <a:off x="5773097" y="1756042"/>
        <a:ext cx="5256517" cy="701100"/>
      </dsp:txXfrm>
    </dsp:sp>
    <dsp:sp modelId="{4DD4DE87-6095-408A-ABCB-8DA519CA5CBD}">
      <dsp:nvSpPr>
        <dsp:cNvPr id="0" name=""/>
        <dsp:cNvSpPr/>
      </dsp:nvSpPr>
      <dsp:spPr>
        <a:xfrm>
          <a:off x="0" y="2632417"/>
          <a:ext cx="11029615" cy="701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3755A-4526-4A39-8377-75B6C4ECE8D8}">
      <dsp:nvSpPr>
        <dsp:cNvPr id="0" name=""/>
        <dsp:cNvSpPr/>
      </dsp:nvSpPr>
      <dsp:spPr>
        <a:xfrm>
          <a:off x="212082" y="2790165"/>
          <a:ext cx="385605" cy="3856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1161A-8883-4405-B36C-E48E9A1720F0}">
      <dsp:nvSpPr>
        <dsp:cNvPr id="0" name=""/>
        <dsp:cNvSpPr/>
      </dsp:nvSpPr>
      <dsp:spPr>
        <a:xfrm>
          <a:off x="809770" y="2632417"/>
          <a:ext cx="4963326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Associated Overhead</a:t>
          </a:r>
        </a:p>
      </dsp:txBody>
      <dsp:txXfrm>
        <a:off x="809770" y="2632417"/>
        <a:ext cx="4963326" cy="701100"/>
      </dsp:txXfrm>
    </dsp:sp>
    <dsp:sp modelId="{8EE4FA83-E4C9-4488-8EFD-98D184FFFFE9}">
      <dsp:nvSpPr>
        <dsp:cNvPr id="0" name=""/>
        <dsp:cNvSpPr/>
      </dsp:nvSpPr>
      <dsp:spPr>
        <a:xfrm>
          <a:off x="5773097" y="2632417"/>
          <a:ext cx="5256517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inter-node communication and task movement to optimize performance.</a:t>
          </a:r>
        </a:p>
      </dsp:txBody>
      <dsp:txXfrm>
        <a:off x="5773097" y="2632417"/>
        <a:ext cx="5256517" cy="701100"/>
      </dsp:txXfrm>
    </dsp:sp>
    <dsp:sp modelId="{160576DD-3ABF-4FAE-B836-70F9AB5E72D1}">
      <dsp:nvSpPr>
        <dsp:cNvPr id="0" name=""/>
        <dsp:cNvSpPr/>
      </dsp:nvSpPr>
      <dsp:spPr>
        <a:xfrm>
          <a:off x="0" y="3508793"/>
          <a:ext cx="11029615" cy="701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A86EE-5E28-477E-B86F-13841D02BB30}">
      <dsp:nvSpPr>
        <dsp:cNvPr id="0" name=""/>
        <dsp:cNvSpPr/>
      </dsp:nvSpPr>
      <dsp:spPr>
        <a:xfrm>
          <a:off x="212082" y="3666540"/>
          <a:ext cx="385605" cy="3856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D22C1-E2F8-4074-8CA2-BB536C3FCA09}">
      <dsp:nvSpPr>
        <dsp:cNvPr id="0" name=""/>
        <dsp:cNvSpPr/>
      </dsp:nvSpPr>
      <dsp:spPr>
        <a:xfrm>
          <a:off x="809770" y="3508793"/>
          <a:ext cx="4963326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Scalability</a:t>
          </a:r>
        </a:p>
      </dsp:txBody>
      <dsp:txXfrm>
        <a:off x="809770" y="3508793"/>
        <a:ext cx="4963326" cy="701100"/>
      </dsp:txXfrm>
    </dsp:sp>
    <dsp:sp modelId="{DB60B662-9751-4C3B-BFBE-643CF6994153}">
      <dsp:nvSpPr>
        <dsp:cNvPr id="0" name=""/>
        <dsp:cNvSpPr/>
      </dsp:nvSpPr>
      <dsp:spPr>
        <a:xfrm>
          <a:off x="5773097" y="3508793"/>
          <a:ext cx="5256517" cy="7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00" tIns="74200" rIns="74200" bIns="742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system expansion or reduction based on application demands.</a:t>
          </a:r>
        </a:p>
      </dsp:txBody>
      <dsp:txXfrm>
        <a:off x="5773097" y="3508793"/>
        <a:ext cx="5256517" cy="701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37B2-069F-CFDA-D4E8-AB88F605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FE85FAB5-1F47-765D-349C-D35026B394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3782D-550C-BE03-C761-B8801538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012536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CHAPTER 11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Load Balancing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B046F-E122-AE87-1E1A-D5B4E7DC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529" y="4942982"/>
            <a:ext cx="3313471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00EEF-7AE4-585B-31D5-2A4A168C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9939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E0E64-128E-01B6-4404-5E8C44A2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Introduction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C147-01A7-D761-EBF3-D93693E8C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822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What is Load Balancing: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Distributes workloads evenly across computing resources.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Ensures no single resource is overloaded.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Improves performance, reliability, and scalability.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Importance of Load Balancing in Cloud Computing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Optimization: Maximizes resource utilization and throughput.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Scalability: Enables dynamic resource provisioning.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Reliability: Reduces risk of total system failure.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Flexibility: Supports distributed cloud architecture.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Key Objectives of Load Balancing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Optimize resource utilization.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Minimize response time.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Avoid resource overloading.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Maintain uninterrupted service.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D5ED2-E0C4-B2A7-4243-98C79D36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238152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32A81-A9B9-7CF0-B9E2-EB2CA221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Load Balancing Architecture</a:t>
            </a:r>
            <a:endParaRPr lang="en-PK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66E7F-8775-1067-8342-1D084B9BE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98" y="2510011"/>
            <a:ext cx="4748741" cy="33834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E3025-5515-6E0E-A817-57DDB5D4B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dirty="0"/>
              <a:t>Load balancer acts as an abstraction layer over resources.</a:t>
            </a:r>
          </a:p>
          <a:p>
            <a:pPr lvl="1"/>
            <a:r>
              <a:rPr lang="en-US" dirty="0"/>
              <a:t>Front-end node: Distributes requests to back-end nodes.</a:t>
            </a:r>
          </a:p>
          <a:p>
            <a:pPr lvl="1"/>
            <a:r>
              <a:rPr lang="en-US" dirty="0"/>
              <a:t>Back-end nodes: Virtual machines and physical servers process requests.</a:t>
            </a:r>
          </a:p>
          <a:p>
            <a:r>
              <a:rPr lang="en-US" dirty="0"/>
              <a:t>Types of Load Balancing</a:t>
            </a:r>
          </a:p>
          <a:p>
            <a:pPr lvl="1"/>
            <a:r>
              <a:rPr lang="en-US" dirty="0"/>
              <a:t>Hardware-based: Multi-layer switch systems (expensive but efficient).</a:t>
            </a:r>
          </a:p>
          <a:p>
            <a:pPr lvl="1"/>
            <a:r>
              <a:rPr lang="en-US" dirty="0"/>
              <a:t>Software-based: Domain Name System (DNS) servers (cost-effective and flexible).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09C76-3972-6A91-C17B-E246C53B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177283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79624-9879-EAB3-174B-C8CF51C4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Levels of Load Balancing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9099-B5DE-AC58-D89D-E847171F0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VM Provisioning: Allocates service requests to virtual machines.</a:t>
            </a:r>
          </a:p>
          <a:p>
            <a:r>
              <a:rPr lang="en-US">
                <a:solidFill>
                  <a:srgbClr val="FFFFFF"/>
                </a:solidFill>
              </a:rPr>
              <a:t>Resource Provisioning: Maps requests to physical resources.</a:t>
            </a:r>
            <a:endParaRPr lang="en-PK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F977A-2FA2-6A28-469D-040D1822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071964"/>
            <a:ext cx="6831503" cy="469665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3957-49FB-AE9F-512B-7D006FDA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990579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3A27A-9171-F6CC-D3FD-58879351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Components of Load Balancing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DCFA3-5957-F967-8416-434221174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What we can use for load balancing:</a:t>
            </a:r>
          </a:p>
          <a:p>
            <a:r>
              <a:rPr lang="en-US" sz="2000" dirty="0"/>
              <a:t>Application server instances (CPU, memory).</a:t>
            </a:r>
          </a:p>
          <a:p>
            <a:r>
              <a:rPr lang="en-US" sz="2000" dirty="0"/>
              <a:t>Storage resources.</a:t>
            </a:r>
          </a:p>
          <a:p>
            <a:r>
              <a:rPr lang="en-US" sz="2000" dirty="0"/>
              <a:t>Network switches.</a:t>
            </a:r>
          </a:p>
          <a:p>
            <a:r>
              <a:rPr lang="en-US" sz="2000" dirty="0"/>
              <a:t>Core services: DNS, TCP, HTTP/HTTPS.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69E7D-1A90-E35D-46F7-1746D067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979209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15FC7-A4BF-BB09-DFF0-184D26DE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B05A4-157F-403C-939A-ED1B6A0A0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50BA6-59CE-9994-BC9F-BA8A5238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Challenges of Load Balancing</a:t>
            </a:r>
            <a:endParaRPr lang="en-PK" sz="4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CE107-A70B-4916-9A0B-751C70B9B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925BC7-7CC5-4A0C-9B3D-8829EBF28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4244340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0182E-07C4-27E2-D83B-5C025461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1743" y="1507415"/>
            <a:ext cx="4819091" cy="3903331"/>
          </a:xfrm>
          <a:ln w="57150">
            <a:noFill/>
          </a:ln>
        </p:spPr>
        <p:txBody>
          <a:bodyPr anchor="t">
            <a:normAutofit/>
          </a:bodyPr>
          <a:lstStyle/>
          <a:p>
            <a:r>
              <a:rPr lang="en-US" sz="2000"/>
              <a:t>Implementation complexity.</a:t>
            </a:r>
          </a:p>
          <a:p>
            <a:r>
              <a:rPr lang="en-US" sz="2000"/>
              <a:t>Maintaining performance during high traffic.</a:t>
            </a:r>
          </a:p>
          <a:p>
            <a:r>
              <a:rPr lang="en-US" sz="2000"/>
              <a:t>Adapting to unpredictable workload patterns.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7D916-28C7-4965-BA3C-287FB857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F2E1E-787D-5FC6-4E14-6145DBA6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61474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2A3C-C5B0-5699-9FAF-95D9170E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Load Balancing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90724-2B50-FE9F-87CB-339C4A821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408447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Load balancing ensures the efficient distribution of workloads across computing resources in cloud systems. Key objectives include:</a:t>
            </a:r>
          </a:p>
          <a:p>
            <a:r>
              <a:rPr lang="en-US" dirty="0"/>
              <a:t>Improving System Performance</a:t>
            </a:r>
          </a:p>
          <a:p>
            <a:pPr lvl="1"/>
            <a:r>
              <a:rPr lang="en-US" dirty="0"/>
              <a:t>Prevents resource overloading while others remain underutilized.</a:t>
            </a:r>
          </a:p>
          <a:p>
            <a:pPr lvl="1"/>
            <a:r>
              <a:rPr lang="en-US" dirty="0"/>
              <a:t>Maintains a stable and high-performing system with balanced load distribution.</a:t>
            </a:r>
          </a:p>
          <a:p>
            <a:r>
              <a:rPr lang="en-US" dirty="0"/>
              <a:t>Maximizing Fault Tolerance</a:t>
            </a:r>
          </a:p>
          <a:p>
            <a:pPr lvl="1"/>
            <a:r>
              <a:rPr lang="en-US" dirty="0"/>
              <a:t>Enhances system resilience by redirecting traffic from failed nodes to functional ones.</a:t>
            </a:r>
          </a:p>
          <a:p>
            <a:pPr lvl="1"/>
            <a:r>
              <a:rPr lang="en-US" dirty="0"/>
              <a:t>Ensures uninterrupted user experience despite node failures.</a:t>
            </a:r>
          </a:p>
          <a:p>
            <a:r>
              <a:rPr lang="en-US" dirty="0"/>
              <a:t>Accommodating Scaling</a:t>
            </a:r>
          </a:p>
          <a:p>
            <a:pPr lvl="1"/>
            <a:r>
              <a:rPr lang="en-US" dirty="0"/>
              <a:t>Supports system growth or shrinkage by redistributing workloads accordingly.</a:t>
            </a:r>
          </a:p>
          <a:p>
            <a:pPr lvl="1"/>
            <a:r>
              <a:rPr lang="en-US" dirty="0"/>
              <a:t>Adjusts load among new nodes or scales down without affecting performance.</a:t>
            </a:r>
          </a:p>
          <a:p>
            <a:r>
              <a:rPr lang="en-US" dirty="0"/>
              <a:t>Ensuring Application Availability</a:t>
            </a:r>
          </a:p>
          <a:p>
            <a:pPr lvl="1"/>
            <a:r>
              <a:rPr lang="en-US" dirty="0"/>
              <a:t>Prevents application downtime by routing traffic to less-utilized nodes.</a:t>
            </a:r>
          </a:p>
          <a:p>
            <a:pPr lvl="1"/>
            <a:r>
              <a:rPr lang="en-US" dirty="0"/>
              <a:t>Enhances overall application reliability.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5AB95-4A13-8961-13EC-19C05E826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31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882E-6550-7CB0-2E7F-540F5DF4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CEB2-DD8F-9C28-2259-4AC7A22D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Load Balancing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8ACB-E417-6EC2-7DDE-FB993A0E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41008"/>
            <a:ext cx="11029615" cy="433434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Static Approach: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Distributes loads based on predefined rules without considering the system's current state.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Uses algorithms like Round Robin and Weighted Round Robin.</a:t>
            </a:r>
          </a:p>
          <a:p>
            <a:pPr marL="3240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Dynamic Approach:</a:t>
            </a:r>
          </a:p>
          <a:p>
            <a:pPr marL="609750" lvl="1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Uses feedback from resources to distribute loads dynamically based on real-time conditions.</a:t>
            </a:r>
          </a:p>
          <a:p>
            <a:pPr marL="609750" lvl="1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Actively monitors resource statuses.</a:t>
            </a:r>
          </a:p>
          <a:p>
            <a:pPr marL="609750" lvl="1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Redirects traffic if a node fails or becomes overloaded.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130F8-D4A3-C32B-52BE-1F9930DD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73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6587-13B4-330B-8386-D5D0F5F11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F77B-812E-267A-EF79-35F6333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Load Balancing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1AB1-0399-D1B9-6D6D-B10B14CF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Dynamic load balancing can be implemented in the following ways:</a:t>
            </a:r>
          </a:p>
          <a:p>
            <a:r>
              <a:rPr lang="en-US" sz="2000" dirty="0"/>
              <a:t>Distributed Approach: All nodes share the load-balancing responsibility.</a:t>
            </a:r>
          </a:p>
          <a:p>
            <a:pPr lvl="1"/>
            <a:r>
              <a:rPr lang="en-US" sz="1800" dirty="0"/>
              <a:t>Cooperative: Nodes work together to achieve a common goal (e.g., response time improvement).</a:t>
            </a:r>
          </a:p>
          <a:p>
            <a:pPr lvl="1"/>
            <a:r>
              <a:rPr lang="en-US" sz="1800" dirty="0"/>
              <a:t>Non-Cooperative: Nodes operate independently to meet local objectives.</a:t>
            </a:r>
          </a:p>
          <a:p>
            <a:r>
              <a:rPr lang="en-US" sz="2000" dirty="0"/>
              <a:t>Non-Distributed Approach: Managed by one or a cluster of central nodes.</a:t>
            </a:r>
          </a:p>
          <a:p>
            <a:pPr lvl="1"/>
            <a:r>
              <a:rPr lang="en-US" sz="1800" dirty="0"/>
              <a:t>Centralized: A single node controls all load balancing but risks bottlenecks and single points of failure.</a:t>
            </a:r>
          </a:p>
          <a:p>
            <a:pPr lvl="1"/>
            <a:r>
              <a:rPr lang="en-US" sz="1800" dirty="0"/>
              <a:t>Semi-Distributed: A cluster of nodes divides tasks, with each cluster operating in a centralized manner.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C32C2-E8CE-5F8D-4E20-FD57567A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2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539B-FDAF-6D41-494D-52C1E686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7CD5-243C-AB28-614C-45AEAE83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for Load Balancing</a:t>
            </a:r>
            <a:endParaRPr lang="en-PK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422CE86-A8B2-1482-38A1-4AB443D7C9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048719"/>
          <a:ext cx="11029615" cy="4213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CC14A-A393-3A0A-1D2A-DC28B019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41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617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 Nova Light</vt:lpstr>
      <vt:lpstr>Wingdings 2</vt:lpstr>
      <vt:lpstr>DividendVTI</vt:lpstr>
      <vt:lpstr>CHAPTER 11 Load Balancing</vt:lpstr>
      <vt:lpstr>Introduction</vt:lpstr>
      <vt:lpstr>Load Balancing Architecture</vt:lpstr>
      <vt:lpstr>Levels of Load Balancing</vt:lpstr>
      <vt:lpstr>Components of Load Balancing</vt:lpstr>
      <vt:lpstr>Challenges of Load Balancing</vt:lpstr>
      <vt:lpstr>Goals of Load Balancing</vt:lpstr>
      <vt:lpstr>Categories of Load Balancing </vt:lpstr>
      <vt:lpstr>Dynamic Load Balancing</vt:lpstr>
      <vt:lpstr>Parameters for Load Balancing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33</cp:revision>
  <dcterms:created xsi:type="dcterms:W3CDTF">2024-08-20T00:20:53Z</dcterms:created>
  <dcterms:modified xsi:type="dcterms:W3CDTF">2025-08-18T14:44:54Z</dcterms:modified>
</cp:coreProperties>
</file>