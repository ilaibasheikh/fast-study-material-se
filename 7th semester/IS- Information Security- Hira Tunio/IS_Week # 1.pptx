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6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ppt/ink/ink18.xml" ContentType="application/inkml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8"/>
  </p:notesMasterIdLst>
  <p:sldIdLst>
    <p:sldId id="282" r:id="rId2"/>
    <p:sldId id="256" r:id="rId3"/>
    <p:sldId id="306" r:id="rId4"/>
    <p:sldId id="342" r:id="rId5"/>
    <p:sldId id="343" r:id="rId6"/>
    <p:sldId id="307" r:id="rId7"/>
    <p:sldId id="308" r:id="rId8"/>
    <p:sldId id="344" r:id="rId9"/>
    <p:sldId id="310" r:id="rId10"/>
    <p:sldId id="34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285" r:id="rId20"/>
    <p:sldId id="319" r:id="rId21"/>
    <p:sldId id="320" r:id="rId22"/>
    <p:sldId id="287" r:id="rId23"/>
    <p:sldId id="321" r:id="rId24"/>
    <p:sldId id="322" r:id="rId25"/>
    <p:sldId id="323" r:id="rId26"/>
    <p:sldId id="324" r:id="rId27"/>
    <p:sldId id="325" r:id="rId28"/>
    <p:sldId id="327" r:id="rId29"/>
    <p:sldId id="263" r:id="rId30"/>
    <p:sldId id="328" r:id="rId31"/>
    <p:sldId id="341" r:id="rId32"/>
    <p:sldId id="329" r:id="rId33"/>
    <p:sldId id="330" r:id="rId34"/>
    <p:sldId id="331" r:id="rId35"/>
    <p:sldId id="332" r:id="rId36"/>
    <p:sldId id="333" r:id="rId37"/>
  </p:sldIdLst>
  <p:sldSz cx="12192000" cy="6858000"/>
  <p:notesSz cx="6400800" cy="86868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29" autoAdjust="0"/>
    <p:restoredTop sz="90265" autoAdjust="0"/>
  </p:normalViewPr>
  <p:slideViewPr>
    <p:cSldViewPr snapToGrid="0">
      <p:cViewPr varScale="1">
        <p:scale>
          <a:sx n="104" d="100"/>
          <a:sy n="104" d="100"/>
        </p:scale>
        <p:origin x="8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8-22T09:57:55.7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1,'1540'0,"-1511"1,52 10,6 1,401-8,-269-6,-180 4,0 2,72 17,-67-11,81 7,256-16,-178-3,179 18,303-4,-430-14,1140 2,-1362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2-08-26T03:34:02.2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12229 5432 0,'49'0'63,"1"0"15,-25 0-16,0 0-30,-1 25-17,26 0 1,-25-25-1,0 0-15,-1 0 16,26 0 0,-25 0-1,0 0 1,-1 0 15,26 0-15,-25 25-1,0-25 17,-1 0-17,26 0 1,-25 0 15,0 0-31,-1 0 16,26 0-1,-25 0 1,0 0 0,-1 0-1,26 0 17,-25 0-17,0 0 1,49 0-16,-49-25 15,0 25 17,0 0-32,49-25 15,-49 25 1,0 0-16,24 0 16,-24 0-1,0 0-15,0 0 16,-1 0-16,26-25 15,-25 25 1,0 0 0,49 0-1,-49 0 1,0 0 0,24 0-1,-24 0 1,0 0-1,0 0 48,24 0-63,-24 0 31,0 0-15,0 0-1,24 0 17,-24 0-17,0 0 1,0 0 15,24 0 0,-24 0-15,25 25 0,-26 0 15,1-25 31,0 0-30,0 25-17,0-25 1,24 0 0,-24 0-1,0 0 16,0 0 173,0-25-142,-1 25-46,1-25-1,0 25 126</inkml:trace>
  <inkml:trace contextRef="#ctx0" brushRef="#br0" timeOffset="7270.76">17661 5407 0,'25'0'187,"0"0"-171,-1 0 0,26 0-1,-25 0 1,74 0 0,-74 0-1,24 0 1,1 0-1,-25 0-15,24 0 16,-24 0-16,0 0 16,0 0-1,24 0 1,26 0 0,-26 0-1,1 0 1,-25 0-1,0 0 1,-1 0 15,26 0-15,-25 0 31,0 0-16,0 0-15,24 0-16,-24 0 15,0 0 1,0 0 0,49 0-1,-49 0 1,49 0-1,-24-49 1,24 49 0,-24-25 15,49 25-15,-25 0-1,1 0 1,-50-25-1,49 25 1,-24 0 0,24-25-1,-24 25 1,-1 0 0,-24 0-1,0 0 1,0 0-1,24 0 1,1 0 0,24 0 15,-49 0-15,0 0-1,49 0 1,-49 0-1,25 0 1,24 25 0,-24-25-1,-25 25-15,49 0 16,-24 0 0,-1-25-16,-24 0 15,49 24 1,-24-24-1,24 0 1,-49 0 0,0 0 15,0 0-15,49 0-1,-49 0 1,0 0-1,25 0 1,-26 0 0,26 0-1,24 0 1,-24 0 0,0 0-1,-1 0 1,26 0-1,-26 0 1,26 0 0,-51 0 15,26 0-15,0 0-16,-1 0 15,-24 0-15,25 0 16,-1 0-1,-24 0 1,50 0 0,-51 0-1,1 0 1,50 0 0,-26 0-1,26 0 1,-51 0-1,1 0 1,25 0-16,-25 0 16,-1 0 15,1 0 0,25 0-15,-25 0 15,-1 0-15,1 0-1,25 0 17,-25 0-32,-1 0 31,1 0-16,25 0 1,-25 0 31,-1 0-31,1 0-1,25 0 48,-25 0-1,-1 0-46,1 0-1,25 0 1,-25 0 62,0 0-62,-1 0 234</inkml:trace>
  <inkml:trace contextRef="#ctx0" brushRef="#br0" timeOffset="9816.1">1935 6201 0,'25'-25'63,"-1"25"-32,26 0-15,0 0-1,-26 0 1,51 0 0,24 0-1,-49 0 1,49 0 0,0 0-1,-49 0 16,-26 0-15,26 0 0,-25 0-1,0 0 1,49 0 0,-49 0-1,25 0 1,49 50-1,-74-50 1,49 0 0,-24 0-1,49 0 1,-25 0 0,-49 0-16,0 0 15,49 0-15,-49 0 16,0 0-1,24 25 17,-24-25-17,0 0 1,0 0 0,0 0-1,24 0-15,-24 0 31,25 0-15,-1 0 0,-24 0-16,0 0 15,0 0 1,24 0 15,-24 0-31,0 0 16,0 0-1,49 0 17,-49 0-17,0 0 1,24 0 15,-24 0-15,0 0 31</inkml:trace>
  <inkml:trace contextRef="#ctx0" brushRef="#br0" timeOffset="27922.39">21754 6251 0,'25'0'156,"24"0"-156,1 0 16,-1 0-16,26 0 15,-1 0 1,50 0-1,-49 0 17,-51 0-17,1 0 1,25 0 0,-25 0-1,24 0 1,26 0-1,-26 0 1,26 0 0,-51 0-1,1 0 1,25 0 0,-25 0-1,24 0 1,26 0 15,-50 0-15,-1 0-1,51 0 1,-26 0 0,26 25-1,-26-25 1,26 0-1,-50 0 1,-1 0 0,26 0-1,-25 0 1,0 0 0,49 0-1,-24 0 1,24 0-1,-24 0 17,24 0-17,-24 0 1,24 0 0,-49 0-1,0 0 1,49 0-1,-49 0 1,0 0 0,0 0-1,24 0 17</inkml:trace>
  <inkml:trace contextRef="#ctx0" brushRef="#br0" timeOffset="30860.6">1935 7045 0,'25'0'125,"-1"0"-125,26 0 15,-25 0-15,99 0 16,-25 0 15,-25 0-15,26 0-1,-26 0 1,-24 0 0,24 0-1,-24 0 1,24 0-1,-24 0 1,-25 0-16,24 0 16,-24 0-1,25 0-15,24 0 16,25 0 0,-24 0-1,-1 0 1,-24 0-1,24 0 1,-49 0 0,49 0-1,-49 0 17,25 0-17,-1 0-15,1 0 16,-25 0-1,24 0 1,-24 0-16,0 0 16,0 0-1,49 0 1,-24 0 0,24 0-1,-24 24 1,-1 1-1,1-25 17,-25 0-17,24 0-15,-24 0 0,0 0 16,0 0-16,49 0 31,-24 0-15,-1 0-16,1 0 15,-25 0 17,24 0-17,-24 0 1,0 0 31,0 0-16,24 0-15,-24 0-1,0 0 1,0 0 0,25 0-1,-26 0 1,1 0-1,0 0 1,25 0 15</inkml:trace>
  <inkml:trace contextRef="#ctx0" brushRef="#br0" timeOffset="38372.04">12477 7020 0,'25'25'47,"-1"-25"-32,26 0 1,0 49 0,49-24-1,25-25 1,25 25-1,-1 0 1,26-25 0,-50 0-1,25 0 1,0 0 0,0 0-1,24 0 1,-98 0 15,24 0-15,-25 0-1,1 0 1,-1 0 0,50-25-1,-25 25 1,1 0-1,-26 0 1,25 0 0,0 0-1,-24 0 1,24 0 0,0 0-1,-49 0 1,0 0 15,-1 0-15,100 0-1,-50 0 1,-24 0 0,-26 0-1,50 0 1,-49 0-1,24 0 1,-24 0 0,49 0-1,-24 0 1,-26 0 0,26 0-1,-1 0 16,1 0-31,-1 0 16,-24 0-16,-1 0 16,50 0-1,25 0 1,-24 0 0,48 0-1,-48 0 1,48 0-1,1 0 1,0 0 0,0 0-1,-25 0 1,-74 0-16,74 0 16,-50 0-1,-24 0-15,49 0 16,25 0 15,0 0-15,-25 0-1,75 0 1,-50 0 0,0 0-1,25 0 1,-25 0-1,74 0 1,-148 0-16,148 0 16,-148 0-1,24 0-15,50 0 16,-25 0 0,-24 0-1,49 0 16,0 0-15,50 0 0,-26 0-1,1 0 1,-25 0 0,0 0-1,-99 0-15,99 0 16,-50 0-16,-24 0 15,74 0 1,-49 0 0,73 0-1,-48 0 1,-1 0 0,-25 0-1,25 0 16,1 0-15,-51 0 0,26 0-16,-26 0 15,1 0-15,-1 0 0,26 0 16,49 0 0,-50 0-1,26 0 1,-1 0-1,0 0 1,-49 0 0,24-50-1,0 50 1,26-25 0,-1 25-1,-50 0 16,1 0-31,0-24 16,-26 24-16,26 0 16,0-25-1,24-25 1,1 50 0,-26 0-1,-24 0 1,0 0 15,0 0-15,24 0 15,-24 0 0</inkml:trace>
  <inkml:trace contextRef="#ctx0" brushRef="#br0" timeOffset="42726.7299">1786 7838 0,'25'0'63,"0"0"-63,-1 0 15,51 25 1,-50-25 0,49 0-1,-24 0 1,49 0 0,0 0-1,25 0 1,25 0-1,-25 0 1,0 0 15,0 0-15,-25 0 0,25 0-1,0 0 1,0 0-1,0 0 1,25 0 0,-25 0-1,-25 0 1,25 0 0,-49 0-1,24 0 1,25 0-1,0 0 1,-25 0 15,25 0-15,-25 0 0,-49 0-1,49 0 1,1 0-1,-26 0 1,124 0 0,-98 0-1,-51 0 1,26 0 0,-51 0-1,100 25 1,-24-25-1,24 0 1,49 0 15,-24 0-15,-25 0 0,75 25-1,-51-25 1,-24 0-1,1 0 1,23 0 0,26 0-1,-25 0 17,-25 0-17,0 0-15,0 0 16,-25 0 15,-25 0-15,26 0-1,24 0 1,-99 0-16,74 0 16,-74 0-16,49 0 15,-24 0 1,24 0-1,-24 0 1,24 0 0,75 24-1,-75 1 1,1-25 0,49 0-1,25 0 1,-25 0-1,-50 0-15,50 0 16,-74 0 0,24 0-1,25 0 1,0 0 0,25 0-1,-49 0 1,49 0-1,-25 0 1,25 0 0,25 0-1,-25 0 1,74 0 0,-98 0-16,24 0 15,-50 0 1,-24 0-16,99 0 15,-1 0 1,1 0 15,25 0-15,-25 0 0,-1 0-1,1 0 1,-25 0-1,0 0 1,0 0 0,-49 0-16,24 0 15,-74 0 1,24 0-16,51 0 16,-1 0-1,25 0 1,25 0-1,-25 0 1,49 0 15,26 0-15,-50 0 0,-25 0-1,0 0 1,-75 0-16,51 0 15,-51 0-15,1 0 16,74 0 0,0 0 15,0 0-15,-25 0-1,25-25 1,-25 1-1,0 24 1,-24 0 0,24-25-1,0 25 1,-74 0-16,74 0 16,-49 0-1,0 0-15,49-25 16,0 0-1,0 0 1,0 25 0,1 0-1,-26 0 17,50 0-17,0 0 1,-25 0-1,25 0 1,-49 0-16,49 0 16,-75 0-16,26 0 15,49 0 1,-50 0 0,25 0-1,1 0 1,-1 0-1,-25 0 1,26 0 0,-1 0-1,0 0 17,-25 0-17,1 0-15,-1 0 16,-24 0-16,-1 0 15,26 0 1,24 0 0,-24 0-1,-26 0 1,26 0 0,-1 0-1,-24 0 1,49 0-1,-25 0 1,-24 0 0,24 0-16,-24 0 31,-25 0-15,24 0-16,-24 0 15,0 0 1,0 0-1,49 0 1,-49 0 0</inkml:trace>
  <inkml:trace contextRef="#ctx0" brushRef="#br0" timeOffset="55519.61">7541 12030 0,'24'0'15,"26"0"16,-25 0-31,0 0 16,49 0 0,-24 0-1,49 0 1,0 0 0,-49 0-1,-25 0 1,74 0-1,0 25 1,-49-25 0,49 25-1,-25-25 17,-24 0-17,24 0 1,-24 0-1,24 0 1,1 0 0,24 0-1,-25 25 1,-49-25-16,0 0 16,25 24-1,-26-24 1,1 0-1,25 0-15,24 0 16,25 0 0,25 50-1,0-50 17,-24 0-17,-1 0 1,-25 0-1,-24 0 1,49 0 0,-24 0-1,-1 0 1,50 0 0,0 0-1,50 0 1,-100 0-1,50 0 1,-50 0 0,-24 0-1,0 0 17,-1 0-17,50 0 1,-74 0-1,50 0 1,-1 0 0,1 0-1,-51 0 1,51 0 0,-1 0-1,1 0 1,-26 0-1,26 0 1,-51 0 0,51 0 15,-1-25-15,25 25-1,1-25 1,-1 25-1,-25-24 1,75 24 0,0 0-1,25 0 1,-26 0 0,-48-50-1,24 25 1,-25 25-1,0-25 1,-24 25 0,24 0-1,-25 0 17,-24 0-17,49 0 1,-49 0-1,24 0 1,0-24 0,1-1-1,-50 0 1,99 25 0,-50 0-1,25 0 1,-24 0-1,49 0 1,49 0 0,-98 25-1,49-25 17,0 0-17,-25 0 1,0 0-1,25 0 1,-24 25 0,-26-1-1,0-24 1,-24 0 0,49 50-1,-74-50 1,74 0-1,-24 25 1,-1-25 0,0 0-1,26 0 17,-26 0-17,0 0 1,26 0-1,-26 0 1,25 0 0,-24 0 15,-26 0-15,51 0-16,-76 0 15,76 0 1,-51 0 15,50 0-15,1 0-1,-1 0 1,-25 0 0,1 0-1,-51 0 1,51 0 15,-25 0-15,24 0-16,-24 0 31,24 0-15,0 0-1,1 0 1,24 0-1,-49 0 1,24 0-16,-49 0 16,0 0-1,-1 0-15,76 0 16,-76 0 0,51-25-1,-26 25 1,51-25-1,-1 0 17,-74 25-17,49 0 1,-49 0 0,25 0-1,24 0 1,25 0-1,-49 0 1,49 0 0,-49 0-1,-1 0 1,1 0 0,24 0-1,-24 0 1,24 0-1,-49 0 17,25 0-17,-1 0-15,1 0 16,-25 0-16,24 0 16,-24 0-1,0 0 1,74 0-1,-74 0 1,49 0 0,-49 0-1,25 0 1,-1 0 0,-24 0-1,0 0 1,49 0-1,-24 0 17,24 0-17,-24 0 1,24 0 0,1 0-1,-1 0 1,26 0-1,-26 0 1,0 0 0,-24 0-1,49 0 1,-74 0-16,25 0 16,-26 0-1,1 0-15,50 0 16,-26 0-1,26 0 17,-51 0-17,1 0 1,0 0 0,49 0-1,-49 0 1,0 0-1,25 0 1,-26 0-16,1 0 16,50 0-1,-50 0-15,-1 0 16,1 0 0,25 0-1,-1 0 1,-24 0-1,25 0 17,-25 0-17,-1 0 1,1 0 0,50 0-1,-1 50 1,-49-50-1,24 0 1,26 0 0,-1 0-1,25 0 1,-24 0 0,-1 0-1,26 0 1,-26 0-1,-24 0 17,24 0-17,0 0 1,1 0 0,-50 0-1,-1 0 1,26 0-1,0 0 1,-26 0 0,26 0-1,-25 0 1,0 0 0,49 0-1,-49 0 1,0 0-16,-1 0 15,26 0 1,-25 0 0,0 0-1,-1 0 1,26 0 0,-25 0-1,0 0 1,-1 0-1,26 0 1,-25 0 0,0 0-1,0 0 1,24 0-16,-24 0 16,0 0 15,0 0-16,24 0 1,-24 0 0,0 0-1,0 0 1,24 0 15,-24 0 47</inkml:trace>
  <inkml:trace contextRef="#ctx0" brushRef="#br0" timeOffset="67933.23">6003 12774 0,'25'0'78,"-1"0"-15,26 25-47,-25-25-16,0 0 15,-1 0 1,1 0-1,25 0-15,-25 0 16,-1 0 15,26 25-15,0-25 0,-26 0-1,1 0-15,25 0 16,-25 0-16,-1 0 15,1 0 1,50 0 0,-26 0-1,26 0 1,-26 0 0,26 0-1,-26 0 1,26 0-1,-26 0 1,26 0 15,-26 0-31,51 0 16,-76 0-16,26 0 16,-25 0-1,24 0 1,51 0-1,-26 0 1,0 0 0,1 0-1,-26 0 1,-24 0 0,0 0-1,25 0 1,-26 0-16,51 0 15,-50 0 1,0 0 0,24 0 15,-24 0-31,0 0 16,49 0-1,-24 0 1,49 0-1,-49 0 1,-1 0 0,-24 0-1,0 0 1,49 0 0,-24 0 15,24 0-16,-24 0 1,24 0 0,-24 0-1,24 0 1,-49 0 0,25 0-1,24 0 1,-49 0-1,0 0 1,24 0-16,1 0 16,-25 0-1,24 0 1,-24 0-16,0 0 31,49 0-15,-49 0-1,0 0 1,0 0 0,24 0-16,-24 0 31,25 0-15,-1 0-1,26 0 1,-26 0-1,1 0 1,-25 0 0,24 0-1,1 0 1,-25-25 15,25 25 172,-26 0-187,1 0 0,25 0-1,-1 0 1,1 0-16,24 0 15,-49 0 1,0 0-16,99 0 16,-25 0 15,0 0-15,-49 0-1,24 0 1,-24 0-1,24 0 1,-24 0 0,0 0-1,-26 0 1,1 0 0,0 0-1,25 0 1,-25 0-1,-1 0 1,1 0 0,25 0 15,-1 0-15,-24 0-1,50 0 1,-51 0-1,76 0 1,-76 0-16,76 0 16,-51 0-16,26 0 15,49 0 1,0 0 0,-25 0-1,25 0 1,-50 0-1,50 0 1,-24 0 0,24 0 15,-25 0-15,25 0-1,0 0 1,-75 0-1,26 0 1,-25 0 0,24 0-1,-24 0 1,24 0 0,25 0-1,-24 0 1,49 0-1,-50 0 1,25 25 0,-74-25-1,25 0 1,-1 0-16,-24 0 16,49 0-1,26 0 1,-1 0-1,25 0 1,-25 0 0,0 0-1,-24 0 1,24 0 0,-25 0-1,-24 0 1,-25 0-16,49 0 15,-49 0 1,0 0-16,49 0 16,-49 0 15,49 0-15,-24 0-1,25 0 1,-51 0-1,26 0 1,49 0 0,-24 0-1,-26 0 1,50 0 0,-49 0-1,49 0 1,0 0-1,1 0 1,-26 0 0,0 0-1,-24 0 1,25 0 0,-26 0 15,26 0-16,-26 0 1,75 0 0,-25 0-1,-24 0 1,-26 0 0,26 0-1,-26 0 1,-24 0-1,50 0 1,-26 0 0,26 0 15,-26 0-15,26 0-1,-51 0 1,51 0 515,-25 0-515,-26 0-16,26 0 15,0 0-15,-26 0 16,26 0-16,-25 0 16,0 0-16,-1 0 15,26 0 1,-25 0-1,0 0-15,-1 0 16,26 0 15,-25 0-15,0 0 0,-1 0 15,26 0 0,-25 0-15,0 0-1,49 0 1,-49 0 15,0 0-31,-1 0 16,51 0-16,-50 0 15,-1 0-15,26 0 16,-25 0-16,0 0 16,0 0 15,24 0-15,-24 0-1,0 0 1,0 0-1,24 0-15,1 0 16,-25 0-16,24 0 16,26 0-1,-26 0 1,1-25 0,24 25-1,-24 0 1,-25 0-1,74 0 1,-74 0 0,49 0 15,-49 0-31,74 0 16,-74 0-16,0 0 15,49 0 1,50 0-1,-74 0 1,24 0 0,25 0-1,-74 0 1,25 0 0,24 0-1,-24 0 1,24 0-1,-49 0-15,74 0 16,-74 0 0,49 0-16,-24 0 31,49 0-15,-49 0-1,0 0 1,-26 0-1,26 0 1,24 0 0,-24 0-1,24 0 1,-24 0-16,0 0 16,-26 0-16,1 0 15,0 0 1,25 0-1,-26 0 1,26 0 0,24 0 15,26 0-15,-26 0-1,25 0 1,-24 0-1,-50 0 1,-1 0 0,1 0-16,50 0 15,-51 0-15,1 0 16,50 0 0,24 0-1,-50 0 1,51 0-1,-1 0 1,0 0 0,0 0 15,-24 0-15,49 0-1,-75 0 1,26 0-16,24 0 15,-74 0-15,0 0 16,74 25 0,-50-25-1,26 0 1,24 0 0,-49 0-1,49 0 1,-50 0-1,1 0 1,-25 0 0,24 0 15,1 0-15,-25 0-1,0 0 1,-1 0 15,26 0-15,-25 0-1,0 0 1,0 0 15,24 0-31,-24 0 16,0 0-1,0 0-15,24 0 16,-24 0 0,0 0-1,0 0 32</inkml:trace>
  <inkml:trace contextRef="#ctx0" brushRef="#br0" timeOffset="89970.4899">1960 13593 0,'24'0'63,"51"0"-63,-26 0 15,26 0 1,24 25 0,-25-25-1,26 49 1,-1-49 0,0 0-1,-74 0-15,99 0 16,-74 0-1,-1 0-15,26 0 16,49 0 0,-25 0-1,-25 0 1,-24 0 15,24 0-15,1 0-1,-1 0 1,-24 0-16,49 0 16,-74 0-16,49 0 15,-49 0-15,49 0 16,-24 0 0,-25 0-16,24 0 15,1 0 1,-25 0-16,0 0 15,-1 0 1,1 0-16,25 0 16,-1 0-1,-24 0-15,25 0 16,49 0 15,-74 0-31,49 0 16,-49 0-16,0 0 0,24 0 15,26 0 1,-26 0-16,-24 0 16,75 0-1,-76 0 1,1 0-16,0 0 0,25 0 16,-1 0-1,-24 0-15,25 0 0,-26 0 16,1 0-1,50 0-15,-26 0 0,-24 0 16,25 0-16,-26 0 16,26 0-16,24 0 15,-49 0-15,50 0 16,-26 0 0,26 0-16,-26 0 15,26 0-15,-26 0 16,51 0-16,-51 0 15,50 0-15,-74 0 16,99 0 0,-49 0-16,-51 0 15,76 0 1,-51 0-16,1 0 16,-25 0-16,24 0 15,75 0 1,-74 0-16,0 0 15,24 0 1,-24 0-16,24 0 0,-24 0 16,24 0-16,50 0 15,-99 0-15,24 0 0,51 0 32,-76 0-32,26 0 31,0 0-31,-26 0 15,51 0-15,-50 0 16,-1 0-16,51 0 16,-50 0-16,-1 0 0,51 0 0,-50 0 31,49 0-31,-24 0 16,24 0-16,-24 0 15,24 0-15,1 0 16,-1 0-16,-24 0 15,49 0-15,-25 0 16,-24 0-16,24 0 16,-24 0-16,49 0 15,-74 0-15,49 0 16,-49 0-16,25 0 0,24 0 16,-24 0 15,24 0-31,-24 0 15,-1 0-15,1 0 16,74 0 0,-50 0-16,-24 0 15,24 0-15,-24 0 0,-25 0 0,49 0 0,-24 0 32,49 0-17,-24 0-15,-26 0 0,75 0 16,-49 0-1,-26 0-15,26 0 32,-51 0-32,76 0 15,-51 0-15,-24 0 0,49 0 16,-24 0 0,0 0-16,-26 0 31,1 0-31,0 0 15,25 0-15,-26 0 0,1 0 16,75 0 0,-76 0-16,1 0 0,25 0 0,-1 0 15,-24 0 1,25 0-16,-25 0 0,24 0 16,1 0-1,-1 0-15,-24 0 0,50 0 16,-26 0-1,26 0-15,-51 0 0,1 0 16,50 0-16,-51 0 16,51 0-16,-50 0 15,-1 0-15,76 0 32,-51 0-32,1 0 15,0 0-15,24 0 16,-24 0-16,24 0 15,-24 0-15,24 0 16,50 0 0,-74 0-16,24 0 15,50 0 1,-74 0-16,24 0 16,1 0-16,-1 0 15,50 0 1,-25 0-16,-74 0 15,25 0-15,74 0 16,-75 0 0,1 0-16,49 0 15,-49 0 1,-1 0 0,1 0-16,-25 0 15,49 0-15,-49 0 16,49 0-16,-49 0 15,25 0-15,-1 0 16,1 0-16,-25 0 16,49 25-16,-49-25 15,25 0-15,-1 0 16,-24 0-16,0 0 16,49 0-16,-49 0 15,0 0-15,24 0 16,1 0-16,24 0 15,-24 0-15,24 0 16,-49 0-16,25 0 16,24 0-16,-49 0 15,50 0-15,-26 0 16,-24 0 0,49 0-16,-24 0 15,74 0 1,-50 0-16,-24 0 15,24 0-15,-24 0 16,74 0 0,-74 0-16,24 0 15,-24 0-15,-1 0 16,-24 0-16,50 0 16,-51 0-1,51 0 1,-26 0-1,-24 0 1,50 0-16,-51 0 16,51 0-16,-26 0 15,26 0 1,-50 0 0,24 0-16,1 0 15,-1 0-15,-24 0 16,25 0-16,-1 0 15,-24 0-15,25 0 16,-1 0 0,-24 0-16,25 0 15,-25 0-15,-1 0 16,1 0 0,25 0-16,-25 0 0,0 0 15,-1 0 1,26 0-16,-25 0 0,0 0 15,-1 0 1,26 0-16,-25 0 16,0 0-1,-1 0 1,26 0 0,-25 0-1,0 0 1,-1 0-1,26 0 1,-25 0 15,0 0-15,-1 0 0,26 0-1,-25 0 1,0 0-1,-1 0-15,26 0 16,-25 0 0,0 0-1,-1 0 79,26 0-63,-25 0 1,0 0-1,-1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2-08-26T03:35:49.3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15032 10046 0,'49'0'78,"-24"0"-78,49 0 16,-24 0-16,149 0 15,-125 0 1,25 0-16,100 0 16,-125 0-1,25 0 1,0 0-16,1 0 31,24 0-31,0 0 0,-99 0 16,-1 0-16,1 0 15,74 0 1,-74 0-16,25 0 16,-1 0-16,26 0 15,-50 0 1,24 0-16,26 0 0,-26 0 15,1 0 1,-25 0-16,-1 0 0,51 0 16,-50 0-1,24 0-15,1 0 0,-1 0 16,26 0 0,49 0-1,-74 0 1,49 0-16,25 0 15,-25 0-15,-25 0 0,26 0 16,-1 0-16,0 0 16,25 0-1,-74 0-15,24 0 16,25 0 0,-49 0-16,0 0 15,-1 0-15,1 0 31,49 0-15,0 0-16,-49 0 16,49 0-1,-49 0 1,24 0-16,25 0 16,-49 0-1,24 0-15,50 0 16,-74 0-1,24 0-15,1 0 16,-1 0 0,-24 0-16,49 0 0,0 0 0,-24 0 15,24 0 1,0 0 0,25 0-16,0 0 15,0 0-15,0 0 16,0 0-16,-25 0 0,-24 0 15,-1 0-15,25 0 16,-49 0 0,0 0-16,24 0 0,0 0 15,-24 0 1,25 0-16,-26 0 0,50 0 16,-24 0-1,-1 0-15,25 0 16,-24 0-16,-1 0 0,25 0 15,-24 0-15,-26 0 16,51 0-16,-51 0 16,51 0-1,-26 0-15,0 0 16,1 0 0,-50 0-16,49 0 15,-49 0-15,74 0 16,-49 0-1,24 0-15,0 0 32,1 0-32,-26 0 15,1 0-15,0 0 16,49-25-16,-74 25 16,49 0-1,-49 0-15,0 0 16,49 0-16,-49 0 15,25 0 1,-1 0 0,-24 0-1,25 0-15,-1 0 16,-24 0 0,0 0-1,0 0-15,24 0 16,-24 0 15,0 0-15,0 0-1,24 0 1,-24 0 15,0 0-15,0 0-1,24 0 1,-24 0 0,0 0-1,0 0 1,24 0-16,-24 0 16,0 0-1,0 0 32,24 0-31,-24 0-1,0 0 17,0 0 30</inkml:trace>
  <inkml:trace contextRef="#ctx0" brushRef="#br0" timeOffset="4807.22">24978 10021 0,'25'0'47,"0"25"-31,0 0 0,24-25-1,-24 0 1,0 0-16,0 0 0,74 25 15,-25-25 1,-24 0-16,-25 0 16,99 0-1,25 0 1,-100 0-16,1 0 16,24 0-16,-24 0 15,74 0 1,-50 0-1,-24 0 1,24 0-16,75 0 16,-124 0-16,74 0 15,25 0 1,-25 0-16,1 0 16,48 0-1,-48 0-15,-26 0 16,25 0-16,-49 0 15,99 0 1,-100 0-16,26 0 16,-26 0-1,26 0-15,-50 0 0,24 0 16,26 0 0,-51 0-16,51 0 0,-50 0 15,74 0-15,25 0 16,-50 0-1,1 0 1,-50 0-16,49 0 16,-24 0-16,24 0 15,-24 0-15,-26 0 16,51 0-16,-50 0 16,49 0-16,-24 0 15,24 0-15,-49 0 16,24 0-16,1 0 15,0 0-15,24 0 16,-49 0-16,0 0 16,0 0-16,74 0 15,-74 0 1,49 0-16,-49 0 16,49 0-1,-24 0-15,-25 0 16,74 0-16,25 0 31,-99 0-31,74 0 16,-74 0-16,49 0 15,25 0-15,-74 0 16,25 0 0,-1 0-1,1 0 1,-25 0-16,74 0 15,-49 0-15,24 0 16,25 0 0,-49 0-1,24 0-15,-24 0 16,-1 0-16,-24 0 16,0 0-16,49 0 15,-49 0-15,0 0 16,0 0-16,24 0 15,-24 0 1,0 0 0,0 0-1,25 0 1,-26 0 46</inkml:trace>
  <inkml:trace contextRef="#ctx0" brushRef="#br0" timeOffset="9363.21">1811 11038 0,'25'0'46,"49"0"-46,-49 0 16,0 0-16,49 0 16,0 25 15,26-25-15,-26 0-1,50 25 1,-25-25-1,50 24 1,-74-24 0,49 0-1,-50 0-15,25 25 16,-49-25 0,-25 0-16,148 50 15,1-50 1,-25 0-1,49 0 1,-24 0 0,49 25-1,-99-25 1,-25 0 0,25 0-1,-25 0-15,-49 0 0,49 0 16,25 0-16,-49 0 15,-1 0-15,50 0 16,-25 0-16,50 0 16,-74 0-1,-26 0-15,75 0 16,-74 0-16,24 0 16,-49 0-16,50 0 15,-51 0 1,1 0-16,74 0 15,-49 0 1,0 0-16,-1 0 16,26 0-16,-26 0 15,26 0 1,-26 0-16,50 0 16,-24 0-16,-26 0 0,26 0 15,-26 0 1,51 0-16,-51 0 0,26 0 15,-26 0-15,1 0 16,0 0-16,-26 0 16,26 0-16,-25 0 15,0 0-15,-1 0 16,51 0 0,-26 0-16,1 0 15,-25 0-15,24 0 16,26 0-1,-26 0-15,26 0 16,-50 0-16,74 0 31,-50 0-31,26 0 16,-25 0 0,24 0-16,-49 0 15,74 0 1,-74 0-16,0 0 15,49 0-15,-49 0 16,49 0 0,-49 0-16,0 0 15,0 0 1,24 0-16,-24 0 0,0 0 16,0 0-1,24 0 1,1 0-1,-25 0 1,49 0-16,-49 0 16,0 0-16,24 0 15,-24 0 1,0 0-16,0 0 16,24 0 15,-24 0 0,0 0-31,0 0 16,24 0-1,-24 0 17</inkml:trace>
  <inkml:trace contextRef="#ctx0" brushRef="#br0" timeOffset="13604.97">9351 11162 0,'0'0'0,"50"0"0,24-25 0,-24 25 15,173-25 1,-124 25 0,-24 0-16,123 0 15,-74 0 1,-24 0 0,-26 0-16,25 0 15,0 0-15,1 0 0,-51 0 16,100 0-1,-75 0-15,26 0 16,49 0 0,-100 0-16,26 0 15,-26 0-15,50 0 16,-49 0 0,24 0-16,1 0 0,-50 0 15,24 0 1,1 0-16,-1 0 0,-24 0 15,50 0 1,-51 0-16,1 0 0,74 0 16,-49 0-16,99 0 15,-99 0 1,24 0 0,-49 0-16,74 0 15,-74 0-15,0 0 16,49 0-16,-24 0 15,-26 0 1,51 0-16,-50 0 16,74 0-16,-25 0 15,25 0-15,1 0 16,123 0 0,-124 0-16,-24 0 15,-1 0-15,100 0 16,-75 0-1,-25 0-15,1 0 16,24 0-16,0 0 16,0 0-16,-24 0 15,49 0-15,99 0 32,-124 0-32,25 0 15,25 0 1,-50 0-16,-49 0 15,0 0-15,24 0 16,25 0-16,-24 0 16,-1 0-1,0 0-15,1 0 16,-1 0-16,25 0 16,1 0-16,48 0 15,-48 0 1,-51 0-16,26 0 15,-26 0-15,26 0 16,-50 0-16,74 0 16,-74 0-16,74 0 15,-50 0-15,26 0 16,-26 0 0,51 0-16,-51 0 15,26 0-15,-26 0 16,26 0-16,-26 0 15,1 0-15,0 0 16,24 0-16,-49 0 0,24 0 16,1 0-1,24 0-15,1 0 0,-26 0 16,26 0 0,-26 0-16,26 0 0,-26 0 15,26 0-15,-26 0 16,26 0-16,-26 0 15,76 0 1,-51 0 0,-24 0-16,-1 0 15,1 0-15,49 0 16,-49 0 0,24 0-1,-24 0-15,74 0 16,-75 0-16,1 0 15,49 0 1,-74 0-16,0 0 16,49 0-1,-49 0-15,0 0 16,24 0-16,-24 0 16,0 0-1,0 0-15,49 0 0,-49 0 16,0 0-1,24 0-15,-24 0 0,0 0 16,0 0 0,24 0-16,1 0 15,-25 0 17,24 0-32,-24 0 15,25-49-15,-1 49 16,-24 0-1,25-25-15,-1 25 32,-24 0-17,0 0 1,0 0 0,24 0-1,-24 0 1,0-25-1,0 25-15,0-25 16,-1 25 0,1 0-16,0 0 15,0 0 17,25-49-17,-26 49 32,1 0 0,25 25-16,-25-25 63,-1 0 125,1 0-204</inkml:trace>
  <inkml:trace contextRef="#ctx0" brushRef="#br0" timeOffset="37583.08">9922 14015 0,'49'0'125,"-24"0"-125,0 0 15,50 0-15,-1 0 32,100 0-17,-1 0 1,-49 0-1,25 0 1,-50 0 0,0 0-1,75 0 1,-50 0 0,50 0-1,-50 0 1,25 0-1,-50 0 1,50 0 0,-25 0-1,-25 0 1,-25 0-16,1 0 16,-26 0-1,75 0-15,-24 0 16,-26 0-1,-24 0-15,98 0 16,-73 0-16,24 0 16,50 0-1,-99 0-15,24 0 16,25 0-16,-49 0 16,24 0-1,-49 0-15,0 0 0,0 0 16,24 0-1,-24 0-15,0 0 16,0 0 0,24 0-16,1 0 15,24 0-15,-24 0 16,49 0 0,-49 0-16,24 0 15,-24 0-15,24 0 16,-24 0-16,24 0 15,-49 0-15,74 0 16,-49 0-16,49 0 16,0 0-16,-49 0 15,148 0 1,-123 0-16,24 0 16,75 0-1,-125 0-15,26 0 16,-26 0-16,26 0 15,73 0 1,-48 0-16,73 0 16,-74 0-1,25 0-15,-24 0 16,-26 0 0,50 0-16,-49-25 15,24 25-15,0-25 16,75 25-1,-125 0-15,26 0 16,-51 0-16,26 0 16,49 0-1,-49 0-15,-1 0 16,26 0 0,-25 0-16,24 0 15,0 0 1,26 0-16,-51 0 15,1 0-15,49 0 16,-49 0-16,24 0 16,-24 0-16,74 0 31,-50 0-31,0 0 16,51 0-1,-51 0-15,-24 0 16,-1 0-16,1 0 15,74 0 1,-50 0-16,-24 0 16,24 0-16,-24 0 15,-1 0-15,26 0 16,-1 0-16,50 0 16,-74 0-1,-25 0-15,99 0 16,-50 0-1,-49 0-15,49 0 16,-24 0-16,24 0 16,-49 0-1,25 0-15,24 0 16,-24 0-16,-1 0 16,-24 0-16,0 0 15,0 0 1,49 0-16,-49 0 15,0 0 1,49 0-16,-49 0 16,49 0-16,-49 0 15,25 0-15,0 0 16,-26 0-16,26 0 0,0 0 16,-26 0-1,1 0-15,0 0 16,25 0-1,-26 0-15,1 0 16,0 0 0,25 0-1,-26 0-15,1 0 32,0 0-17,25 0 1,-26 0-1,1 0 32,50 0-15,-51 0 30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2-08-26T03:36:46.8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14982 5383 0,'0'0'0,"25"0"31,24 0 0,-24 0-15,0 0 0,0 0-1,24 0 1,26 0 0,-1 0-16,50 0 15,-74 0-15,24 0 16,50 0-1,-24 0 1,-26 0 0,50 0-1,-25 0 1,-24 0 0,49 0-1,-50 24 16,25-24-15,25 0 0,-99 25-16,149-25 15,-125 0-15,51 0 16,-1 0 0,-25 0-16,25 0 0,-24 50 15,-1-50 1,1 0-16,24 25 0,-74-25 15,24 0 1,1 0-16,-25 0 0,74 0 16,-74 0-1,24 0-15,51 0 0,-1 0 16,-25 0-16,25 0 16,-24 0-16,49 0 15,-25 0-15,50 0 31,-50 0-31,-49 0 16,24 0-16,-24 0 16,24 0-16,1 0 15,-26 0 1,-24 0-16,74 0 16,-24 0-1,24 0 1,-74 0-16,49 0 15,25 0-15,-24 0 16,123 0 0,-148 0-16,49 0 15,0 0 1,75 0-16,-100 0 16,25 0-16,75 0 15,-75 0 1,1 0-1,48 0 1,-48 0-16,-51 0 16,26 0-16,-1 0 15,0 0-15,-24 0 16,24 0-16,-24 0 16,0 0-16,-1 0 15,-24 0-15,50 0 16,-51 0-16,51 0 15,-26 0-15,26 0 16,-26 0 0,26 0-1,-26 0-15,26 0 16,-26 0-16,26 0 16,-26 0-16,26 0 15,-26 0-15,26 0 16,-50 0-1,24 0-15,1 0 16,0 0-16,24 0 16,-49 0-16,24 0 15,51 0 1,-76 0-16,51 0 16,-50 0-16,-1 0 15,26 0 1,-25 0-16,0 0 15,-1 0 17,26 0-17,-25 0-15,0 0 16,-1 0 0,26 0-16,0 0 15,-26 0 1,26 0 46,-25 0-46,24-25 0,1 25-1,0 0 1,-26 0-1,51 0-15,-50 0 0,0 0 47</inkml:trace>
  <inkml:trace contextRef="#ctx0" brushRef="#br0" timeOffset="4598.17">1960 6102 0,'24'25'110,"26"-25"-110,0 0 15,-26 0 1,76 0 0,-26 0-1,-24 0 1,49 0 0,0 0-1,50 0 1,25 0-1,74 0 1,-25 0 15,0 0-15,-49 25 0,-100-25-16,-24 0 15,-1 0-15,-24 0 0,0 0 16,74 0-1,0 0 1,-24 24 0,-1-24-16,-49 0 15,99 0 1,-50 0-16,-24 0 16,-25 0-16,49 0 15,-24 0 1,24 50-1,-49-50 1,50 0-16,-51 0 16,26 0-1,24 0-15,75 0 16,-50 0-16,-49 0 16,124 0-1,-125 0-15,26 0 16,-26 0-16,26 0 15,-26 0 1,26 0-16,-1 0 0,1 0 16,24 0-1,-50 0-15,51 0 0,-51 0 16,75 0-16,-49 0 16,49 0-16,-75 0 15,125 0 1,-124 0-16,-26 0 15,76 0-15,-76 0 16,26 0-16,-25 0 16,0 0-1,-1 0 1,26 0 0,-25 0-1,0 0 1,-1-25-16,26 25 15,0 0 1,-26 0-16,51-25 16,-50 25-16,-1 0 15,76 0 1,-1-24-16,-74 24 16,74 0-1,-50 0 1,1 0-16,25 0 15,-26 0 1,1 0-16,49 0 31,-49-50-31,-1 50 0,1-25 16,24 25 0,1 0-16,-1 0 15,0 0-15,1 0 16,-1 0-16,-24 0 15,24 0-15,-24 0 16,-25 0-16,49 0 16,-24 0-1,-1 0-15,-24 0 16,0 0 0,25 0-1,-1 0-15,-24 0 16,25 0-16,-1 0 15,1 0-15,24 0 16,-49 0-16,0 0 16,24 0-1,26 0 1,-1 0-16,-49 0 16,0 0-16,24 0 15,26 25-15,-25-25 16,-1 0-16,-24 0 15,25 0-15,-26 0 16,1 0-16,0 0 16,74 25-1,-24-25-15,-51 0 16,1 0 0,0 0-16,0 0 15,0 0-15,-1 0 16,1 0-1,74 25-15,-49-25 16,49 0 0,-74 0-1,25 0 1,-26 0-16,76 0 16,-76 0-16,26 0 15,25 24 1,-51-24-1,51 0-15,-50 0 0,-1 0 16,1 0 0,50 0-16,-51 0 15,1 0-15,25 0 16,-25 0 0,-1 0-16,51 0 15,-50 0-15,24 0 16,1 0-16,-25 0 15,24 0-15,26 0 16,-51 0-16,51 0 16,-50 0-1,-1 0 1,26 0-16,-25 0 0,0 0 16,0 0-1,-1 0 1,51 0-1,-26 0 1,-24 0-16,25 0 16,-1 0-1,1 0-15,-25 0 16,0 0-16,-1 0 16,26 0-1,-25 0 1,0 0-1,-1 0 1,26 0 0,-25 0 31,24 50 31</inkml:trace>
  <inkml:trace contextRef="#ctx0" brushRef="#br0" timeOffset="18607.98">16197 6846 0,'50'0'47,"0"0"-15,-26 0-1,26 25-31,0-25 31,-25 0-15,24 0-1,1 0 1,-25 0 0,24 0-1,26 0 1,-26 0-1,1 0 17,-1 0-17,51 0 1,-76 0-16,1 0 16,25 0-16,-25 0 0,-1 0 15,1 0 1,25 0-16,-25 0 0,-1 0 15,1 0 1,25 0-16,-25 0 16,-1 25-1,51-25-15,-50 0 16,24 0-16,26 0 16,-50 0-16,49 0 15,25 0 1,-24 0-1,-51 0 1,100 0 0,-74 0-16,-25 0 15,0 0-15,49 0 16,-49 0-16,24 0 16,1 0-16,-25 0 15,74 0 1,-49 25-16,-26-25 15,26 0-15,0 0 16,24 0 0,-49 0-16,0 0 15,0 0 1,24 0-16,1 0 0,24 0 16,-49 0-16,124 0 15,-124 0 1,49 0-16,-24 0 15,24 0 1,-49 0 0,0 0-16,49 49 15,-49-49-15,49 0 16,-49 0-16,25 0 16,-1 0-16,-24 0 15,25 0-15,-1 0 16,-24 0-16,0 0 15,49 0-15,-24 0 16,-25 0-16,24 0 16,1 0-16,0 0 15,-1 0-15,1 0 16,24 0-16,25 0 16,-49 0-16,-25 0 15,49 0-15,-24 0 16,-1 0-16,-24 0 15,0 0-15,50 0 32,-51 0-32,1 0 15,0 0-15,25 0 16,24 0 0,-24 0-16,-1 0 15,50 0-15,-74 0 16,99 0-1,-25 0 1,-49 0-16,0 0 16,24 0-1,0 0 1,-49 0-16,50 0 16,-50-25-16,-1 25 15,1 0-15,25 0 16,-25 0-16,-1 0 15,1 0-15,25-24 16,-25 24 0,-1 0-1,1 0-15,25 0 16,-1 0 0,-24 0-16,25 0 15,-25-25-15,-1 25 16,1 0-1,50 0-15,-26 0 0,26 0 16,-51 0 0,51 0-16,-26 0 0,26 0 15,-50 0-15,24 0 16,1-50-16,0 50 16,-26 0-1,51 0 1,-50 0-16,-1 0 15,26 0 1,-25 0-16,0 0 16,-1 0-1,51 0 1,-26 0-16,1 0 16,-25 0-1,24 0-15,1 0 16,-25 0-16,0 0 15,49 0 1,-49 0-16,0 0 16,-1 0-1,26 0 1,-25 0-16,0 0 16,-1 0-16,26 0 15,0 0 1,-25 0-1,24 0 17</inkml:trace>
  <inkml:trace contextRef="#ctx0" brushRef="#br0" timeOffset="22202.91">1860 7565 0,'50'0'109,"0"0"-93,-26 0-1,26 0-15,-25 0 16,0 0-16,-1 0 16,26 0-16,0 25 15,24-25 1,-49 0-16,0 0 16,74 25-16,-74-25 15,49 0-15,-24 0 16,-26 0-16,51 0 15,-25 0-15,24 0 16,-24 0 0,-1 0-1,26 0 1,-26 0-16,-24 0 16,25 0-16,24 0 15,25 0 1,-74 0-16,49 0 15,-24 0-15,-25 0 16,0 0-16,49 0 16,-24 0-16,-1 0 15,-24 0-15,0 0 16,49 0-16,1 0 16,-26 0-1,1 0-15,0 0 16,-1 0-16,-24 0 15,0 0-15,49 0 16,-49 0-16,0 0 16,24 0-1,-24 0-15,0 0 16,0 0 0,24 0-16,1 0 15,49 0 1,-74 0-16,49 0 15,-24 0-15,24 0 0,-49 0 16,0 0 0,50 0-16,-51 0 0,1 0 15,0 0 1,49 0-16,-24 0 16,0 0-16,-26 0 15,26 0 1,0 0-1,-26 0-15,76 0 16,-51 0 0,-24 0-1,49 0-15,-49 0 16,0 0-16,25 0 0,-1 0 16,26 0-1,-26 0-15,-24 0 16,74 0-1,-74 0-15,50 0 16,-26 0 0,1 0-16,-25 0 15,-1 0-15,1 0 16,25 0 0,-25 0-1,-1 0-15,26 0 16,0 0-16,-1 0 15,1 0 1,-1 0-16,-24 0 0,50 0 16,-51 0-16,51 0 15,-50 0 1,24 0-16,1 0 16,-25 0-16,0 0 15,-1 0-15,26 0 16,-25 0-16,0 0 15,-1 0-15,26 0 16,-25 25-16,24-25 16,1 0-16,0 0 15,24 0-15,-24 0 16,98 0 0,-48 25-16,-26-25 15,-24 0-15,49 24 16,-74 1-1,-1-25-15,26 0 16,-25 0 0,0 0-1,0 0-15,24 0 16,-24 0 0,25 0-1,24 0 1,-49 0-16,49 0 15,-49 0 1,0 0-16,0 0 16,24 0-16,-24 0 15,25 0-15,49 0 16,-25 0 0,1 0-16,49 0 15,-25 0 1,-49 0-16,24 0 15,-49 0 1,24-25 0,-24 25-1,0 0-15,0 0 16,24 0-16,1-24 16,-25 24-1,49-25-15,-49 25 16,0 0-1,24 0 1,1-50 0,-25 50 15,24 0 0,-24 0-15,0 0-1,0 0 1,0-25 15,-1 25-15</inkml:trace>
  <inkml:trace contextRef="#ctx0" brushRef="#br0" timeOffset="32203.72">11584 8359 0,'0'0'0,"25"0"0,-1 0 16,76 25-1,-76-25 1,76 0 15,-1 25-15,-25-25-1,50 49 1,-24-49 0,-1 25-1,-50-25 1,51 0-1,-1 0 1,25 0 0,-75 0-16,51 0 15,-26 0 1,-24 0-16,49 0 16,0 0-1,-74 0 1,25 0-16,24 0 15,-24 0 1,24 0-16,-49 0 16,49 0-16,-49 0 15,0 0-15,49 0 16,-49 0-16,0 0 16,0 0-1,24 0-15,-24 0 16,25 0-1,-1 0 1,1-25-16,24 25 16,-24-24-1,24 24-15,-49 0 16,25-25-16,24 25 16,-49 0-16,49 0 15,-49 0-15,99 0 16,-99 0-1,49 0-15,-49 0 16,25 0 0,49 0-16,-74 0 15,49 0 1,-49 0-16,49 0 0,-49 0 16,0 0-16,25-25 15,24 25 1,0 0-16,-49 0 15,99 0 1,-99 0-16,0 0 16,49 0-16,-49 0 15,50 0 1,-26 0-16,-24 0 0,74 0 16,-74 0-1,74-50-15,-74 50 16,49 0-16,-49 0 15,99 0 1,-49 0-16,-26 0 16,51 0-1,-51 0-15,26 0 16,-26 0-16,1 0 16,24 0-16,-24 0 15,-25 0-15,24 0 16,1 0-16,-1 0 15,-24 0-15,25 0 16,74 0 0,-75 0-16,26 0 15,-26 0-15,26 0 16,49 0 0,-74 0-16,24 0 15,-24 0 1,-26 0-16,51 0 15,-26 0 1,26 0-16,-26 0 16,51 0-16,-26 0 15,100 0 1,-100 0-16,-24 0 16,49 0-16,-49 0 15,74 0 1,-75 0-16,-24 0 15,74 0 1,-49 0-16,24 0 16,-24 0-16,49 0 15,-49 0 1,24 0-16,50 0 16,-74 0-1,-1 0-15,75 0 16,-74 0-1,-25 0 1,49 0-16,-24 0 16,-1 0-16,1 0 15,24 0-15,-24 0 16,-25 0-16,24 0 16,1 0-16,24 0 0,-49 0 15,0 0 1,0 0-16,49 0 0,-49 0 15,0 0-15,24 0 16,-24 0-16,25 0 16,-1 0-16,-24 0 15,0 0-15,0 0 16,49 0-16,-24 0 16,0 0-16,-26 0 15,26 0-15,0 0 16,24 0-1,0 0-15,-49 0 16,50 0-16,-51 0 31,26 0-31,24 0 0,-24 0 16,49 0 15,-74 0-31,25 0 16,-1 0-1,26 0 1,-26 0 0,-24 0-1,50 0-15,-51 0 16,1 0 0,25 0-16,-25 0 15,-1 0 1,1 0-16,25 0 15,-1 0-15,26 0 16,-50 0 0,74 0-16,-74 0 15,24 0-15,1 0 16,-1 0-16,26 0 16,-50 0-1,-1 0-15,51 0 16,-50 0-16,24 0 15,1 0-15,-25 0 16,0 0-16,-1 0 16,51 0-1,-26 0 1,1 0 0,-25 0-16,24 0 15,1 0-15,-25 0 16,0 0-16,49 0 15,-24 0 1,-26 0-16,51 0 16,-50 0-1,-1 0 1,26 0 0,-25 0-1,0 0 1,-1 0-1,26-24 1,-25 24 0,0 0 77,-1 0-77,26 0 15</inkml:trace>
  <inkml:trace contextRef="#ctx0" brushRef="#br0" timeOffset="50512.46">4390 9798 0,'25'0'172,"0"0"-156,49 0-16,1 0 15,-1 0 1,-49 0-1,99 0 1,-99 0 15,25 0-15,-1 0 0,26 0-1,-51 0-15,1 0 16,0 0-16,25 0 15,-26 0 1,26 0 0,0 0-1,-26-25 1,1 25 0,0 0-16,74 0 15,-74 0 1,25 0-1,-26 0 1,1 0-16,0 0 31,25 0-31,-26 0 16,1 0-16,0 0 16,25 0-16,-26 0 15,1 0-15,50 0 16,-50 0-16,-1 0 15,51 0 1,-1 0 0,-24 0-16,-25 0 15,-1 0 1,1 0-16,25 0 0,-1 0 16,-24 0-1,25 0-15,-25 0 16,24 0-1,1 0 1,-25 0 0,-1 0-1,1 0-15,50 0 0,-51 0 16,51 0-16,-50 0 16,-1 0-1,1 0-15,25 0 16,-25 0-1,0 0 1,-1 0-16,26 0 16,0 0-1,-26 0-15,26 0 16,-25 0-16,0 0 16,74 0-1,-74 0-15,-1 0 16,51 0-16,-26 0 15,1 0 1,0 0-16,-26 0 16,26 0-1,-25 0-15,49 25 16,-24 0-16,-1-25 16,26 0-1,-50 0-15,49 24 16,-49-24-16,0 0 15,99 25 1,-50-25 0,-49 0-16,0 0 15,0 0-15,24 0 16,-24 0-16,25 0 16,-1 0-1,-24 0 1,0 0 15,0 0-31,24 0 31,1 0-31,-25 0 16,24 0 0,-24 0-16,0 0 15,0 0 1,49 0-16,-49 0 31,0 0-31,24 0 16,-24 0-16,0 0 0,0 0 15,24 0 1,-24 0-16,0 0 0,0 0 16,24 0-16,-24 0 15,25 0-15,-1 0 16,26 0-1,-1 0-15,-24 0 32,49 0-17,-74 0-15,49 0 0,-49 0 16,0 0 0,49 0-16,-49 0 15,49 0 1,1 0-1,-50 0-15,24 0 16,51 0 0,-76 0-16,26 0 15,0 0-15,-1 0 16,-24 0 0,25 0-16,-26 0 0,26 0 15,0 0 1,-1 0-16,-24 0 0,25 0 31,-1 0-31,-24 0 0,25 0 0,-26 0 16,1 0-16,74 0 31,-74 0-31,50 0 16,-51 0-16,1 0 15,0 0-15,25 0 16,-25 0-16,-1 0 15,1 0-15,25 0 16,-1 0-16,-24 0 16,74 0-1,-24 0-15,-50 0 16,99 0 0,-25 0-1,-50 0-15,26 0 16,98 0-1,-73 0-15,-51 0 16,51 0-16,-26 0 16,-24 0-16,49 0 31,-50 0-31,26 0 0,-50 0 16,49 0-1,-49 0-15,0 0 16,-1 0-16,26 0 15,0 0-15,49 0 16,-74 0 0,74 0-16,-74 0 15,49 0 1,50 0-16,-99 0 16,74 0-1,-49 0-15,-25 0 16,49 0-16,-49 0 15,74 0 1,-49 0-16,-1 0 16,26 0-1,-1 0-15,-24 0 16,24 0-16,25 0 16,-49 0-1,24 0-15,1 0 0,-1 0 16,-24 0-1,24 0-15,-24 0 0,24 0 16,1 0 0,73 0-16,-98 0 15,24 0-15,50 0 32,-99 0-32,75 0 15,-76 0-15,26 0 16,49 0-16,-24 0 15,-26 0-15,1 0 16,-1 0-16,1 0 16,24 0-16,-24 25 15,49-25 1,-74 0-16,25 0 16,-1 0-16,-24 0 15,74 0 1,-74 0-16,25 0 15,-1 0-15,1 0 16,0 0-16,-1 0 16,-24 25-16,49 0 15,-49-25 1,50 0 0,24 0-1,-50 0-15,26 0 16,-26 0-16,26 0 15,49 0 1,-75 0-16,26 0 16,-1 24-16,26-24 15,-26 0-15,0 0 16,26 0-16,98 0 16,-124 0-1,26 0-15,24 0 16,-50 0-1,-49 0-15,0 0 16,-1 0 0,26 0-16,-25 0 15,0 0-15,49 0 16,-24 0 0,24 0-16,1 0 15,-1 0-15,25 0 16,-24 0-16,-1 0 15,50 25 1,-74-25-16,-1 0 0,1 25 16,-25-25-16,49 0 15,-49 0 1,49 0-16,-24 0 0,24 0 16,-24 0-16,49 0 15,-49 0-15,49 0 16,99 0-1,-123 0 1,24 0-16,99 0 16,-123 0-1,24 0-15,-24 0 16,-26 0 0,75 0-16,-49 0 15,-26 0 1,26 0-1,-51 0 1,1 0-16,0 0 16,49 0-1,26 0 1,-76-25-16,51 25 16,-26-25-16,-24 1 15,50 24 1,-26 0-16,1 0 0,0-25 15,-26 25 1,1 0-16,50 0 0,-51 0 16,51 0-16,-26 0 15,26 0 1,-26 0 0,26 0-1,-50 0-15,24 0 16,1 0-16,-1 0 15,-24 0-15,0 0 16,0 0-16,0-25 16,-1 25-1,1 0-15,50 0 16,-50-25 0,-1 25-1,26 0-15,-25 0 16,0 0-16,-1 0 15,26 0-15,-25 0 16,0 0-16,-1 0 16,51 0-16,-50 0 15,-1 0-15,26 0 16,-25 0 0,24 0-16,1 0 15,0 0 1,-1-49-16,-24 49 15,0 0 1,0 0 15,-1 0-15,51 0 0,-50-25-1,-1 25 1,26 0-1,-25 0-15,0 0 16,-1 0 62,26 0-47,-25 0 1,-124 0 124</inkml:trace>
  <inkml:trace contextRef="#ctx0" brushRef="#br0" timeOffset="54457.67">1885 10517 0,'25'0'47,"25"0"-47,24 0 16,-24 0-16,24 0 15,-49 0-15,99 0 16,-99 0-1,-1 0 1,26 0-16,-25 0 16,24 0-1,26 0 1,-50 0-16,49 0 16,50 0-1,-74 0-15,-1 0 16,26 0-16,-1 0 15,-24 0 1,-25 0-16,49 0 16,-49 0-1,49 0-15,-49 0 0,0 0 16,0 0 0,24 0-16,26 0 15,24 0 16,-74 0-31,49 0 16,-24 0-16,-1 0 16,1 0-16,49 0 15,-74 0-15,49 0 16,-24 0-16,49 0 16,-74 0-16,49 0 15,-49 0-15,25 0 16,24 0-16,-49 0 15,49 0 1,-24 0-16,-25 0 16,24 0-16,1 0 15,-25 0-15,49 0 16,-24 0-16,24 0 0,-49 0 16,50 0-1,-26 0-15,26 0 16,-26 0-16,50 0 15,-49 0 1,24 0-16,26 0 16,-76 0-1,26 0-15,24 0 16,-24 0 0,74 0-16,-49 0 15,-26 0 1,26 0-16,24 0 15,-50 0-15,-24 0 16,74 0 0,-74 0-16,50 0 15,-26 0 1,26 0-16,-26 0 16,1 0-16,-1 0 15,-24 0 1,50 0-16,-26 0 0,1 0 15,0 0 1,24 0-16,-49 0 0,24 0 16,1 0-1,24 0-15,-24 0 16,0 0-16,24 0 16,0 0-1,1 0-15,-26 0 16,26 0-16,-26 0 15,1 0-15,24 0 16,1 0-16,-26 0 16,76 0-1,-51 0-15,-24 0 16,24 0 0,0 0-16,1 0 0,-1 0 15,-24 0 1,24 0-16,-24 0 0,24 0 15,-24 0-15,24 0 16,-24 0-16,24 0 16,-49 0-16,25 0 15,24 0-15,-49 0 16,49 0 0,-24 0-16,24 0 15,-24 0-15,-25 0 16,49 0-16,25 0 15,-49 0-15,24 0 16,-24 0-16,24 0 16,1 0-1,24 0-15,-74 0 16,49 0-16,-49 0 16,99 0-1,-99 0-15,74 0 16,-74 0-1,49 0-15,-49 0 16,0 0-16,74 0 16,-24 0-1,-26 0-15,75 0 32,-99 0-32,49 0 0,-49 0 15,50 0 1,-26 0-16,-24 0 15,25 0 1,-25 0-16,24 0 16,1 0-1,-25 0-15,74 0 16,-50 0-16,26 0 16,-1 0-1,1 0 1,-51 0-1,1 0-15,25 0 16,-25 0 0,-1 0-16,1 0 15,25 0-15,-1 0 16,-24 0 0,25 0-16,-1 0 15,26 0-15,-25 0 16,-26 0-16,51 0 15,-50 0-15,-1 0 0,26 0 16,-25 0-16,0 0 16,-1 0-1,51 0-15,-50 0 16,-1 0 0,26 0-16,0 0 0,24 0 15,-24 0-15,24 0 16,-24 0-16,24 0 15,-24 0 1,-26 0-16,26 0 16,-25 0-1,0 0 1,0 0-16,24 0 16,1 0-1,-25 0-15,74 0 16,-50 0-16,1 0 15,74 0 1,-99 0-16,0 0 16</inkml:trace>
  <inkml:trace contextRef="#ctx0" brushRef="#br0" timeOffset="74393.78">4589 12750 0,'49'0'94,"-24"0"-94,0 0 15,0 0 1,49 0-1,-49 0-15,50 0 16,49 0 0,-100 0-16,76 0 15,24 0 1,24 0 0,1 0-1,-25 0 1,50 0-1,-25 0 1,-75 0 0,25 0-1,-24 0 1,-1 0 0,1 0-16,24 0 15,-50 0 1,26 0-16,74 0 15,-50 0 17,-25 0-17,-24 0-15,-25 0 16,0 0-16,-1 0 16,76 0-1,-26 0-15,-49 0 16,24 0-1,26 0-15,24 0 0,-25 0 16,-24 0 0,24 0-16,1 0 15,-26 0-15,75 0 16,-24 0 0,-26 0-16,1 0 15,-1 0 1,25 0-16,0 0 15,-24 0-15,49 0 16,0 0 0,0 0-16,-25 0 15,0 0-15,-24 0 16,-1 0-16,25 0 16,-24 0-16,24 0 15,-74 0-15,74 0 16,-25 0-16,1 0 0,-1 0 15,-24 0 1,49 0-16,0 0 16,-49 0-16,24 0 15,50 0-15,-74 0 16,49 0-16,-24 0 16,-1 0-16,0 0 15,26 0-15,24 0 16,-75 0-1,26 0-15,-1 0 16,1 0 0,73 0-1,-48 0-15,-51 0 16,50 0-16,50 0 16,-74 0-16,-26 0 15,75 0 1,-25 0-1,1 0-15,49 0 16,-50 0 0,-50 0-16,26 0 0,-26 0 15,75 0 1,-49 0-16,24 0 16,-49 0-1,24 0-15,-24 0 0,24 0 16,-24 0-1,24 0-15,-49 0 0,74 0 16,-49 0-16,74 0 16,-50 0-1,-24 0 1,24 0-16,-24 0 16,49 0-16,-25 0 15,1 0-15,-26 0 16,1 0-16,24 0 15,-24 0-15,0 0 16,49 0-16,-25 0 16,1 0-16,-1 0 15,50 0 1,0 0 0,-74 0-16,24 0 15,-24 0 1,24 0-16,-49 0 15,0 0-15,74 0 32,-24 0-17,-51 0-15,26 0 16,24 0-16,-49 0 16,0 0-16,49 0 15,50 0 1,-99 0-16,50 0 15,-26 0 1,26 0-16,-51 0 0,26 0 16,49 0-16,0 0 31,-49 0-31,49 0 16,1 0-1,-76 0-15,51 0 16,-50 0-16,24 0 15,1 0 1,-25 0-16,-1 0 16,51 0-1,-50 0-15,24 0 0,1 0 16,-25 0 0,-1 0-16,1 0 0,25 0 15,-25 0 1,24 0-16,1 0 15,-25 0-15,-1 0 16,76 0 0,-76 0-16,1 0 15,25 0-15,-25 0 16,0 0-16,-1 0 16,26 0-16,-25 0 15,0 0-15,-1 0 16,51 0-16,-50 0 15,49 0 1,-49 0-16,0 0 16,-1 0-16,26 0 15,0 0 1,-26 0-16,51 0 16,-50 0-1,-1 0 1,26 0-16,-25 0 31,0 0-31,-1 0 16,51 0-1,-50 0-15,-1 0 16,26 0 0,-25 0-1,0 0-15,0 0 16,74 0-1,-74 0-15,24 0 16,-24 0 0,74 0-16,-74 0 15,0 0-15,74 0 16,-49 0 0,24 0-16,-24 0 15,-1 0-15,1 0 16,-25 0-16,49 0 15,-49 0 1,0 0-16,49 0 16,-24 0-16,-1 0 15,1 0-15,24 0 16,-49 0-16,25 0 16,-1 0-16,1 0 0,24 0 0,-49 0 15,25 0-15,49 0 16,-25 0-1,-24 0-15,-25 0 16,49 0 0,-24 0-16,24 0 15,-49 0-15,49 0 16,-24 0-16,-25 0 16,49 0-16,-24 0 15,74 0 1,-25 0-16,-24 0 15,-51 0-15,26 0 16,74 0 0,-50 0-16,26 0 31,-51 0-15,-24 0-16,49 0 0,-24 0 31,25 0-31,-51 0 15,51 0 1,-26 0-16,-24 0 16,25 0-16,-25 0 15,-1 0-15,1 0 16,50 0-16,-51 0 16,1 0-16,25 0 15,-25 0-15,-1 0 16,51 0-16,-50 0 15,-1 0 1,1 0-16,25 0 16,-25 0-16,-1 0 15,1 0-15,25 0 16,-25 0-16,24 0 16,1 0-16,0 0 15,24 0 1,-49 0-16,24 0 15,26 0-15,-50 0 16,74 0 0,-74 0-16,49 0 15,-49 0-15,0 0 16,74 0 0,-74 0-16,49 0 15,-24 0 1,-26 0-16,26 0 15,0 0-15,24 0 16,-49 0-16,24 0 16,51 0-16,-1 0 15,-74 0 1,49 0-16,-24 0 16,24 0-1,-49 0 16,0 0 32,0 0-47</inkml:trace>
  <inkml:trace contextRef="#ctx0" brushRef="#br0" timeOffset="76718.08">1811 13395 0,'25'0'15,"-1"0"1,51 24 0,-50-24 46,-1 0-62,26 0 16,-25 0-1,74 0 1,-74 0-16,24 0 16,51 25-1,-26-25 1,-24 0-16,49 0 16,-50 0-16,26 0 15,24 0-15,-49 0 16,49 0-1,0 0-15,-49 0 16,24 0-16,-24 0 16,-25 0-16,24 0 15,1 0-15,-25 0 16,49 0 0,-49 0-16,0 0 15,49 0-15,-49 0 16,0 0-16,49 0 15,-49 0-15,0 0 16,24 0-16,-24 0 16,25 0-1,24 0 1,-49 0-16,0 0 16,24 0-16,-24 0 46,0 0 33</inkml:trace>
  <inkml:trace contextRef="#ctx0" brushRef="#br0" timeOffset="95115.9899">3324 16321 0,'0'0'0,"25"0"31,24 0 0,-24 0 32,0 0-32,49 0-15,-49 0-16,0 0 15,49 0 1,-24-24 0,-25-1-1,24 25-15,26 0 16,-26 0-1,-24 0 1,25 0 0,24 0-1,-24 0 1,24 0 0,-49 0-1,74 0 1,-49 0-1,24 0 1,-24 0-16,24 0 16,-49 0-16,0 0 15,24 0 1,-24 0-16,0 0 16,0 0-1,24 0 1,-24 0-1,0 0 1,0 0-16,49 25 16,26-1-1,-51-24-15,-24 25 16,25-25 0,-1 0-16,1 50 0,-25-50 15,24 25 1,-24-25-16,49 0 15,-24 25 1,24-25 0,-49 0-1,0 0 1,25 0-16,-1 0 16,-24 0-16,25 0 15,-26 0-15,1 0 16,0 0-16,25 24 15,-25-24 1,24 50-16,1-50 16,-1 0-1,-24 0 1,25 0-16,-1 0 16,-24 0-16,25 0 15,-1 0-15,-24 0 16,25 0-16,-1 0 15,-24 0-15,25 0 16,-1 0-16,-24 0 16,25 0-1,-25 0 1,-1 0 0,1 0-1,50 0 1,-26 0-1,26-25-15,-26 25 16,26 0 0,-50 0-16,-1 0 15,76 0 1,-76 0 0,51 0-16,-50 0 15,99 0 1,-50 0-1,-24 0-15,24 0 16,-24 0-16,-26 0 16,51 0-16,-26 0 31,1 0-31,-25 0 16,0 0-1,-1 0-15,76 0 16,-1 0-1,-74 0-15,49 0 16,-24 0 0,-25 0-1,24 0-15,-24 0 0,0 0 16,49 0 0,-49 0-16,0 0 15,0 0 1,49 0-16,-49 0 15,49 0-15,-49 0 16,25 0-16,-1 0 16,1 0-16,24 0 31,-49 0-31,0 0 16,0 0-16,24 0 15,-24 0-15,25 0 16,-1 0-1,75 0 1,-74 0-16,-25 0 16,99 0-1,-75 0-15,1 0 16,24 0-16,-49 0 16,99 0-1,-74-25-15,-1 25 16,1 0-16,74-24 15,-49 24 1,-51 0-16,100 0 16,-99 0-1,50 0 1,24-25 0,-74 0-16,49 25 15,0 0-15,26 0 16,-26 0-16,0 0 15,26 0-15,-51 0 16,26 0-16,-1 0 16,-24 0-16,-1 0 15,-24 0-15,50 0 16,-51 0-16,51 0 16,-50 0-16,99 0 15,-75 0 1,26 0-16,24 0 15,-50 0-15,-24 0 16,25 0-16,-25 0 16,24 0-16,1 0 15,-25 0 1,0 0-16,-1 0 16,26 0-1,0 0-15,-26 0 16,51 0-16,-26 25 15,1-25 1,-25 0-16,74 25 16,-49-25-1,-26 0-15,51 24 16,49-24 0,-75 0-1,51 0-15,98 0 16,-123 0-1,-1 0-15,-24 0 16,74 0-16,24 50 16,-98-25-1,-25-25 1,0 0-16,24 0 16,-24 0-16,0 0 15,49 0-15,1 0 16,-1 0-16,-24 0 15,123 0 1,-98 0-16,24 0 16,-25 0-16,1 0 15,24 0 1,-25 0-16,-24 0 0,24 0 16,-49 0-1,25 0-15,-25 0 0,24 0 16,-24 0-1,0 0-15,24 0 16,1-25 0,25 25-1,-51 0-15,26-25 16,49 25 0,-24 0-16,-26-25 15,26 25 1,-26 0-16,26-24 15,-26 24 1,50 0-16,-74 0 16,74-25-1,1 0 1,-51 25 0,-24-25-16,50 25 15,-51 0 1,26 0-16,0 0 31,-1 0-31,75 0 0,-49 0 16,-26 0-16,75 0 15,-49 0 1,-51 0 0,76 0-1,-76 0-15,1 0 0,25 0 16,-25 0-1,-1 0-15,1 0 16,25 0 0,-25 0-16,-1 0 15,51 0-15,-25 0 16,-1 0-16,125 0 16,-125 0-1,26 0-15,24 0 16,-74 0-16,24 0 15,26 0-15,-26 0 16,1 0-16,0 0 16,-26 0-1,26 0-15,0 0 16,-26 0 0,26 0-16,0 0 15,74 0 1,-50 0-16,-24 0 15,24 0-15,-24 0 16,49 0 0,-49 0-16,49 0 0,-25 0 15,1 0 1,-1 0-16,50 0 0,-25 0 16,75 0-1,-100 0-15,-24 0 16,49 0-1,-49 0 1,-1 0-16,1 0 16,-25 0-16,74 0 15,0 0 17,-74 0-32,0 0 0,24 0 15,-24 0 1,0 0-1,0 0-15,24 0 16,1 0 0,-25 0-16,25 0 15,-1 0 1,26 0-16,-26 0 16,75 0-1,-99 0-15,25 0 16,-1 0-16,1 0 15,-1 0 1,-24 0-16,0 0 16,25 0-1,-26 0-15,1 0 16,0 0-16,25 0 16,-26 0-1,1 0 32,0 0-31,49 0-1,-49 0 1,0 0-16,25 0 16,-25 0-16,-1 0 15,1 0-15,25 0 16,-25 0-16,-1 0 15,1 0 64,25 0-64,-25 0 1,-1 0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2-08-26T03:38:31.4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11733 5755 0,'24'0'47,"51"0"-31,-1 0-16,1 0 15,-26 0 1,125 0 0,-100 0-16,26 0 15,-26 0-15,-24 0 16,24 0-16,-24 0 15,24 0-15,0 0 16,1 0-16,-26 0 16,1 0-16,74 0 15,-74 0-15,74 0 16,-25 0-16,75 0 31,-75 0-31,-25 0 16,1 0-16,-1 0 15,25 0 1,-74 0-16,0 0 0,0 0 0,24 0 16,-24 0-16,0 0 15,49 0-15,1 0 16,-1 0 0,-24 0-16,49 0 31,-74 0-31,24 0 15,-24 0-15,0 0 16,49 0 0,-24 24-16,-25-24 0,24 0 15,1 25 1,-25-25-16,49 0 0,25 0 16,-49 0-1,0 50-15,-1-50 0,50 0 16,-49 0-16,99 25 31,-75-25-31,-24 0 16,49 0-16,-24 0 15,-26 0-15,50 0 16,-24 0-16,-1 0 16,25 0-16,1 0 15,-26 0-15,1 0 16,24 0-16,-50 0 15,51 0-15,-1 0 16,99 0 0,-99 0-16,25 0 15,-24 0-15,24 0 16,-25 0-16,-25 0 16,26 0-16,-1 0 15,0 0-15,-25 0 16,26 0-16,-1 0 15,0 0 1,25 0 0,-50 0-16,26 0 15,49 0 1,-25 0 0,-50 0-16,0 0 15,-24 0 1,49 0-16,-74 0 0,0 0 15,49 0-15,-49 0 16,0 0-16,49 0 16,-49 0-16,74 0 15,-49 0 1,-25 0-16,49 0 16,-24 0-16,24 0 15,-24 0-15,24 0 16,-24 0-16,24 0 15,-24 0 1,24 0-16,50 0 16,-74 0-16,49 0 15,0 0-15,0 0 16,-24 0-16,24 0 16,25 0-16,-49 0 15,-1 0-15,25 0 0,-24 0 16,-1 0-1,0 0-15,-24 0 0,24 0 16,26 0 0,-26 0-16,25 0 0,1 0 15,24 0 1,-25 0-16,25 0 16,-25 0-16,99 0 15,-98 0 1,-1 0-16,-49 0 15,24 0 1,75 0-16,-124 0 16,74 0-1,-50 0-15,125 0 0,-100 0 16,1 0 0,49 0-1,-75 0-15,26 0 16,49 0-1,-25 0-15,-49 0 16,24 0-16,-49 0 16,74 0-1,-24 0-15,49 0 0,-25 0 16,25 0 0,-25 0-16,25 0 0,-25 0 15,-24 0 1,49 0-16,0 0 0,-25 0 15,25 0-15,99 0 16,-124 0 0,-24 0-1,49 0-15,-50 0 16,26 0 0,-51 0-16,26 0 0,-1 0 15,0 0 1,26 0-16,-26 0 0,25 0 15,-24 0-15,-1 0 16,25 0-16,-24 0 16,74 0-1,-125 0-15,76-25 16,-51 25-16,75-25 16,-25 25-1,-24 0 1,-26-25-16,26 25 15,-1 0-15,1 0 16,-1-25-16,1 25 16,73-49-1,-73 49-15,24-25 16,-49 25-16,49 0 16,25-25-1,-75 25-15,51 0 16,-26 0-1,0 0-15,-24 0 0,0 0 16,24 0-16,50 0 16,-74 0-1,24 0-15,-24 0 16,24 0 0,-49 0-16,0 0 31,0 0-31,24 0 15,-24 0 1,0 0 0,0 0-16,24 0 15,-24 0 1</inkml:trace>
  <inkml:trace contextRef="#ctx0" brushRef="#br0" timeOffset="3999.99">2133 6672 0,'25'0'46,"0"0"-46,24 0 16,26 0-16,-50 0 16,-1 0-1,51 0-15,-50 0 0,49 0 16,-49 0 0,0 0-16,-1 0 0,26 0 15,-25 0-15,74 0 31,-49 0-31,24 0 16,1 0-16,24 0 16,-25 0-16,1 0 15,-1 0-15,25 0 16,-49 0-16,24 0 16,-24 0-16,49 0 15,0 0 1,-74 0-16,0 0 15,49 0-15,-24 0 16,49 0 0,-49 0-16,24 0 15,-49 0-15,49 0 16,1 0-16,-26 0 16,1 0-16,49 0 15,-49 0 1,-1 0-1,26 0 1,-1 0-16,-49 0 16,50 0-16,-1 0 15,50 0 1,-25 0-16,0 0 16,1 0-16,-26 0 15,25 0-15,0 0 16,-49 0-16,49 0 15,-74 0-15,50 0 16,-1 0-16,25 0 16,-24 0-1,-26 0-15,26 0 16,-26 0-16,26 0 16,-26 0-16,26 0 15,-51 0-15,76 0 16,-51 0-1,50 0-15,1 0 16,-51 0-16,26 0 16,24 0-16,-25 0 15,100 0 1,-124 0-16,49 0 16,-50 0-16,26 0 0,-26 0 15,51 0 1,-26 0-16,0 0 0,26 0 15,-1 0-15,0 0 16,-24 0-16,49 0 16,74 0-1,-99 0 1,-49 0-16,-25 0 16,49 0-16,50 0 15,-74 0 1,24 0-1,75 0-15,-75 0 16,1 0 0,-1 0-16,75 0 15,-50 0-15,-49 0 16,123 0 0,-123 0-16,49 0 15,25 0 1,-49 0-16,-1 0 15,-49 0-15,49 0 16,-24 0 0,24 0-16,-49 0 0,50 0 15,-26 0 1,26 0-16,-26 0 0,50 0 16,1 0-1,-26 0-15,25 0 16,1 0-16,-1 0 15,-25 0-15,25 0 16,1 0-16,-51 0 16,50 0-16,-24 0 15,-26 0-15,26 0 16,-50 0-16,24 0 16,26 0-16,-26 0 15,51 0-15,-26 0 16,100 0-1,-75 0-15,0 0 16,-25 0-16,26 0 16,-1 0-16,0 0 15,-49 0-15,49 0 16,-49 0-16,-1 0 16,1 0-16,24 0 15,-49 0-15,124 0 31,-75 0-31,-24 0 16,99 0 0,-75 0-16,25 0 15,-49 0-15,49 0 16,25 0 0,-74 0-16,24 0 15,-49 0-15,0 0 16,49 0-16,-24 0 15,-1 0-15,26 0 16,-1 0 0,-24 0-16,49 0 15,-25 0 1,-24 0-16,49 0 16,-49 0-16,49 0 15,0 0-15,-49 0 16,49 0-1,-74 0-15,49 0 16,-24 0-16,0 0 16,-26 0-16,1 0 15,0 0 1,25 0-16,-26 0 16,1 0-16,0 0 15,25 0-15,-26 0 0,26 0 16,0 0-1,-26 0-15,1 0 16,0 0-16,25 0 16,-25 0-1,-1 0-15,1 0 16,25 0 0,-25 0-1,-1 0 1,1 0-1,25 0 1,-1 0-16,-24 0 16,25 0-1,-25 0 1</inkml:trace>
  <inkml:trace contextRef="#ctx0" brushRef="#br0" timeOffset="33724.55">2208 7516 0,'24'0'31,"1"0"0,0 0-15,0 0 15,24 0-15,-24 0-16,25 0 15,-1 0-15,1 0 16,24 0-16,-24 0 16,25 0-16,-26-25 15,-24 0-15,74 0 16,-49 25 0,-1 0-16,1 0 15,49 0 1,-74 0-16,25 0 15,-1 0 1,-24 0 0,0 0-16,24 0 0,-24 0 15,25 0-15,-1 0 16,1 0-16,24 0 16,26 0-1,-51 0-15,26 0 16,-1 0-1,1 0-15,-51 0 16,1 0 15,25 0-31,-25 0 16,-1 0 0,1 0-16,74 0 15,-74 0-15,50 0 16,24 0-1,-50 0-15,-24 0 16,25 0 15,-25 0-15,-1 0-16,1 0 16,50 0-16,-51 0 15,51 0 1,-50 0-1,24 0-15,1 0 16,24 0-16,-24 0 16,-25 0-16,0 0 0,49 0 15,-49 0-15,0 0 16,-1 0 0,76 25-16,-76-25 0,26 0 15,0 0 1,-1 25-16,-24 0 15,25 0 1,-26-25-16,26 0 0,-25 0 16,74 0-1,-74 24 1,25-24-16,-1 0 16,1 0-1,24 0-15,-49 25 16,25-25-1,24 0 1,-49 0-16,0 0 16,74 0-1,-50 50-15,-24-50 16,25 0 0,-25 0-16,49 0 15,-24 0-15,-1 0 16,1 0-1,24 0-15,-24 0 0,24 0 16,-24 0 0,24 0-16,-24 0 0,24 0 15,-49 0 1,74 0-16,-74 0 16,25 0-16,-1 0 15,1 0 1,24 0-16,-49 0 15,25 0 1,24 0-16,-24 0 16,24 0-16,-49 0 15,74 0-15,-49 0 16,24 0-16,-49 0 16,74 0-1,-74 0-15,0 0 0,25 0 16,-26 0-16,1 0 15,0 0-15,25 0 16,-26 0-16,26 0 16,0 0-1,-1 0 1,26 0-16,-51 0 16,26 0-16,24 0 15,-49 0-15,50 0 16,-51 0-16,26 0 15,0 0-15,-25 0 16,24 0 0,1 0-1,-25 0 1,-1 0 0,1 0-16,25 0 15,-1 0 1,-24 0-1,25 0-15,-1 0 16,-24 0 0,25 0-16,-1 0 31,-24 0-31,50 0 16,-51 0-1,1 0 1,25 0-16,-25 0 15,-1 0-15,76 0 16,-51 0-16,26 0 16,-26 0-16,26 0 15,49 0 1,-99 0-16,49 0 16,-49 0-1,0 0 1,-1 0-16,51 0 15,-50 0-15,-1 0 16,51 0-16,-50 0 16,49 0-16,-49 0 15,24 0 1,51 0 0,-76 0-16,51 0 15,-26 0 1,-24 0-1,25 0-15,-25 0 0,0 0 16,24 0-16,1 0 16,24 0-16,-49 0 15,74 0 1,-49 0-16,-25 0 16,49 0-1,-24 0-15,24 0 16,-49 0-16,0 0 15,24 0 1,-24 0-16,0 0 16,24 0-16,-24 0 15,0 0 1,0 0-16,0 0 16,24 0-1,-24-25 1,0 25-1,0 0-15,24 0 16,-24 0-16,25-25 16,-1 25-1,-24 0-15,25 0 0,24 0 16,-24 0 0,-1 0-1,-24 0 1,0 0-16,0 0 0,49 0 15,-49-25 1,0 25 0,24 0-16,-24 0 15,0 0 1,49 0 0,-24-49-16,24 49 15,-49 0 1,0 0-16,0 0 15,74 0 1,-74 0-16,25 0 16,-26 0-1,26 0 1,24 0-16,-49 0 16,0 0-16,25 0 15,-26 0-15,1 0 16,0 0-16,25 0 15,-26 0 1,1 0-16,0 0 16,49 0-1,-49 0 1,0 0 0,49 0-16,-24 0 15,0 0 1,-26 0-16,1 0 15,0 0-15,25 0 16,-1 0 0,-24 0-1,25 0-15,-25 0 16,-1 0 0,51 0-16,-50 0 15,24 0-15,1 0 16,-1 0-16,26 0 15,-50 0-15,-1 0 16,1 0-16,50 0 16,-26 0-16,1 0 15,-1 0 1,-24 0-16,25 0 16,-25 0-16,24 0 15,1 0-15,-25 0 16,-1 0-16,1 0 15,50 0-15,-26 0 0,1 0 16,-25 0 0,0 0-1,-1 0-15,26 0 0,-25 0 16,0 0 0,49 0-16,-49 0 15,74 0 1,-74 0-1,24 0-15,51 0 16,-1 0 0,-50 0-1,1 0 1,24 0-16,-24 0 16,25 0-1,49 0 1,-75 0-16,1 0 15,74 0 1,-50 0-16,-49 0 16,25 0-16,-1 0 15,-24 0 1,25 0-16,-1 0 0,-24 0 16,0 0-1,0 0-15,49 0 0,-49 0 16,49 0-1,-49 0-15,0 0 0,49 0 16,-49 0-16,99 0 16,-74 0-1,-1 0 1,1 0-16,24 0 16,1 0-16,-1 0 15,-24 0-15,24 0 16,-24 0-16,-1 0 15,1 0-15,0 0 16,-1 0-16,-24 0 16,49 0-16,-24 0 15,99 0 1,-50 0-16,-24 0 16,-26 0-16,50 0 15,-49 0-15,24 0 16,26 0-16,-51 0 15,26 0-15,-51 0 16,26 0-16,24 0 16,-49 0-16,50 0 15,-26 0 1,-24 0-16,50 0 16,49 0-1,-100 0-15,76 0 16,-76 0-16,76 0 15,-1 0 1,-25 0-16,1 0 16,-26 0-1,26 0-15,-26 0 0,26 0 16,-26 0-16,75 0 16,-49 0-1,24 0-15,50 0 16,-100 0-1,26 0-15,-26 0 16,26 25-16,-26-25 16,1 0-16,24 24 15,1-24 1,-26 0 0,26 0-16,-25 0 15,24 0-15,-24 0 16,49 0-16,-25 0 15,1 0-15,98 0 16,-123 0-16,49 0 16,-49 0-16,24 0 15,25 0 1,-49 0-16,49 0 0,0 0 16,-49 0-1,24 0-15,-24 25 0,49-25 16,0 0-1,-49 0 1,-25 0-16,49 0 16,-24 0-16,24 0 15,-49 0 1,49 0 0,-24 0-16,24 0 0,-24 0 15,25 0-15,-26 0 16,75 0-1,-49 0-15,-26 0 16,75 0 0,-49 0-16,-51 0 15,76 50-15,-51-50 16,26 0 0,-51 0-16,26 0 0,24 0 15,-49 0 1,50 0-16,-26 0 0,26 0 15,-26 0 1,26 0-16,-1 0 0,25 0 16,1 0-16,98 25 31,-124-25-31,26 24 16,-51-24-16,51 0 15,-1 0-15,0 0 16,-25 0-16,1 0 15,-26 0-15,1 0 16,0 0-16,-26 0 16,26 0-16,0 0 15,-26 0-15,1 0 16,25 0-16,-1 0 16,26 0-16,-26 0 15,51 0-15,49 0 16,-50 0-1,-25 0-15,1 0 16,24 0-16,0 0 16,-25 0-16,1 0 15,-1 0 1,-24 0-16,24 0 16,1 0-16,-26 0 15,75 0 1,-49 0-16,24 0 15,0 0-15,-49 0 16,173 0 0,-149 0-16,1 0 15,-1 0-15,25 0 16,-49 0 0,-25 0-16,74 0 15,-74 0 1,49 0-16,-24 0 15,0 0 1,-26 0 0,1 0-1,50 0 1,-51 0 0,1 0-16,50 0 15,-51 0 1,1 0-1,0 0 142,25 0-48</inkml:trace>
  <inkml:trace contextRef="#ctx0" brushRef="#br0" timeOffset="37832.96">5779 8607 0,'0'0'0,"50"0"0,0 0 16,74 0 0,0 0-1,0 0 1,25 0-1,-50 0 1,0 0 0,0 0-1,-24 0 1,24 0 0,-25 0-16,1 0 15,-1 0 1,-24 0-16,74 0 15,25 0 17,-1 0-17,-73 0-15,-1 0 16,-24 0-16,49 0 16,-25 0-1,-24 0-15,49 0 0,-49 0 16,49 0-16,-24 0 15,-1 0-15,0 0 16,-24 0-16,0 0 16,-1 0-16,26 0 15,-26 0-15,150 0 16,-125 0 0,50 0-16,-25 0 15,1 0-15,-1 0 16,25 0-16,-50 0 15,25 0-15,1 0 16,-1 0 0,-25 0-16,1 0 15,-50 0-15,-1 0 16,51 0-16,-50 0 16,74 0-1,-50 0-15,1 0 16,0 0-16,-1 0 0,26 0 15,-1 0 1,-24 0-16,49 0 0,-25 0 16,1 0-1,24 0-15,-50 0 16,51 0-16,24 0 16,-25 0-1,-49 0-15,148 0 16,-124 0-1,75 0-15,-74 0 16,49 0 0,74 0-16,-74 0 15,-25 0 1,-24 0-16,123 0 16,-148 0-16,24 0 15,75 0 1,-75 0-16,-24 0 15,25 0-15,-1 0 16,0 0 0,-24 0-16,24 0 0,-24 0 15,24 0 1,-24 0-16,-25 0 0,0 0 16,-1 0-1,1 0 1,0 0-1,25 0 1,-26 0 0,1 0-1,0 0 17,25 0 171</inkml:trace>
  <inkml:trace contextRef="#ctx0" brushRef="#br0" timeOffset="44412.07">15875 8582 0,'25'0'63,"0"0"-63,-1 0 15,100 0 1,-49 0-16,-26 0 16,51 0-16,-26 0 15,100 0 1,-75 0 0,25 0-16,-25 0 15,0 0-15,1 0 16,24 0-16,-25 0 15,25 0 1,-25 0-16,-24 0 16,24 0-16,99 0 15,-148 0-15,24 0 16,75 0 0,-75 0-16,-24 0 15,-25 0-15,24 0 16,1 0-1,24 0-15,-49 0 0,25 0 16,49 0 0,-24 0-16,24 0 0,-25 0 15,25 0 1,25 0-16,-24 0 0,-26 0 16,75 0-1,-75 0-15,1 0 16,-1 0-16,1 0 15,-26 0 1,26 0-16,-26 0 16,26 0-16,-26 0 15,50 50-15,-49-50 16,24 25-16,1-25 16,74 0-1,-100 0-15,26 0 16,49 0-1,-25 0-15,-49 0 16,24 0-16,-24 0 16,49 0-1,-50 0-15,26 0 16,-26 0-16,51 0 16,-51 0-1,1 0-15,49 0 16,-74 0-1,24 0 1,-24 0-16,0 0 16,0 0-16,0 0 15,0 0-15,24 0 32,-24 0-17,0 0-15,0 0 16,24 0-16,-24 0 15,0 0-15,0 0 16,24 0-16,-24 0 16,0 0-1,0 0-15,24 0 16,-24-25 0,0 25 46,0 0-46,24-25 249,-24 25-249,99 0 0,50 0-1,-75 0 1,50 0-16,-25 0 0,25 0 15,24 0-15,-24 0 16,25 0-16,-1 0 16,-24 0-16,0 0 15,0 0-15,-25 0 16,49 0-16,-49 0 31,25 0-31,50 0 16,-26 0-16,-24 0 0,25 0 0,-1 0 15,1 0-15,0 0 16,-50 0-16,0 0 16,-25 0-16,0 0 15,0 0 1,125 0 0,-125 0-16,25 0 15,124 0 1,-124 0-16,0 0 15,-25 0-15,25 0 16,149 0 0,-149 0-16,0 0 15,99 0 1,-148 0-16,49 0 16,-25 0-1,-74 0 1,24 0-16,1 0 15,-25 0 1,24 0-16,-24 0 16,0 0-16,0 0 47,25 0-16,-26 0-16,1 0-15,0 0 16,49 0 0,-24 0-16,0 0 15,-1 0-15,26 0 16,-51 0 0,1 0-16,0 0 15,25 0 1,-26 0 15,1 0-15,0 0 15,0 0-15,0 0-1</inkml:trace>
  <inkml:trace contextRef="#ctx0" brushRef="#br0" timeOffset="48959.33">2158 9426 0,'0'0'0,"25"0"31,0 0-15,24 0-16,-24 0 16,99 0-1,-25 0 1,50 0-1,-25 0 1,0 0 0,75 0-1,-26 0 17,-24 0-17,174 0 1,-75 0-1,0 0 1,-25 0 0,-50 0-1,26 0 1,-100 0 0,-24 0-1,24 0 1,-74 0-1,-1 0-15,51 0 0,-50 0 16,49 0 0,-49 0-16,24-25 0,1 0 15,0 25-15,49 0 32,-50 0-32,26 0 15,-26 0-15,51 0 16,-26 0-16,1 0 15,24 0-15,0 0 16,0 0-16,-49 0 16,24 0-16,-24 0 15,24 0-15,-24 0 16,-25 0-16,49 0 16,25 0-1,25 0 1,-74 0-16,24 0 15,-24 0-15,24 0 16,-24 0-16,49 0 16,-49 0-16,148 0 15,-123 0 1,24 0 0,124 0-1,-148 0-15,-1 0 16,0 0-16,-24 0 15,49 0 1,-74 0-16,25 0 16,-1 0-16,-24 0 15,25 0-15,-1 0 16,-24 0-16,49 0 16,50 0-1,-24 0-15,24 0 16,-75 0-1,-24 0-15,50 0 16,-26 0-16,26 0 16,-26 0-16,26 0 15,-51 0-15,51 0 16,-50 0 0,-1 0-16,51 0 15,-26 0-15,1 0 16,49 0-16,-24 0 15,74 0 1,-75 0-16,0 0 16,1 0-16,24 0 0,-49 0 15,49 0 1,-50 0-16,26 0 0,24 0 16,-25 0-1,26 0-15,-1 0 0,25 0 16,99 0-1,-99 0 1,0 0-16,50 0 16,-100 0-1,1 0-15,24 0 16,-25 0 0,100 0-16,-100 0 15,1 0 1,24 0-16,25 0 15,-50 0-15,-24 0 16,74 0 0,-99 0-16,49 0 15,75 0 1,0 0 0,-75 0-16,-24 0 15,49 0 1,-24 0-16,-1 0 0,0 0 15,26 0 1,-51 0-16,26 0 0,-1 0 16,25 0-1,0 0-15,-49 0 16,49 0-16,1 0 16,48 0-1,-48 0-15,-1 0 16,-50 0-16,26 0 15,-26 0-15,26 0 16,-26 0-16,26 0 16,-1 0-16,1 0 15,24 0-15,-25 0 16,125 0 0,-100 0-16,25 0 15,0 0-15,25 0 16,99 0-1,-99 0-15,74 0 16,-99 0 0,0 0-16,-25 0 15,-24 0-15,49 0 16,-25 0 0,0 0-16,25 0 15,50 0 1,-100 0-16,50 0 15,-25 0-15,25 0 16,75 0 0,-75 0-16,-25 0 15,50 0 1,-75 0-16,26 0 16,-51 0-16,100 0 15,-75 0 1,26 0-16,49 0 15,-100 0 1,50 0-16,-24 0 16,-1 0-16,25 0 15,-24 0-15,-1 0 16,25 0 0,-24 0-16,-1 0 15,25 0-15,25 0 16,-49 0-16,-1 0 15,26 0-15,24 0 16,-25 0-16,0 0 16,-25 0-16,26 0 0,-26 0 15,0 0-15,1 0 16,-26 0 0,51 0-16,-26 0 0,-24 0 15,49 0 1,-49 0-16,24 0 15,-24 0-15,74 0 16,-25 0 0,-25 0-16,1 0 15,24 0 1,-74 0 0,49 0-16,-24 0 15,74 0-15,-50 0 16,50 0-1,-74 0-15,49 0 16,-25 0-16,1 0 16,49 0-1,-50 0-15,-24 0 16,49 0 0,-25 0-16,-49 0 15,25 0-15,0 0 16,74 0-1,-50 0-15,0 0 16,-24 0 0,24 0-16,-49 0 0,74 0 15,-49 0 1,74 0 0,-74 0-16,-1 25 15,50-25 1,-74 0-16,25 25 15,99-25 1,-100 0 0,-24 0-16,74 25 0,-24-25 15,-1 24 1,-24 1-16,-25-25 0,24 0 16,1 0-16,-25 0 15,24 0-15,1 0 16,-1 0-1,-24 0-15,25 0 16,24 0 0,-24 0-1,0 0-15,-26 0 16,26 0 0</inkml:trace>
  <inkml:trace contextRef="#ctx0" brushRef="#br0" timeOffset="59621.74">26491 10393 0,'25'-25'78,"0"25"-78,25 0 16,98 0 0,-48 0-1,24 0 1,-25 0-1,50 0 1,49 0 0,-24 0-1,-25 0 1,-75 0-16,50 0 16,-99 0-1,0 0-15,49 0 16,-49 0 15,0 0-15,24 0-16,-24 0 15,74 0 1,-74 0-16,25 0 16,24 0-16,-24 0 15,123 0 1,-123 0-16,0 0 15,-1 0 1,1 0-16,-1 0 0,1 0 16,-25 0-16,74 0 15,-24 0 1,-51 0 0,125 0-1,-74 0-15,-26 0 16,50 0-16,-49 0 15,24 0-15,26 0 16,-51 0-16,-24 0 16,25 0-16,-1 0 15,-24 0-15,25 0 16,-26 0 31,1 0-32</inkml:trace>
  <inkml:trace contextRef="#ctx0" brushRef="#br0" timeOffset="77768.45">2257 11286 0,'25'0'32,"25"0"-17,-1 0-15,50 0 16,25 0-1,25 0 1,-49 0-16,-26 0 16,50 0-1,-50 0-15,-49 0 16,50 0-16,73 0 31,-98 0-31,49 0 16,100 0-1,-150 0-15,51 0 16,24 0 0,-75 0-16,1 0 15,-25 0-15,-1 0 16,1 0 0,50 0-16,-51 0 0,1 0 15,25 0-15,-1 0 16,-24 0-16,50 0 15,-51 0-15,1 0 16,50 0-16,-51 0 16,1 0-16,25 0 15,-25 0-15,-1 0 16,51 0-16,-50 0 16,24 0-16,26 0 15,-26 0 1,51 0-16,-26 0 15,-24 0-15,24 0 16,-49 0-16,24 0 16,26 0-1,-50 0-15,-1 0 16,26 0-16,0 0 16,49 0-1,-50 0-15,1 0 16,0 0-16,-25 0 15,49 0-15,25 0 16,-74 0-16,99 0 16,-74 0-1,24 0-15,25 0 16,-49 0 0,24 0-16,-24 0 15,24 0 1,25 0-1,1 0 1,-26 0-16,-24 0 16,-1 0-16,1 0 15,-25 0-15,49 0 16,-24 0-16,24 0 0,-24 0 16,49 0-1,0 0-15,-74 0 16,124 0-1,-100 0 1,1 0-16,49 0 16,-49 0-16,49 0 15,-24 0 1,-51 0-16,26 0 16,24 0-1,-49 0-15,50 0 16,-26 0-16,50 0 15,25 0-15,-74 0 0,74 0 16,75 0 0,-100 0-16,25 0 15,-75 0-15,51 0 16,-51-25 0,1 25-16,-1 0 0,-24 0 15,50 0 1,-26 0-16,26 0 0,-1 0 15,25 0 1,1 0-16,-1 0 0,0 0 16,25 0-1,-50 0-15,50 0 0,-24 0 16,24 0-16,99 0 31,-174 0-31,51 0 16,-26 0-16,-24 0 15,24 0-15,-24 0 16,24 0-16,-24 0 16,24 0-16,1 0 15,-1 0-15,-49 0 16,124 0 0,-100 0-16,1 0 15,24 0-15,-49 0 16,74 0-1,-74 0-15,25 0 16,24 0-16,25 0 16,-24 0-1,-1 0-15,75 0 16,-75 0 0,-24 0-16,74 0 31,-25 0-31,-49 0 15,24 0-15,-24 0 16,24 0-16,-24 0 16,24 0-16,26 0 15,-26 0-15,25 0 16,0 0-16,25 0 16,-24 0-16,24 0 15,-50 0-15,25 0 16,1 0-16,73 0 15,-74 0 1,1 0-16,-1 0 16,-25 0-16,1 0 15,24 0-15,-25 0 16,1 0-16,24 0 16,-25 0-1,1 0-15,-26 0 16,26 0-16,-26 0 15,1 0-15,0 0 16,24 0-16,0 0 16,26 0-16,-1 0 15,-50 0-15,175 0 16,-150 0 0,1 0-16,-1 0 0,25 0 15,-24 0 1,24 0-16,-25 0 0,1 0 15,123 0 1,-74 0 0,-25 0-16,75 0 15,-75 0 1,0 0-16,-24 0 16,-1 0-1,75 0-15,-50 0 16,-49 0-1,24 0-15,100 0 16,-149-24-16,74-1 16,25 25-1,-25-25-15,-24 25 16,-26 0-16,26 0 16,-51 0-1,26 0-15,0 0 0,-26 0 16,26 0-1,0 0-15,-26 0 0,26 0 16,0 0 0,-25 0-16,24 0 0,26 0 15,-1 0 1,0 0-16,1 0 0,-1 0 16,1 0-1,24 0 1,-74 0-16,-1 0 15,1 0-15,25 0 16,-25 0-16,-1 0 16,1 0-16,0 0 15,25 0-15,-1 0 16,1 0-16,-1 0 16,-24 0-16,75 0 15,-76 0-15,26 0 16,24 0-1,1 0-15,-50 0 16,49 0-16,50 0 16,-74 0-1,-26 0-15,51 0 16,-50 0-16,-1 0 16,51 0-1,-50 0-15,-1 0 16,76 0-1,-76 0-15,26 0 16,0 0 0,24 0-16,-49 0 15,0 0-15,0 0 16,49 0 0,-24 0-16,-1 0 15,-24 0 1,25 0-16,-1 0 15,1 0-15,-25 0 16,24 0 0,-24 0 15,0 0 16,0 0-32</inkml:trace>
  <inkml:trace contextRef="#ctx0" brushRef="#br0" timeOffset="92276.2099">4242 14883 0,'0'0'0,"49"0"0,1 0 16,-1 0 0,26 0-16,-50 0 15,-1 0-15,1 0 0,25 0 16,-25 0 15,-1 0-15,1 0-1,25 0 1,-25 0 0,-1 0-16,51 0 15,-25 0-15,49 49 0,25-24 0,-75-25 16,26 0-16,-26 0 15,75 25 1,-74-25-16,-25 0 16,0 0-16,49 0 15,-49 0 1,24 0 0,26 0-16,-26 0 15,51 0-15,-1 0 16,0 25-16,0 24 15,75-49 1,-75 0-16,-24 0 16,49 0-1,49 0 1,-98 0-16,-1 0 16,25 0-1,-24 0-15,-1 0 16,-24 0-16,123 0 15,-123 0 1,24 0-16,50 0 16,-99 0-1,50 0-15,-1 0 16,0 0 0,1 0-16,24 0 15,0 0-15,1 0 16,24 0-16,-50 0 15,0 0-15,50 0 16,-74 0-16,124 0 16,-100 0-1,1 25-15,-26-25 32,1 0-32,-25 0 0,-1 0 15,1 0-15,25 0 0,-25 0 16,24 0-16,26 0 15,-1 0-15,0 0 16,26 0-16,-76 0 16,76 0-1,24 0 1,-50 0-16,1 0 16,73 0-1,-73 0-15,-26 0 16,26 0-1,-26 0 1,75 0-16,-49 0 0,-26 0 16,26-25-16,49 25 15,-75-24 1,1 24 0,74 0-1,-74 0-15,24-25 16,-24 25-16,-1 0 15,26 0 1,-1 0-16,-24 0 0,24 0 16,-24-25-16,24 25 0,-24 0 15,-25 0-15,49-50 16,-24 50 0,74 0-16,-25-24 15,0 24-15,75-25 31,-75 25-31,-25 0 16,-24 0-16,24 0 16,-24 0-16,24 0 15,-49 0-15,25 0 16,24 0-16,-49 0 16,49 0-16,-49 0 15,25 0-15,24 0 16,-49 0-16,25 0 15,24 0 1,-49 0-16,25 0 16,-1 0-16,26 0 15,-26 0-15,-24 0 16,25 0-16,-1 0 16,26 0-16,-51 0 15,26 0-15,0 0 16,-1 0-16,50 0 31,-74 0-31,0 0 16,49 0-1,-24 0-15,0 0 16,-1 0-16,-24 0 16,74 0-1,-74 0-15,25 0 16,-25 0-16,24 0 15,26 0-15,-51 0 16,1 0-16,99 0 16,-74 0-1,-1 0-15,-24 0 16,25 0 0,-25 0-16,-1 0 15,1 0-15,25 0 16,-1 0-16,-24 0 15,50 0 1,-50 0-16,49 0 16,-24 0-16,-26 0 15,51 0-15,-50 0 16,49 0-16,-49 0 16,0 0-16,74 0 15,-74 0 1,-1 0-16,26 0 0,-25 0 15,24 0 1,26 0-16,-50 0 0,24 0 16,26 0-1,24 0-15,0 0 0,-74 0 16,74 0 0,-74 0-1,0 0-15,49 0 16,-49 0-16,99 0 15,-74 0 1,24 0-16,-24 0 16,74 0-1,-25 0-15,0 0 16,75 0 0,-100 0-16,25 0 15,50 0 1,-99 0-16,49 0 15,-74 0-15,74 0 16,-25 0 0,-24 0-16,24 0 0,-24 0 15,24 0 1,1 0-16,-1 0 0,-24 0 16,0 0-1,-1 0-15,26 0 0,-26 0 0,1 0 0,99 0 31,-100 0-31,50 0 16,1 0-16,-76 0 31,76 0-31,-26 0 16,25 0-16,-24 0 16,-26 0-16,51 0 15,-76 0-15,51 0 16,-26 0-16,26 0 15,-26 0-15,26 0 16,74 0 0,-100 0-16,26 0 15,-26 0-15,175 0 16,-100 0 0,-25 0-16,0 0 15,0 0-15,-24 0 16,24 0-16,-50 0 0,51 0 15,48 0 17,-73 0-32,24 0 15,50 0 1,-50 0-16,-49 0 16,24 0-16,1 0 0,-1 0 15,-24 0-15,24 0 0,-24 0 31,-1 0-31,75 0 16,-74 0 0,-25 0-16,74 0 15,-25 0 1,-24 0-16,-25 0 16,49 0-16,-49 0 0,49 0 0,-24 0 15,-25 0-15,49 0 16,-24 0-1,24 0-15,-24 0 32,49 0-32,-49 0 15,24 0-15,25 0 16,-49 0-16,24 0 16,-24 0-16,24 0 0,-24 0 15,74 0 1,-50 0-16,-24 0 0,24 0 0,-24 0 15,24 0 1,-24 0-16,24 0 0,-24 0 16,24 0-1,-24 0-15,49 0 16,-24 0-16,-1 0 16,1 0-16,-51 0 15,51 0-15,49 0 31,-99 0-31,-1 0 0,51 0 16,-26 0 0,-24 0-16,50 0 0,-26 0 15,26 0-15,-51 0 16,51 0-16,-50 0 16,24 0-16,1 0 15,74 0 1,-74 0-16,-26 0 15,100 0 1,-74 0-16,0 0 16,24 0-16,-49 0 15,99 0 1,-75 0-16,26 0 16,-1 0-1,1 0-15,24 0 16,0 0-16,-49 0 15,148 0 1,-123 0-16,-1 0 16,-24 0-16,24 0 15,-24 0 1,24 0-16,-49 0 0,0 0 16,24 0-16,1 0 15,-25 0-15,24 0 16,-24 0-16,25 0 15,24 0-15,-49 0 16,49 0-16,-24 0 16,24 0-16,-24 0 15,24 0-15,1 0 16,-1 0-16,-24 0 16,49 0-16,-25 0 15,-24 0-15,24 0 16,-24 0-1,-25 0-15,25 0 16,-1 0-16,1 0 16,-1 0-16,-24 0 15,74 0 1,-49 0-16,0 0 16,-1 0-16,-24 0 15,74 0 1,-24 0-16,-26 0 15,-24 0 1,49 0-16,-49 0 16,0 0-1,25 0-15,-26 0 16,26 0 0,0 0-1,-125 0 110</inkml:trace>
  <inkml:trace contextRef="#ctx0" brushRef="#br0" timeOffset="95190.82">2257 15875 0,'25'0'109,"74"0"-93,0 0-16,-49 0 15,49 0 1,1 0-16,-26 0 0,25 0 16,100 0-1,-150 0 1,75 50-16,-49-50 15,-1 0 1,25 24-16,-24-24 0,-1 0 16,25 0-16,1 0 15,-1 0-15,-25 0 16,50 0-16,-49 0 16,98 0-1,-74 0-15,-24 0 16,49 0-1,-75 0-15,-24 0 16,99 0 0,-74 0-16,0 0 15,24 0-15,-24 0 16,24 0 0,0 0-16,1 0 0,-1 0 15,1 0-15,98 0 16,-98 0-1,24 0 1,50 0 0,-50 0-16,-49 0 15,24 0-15,-24 0 16,-1 0-16,1 0 16,-25 0-16,49 0 15,-49 0-15,49 0 16,-24 0-16,-25 0 15,49 0-15,-24 0 16,24 0-16,-49 0 16,74 0-16,25 0 15,-74 0 1,49 0-16,-49 0 16,24 0-16,25 0 15,-49 0-15,74 0 16,-25 0-16,0 0 15,0 0 1,-24 0-16,24 0 16,25 25-1,-49-25-15,-51 0 16,26 25 0,0-25-16,-1 0 15,26 0-15,-26 0 16,50 0-16,-49 0 15,49 0-15,-24 0 16,-1 0-16,50 0 16,-49 0-1,-51 0-15,76 0 16,-76 0 0,26 0-16,49 0 15,-49 0 1,-1 0-16,51 0 15,-51 0 1,26 0-16,-26 0 16,1 0-16,-1 0 15,-24 0-15,25 0 16,-25 0-16,0 0 0,49 0 16,-49 0-1,0 0 1,-1 0 62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2-08-26T03:40:37.2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893 3324 0,'74'0'15,"-24"0"17,-25-25 93,-25 0-110,-25 0 16,0 25-15,0 0 15,1 0-15,-51 25 0,50 25-1,25-1 1,0-24-1,0 0 17,25 0 30,0-25-46,0 0-1,24 0 1,-24 0 0,25-25-1,-50 0 1,0 0 0,49 1 93,-24 48-93,-25 1-1</inkml:trace>
  <inkml:trace contextRef="#ctx0" brushRef="#br0" timeOffset="3075.83">1067 6524 0,'0'24'141,"-25"1"-16,0-50-109,0 25-16,0 0 15,1 0 1,-26 0 15,25 0-15,0 25-1,25 0 1,0 0 0,0 0-1,0-1 1,0 26 0,0-25-1,25 0 16,0-50 16,0-25-31,-25 25-16,0-24 16,0-1-1,0-24 1,0 49-1,0 0 17,25 0 77,-1 50-93,26 25-16,-25-25 31,-25-50 78,-25 0-46,0 50-32,25 0-15,0-1-1,0 26 220,0-25-235,25 24 78,0-73 94</inkml:trace>
  <inkml:trace contextRef="#ctx0" brushRef="#br0" timeOffset="18077.59">967 11410 0,'-24'25'469,"24"0"-453,0 0-1,49 24 1,1 1 62,-1-50-16,-24-25-46,0 0 0,0 0-1,-25 1-15,0-1 16,0 0 0,0 0-1,0-24 1,0 24 46,-25 25 32,0 25-78,0 49 15,25-24-15,0-26-16,0 51 15,0-26 1,25-24 78,-25-74-32,0 24-62,0 0 16,-25 0 156,1 0-157</inkml:trace>
  <inkml:trace contextRef="#ctx0" brushRef="#br0" timeOffset="27959.78">16867 6325 0,'0'-49'297,"0"24"-281,0 0-1,0 0 1,-25 0-16,-24-24 31,24 49 32,0 0-48,0 25 17,25-1-17,0 26-15,0-25 16,0 0-1,0 74 1,0-50 0,0 1-1,25-25 1,0-25 0,0 0 15,24 0-16,1 0 1,-25-25 0,-25 0-1,0-24 1,0 24 0,0 0-1,0 0 1,-25 0 328,0 25-266,0 25 15,1 0-61,73-50 108,-74 50-15,25 0-109,0 0 15,0-50 63,0 0-78,-24 50 93,24 0-93,0-1-16,0 26 31,-25-25-16</inkml:trace>
  <inkml:trace contextRef="#ctx0" brushRef="#br0" timeOffset="34676.95">16942 9203 0,'0'-25'109,"0"-25"-62,-25 25 31,-25-24-31,25 49 31,1 0-16,-1 25-62,25-1 16,0 1 0,0 0-1,0 25 48,25-26-16,-1 1 0,1-25-16,0 0 0,0 0 0,0-25-15,24 1-16,-49-1 31,-25 0 0,1 25 32,-26 0-1,25 0-30,0 0-17,1 25 1</inkml:trace>
  <inkml:trace contextRef="#ctx0" brushRef="#br0" timeOffset="40253.75">16842 10319 0,'25'25'125,"0"-1"-109,0 1 62,-25-50 109,0 1-171,0-1 0,0 0 15,0-25-16,0 26 32,-25-1 31,0 25-46,0 25-1,1-1-15,-1 1 15,0-25-16,0 25 1,0 0 15,25 0 16,0-1 0,25 1-16,0-25 16,0 0-31,24 0-1,-24 0 1,0 0 0,0 0 77,0-25-77,-25 1 31,0-1-31,-25 0 62,0 25-16</inkml:trace>
  <inkml:trace contextRef="#ctx0" brushRef="#br0" timeOffset="48037.43">16892 11633 0,'25'0'282,"0"-24"-282,-25-1 15,0 0 1,0 0 0,0-24-1,0 24 1,-25-25-1,0 25 1,0 1 15,0-1-15,1 0 0,-1 50 46,0-25-62,0 25 16,25-1-1,0 26 1,-25-25 0,25 0-1,0-1 1,0 26-1,25-25 1,0 0 0,0-25 109,24-25-94,-24 25-31,0-25 16,-25 0-1,0-24 16,-25-1 1,0 75 249</inkml:trace>
  <inkml:trace contextRef="#ctx0" brushRef="#br0" timeOffset="54675.32">16718 12824 0,'25'-25'110,"0"50"-63,0 25 0,0-26-1,-1-24-14,1 0 15,0 0-16,0-24-16,-25-1 1,0 0 0,0 0-1,0 0 1,0-24 15,-25 24-15,0 25-1,0 0 1,1 0 0,-26 0-1,25 25-15,0 0 16,1-1 0,24 1 15,-25 0-16,25 0 1,0 0 0,0 24-1,-50 1 1,75-25 15,0-25 0,49 0 1,-49 0-17,0-25 1,0-25 0,-25 25 15,0-24 31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2-08-26T03:41:44.4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1761 2902 0,'75'0'156,"-26"0"-140,75 0-16,-25 0 16,149 0-1,0 0 1,25 0 0,-49 0-1,-76 0 1,-24 0-1,-49 0 17,-1 0-17,50 0-15,-49 0 16,-26 0 0,26 0-16,24 0 15,-74 0-15,0 0 16,74 0-1,-50 0-15,1 0 16,74 0 0,-74 0-16,49 0 15,0 0-15,25 0 16,-50 0 0,26 0-16,24 0 0,-25 0 15,0 0 1,-24 0-16,-1 0 0,-24 0 15,24 0 1,0 0 0,-24 0-16,49 0 0,-24 0 15,24 0-15,0 0 16,25 0-16,0 0 16,25 0-16,-25 0 15,0 0-15,0 0 16,-25 0-16,25 0 15,0 0-15,0 0 16,0 0-16,-24 0 16,98 0-1,-74 0-15,-25 0 16,25 0-16,-24 0 16,73 0-1,-98 0-15,98 0 16,1 0-1,-100 0 1,25 0 0,100 0-1,-125 0-15,50 0 16,75 0 0,-100 0-16,0 0 15,-24 0-15,24 0 16,0 0-1,0 0-15,-24 0 0,24 0 16,0 0-16,-24 0 16,24 0-16,25 0 15,25 0-15,99 0 16,-124 0 0,49 0-16,-24 0 15,0 0-15,0 0 16,24 0-16,-24 0 15,-25 0-15,0 0 16,0 0 0,0 0-16,0 0 15,-24 0-15,24 0 16,-50 0-16,50 0 16,-25 0-16,25 0 15,-24 0-15,-1 0 16,-25 0-16,25 0 15,1 0-15,-51 0 16,50 0-16,1 0 0,-51 0 16,50 0-1,-24 0-15,-26 0 16,51 0-16,-51 0 16,51 0-16,-26 0 15,-24 0-15,98 0 16,-48 0-1,-1 0-15,74 0 32,-49 0-32,-24 0 0,-1 0 15,25 0 1,50 0-16,-75 0 16,124 0-1,-74 0 1,-75 0-16,-24 0 15,99 0 1,-50 0-16,0 0 16,-49 0-16,49 0 15,50 0 1,-50 0-16,-74 0 16,49 0-1,-24 0-15,-1 0 0,-24 0 16,74 0-1,-74 0-15,0 0 16,50 0-16,-26 0 16,50 0-1,-49 0-15,0 0 16,-1 0-16,-24 0 16,25 0-16,-1 0 15,-24 0-15,25 0 16,-26 0-16,1 0 15,0 0-15,25 0 16,-26 0-16,1 0 16,0 0-16,49 0 15,-49 0 1,0 0 62</inkml:trace>
  <inkml:trace contextRef="#ctx0" brushRef="#br0" timeOffset="2186.98">18479 1612 0,'25'25'94,"-25"0"-94,0 0 16,25 0-1,-25 49 1,0-24 0,25-1-16,-25 1 15,0-25 1,0 24 0,0-24 15,0 0-16,0 0 1,0 24-16,0-24 16,0 74 15,0-74-31,0 0 16,0 0-16,0 24 15,0 1-15,0-25 0,0 49 16,0-49-16,0 49 15,0-49 1,0 0-16,0 49 0,0-49 16,0 0-1,0 0-15,0 24 16,0-24 15,0 0 32,0 0-32</inkml:trace>
  <inkml:trace contextRef="#ctx0" brushRef="#br0" timeOffset="6865.53">1563 1736 0,'0'50'94,"0"-25"-79,0 0 1,0 24-16,0 1 15,0-25 1,0 24 0,0-24-1,0 0 1,0 0 0,0 24-1,0-24-15,0 0 16,49 49-1,-24-49-15,0 0 16,-25 0 0,0 24-1,25-24 1,-25 0 0,0 0 15,0 24-16,25 1 1,-1-25 0,-24 24-1,0 1 1,0-25-16,0 24 16,0-24-1,25 25 1,-25-25 15,0-1-15,0 1 62</inkml:trace>
  <inkml:trace contextRef="#ctx0" brushRef="#br0" timeOffset="9208.92">1687 1712 0,'0'-25'31,"25"0"-15,24 25-16,1-25 16,24 25-16,25-25 15,25 25-15,0 0 16,0 0-16,25 0 16,174 0-1,-174 0-15,-1 0 16,1 0-16,25 0 15,-25 0-15,0 0 16,-1 0-16,1 0 16,-50 0-16,75 0 15,-50-25 1,0 25-16,0-49 16,99 24-1,-123 25-15,-1-25 16,99 25-1,-123 0-15,-1 0 16,0 0-16,1 0 16,24 0-1,0 0-15,-24 0 0,24 0 16,0 0 0,25 0-16,-25 0 0,50 0 15,0 0-15,149 0 16,-125 0-1,-49 0-15,174 0 16,-174 0 0,50 0-16,-26 0 15,1 0 1,0 0-16,-25 0 16,25 0-16,0 0 15,0 0-15,-25 0 16,25 0-16,-25 0 15,0 0-15,74 0 16,-74 0-16,25 0 16,-25 0-16,149 0 15,-124 0 1,-1 0-16,-48 0 16,24 0-16,-25 0 15,-25 0-15,-24 0 16,49 0-16,25 0 15,-74 0-15,74 0 16,-25 0-16,50 0 16,-50 0-1,0 0 1,0 0-16,-49 0 16,173 0-16,-123 0 15,24 0 1,74 0-16,-74 0 15,50 0-15,-100 0 16,174 0 0,-149 0-16,25 0 15,124 0 1,-148 0-16,24 0 16,99 0-1,-99 0-15,-50 0 16,26 0-1,-26 0-15,-24 0 16,24 0-16,0 0 16,-24 0-16,0 0 15,24 0 1,-24 0-16,24 0 0,-24 0 16,74 0-1,-25 0-15,0 0 16,75 0-1,-75 0-15,0 0 16,-24 0-16,24 0 16,0 0-1,0 0-15,0 0 0,-24 0 16,24 0 0,0 0-16,25 0 0,-49 0 15,24 0 1,0 0-16,0 0 0,-24 0 15,24 0-15,25 50 16,-25-50 0,-49 0-1,-1 0-15,1 0 16,-25 0-16,49 0 16,-49 0-1,0 25-15,74-25 16,-74 24-16,49-24 15,-24 0-15,0 0 16,-1 0-16,-24 0 16,49 0-16,-49 0 15,50 0-15,-51 0 16,26 0-16,0 0 16,-26 0-16,1 0 15,0 0 1,25 25-16,-26-25 15,1 0 17</inkml:trace>
  <inkml:trace contextRef="#ctx0" brushRef="#br0" timeOffset="12239.47">19050 1538 0,'50'0'62,"-75"49"-31,0-24-31,0 0 16,-49 50 0,-50-1-1,74-24 1,25-26 0,-24 26-1,24-25 1,-49 24-1,24 1 1,25 0 15,-25-1-15,50-24 0,-24 0-1,24 0 63,0 24-62,49 1-16,26-25 16,98 99-1,-73-100-15,123 100 16,-99-49-1,0-50-15,25 74 16,-25-74 0,-99 0 15</inkml:trace>
  <inkml:trace contextRef="#ctx0" brushRef="#br0" timeOffset="13661.04">19645 2853 0,'25'-25'94,"-25"0"-78,0 0-1,0-74 1,0 24 0,0 1-1,0 49-15,0-49 16,-25 24 0,25 25 30,-24 1-46,123 24 235,74 0-235,51 0 15,-1-75-15,298 50 16,-50 25 15,-149 0-15,-173 0 0,-124 0-1</inkml:trace>
  <inkml:trace contextRef="#ctx0" brushRef="#br0" timeOffset="15550.15">19050 1662 0,'0'-25'78,"0"0"-31,25-49-32,24 49 1,-24 0 0,50 0-1,-26-24 1,1 24 0,-25 0-1,-1 25 110,1 0-94,0 50-15,25-1-16,-50 1 16,0 24-1,0 1 17,24-50-17,-24 0 1,0 24-1,25-24 173,50-25-172,49 0-16,-25 0 15,223 0 1,125 0-1,-25 0 1,24 0 0,-148 0-1,-125 0 1,-98 0 0,-1 25-1,50 0 1,-25-1-1,-74-24-15,25 0 16,-25 25 109</inkml:trace>
  <inkml:trace contextRef="#ctx0" brushRef="#br0" timeOffset="35959.81">14486 5680 0,'25'0'109,"0"0"-93,-1 0-16,26 0 15,-25 0 1,74 0 0,-25 0-1,50 25 1,-49-25-1,49 0 1,-99 0-16,99 0 16,-100 0-1,51 0-15,-50 0 16,49 50-16,-49-50 16,0 0-1,0 0-15,24 0 16,1 0-16,-25 0 15,49 0-15,-24 24 16,24-24-16,-49 25 16,24-25-16,26 25 15,-26-25-15,1 0 16,49 0-16,-49 50 16,24-50-16,-24 0 15,24 25-15,-24-25 16,24 0-16,-49 0 15,25 0-15,49 0 16,-74 0-16,49 0 16,-24 0-16,74 0 15,-25 0 1,-74 0-16,99 0 31,-50 0-31,-24 0 0,-1 0 16,-24 0-1,25 0 1,0 0-16,-26 0 16,26 0-16,0 0 15,74 0 1,0 0 0,-75 0-16,26 0 15,-1-25 1,25 25-1,-24 0-15,-26-25 16,26 25 0,-26 0-16,-24 0 15,50 0-15,-51 0 16,1 0-16,50 0 16,-51 0-1,1-25-15,25 25 16,-1 0-16,-24 0 15,25 0-15,24 0 16,1 0-16,-51 0 16,51 0-1,-26 0-15,-24-25 16,50 25-16,-26 0 16,1-49-1,-1 49-15,26 0 0,-50 0 16,24 0-1,1 0 1,-25 0-16,24 0 0,1 0 16,0 0-1,-26 0-15,51 0 16,24 0 0,-25 0-16,1 0 0,24 0 15,-49 0-15,49 0 16,-74 0-16,49 0 15,-49 0-15,24 0 16,26 24 0,-25-24-16,-1 0 15,75 25 1,-74-25-16,24 0 16,-49 0-16,74 0 15,-24 0 1,-26 0-16,1 0 15,24 0 1,-24 0-16,-25 0 16,49 0-1,75 0 1,-124 0-16,49 0 16,25 0-1,-49 0-15,24 0 16,-24 0-16,49 25 15,-49-25 1,24 0-16,1 25 0,-1 0 16,0-25-1,-24 0-15,24 0 0,-24 0 16,25 0-16,-1 0 16,0 0-16,-24 0 15,49 0-15,50 0 16,-50 0-1,-24 0-15,-26 0 16,26 0-16,-26 0 16,-24 0-1,49 0-15,-49 0 16,50 0-16,-51 0 16,26 0-16,0 0 15,-1 0-15,-24 0 16,25 0-16,-1 0 15,51 0 1,-51 0-16,26 0 16,-26 0-16,26 0 15,24 0 1,-50 0-16,26 0 16,-50 0-16,74 0 15,-50 0 1,26 0-1,-50 0-15,74 0 16,-49 0 0,-26-25-1,76 25-15,-26 0 16,-49 0 0,0 0-16,49 0 15,-24 0-15,-26 0 16,51 0-16,-26 0 15,26 0-15,-26 0 16,26 0-16,74-25 16,-75 0-16,-24 25 15,-25 0-15,49 0 16,-24 0 0,-1 0-16,1 0 15,24 0-15,1-25 16,-26 1-16,1 24 15,24 0-15,-24 0 16,24 0-16,1 0 16,-1 0-1,50 0 1,-74 0-16,24 0 16,-24 0-16,24 0 15,25 0-15,-24 0 0,-1 0 16,-24 0-16,24 0 15,-24 0-15,24 0 16,-24 0-16,24 0 16,25 0-1,-49 0-15,-25 0 16,49 0 0,-49 0-16,50 0 15,-51 0-15,26 0 16,24 0-1,-24 0-15,0 0 16,-26 0 0,1 0-1,0 0-15,25 0 0,-26 0 16,26 0 0,24 0-16,-49 0 15,50 0 1,-26 0-1,-24 0-15,25 0 16,-26 0 0,1 0-16,50 0 0,-50 0 15,24 0 1,1 0-16,-25 0 0,24 0 16,1 0-1,-25 0-15,-1 0 110,1 0-48,25 0 251,-25 0-298,-1 0 32,1 0 16,25 0 30,-1 24 110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2-08-26T03:42:30.5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22076 5308 0,'25'25'16,"0"-25"31,24 0-31,-24 0-16,0 0 31,49 0-16,1 0 1,49 0 0,0 0-1,50 0 1,-50 0 0,-50 0-1,25 0 1,0 0-1,-49 0 1,24 0-16,-24 0 16,0 0-1,-1-25 1,-24 25 0,49 0-16,-49 0 15,74 0 1,-74 0-1,74 0 1,-74 0-16,0 0 16,25 0-16,-25 0 15,-1 0 1,1 0-16,25 0 0,-1 0 16,-24 0-1,50 0-15,-26 0 0,26 0 16,-51 0-16,1 0 15,50 0-15,-51 0 16,1 0 0,25 0-16,-25 0 15,-1 0-15,1 0 16,50 0-16,-51 0 16,51 0-16,-26 0 15,-24 0 1,50 0-16,-26 0 15,1 0-15,0 0 16,-26 0-16,26 0 16,-25 0-16,0 0 15,49 25 1,-49-25-16,0 0 16,-1 0-16,26 0 15,-25 0 1,0 0-16,-1 0 15,76 0 1,-76 0 0,26 0-16,24 50 15,-24-50 1,0 0-16,24 0 31,-24 0-31,24 0 0,-49 0 16,0 0-1,49 0-15,-49 0 16,25 0-16,24 0 16,-49 0-1,0 0-15,24 0 16,-24 0-16,25 0 16,-1 0-16,-24 0 15,0 0 1,0 0-1,49 0-15,-49 0 16,0 0-16,24 0 16,1 0-16,24 0 15,-49 0-15,0 0 16,0 0-16,24 0 16,-24 0-1,0 0 1,0 0-16,24 0 15,-24 0 1,0 0 31</inkml:trace>
  <inkml:trace contextRef="#ctx0" brushRef="#br0" timeOffset="33323.1">10120 8706 0,'0'-24'0,"25"-1"16,0 25-1,0 0 1,74 0 0,-49 0-1,74 0 1,49 0-1,1 0 1,49 0 0,50 0-1,-25 0 1,-74 0 0,-75 0-1,-50 0 1,-24 0 15,0 0-15,49 0-1,75 0 1,-25 0 0,25 0-1,-50 0 1,-49 0-1,49 0 1,-74 0-16,25 0 16,-1 0-16,-24 0 15,25 0-15,24 0 16,-24 0-16,24 0 16,0 0-16,-24 0 15,49 0-15,-24 0 16,-1 0-16,1 0 15,24 0-15,-50 0 16,26 0-16,-26 0 16,26 0-16,-26 0 15,26 0-15,-26 0 16,26 0-16,74 0 16,-100 25-1,26-25-15,24 0 16,-25 49-1,26-24-15,-1-25 16,-50 0 0,1 0-16,0 25 15,49-25-15,-50 0 16,51 25 0,-1-25-16,-50 0 15,76 49 1,-51-49-16,-24 25 15,-1-25-15,1 0 16,24 25 0,-49-25-16,0 0 0,49 0 15,-24 0 1,-25 0-16,24 0 16,1 0-16,24 0 15,-24 0 1,24 0-16,-24 0 0,49 0 15,50 0 1,-124 0 0,74 0-16,-74 0 0,49 0 15,-24 0-15,24 0 16,-49 0-16,0 0 16,24 0-16,-24 0 15,0 0-15,0 0 31,24 0-15,-24 0-16,0-25 16,49 0-1,-49 0-15,0 25 16,0 0-16,49-24 16,-49 24-16,49 0 15,-24 0 1,25-25-1,-26 25-15,-24 0 16,49 0 0,-24-50-16,0 50 31,-26 0-15,1 0-1,0-25 1,25 25-16,-26 0 15,1 0 1,0 0-16,49 0 16,-49 0-1,0 0 1,25 0 0,-26 0-1,1 0 1,50 0-1,-26 0-15,1 0 16,-1 0 0,-24 0-16,0 0 15,25 0-15,-25 0 16,-1 0-16,1 0 16,25 0-16,-1 0 15,-24 0-15,74 0 16,-74 0-1,50 0-15,49 0 16,-75 0 0,26 0-16,-51 0 15,51 0-15,-50 0 16,24 0-16,26 0 16,-26 0-16,1 0 15,-25 0 1,0 0-16,-1 0 15,51 0-15,-50 0 16,49 0-16,-49 0 16,0 0-1,49 0-15,-49 0 16,0 0-16,24 0 0,1 0 16,-25 0-1,-1 0-15,51 0 0,-26 25 16,26-25-1,-50 0-15,49 0 0,-24 25 16,74-25 0,-50 0-1,-24 0-15,24 0 16,-24 0-16,99 0 16,-75 0-1,-24 0 1,24 0-16,-49 0 15,0 0-15,49 0 0,-49 0 16,99 0 0,-99 0-16,24 0 15,26 0 1,-26 0-16,1 25 16,-25-25-1,24 0 1,1 0-16,-25 0 15,24 0 1,-24 0-16,0 0 0,0 0 16,49 0-1,-49 0-15,0 0 16,24 0-16,1 0 16,-25 0-1,49 0 1,-49 0-16,0 0 15,49 0-15,-24 0 16,24 0-16,-24 0 16,24 0-16,26 0 15,-51 0-15,50 0 16,-49 0-16,49 0 16,0 0-16,-49 0 15,24 0-15,-24 0 16,0 0-1,-26 0-15,26 0 16,49 0 0,-74 0-16,25 0 15,-26 0-15,26 0 16,24 0-16,-49 0 16,50 0-16,-1 0 31,1 0-31,-26 0 15,75 0 1,-49 0-16,-26 0 16,26 0-16,-26 0 15,75 0 1,-25 0-16,-24 0 16,-26 0-16,51 0 15,-51 0-15,26 0 16,-26 0-16,125 0 15,-100 0 1,1 0-16,49 0 16,-75 0-1,1 0-15,-25 0 16,0 0-16,49 0 16,-49 0-1,0 0 1,-1 0-16,26 0 15,0 0-15,-25 0 16,49 0-16,-49 0 16,0 0-16,49 0 15,-49 0-15,0 0 0,49 0 16,-49 0 0,74 0-16,-49 0 0,24 0 15,0 0 1,1 0-16,-1 0 0,1 0 15,-1 0 1,25 0-16,-49 0 16,49 0-16,75 0 15,-75 0 1,0 0-16,0 0 16,-24 0-16,123 0 15,-99 0 1,-24 0-1,24 0-15,25 0 16,-49 0-16,-26 0 16,75 0-1,-49 0-15,-26 0 16,75 0 0,-99 0-16,49 0 15,-49 0-15,50 0 16,-1 0-1,-24 0-15,-1 0 16,26 0 0,-26 0-16,26 0 15,-50 0 1,24 0-16,26 0 0,-26 0 16,1 0-16,24 0 31,1 0-31,-51 0 15,26 0-15,24 0 16,1 0-16,-50 0 16,74 0-16,-50 0 15,26 0-15,-25 0 16,24 0-16,-24 0 16,-26 0-16,26 0 15,0 0-15,-26 0 16,26 0-1,-25 0 1,0 0 0,-1 0 15,26 0 78,-25 0-93,0 0 0,-1 25-1,26-25 16,-25 0 1,0 0-17</inkml:trace>
  <inkml:trace contextRef="#ctx0" brushRef="#br0" timeOffset="44099.71">3870 11931 0,'24'0'156,"26"0"-140,-25 0-16,74 0 15,-25 0 1,26 0 0,24 0-1,-50 0 1,0 0 15,26 0-15,-1 0-1,-50 0 1,1 0-16,-25 0 0,0 0 16,0 0-16,49 0 15,-24 0 1,-1 0 0,-24 0-16,0 0 15,49 0 1,-49 0-16,0 0 15,99 0 1,-50 0-16,-49 0 16,74 25-1,-24-25-15,-1 0 16,-24 25-16,24-25 16,-24 0-1,24 0-15,-24 0 0,24 0 16,50 24-1,-74-24-15,-1 0 16,-24 0-16,25 0 16,-1 0-1,1 0-15,24 0 0,-49 0 16,25 0 0,-1 0-16,1 0 0,-25 0 15,49 0 1,-49 0-16,25 0 0,24 0 15,1 0-15,-51 0 16,26 0-16,24 0 16,-49 0-16,74 0 15,-49 0 1,24 0-16,26 0 31,-76 0-31,26 0 16,0 0-16,-1 0 15,-24 0-15,49 0 16,-24 0-16,24 0 16,-24 0-16,25 0 15,-26 0-15,26 0 16,-26 0-16,26 0 16,-26 0-16,26 0 15,24 0-15,-50 0 16,26 0-16,-1 0 15,1 0-15,24 0 16,-50 0-16,26 0 16,-25 0-16,24 0 15,-24 0-15,24 0 16,-24 25 0,-26-25-16,51 0 15,24 0 1,-49 0-16,24 0 15,-49 0-15,24 0 16,125 0 0,-149 0-16,49 0 15,75 0 1,-124 0-16,99 0 16,25 0-1,-75 0 1,-24 0-16,74 0 15,-50 0 1,-24 0-16,24 0 16,-24 0-16,-25 0 15,49 0-15,-24 0 32,-1 0-32,1 0 15,24 0-15,1 0 0,24 0 16,0 0-1,-49 0-15,49 0 0,0 0 16,0 0-16,75 0 16,-75 0-1,1 0 1,-26 0-16,25 0 16,0 0-16,-74 0 15,50 0-15,-51 0 16,1 0-16,0 0 15,49 0-15,-24 0 16,0 0-16,-1 0 16,26 0-16,-26 0 15,75 0 1,-99 0-16,50 0 16,-26 0-16,1 0 15,-1 0-15,26 0 16,-50 0-1,24 0-15,1 0 16,-25 0-16,-1 0 16,1 0-16,50 0 31,-51 0-31,1 0 16,25 0-1,24 0 1,-24 0-16,-25 0 15,-1 0-15,1 0 16,25 0 0,-25 0-1,-1 0-15,1 0 16,25 0-16,-25 0 16,-1 0-1,1 0-15,50 0 16,-50-25-1,-1 25 1,26 0 109,-25 0-109,0 0-16,-1 0 15,26 0 1,-25 0 46,0 0-30</inkml:trace>
  <inkml:trace contextRef="#ctx0" brushRef="#br0" timeOffset="62201.47">3795 15106 0,'25'0'125,"0"0"-125,0 0 15,-1 0-15,76 0 16,-26 0 0,0 0 15,26 0-16,-26 0 1,0 0 0,26 0-1,-1 0 1,25 0 0,-25 0-1,-74 0-15,25 0 16,-1 0-16,1 0 15,-25 0-15,74 0 16,-25 0 0,-24 0-16,-25 0 15,24 0-15,-24 0 16,0 0-16,0 0 16,-1 0-16,26 0 15,-25 0 1,0 0-16,49 0 15,-49 0-15,49 0 16,-49 0-16,25 0 16,49 0-1,-25 0-15,-49 0 16,25 0-16,-1 0 16,1 0-16,-25 0 15,49 0-15,-24 0 16,24 0-1,-49 0-15,99 0 16,25 0 0,-75 0-1,25 0-15,26 0 16,-51 0 0,25 0-16,25 0 15,-25 0 1,75 0-16,-100 0 15,26 0 1,-51 0-16,26 0 16,-26 0-16,-24 0 0,49 0 15,26 0 1,-51 0-16,-24 0 16,50 0-16,-26 0 15,26 0 1,-26 0-16,1 0 0,-25 0 15,24 0 1,1 0-16,-1 0 0,-24 0 16,50 0-1,-26 0-15,50 0 16,-24 0-16,-1 0 16,50 0-16,0 0 15,-24 0 1,24 0-16,124-50 15,-124 50-15,-25 0 16,0 0-16,-49 0 16,24 0-16,1 0 15,-26 0-15,1 0 16,74 0 0,-50 0-16,-24 0 15,49 0 1,-74 0-16,49 0 15,-49 0-15,25 0 16,74 0 0,-50 0-16,-24 0 15,-1 0-15,75 0 16,-74 0 0,24 0-16,75 0 31,-50 0-31,-24 0 15,123 0 1,-74 0-16,-74 0 16,49 0-16,-24 0 15,-51 0 1,26 0-16,0 0 0,-1 0 16,26 0-1,-26 0-15,26 0 0,-26 0 16,1 25-16,24-25 15,25 0-15,25 0 16,-74 0-16,124 0 16,-125 0-1,26 0-15,-26 0 16,26 0-16,-26 25 16,26-25-16,-26 0 15,-24 0 1,50 0-16,-1 25 15,0-25-15,26 0 16,-1 49-16,-25-49 16,25 0-16,1 0 15,73 0 1,-98 25-16,24-25 16,-25 0-16,125 0 15,-150 0 1,51 0-16,-26 0 15,-24 0-15,49 0 16,-49 0-16,24 0 16,-24 0-16,123 0 15,-98 0 1,-1 0-16,50 0 16,-74 0-1,24 0 1,75 0-1,0 0-15,-75 0 16,1 0 0,-26 0-16,50 0 0,-49 0 15,49 0-15,0 0 16,100 0 0,-100 0-16,25 0 15,75 0 1,-125 0-16,25 0 15,0 0-15,1 0 16,-51 0 0,26 0-16,-1 0 15,25 0-15,0 0 16,1 0-16,24 0 16,0 0-16,-25 0 15,0 0 1,25 0-16,-25 0 0,25 0 15,100 0 1,-125 0-16,-25 0 16,26 0-16,-26 0 15,0 0 1,1 0-16,-26 0 0,26 0 16,-26 0-16,51 0 15,-76 0-15,51 0 16,-26 0-16,1 0 15,0 0-15,-26 0 16,51 0 0,-50 0-16,-1 0 15,26 0 1,-25 0-16,0 0 94,0 0-79,24 0 17,-24 0-17,0 0 1</inkml:trace>
  <inkml:trace contextRef="#ctx0" brushRef="#br0" timeOffset="78535.11">1265 16619 0,'-25'0'16,"0"0"-1,1 0-15,-1 25 63,0-25-47,0 25-16,-24 49 15,-51 75 16,76-50-15,-1-74 0,25 25-1,0 24 1,49 0 0,125 1-1,-25-75 1,0-50-1,-75 25 1,-49-74 0,-25 0-1,0-50 1,0 50 0,-50 0-1,1 24 16,-1 51-15,25 24 0,-24 0-1,-1 0 1,25 0 0,-24 74-1,24 50 1,-25-25-1,50-74-15,0 25 16,0-1 0,25-24-16,0 0 15,49-25 1,50 0 0,-99-25 15,74-74-16,-99 24 1,0-49 0,-49 0-1,-1 100 1,25 24 0,0 0-16,-49 0 15,24 24-15,26 26 16,-76 99-1,76-50 1,24 25 0,0-74-1,0 24 1,0-49 0,24 0 15,51-25-16,24-50 1,-49-49 0,-1 0-1,-49 74-15,0 0 16,0 50 78,0 0-94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8-21T04:55:37.0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30,'266'-16,"-109"5,170 9,-145 4,1950-2,-1951 16,-87-5,-57-6,52 14,-52-10,58 8,28-13,-73-3,95 13,-112-8,70 15,1-5,165 6,251-24,-485 4,0 2,66 15,28 4,285-16,-238-9,553 2,-689 2,0 2,72 17,-65-11,74 6,286-13,-203-6,-70 2,143 3,-259 0,1 2,-1-1,29 12,28 4,-6-11,1-3,112-6,-64-2,590 3,-552 13,-8 1,194-15,94 2,-226 12,56 0,1304-14,-1483-3,100-17,57-4,96-1,-10 0,-244 23,39 0,0-5,130-27,-226 29,57-13,2 4,91-5,-98 13,127-27,-131 19,151-12,212 28,-175 1,847-2,-856-13,-16-1,1440 13,-808 3,-577-4,324 5,-288 30,-224-19,209 29,1 0,-38-6,-136-17,270 3,346-25,-459 2,-263-2,-1-2,1-1,67-20,-54 12,52-7,116-3,62-8,-160 3,-86 18,71-11,256-10,-340 28,-1-2,36-12,-38 11,1 0,0 1,-1 1,25-2,381 4,-204 5,592-4,-799 1,0 1,22 3,-14 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8-21T04:55:41.51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0 135,'1'-1,"-1"0,0 1,1-1,-1 0,0 1,1-1,-1 1,1-1,-1 1,1-1,-1 1,1-1,0 1,-1 0,1-1,-1 1,1 0,0-1,-1 1,1 0,0 0,-1-1,1 1,0 0,-1 0,1 0,0 0,0 0,-1 0,2 1,0-2,54-6,106 2,-94 4,1757-4,-999 7,820-2,-1615-1,56-10,-50 5,42-1,850 4,-476 5,4156-2,-4438-14,-26 1,539 10,-350 6,210-3,-522-2,0 0,-1-2,1 0,31-11,-28 7,1 2,40-6,-41 10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8-21T04:55:48.9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83,'2233'0,"-2207"2,0 1,0 1,-1 2,42 14,15 3,27 8,-74-20,1-1,0-1,52 4,44-13,-100-2,0 1,0 2,0 1,-1 2,33 7,-12 1,-1-1,1-3,59 1,160-9,-120-2,1109 2,-1167-5,178-33,-54 5,117 1,-225 20,110-28,48-7,-204 41,-26 3,57-11,-27 0,0 4,95-4,139 15,-121 1,1224-2,-1364 2,-1 2,64 15,29 3,318-14,-260-10,-37 0,171 4,-184 12,51 0,2132-13,-1063-3,-1224 4,1 2,-1 2,39 10,15 3,314 21,-256-29,-102-6,0-3,1-1,-1-2,50-9,-51 4,-27 4,0 0,28-9,-33 6,-12 2,-27 3,-25 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8-21T04:56:14.9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26691 373,'-111'-1,"-7"-1,-226 26,249-9,0-5,-107-1,-1020-12,668 4,496 2,-109 21,-24 1,-2-13,-107 4,237-12,-96 17,-9 1,-386-15,319-9,-3915 2,3731-34,194 10,175 20,-435-47,355 37,-173 4,38 4,-891-12,779 20,-1858-2,2185-3,1-2,0-2,-61-18,50 11,-90-9,-269 18,218 8,156-3,1-2,-1-3,-67-14,59 8,0 3,-81-3,-110 12,100 2,-3721-2,1955-2,1735-6,-304-52,411 51,-91 1,-36-3,-175-21,179 19,-47-27,36 3,43 10,91 14,-126-8,-483 20,279 2,-241-2,633 0,-3-1,-1 1,0 1,1 0,-1 0,-15 4,23-4,0 0,0 0,0 0,-1 0,1 0,0 1,0-1,1 1,-1-1,0 1,0 0,1-1,-1 1,1 0,0 0,-1 0,1 0,0 0,0 1,0-1,1 0,-1 0,0 1,1-1,-1 0,1 1,0-1,0 4,1 16,0 0,6 27,-4-36,-1 0,0 0,-1 0,0 0,-1 0,-1-1,0 1,0 0,-1 0,-5 13,4-12,7-9,17-12,-10 2,16-7,34-21,-46 24,0 0,0 1,1 1,0 1,0 0,1 0,25-3,49 2,141 8,-86 3,1927-4,-2042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8-21T04:56:17.5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3865 175,'0'-1,"-1"0,1 1,-1-1,0 0,1 0,-1 0,1 0,-1 0,0 1,0-1,0 0,1 1,-1-1,0 0,0 1,0-1,0 1,0-1,0 1,0 0,0 0,0-1,0 1,0 0,0 0,0 0,0 0,0 0,-2 0,-2 0,-69-8,-86 2,-18-1,-303-48,304 25,105 16,-1 2,-127-2,-1386 19,895-7,666 1,0 0,-40-8,39 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2-08-26T03:44:03.0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3175 4812 0,'25'0'157,"0"0"-142,24 0-15,1 0 16,74 0 0,25 0-1,-50 0 1,-25 0-1,26 0 1,-26 0 0,-49 0-1,24 0-15,1 0 16,-25 0 0,0 0-16,24 0 15,1 0-15,-25 0 16,49 0-16,-49 0 15,0 0-15,-1 0 16,51 0 0,-50 0-1,-1 0-15,26 0 0,0 0 16,-26 0 0,26 0-1,-25 0 1,24 0-16,1 0 15,49 0 1,-49 0-16,0 0 16,24 0-1,-24 0-15,49 0 16,-25 0 0,-24 0-1,-25 0-15,24 0 16,-24 0-16,25 0 15,-1 0 1,1 0-16,-25 0 16,74 0-1,-74 0-15,24 0 16,-24 0-16,0 0 16,74 0-1,-74 0-15,0 0 16,49 0-1,-49 0-15,49 0 0,-24 0 16,49 0-16,0 0 16,-49 0-1,-25 0-15,99 0 32,-75 0-32,1 0 15,49 0-15,-74 0 16,0 0-16,49 0 15,-49 0-15,50 0 16,-51 0-16,26 0 16,0 0-16,-1 0 15,-24 0-15,49 0 16,-49 0-16,0 0 16,49 0-1,-49 0-15,25 0 16,-1 0-16,-24 0 15,0 0-15,49 0 16,-49 0-16,50 0 16,-51 0-16,1 0 15,0 0-15,25 0 16,-26 0 0,26 0-1,0 0-15,-1 0 16,51 0-1,-76 0-15,51 0 16,-26 0-16,26 0 16,-26 0-1,26 0-15,-26 0 16,-24 0 0,25 0-16,-25 0 15,-1 0-15,51 0 16,-50 0-1,-1 0-15,100 50 16,-99-50 0,50 25-16,-26-25 15,26 0-15,-26 0 16,26 0 0,-50 0-1,49 0-15,0 0 16,-49 24-16,50-24 15,-1 0-15,50 25 16,-50-25-16,1 0 16,49 0-1,-99 0-15,0 0 16,24 0-16,-24 0 16,74 0-1,-74 0-15,0 0 0,0 0 16,49 0-1,-49 0-15,49 0 0,-49 0 16,25 0 0,-1 0-16,1 0 15,24 0-15,-49 0 16,25 0 0,24 0-16,-24 0 0,24 0 15,75 0 1,-75 0-16,-49 0 15,25 0-15,24 0 16,-49 0 0,25 0-16,-26 0 0,1 0 15,0 0 1,0 0-16,49 0 16,-49 0-1,0 0-15,49 0 16,1 0-16,-26 0 15,1 0-15,-1 0 16,-24 0-16,0 0 16,0 0-1,24 0 17,-24 0-17,25 0-15,0 0 16,-1 0-1,-24 0-15,49 0 16,26-25 0,-51 25-16,-24 0 15,49 0-15,-24-49 16,0 49 0,-1 0-16,26-25 15,-51 25-15,100 0 16,-74 0-1,24 0-15,26 0 16,-75 0 0,-1 0-16,1 0 15,50 0 1,-51 0 0,1 0-16,25 0 15,-25 0 1,-1 0-16,1 0 15,25 0-15,-25 0 16,-1 0-16,1 0 16,74 0-16,-24 0 15,-26 0-15,26 0 16,-26 0-16,100 0 16,-74 0-1,-1 0-15,1 0 16,-51 0-16,51 0 15,-26 0-15,26 0 16,-26 0-16,26 0 16,-1 0-16,1 0 15,-1 0-15,75-25 32,-50 25-32,-25-25 15,26 25-15,-1 0 16,75 0-16,-75 0 15,25-49 1,-99 49-16,74 0 0,-25 0 16,1 0-16,-1 0 15,50-25 1,-74 25-16,24-25 16,-24 25-1,24 0-15,-49 0 16,0 0-16,24 0 15,-24 0 1,0 0 0,0 0-16,24 0 15,-24 0-15,0 0 16,49 0 0,1 0-16,-1 0 15,-49 0-15,49 0 0,-49 0 16,74 0-1,-49 0-15,-25 0 16,24 0 0,-24 0-1,0 0-15,50 0 0,-26 0 16,26 0 0,-1 50-16,-24-50 0,-1 0 15,-24 24-15,49-24 16,-24 25-16,24-25 15,26 25 1,-76-25-16,1 0 16,0 0-16,0 0 15,0 0-15,24 25 16,-24 0 0,49-25-16,-49 0 15,50 0 1,-1 0-1,25 0 1,-74 0-16,50 0 16,-26 25-16,26-25 15,49 0 1,-75 0-16,26 0 16,-1 0-1,0 0-15,-49 0 0,50 0 16,-26 0-16,26 0 15,-50 0 1,-1 0 0,51 0-1,-50 0-15,-1 0 16,26 0 0,0 0-16,-26 0 15,51 0-15,-50 0 16,-1 0-1,26 0-15,-25 0 16,24 0-16,1 0 16,-25 0-16,24 0 15,1 0-15,0 0 16,-26 0-16,51 0 16,-50 0-16,49 0 15,-49 0-15,24 0 16,1 0-16,-25 0 15,0 0 1,49 0 0,-49 0-16,0 0 15,0 0 1,24 0 0,-24 0 30,0 0-14,0 0-17,24 0 1,-24 0 0,0 0-1,0 0-15,24 0 16,-24 0 15,0 0 0,0 0 32,-1 24 62</inkml:trace>
  <inkml:trace contextRef="#ctx0" brushRef="#br0" timeOffset="6890.35">3497 5606 0,'25'0'16,"25"0"15,-25 0 31,-1 0-30,1 0-17,25 0 1,0 0 0,24 0-16,-49 0 15,99 0 1,-99 0-16,-1 0 15,51 0-15,-50 0 16,-1 0 0,26 0-16,0 0 15,-26 0-15,51 0 16,24 0 0,-49 0-16,24 0 15,-24 0 1,49 0-1,-50 0 1,26 0 0,-50 0-16,0 0 15,24 0 1,1 0-16,-25 0 0,24 0 16,1 0-1,-25 0-15,24 0 0,1 0 16,24 0-16,1 0 31,-1 0-31,-49 0 16,0 0-16,24 0 15,-24 0 1,25 0-16,-1 0 0,1 0 16,-25 0-1,49 0-15,-24 0 0,24 0 16,-49 0-1,49 0-15,-49 0 0,0 0 16,49 0 0,-49 0-1,25 0-15,24 0 16,-49 0-16,99 0 16,-50 0-1,-49 0-15,25 0 0,24 0 16,-24 0-1,-1 0-15,-24 0 0,0 0 16,50 0 0,-51 0-16,1 0 15,50 0 1,-51 0 0,26 0-16,0 0 15,-1 0-15,50 0 16,-49 0-1,0 0 1,-1 0-16,50 0 16,-74 0-16,50 0 15,-1 0 1,-24 0-16,-26 0 16,26 0-1,0 0-15,-26 0 16,1 0-16,25 0 15,24 0 1,-49 0-16,50 0 16,-26 0-1,1 0-15,-1 0 0,-24 0 16,74 0 0,-74 0-16,25 0 0,-25 0 15,24 0-15,26 0 31,-51 0-31,1 0 16,99 0 0,-74 0-16,-1 0 15,26 0-15,-1 0 16,1 0-16,-50 0 16,74 0-16,-74 0 15,49 0-15,-49 0 16,0 0-16,49 0 15,-49 0-15,0 0 16,-1 0-16,51 0 16,-26 0-16,1 0 15,0 0-15,-26 0 16,51 0-16,-50 0 16,-1 0-16,26 0 15,-25 0 1,25 0-1,-26 25 1,1-25-16,0 0 16,0 0-1,49 0 1,-49 0-16,25 0 16,74 0-1,-50 0-15,-24 0 16,24 0-16,-24 0 15,-1 0-15,1 24 16,-25-24-16,49 0 16,-49 0-1,0 0-15,74 0 16,-25 0 0,-24 0-16,0 0 15,-1 0-15,50 0 16,-74 0-1,0 0-15,0 0 16,24 25-16,-24-25 16,0 0-1,0 0 1,0 0-16,49 0 16,75 0-1,-75 0-15,25 0 16,-49 0-16,24 0 15,-49 0 1,25 0-16,0 0 0,-26 0 16,1 0-1,0 0-15,25 0 16,-1 0 0,-24 0-16,25 0 15,-26 0-15,1 0 16,50 0-1,-26 0-15,-24 0 16,25 0-16,-26 0 0,1 0 16,50 0-16,-51 0 15,1 0 1,0 0-16,25 0 16,-26 0-16,1 0 31,0 0-16,25 0-15,-26 0 16,1 0 0,0 0-16,50 0 15,-26 0 1,1 0-16,-25 0 16,-1 0-16,1 0 15,50 0 1,-51 0 93,1 0-93,25 0-1,-25 0 1</inkml:trace>
  <inkml:trace contextRef="#ctx0" brushRef="#br0" timeOffset="13327.09">15255 5631 0,'0'0'0,"49"0"0,1 0 16,-25 0-16,0 0 15,49 0 1,-49 0-16,0 0 0,49 0 15,1 0 1,-1 0 0,-49 0-16,24 0 15,51 0 1,-51 0-16,-24 0 16,0 24-16,0-24 15,49 0-15,-24 0 16,24 0-16,25 0 15,25 25 1,-99-25-16,25 0 16,24 0-1,-24 25-15,-25 0 16,-1-25-16,26 0 16,49 0-1,-74 25-15,74-25 16,-74 0-16,99 0 15,-50 24 1,-49-24-16,74 25 16,-74-25-1,0 0 1,0 0 0,49 0-1,-49 0-15,50 0 16,-26 0-16,26 0 15,-26 0-15,50 0 16,-49 0-16,24 0 16,-49 0-16,50 0 15,-51 0-15,1 0 16,0 0-16,25 0 16,-26 0-1,26 0 1,0 0-16,-26 0 15,1 0-15,0 0 16,49 0 0,-24 0-16,25-25 15,-51 25-15,51 0 16,-26-24-16,-24-1 16,25 25 15,-25 0-16,-1 0 1,1 0-16,50 0 16,-51 0-1,1 0-15,25 0 16,-1 0-16,51-25 16,-76 25-1,1 0 1,25 0-16,24-25 15,1 25 1,-26-25 0,75-24-16,-24 49 15,-1 0 1,-50 0 0,51-25-16,-26 25 15,0 0-15,1-25 16,-50 25-16,-1 0 15,51 0 1,-26 0-16,1 0 16,0 0-16,-26 0 15,51 0 1,-26 0-16,26 0 0,-25 0 16,24 0-1,-24 0-15,24 0 16,25-25-16,-49 25 15,74-49-15,-75 49 16,1 0 0,0 0-16,24 0 15,-49 0-15,49 0 0,-49 0 16,25 0-16,24 0 16,-49 0-16,49 0 15,-49 0-15,25 0 16,24 0-16,-49 0 15,0 0-15,24 0 16,-24 0-16,25 0 16,-1 0-16,-24 0 15,74 0 1,-49 0-16,-25 0 16,49 0-1,-49 0-15,0 0 16,24 0-16,26 0 15,-1 0 17,-24 0-32,0 0 15,24 0 1,-24 0 0,-26 0-16,1 0 15,0 0 1,25 0-1,-26 0 1,1 0-16,74 0 16,-49 0-1,24 0-15,-49 0 16,50 0-16,-1 0 16,0 0-1,-24 0 1,24 0-1,-24 0-15,24 0 16,-49 0 0,0 0-16,50 0 15,24 0-15,-50 0 16,26 0-16,-26 0 16,26 0-16,-50 0 15,74 0 1,-74 0-16,-1 0 15,1 0-15,25 0 16,-25 0-16,-1 0 16,76 0-16,-76 0 15,1 0-15,25 0 16,-1 0-16,26 0 16,-50 0-16,0 0 15,49 0-15,-49 0 16,74 0-16,-25 0 15,-24 0 1,0 0-16,-26 0 16,51 0-1,-26 0 1,1 0-16,-25 0 31</inkml:trace>
  <inkml:trace contextRef="#ctx0" brushRef="#br0" timeOffset="16982.47">25598 5482 0,'0'0'0,"50"0"0,24 0 15,-24 0 1,-25 0-16,24 0 16,26 25-16,-25-25 15,24 0-15,25 24 16,-49-24-16,24 0 16,-24 0-16,49 0 15,-49 0-15,24 0 16,50 0-1,-74 0-15,-1 0 16,75 0 0,-74 0-16,-25 0 15,49 0-15,-49 0 16,99 0 0,-50 0-16,50 0 15,0 0 1,-74 0-1,24 0-15,1 0 32,-26 0-32,1 0 15,49 0 1,-74 0-16,49 0 16,-49 0-16,0 0 15,0 0-15,25 0 16</inkml:trace>
  <inkml:trace contextRef="#ctx0" brushRef="#br0" timeOffset="19325.64">3249 6276 0,'25'0'141,"50"0"-126,-51 0 1,1 0 0,50 0-16,-51 0 0,1 0 15,25 0 1,24 0-16,-24 0 16,-25 0-16,24 0 15,26 0-15,-26 0 16,26 0-16,-50 0 15,74 24-15,-50-24 16,75 50 0,-49-50-16,-50 0 15,-1 0 1,51 0 0,24 0-1,-74 0-15,0 0 16,-1 0-16,26 0 15,24 0 1,-24 0-16,-25 0 16,0 0-16,0 0 15,74 0 1,-25 0-16,-49 0 16,0 0-1,0 0 1,24 0-1,-24 0 64,0 25-33</inkml:trace>
  <inkml:trace contextRef="#ctx0" brushRef="#br0" timeOffset="26407.45">24705 6474 0,'25'-25'78,"25"25"-31,-25 0-16,-1 0-31,1 0 16,25 0-16,24-25 15,50 25 17,0-24-17,75-26-15,-150 50 16,26-25 0,-26 25-16,1 0 15,-25 0-15,0 0 16,-1 0-16,26 0 31,-25 0-15,24 0-16,1 0 15,-25 0 1,0 0 0,0 0-1,24 0-15,-24 0 16,0 0-1,0 0 1,24 0 0,1 0-1,-25 0 1,49 0-16,-49 0 0,49 0 16,-49 0-1,0 0-15,49 0 16,-24 0-1,-25 0-15,24 0 16,-24 0-16,0 0 16,0 0-16,24 0 15,-24 0-15,0 0 16,0 0-16,49 0 16,-24 0-1,24 0-15,-24 0 16,49 0-1,-74 0-15,49 0 16,-24 0-16,49 0 16,-25 25-16,-24-25 15,-25 0-15,24 0 16,1 0 0,-25 0-16,24 25 15</inkml:trace>
  <inkml:trace contextRef="#ctx0" brushRef="#br0" timeOffset="28266.39">3299 7268 0,'25'0'63,"0"0"-63,-1 0 15,51 0 1,-26 0-16,26 0 15,-26 0-15,51 0 16,-51 0-16,51 0 16,24 0-16,-50 0 15,25 0-15,-24 0 16,123 0 0,-148 0-16,49 0 15,-50 0-15,26 0 16,74 0-1,-50 0-15,-49 0 16,24 0-16,-24 0 16,24 0-16,-49 0 15,49 0-15,-24 0 16,24 0 0,-49 0-1,0 0 1,0 0-16,24 0 15,1 0 1,-25 0 0,24 0-16,-24 0 15,25 0-15,-1 0 16,1 0-16,-25 0 16,24 0-16,-24 0 15,0 0 1,0 0-1,24 0-15,-24 0 16,25 0 0,-1 0 15,-24 0-15,0 0-1,0 0-15,24 0 47</inkml:trace>
  <inkml:trace contextRef="#ctx0" brushRef="#br0" timeOffset="34046.45">21704 7218 0,'25'25'78,"0"-25"-62,24 0 0,-24 0-1,0 0 1,99 0-1,25 0 1,-25 0 0,49 0-1,-24 0 1,-50 0 15,26 0-15,-51 0-1,50 0 1,-50 0 0,50 0-1,-74 0-15,74 0 16,-50 0-16,-24 0 16,74 0-1,0 0 1,-50 0-1,-24 0-15,74 0 16,-74 0 0,-1 0-16,26 0 15,-50 0-15,74 0 16,-50 0 0,-24 0-1,149 0-15,-125 0 16,26 0-1,-26 0-15,75 0 16,-24 0-16,-51 0 16,125 0-1,-100 0-15,1 0 16,-26 0-16,26 0 16,-26 0-1,26 0-15,24 0 0,-74 0 16,24 0-1,26 25-15,-26-25 0,1 0 16,0 25 0,-25-25-16,49 0 0,-24 0 15,-1 0 1,26 0-16,-1 0 16,-24 0-16,24 0 15,-24 0-15,24 0 16,-24 0-16,24 0 15,-49 0-15,0 0 16,49 0-16,-49 0 16,0 0-16,24 0 15,-24 0-15,25 0 16,-1 0-16,1 0 16,49 0-1,-49 0-15,-1 0 16,-24 0-16,25 0 15,-25 0-15,24 0 16,-24 0-16,74 0 16,-49 0-1,-1 0-15,1 0 16,24 0-16,-49 0 16,25 0-1,-1 0-15,-24 0 16,0 0-1,0 0-15</inkml:trace>
  <inkml:trace contextRef="#ctx0" brushRef="#br0" timeOffset="36342.75">3299 8136 0,'25'25'125,"0"-25"-94,-1 0-31,1 0 16,25 0-16,-1 0 16,1 0-1,24 0-15,1 0 0,-25 0 16,24 0-1,-24 0-15,24 0 0,-24 0 16,-26 0 0,26 0-16,-25 0 15,0 0-15,49 0 16,-49 0 0,0 0-1,-1 0-15,26 0 16,-25 0-16,0 0 15,49 0 1,-49 0-16,0 0 16,-1 0-16,26 0 15,-25 0 1,0 0 0,-1 0-16,26 0 15,24 0 1,1 0-16,-50 0 15,0 0 17,24 0-1,-24 0-31,0 0 31,0 0-31,24 0 16,-24 0-16,0 0 15,0 0-15,24 0 16,-24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03:38:04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03:38:05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2-08-26T03:44:49.0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6648 6598 0,'24'0'78,"1"0"-78,25 0 15,-1 0 1,100 0 0,25 0-1,-100 0-15,-24 0 16,49 0-16,-24 0 0,-1 0 16,100 0-1,-1 0 1,-24 0-1,50 0 1,-75 0 0,0 0-1,-50 0 1,50 0 0,-50 0-1,26 0 1,48 0-16,-48 0 15,24 0 1,0 0 0,-75 0-16,26 0 15,-26 0 1,26 0-16,-26 0 16,125 0-1,-25 0 1,-50 0-16,-24 0 15,49 0 1,49 0-16,-49 0 0,0 0 16,-25 0-1,1 0-15,-1 0 0,0 0 16,-49 0 0,24 0-1,25 0-15,-74 0 16,0 0-16,49 0 15,-24 0 1,24 0-16,-24 0 0,49 0 16,-49 0-16,24 0 15,-24 0-15,24 0 16,25 0-16,-24 0 16,-1 0-16,26 0 15,-26 0-15,25 0 16,0 0-16,-24 0 15,123 0 1,-99 0-16,25 0 16,-49 0-16,-1 0 15,26 0-15,-51 0 16,50 0-16,-24 0 16,-26 0-1,51 0-15,-51 0 16,50 0-16,-24 0 15,74 0 1,-100 0-16,50 0 16,1 0-16,-51 0 15,75 0 1,-49 0-16,-50 0 16,49 0-1,0 0-15,1 0 0,-50 0 16,49 0-16,75 0 15,-50 0 1,-25 0-16,125 0 16,-100 0-1,25 0-15,0 0 16,-74 0-16,49 0 16,-49 0-1,24 0-15,-24 0 16,-1 0-16,-24-25 15,0 25-15,0 0 16,24 0-16,-24 0 16,25 0-16,-1 0 15,-24 0-15,25 0 16,-1 0-16,1 0 0,24 0 16,-24 0-16,-25 0 15,49 0 1,-24 0-16,24 0 15,-24 0-15,24 0 16,25 0-16,-49 0 16,24 0-16,75 0 15,-25 0 1,-49 0-16,98 0 31,-73 0-31,-51 0 0,50 0 16,-49 0-1,24 0-15,-24 0 0,24 0 16,26 0-16,-51 0 16,150 0-1,-125 0-15,50 0 16,75 0 0,-100 0-16,-50 0 15,100 0 1,-74 0-16,-26 0 15,26 0-15,-51 0 16,76 0 0,-51 0-16,26 0 0,-50 0 15,74 0 1,-50 0-16,26 0 16,24 0-16,-49 0 15,148 0 1,-148 0-16,24 0 15,0 0-15,50 0 16,-24 0 0,-1 0-16,-49 0 0,49 0 15,-25 0-15,-24 0 16,24 0-16,-24 0 16,-25 0-16,24 0 15,-24 0-15,0 0 16,99 0-1,-50 0-15,-49 0 16,124 0 0,-75 0-16,1 0 15,-1 0-15,25 0 16,-24 0-16,-1 0 16,50 0-1,-74 0-15,49 0 16,50 0-1,-25 0-15,-25 0 16,124 0 0,-148 0-16,24 0 15,0 0-15,0 0 16,25 0 0,-74 0-16,24 0 15,-24 0 1,24 0-16,-24 0 0,25 0 15,-26 0-15,174 0 16,-123 0 0,-26 0-16,100 0 15,-100 0 1,0 0-16,1 0 16,-26 0-1,26 0-15,-25 0 16,24 0-16,-49 0 15,0 0-15,74 0 16,-74 0-16,74 0 16,-50 0-16,51 0 15,-1 0-15,25 0 0,-25 0 16,75 0 0,-50 0-16,-25 0 15,0 0 1,0 0-16,1 0 15,-1 0-15,0 0 16,0 0-16,-24 0 16,24 0-16,-25 0 15,-24 0-15,49 0 16,-49 0-16,24 0 16,25 0-1,25 0 1,-49 0-16,-1 0 15,-24 0-15,49 0 16,-25 0-16,-24 0 0,24 0 16,-24 0-16,25 0 15,-26 0-15,50 0 16,-49 0-16,24 0 16,50 0-1,-74 0-15,-25 0 16,74 0-1,-49 0-15,24 0 16,-24 0-16,-1 0 16,100 0-1,-74 0 1,-26 0-16,50 0 16,1 0-1,-1 0-15,-25 0 0,1 0 16,73 0-1,-98 0-15,24 0 16,75 0 0,-74 0-16,-1 0 15,1 0-15,-1 0 16,-24 0 0,24 0-16,-24 0 0,24 0 15,-24 0 1,24 0-16,-24 0 0,24 0 15,-49 0 1,24 0-16,26 0 16,-26 0-1,1 0 1,24 0 15,1 0-31,-25 0 16,-1 0-16,1 0 15,24 0-15,-49 0 16,25 0-16,24 0 16,-24 0-16,24 0 15,-24 0-15,24 0 16,-24 0-16,-1 0 16,-24 0-16,0 0 15,49 0-15,-49 0 16,0 0-16,0 0 15,24 0-15,1 0 16,0 0-16,-1 0 16,-24 0-16,0 0 15,24 0-15,1 0 16,-25 0 0,24 0-1,-24 0 1,0 0-1,0 0 1,24 0-16,-24 0 16,0 0-1</inkml:trace>
  <inkml:trace contextRef="#ctx0" brushRef="#br0" timeOffset="8419.91">4887 7590 0,'49'0'15,"-24"25"1,0-25 0,49 25-1,1-25 1,49 0-1,49 0 1,-98 0-16,-1 0 16,75 0-1,-50 25 1,0-25 0,-49 0-16,49 0 0,-49 0 15,24 0-15,-24 0 16,74 0-1,0 0-15,-50 0 16,149 0 0,-98 0-16,-51 0 15,50 0-15,-25 0 16,-24 0 0,-1 0-16,-24 0 0,-1 0 15,26 0 1,-26 0-16,26 0 0,-26 0 15,50 0 1,-49 0-16,124 0 16,-100 0-16,100 0 15,-125 0 1,51 0 0,-1 0-16,-50 0 15,26 0-15,-26 0 16,26 0-16,-26 0 15,26 0-15,-26 0 16,26 0-16,-1 0 16,1 0-16,-26 0 15,51 0-15,-1 0 16,0 0-16,-25 0 16,50 0-16,-49 0 15,24 0-15,-25 49 16,-24-49-1,25 0-15,-26 0 16,1 0-16,24 0 16,-24 25-16,74 0 15,-25-25-15,0 0 16,-24 0 0,24 0-16,25 0 15,99 0 1,-124 0-16,-49 0 15,49 0-15,-49 0 16,74 0 0,-50 0-16,-49 0 15,49 0-15,75 0 16,-99 0 0,-1 0-16,100 0 15,-49 0 1,-51 0-16,100 0 15,-50 0 1,0 0-16,1 0 16,24 0-16,-50 0 15,0 0-15,50 0 16,-74 0 0,25 0-16,-26 0 15,50 0-15,-74 0 16,50 0-16,-26 0 15,26 0-15,24 0 0,-50 0 16,125 0 0,-75 0-16,0 0 15,25 0-15,1 0 16,23 0 0,26 0-16,-25 0 0,0 0 15,-25 0 1,0 0-16,-25 0 0,-25 0 15,-24 0 1,0 0-16,24 0 0,-49 0 16,74 0-1,0 0 1,-49 0 0,74 0-1,-50 0-15,1 0 16,24 0-16,0 0 15,75 0 1,-75 0-16,0 0 16,50 0-1,-50 0-15,0 0 16,-49 0-16,74 0 16,74 0-1,-123 0-15,49 0 16,0 0-1,-25 0-15,25 0 0,0 0 16,-25 0-16,75 0 16,-75 0-1,1 0-15,73 0 32,-98 0-32,24 0 15,-25 0-15,1 0 16,-26 0-1,26 0-15,-1 0 0,-24 0 16,49 0-16,-74 0 16,24 0-16,51 0 15,-26 0-15,-24 0 16,49 0-16,-50 0 16,51 0-16,-1 0 15,25 0-15,-25 0 16,-25 0-16,26 0 15,-1 0-15,25 0 16,-74 0-16,49 0 16,0 0-16,0 0 15,25 0-15,-74 0 16,49 0 0,50 0-1,-25 0-15,-50 0 16,50 0-1,-49 0-15,24 0 16,-25 0-16,1 0 16,49 0-1,-75 0-15,26 0 0,-26 0 16,1 0 0,-25 0-16,74 0 15,-49 0-15,99 0 16,-100 0-1,26 0-15,-1 0 16,-24 0-16,98 0 16,-98 0-1,24 0-15,-24 0 16,24 0 0,-24 0-16,24 0 15,-24 0-15,49 0 16,-24 0-16,-1 0 15,1 0-15,73 0 16,-48 0-16,-1 0 16,-25 0-16,25 0 15,-24 0-15,24 0 16,0 0-16,0 0 16,26 0-16,-26 0 15,0 0-15,-25 0 16,26 0-16,-1 0 15,-25 0-15,1 0 16,24 0-16,-25 0 16,1 0-16,24 0 15,-25 0-15,1 0 16,49 0-16,-25 0 16,-49 0-16,49 0 15,-25 0-15,-24 0 16,49 0-1,-49 0-15,-1 0 16,75 0 0,-74 0-16,24 0 15,1 0 1,-1 0-16,1 0 16,-1 0-16,0 0 15,75 0 1,-50 0-16,-24 0 15,-1 0 1,-49 0-16,49 0 0,-24 0 16,24 0-16,75 0 15,-49 0 1,-26 0-16,124 0 16,-98 0-1,24 0-15,-50 0 16,25 0-1,0 0-15,-49 0 16,74 0-16,-49 0 16,24 0-16,-25 0 15,-24 0-15,-1 0 16,26 0-16,-26 0 16,-24 0-16,50 0 15,-26 0-15,75 0 16,-25 0-16,1 0 15,49 0 1,-75-50 0,0 50-16,1 0 15,-26-25-15,51 25 16,-26 0-16,-24 0 16,24 0-16,-24 0 15,-26 0-15,51 0 16,-26 0-1,1 0-15,0 0 16,24 0-16,-49 0 0,25 0 16,24 0-1,-24 0-15,24-24 16,-24 24-16,-1 0 0,1 0 16,24 0-1,-24 0-15,24 0 16,1 0-16,98 0 15,-123 0 1,24 0-16,-24 0 16,-25 0-1,24 0-15,-24 0 16,0 0 0,49 0-16,-49 0 15,0 0 1,0 0-16,49 0 15,-24 0 1,24 0 0</inkml:trace>
  <inkml:trace contextRef="#ctx0" brushRef="#br0" timeOffset="11236.16">1811 8657 0,'25'0'78,"24"0"-62,-24 0-16,49 0 15,26 0 1,-76 0-16,76 0 16,-26 0-1,25-25-15,-49 25 16,24 0-16,1 0 16,-1 0-16,1 0 15,24 0-15,50 0 16,-100 0-1,50 0 1,25 0 0,-49 0-16,-50 0 15,24 0-15,1 0 16,-1 0 0,26 0-16,-50 0 0,-1 0 15,51 0-15,-25 0 16,-26 0-16,51 0 15,-26 0-15,26 0 16,-26 0-16,1 0 16,0 0-16,74 0 15,-75 0 1,26 0-16,-1 0 16,-24 0-1,24 0-15,-49 0 16,24 0-16,1 0 15,0 0 1,-26 0-16,51 0 16,-50 0-16,0 0 15,49 0-15,-24 0 16,74 0 0,-25 0-16,-25 0 15,-49 0-15,49 0 16,-24 0-16,0 0 15,24 0-15,-49 0 16,0 0 0,49 0-16,-49 0 15,0 0 1,24 0-16,1 0 16,24 0-1,-24 0 1,0 0-16,-1 0 15,26 0 1,24 0-16,-50 0 16,-24 0-1</inkml:trace>
  <inkml:trace contextRef="#ctx0" brushRef="#br0" timeOffset="25164.45">8632 8558 0,'25'0'94,"0"0"-63,24 0-15,26 0 15,-51 0-31,1 0 15,74 0 17,1 0-17,-1 0 1,-49 0-16,74 0 16,-50 0-1,0 0-15,100 0 16,24 0-1,-24 0 17,-25 0-17,-124 0-15,0 0 16,49 0 0,-49 0-16,0 0 15,49 0-15,-24 0 16,74 0-1,-75 0-15,1 0 16,-25 0-16,74 0 16,-74 0-1,24 0 1,-24 0-16,74 0 16,-49 0-1,24 0-15,-24 0 16,49 0-16,-74 0 15,99 0-15,-50 0 16,-24 0 0,49 0-16,-74 0 15,49 0-15,-49 0 16,25 0-16,-1 0 16,-24 0-16,25 0 15,-1 0-15,26 0 0,-1 0 16,-24 0-16,24 0 15,-24 0 1,24 0-16,-24 0 0,24 0 16,-24 0-1,24 0-15,-24 0 16,24 0 0,26 0-16,-26 0 0,50 0 15,99 0 1,-123 0-1,-51 0-15,50 0 16,-24 0 0,49 0-16,-99 0 15,24 0-15,1 0 16,-25 0-16,24 0 16,26 0-16,-26 0 15,50 0-15,1 0 16,-51 0-16,51 0 15,98 0 1,-99 24-16,-49-24 16,49 0-16,-49 25 15,98-25 1,-48 25-16,-26-25 16,-24 25-1,24-25-15,50 0 0,-49 0 16,24 49-16,50-49 15,-50 25 1,0-25 0,50 0-1,-75 0-15,50 25 16,-74-25-16,24 0 16,-24 0-16,24 0 15,-24 0-15,24 0 16,1 0-16,-1 0 15,-24 0-15,24 0 16,25 0-16,-49 0 16,49 0-16,-49 0 15,49 0-15,-25 0 16,1 0-16,-1 0 16,1 0-16,-1 0 15,-49 0-15,49 0 16,-49 0-16,50 0 15,-51 0-15,1 0 16,0 0 0,49 0-16,-24 0 15,74 0 1,-74 0-16,-1 0 16,50 0-16,-49 0 15,74 0 1,-49 0-16,-51 0 15,51 0 1,-50 0-16,-1 0 0,1 0 16,50 0-16,24 0 15,-74 0 1,24 0-16,75 0 16,-49 0-1,-26 0-15,26 0 16,-26 0-16,1 0 15,-25 0-15,0 0 16,-1 0 0,26 0-16,-25 0 15,24 0-15,1 0 16,-25 0-16,0 0 16,49 0-16,-49 0 15,74 0-15,0 0 16,-49 0-16,49 0 15,-25 0-15,-24 0 16,24 0 0,1 0-16,-50 0 0,24 0 15,1 0 1,0 0-16,-1 0 0,1 0 16,24 0-1,-49 0-15,25 0 16,24 0-16,50 0 15,-99 0 1,49 0 0,-24 0-16,24 0 0,-49 0 15,25 0-15,-1 0 16,-24 0-16,0 0 31,0 0-15,24 0-16,-24 0 31</inkml:trace>
  <inkml:trace contextRef="#ctx0" brushRef="#br0" timeOffset="28343.36">27856 8582 0,'24'25'62,"1"-25"-46,0 0-1,74 0 1,-49 0-16,24 0 16,1 0-16,-1 0 15,1 0 1,-26 0-16,50 0 0,-49 0 15,24 0-15,-49 0 16,50 0-16,-26 0 16,26 0-16,-1 0 15,0 0 1,-49 0-16,50 0 16,-26 0-16,-24 0 15,50 0-15,-51 0 0,51 0 16,-26 0-1,26 0-15,-26 0 0,51 0 16,-51 0-16,26 0 16,24 0-16,-74 0 15,99 0 1,-100 0-16,1 0 16,25 0-16,-25 0 15,-1 0-15,1 0 16,25 0-1,-25 0 1,24 25-16,1-25 16,0 0-1,24 25 1,-49-25-16,0 0 16,-1 0-1,51 0-15,-50 0 16,-1 0-16,51 0 15,24 0 1,-74 0-16,24 0 16,26 0-1,-1 0-15,1 0 0,-1 0 16,1 0-16,49 0 16,-50 0-1,-49 0-15,74 0 16,-49 0-1,24 0 1,-49 0-16,0 0 16,24 0-16,1 0 15,-25 0-15,49 0 16,25 0 0,-49 0-16,24 0 15,-24 0-15,-25 0 16,49 0-16,-24 0 15,-1 0-15,1 0 16,-25 0 0,24 0-16,-24 0 15,0 0 1,0 0 0,24 0-1,1 0-15,-25 0 16,24 0-16,-24 0 15</inkml:trace>
  <inkml:trace contextRef="#ctx0" brushRef="#br0" timeOffset="44398.21">1786 9649 0,'74'-25'187,"-49"25"-155,0 0-17,25 0 16,-26 0 1,1 0-17,0 0 1,49 0-16,-49 0 16,74 0-1,-74 0-15,50 0 16,-51 0-16,26 0 15,0 0 1,-26 0-16,1 0 16,50 0-1,-51 0 1,1 0-16,0 0 16,50 0-1,-51 0-15,1 0 0,25 0 16,-1 0-1,-24 0-15,25 0 16,-25 0-16,24 0 16,50 0-1,-74 0-15,25 0 16,24 0 0,-24 0-16,-1 0 15,-24 0-15,50 0 16,-26 0-16,26 0 15,-26 0-15,26 0 16,-50 0-16,24 0 16,-24 0-16,0 0 15,0 0-15,-1 0 16,1 0-16,25 0 16,-25 0-16,-1 0 15,51 0-15,-50 0 16,-1 0-16,26 0 15,-25 0-15,0 0 16,-1 0 0,26 0-16,-25 0 15,0 0 1,-1 0-16,26 0 16,0 0-1,-26 0-15,26 0 16,24 0-1,-24-49-15,0 49 16,-26 0-16,51 0 16,49 0-1,-99 0-15,74 0 16,0 0 0,-74 0-1,0 0-15,99 0 16,-50 0-1,-24 0-15,99 0 32,-75 0-32,-24 0 0,24 0 15,-49 0 1,49 0-16,-49 0 16,25 0-16,-1 0 15,-24 0 1,0 0-1,0 0-15,49 0 16,-49 0-16,0 0 16,49 0-1,-24 0 1,-25 0-16,24 0 16,-24 0-16,49 0 15,-49 0-15,25 24 16,-1-24-16,1 0 15,-25 25-15,49-25 16,-24 0 0,49 0-16,-24 0 15,-1 25-15,-24-25 16,98 50 0,-98-50-16,24 0 15,-24 0 1,24 24-1,-49-24-15,0 0 16,49 0-16,-49 0 16,25 0-16,-1 25 15,-24-25-15,50 0 32,-26 0-32,-24 25 15,25-25 1,-25 0-16,-1 0 15,1 0-15,50 0 16,24 0-16,-50 0 16,75 0-1,0 0 1,-49 0-16,-26 0 16,75 50-1,-99-50 1,25 0-16,24 0 15,-24 0 1,0 0-16,49 0 16,-50 0-16,26 0 15,-26 0-15,26 0 16,24 0 0,-49 0-16,-26 0 15,51 0-15,-26 0 16,26 0-16,-50 0 15,-1 0-15,26 0 16,-25 0 0,0 0-16,-1 0 15,26 0 1,-25 0 0,0 0-16,0 0 15,49 0 1,-49 0 15,0 0-31,24 0 31,-24 0-31,0 0 16,0 0 0,24 0-16,-24 0 15,25 0-15,-1 0 16,-24 0-16,0 0 15,49 0-15,-49 0 16,25 0-16,-1 0 16,1 0-16,-25 0 15,24 0-15,-24 0 16,0 0-16,0 0 16,49 0-16,-49 0 15,74 0 1,-74 0-16,49 0 15,-24 0-15,49 0 16,-49 0 0,24 0-16,-24 0 15,24 0-15,25 0 32,-74 0-32,0 0 15,49 0 1,-49 0-16,25 0 15,49 0-15,-25 0 16,51 0 0,-76 0-16,50 0 15,50 0 1,-74 0-16,-26 0 16,26 0-16,49 0 15,-75 0 1,26 0-16,49 0 15,-50 0 1,1 0-16,-51 0 16,51 0-16,-26 0 15,-24 0-15,50 0 16,-51 0 0,1 0-16,50 0 15,-51 0-15,51 0 16,-50 0-16,24 0 15,1 0-15,-1 0 16,26 0-16,-50 0 16,-1 0-16,26 0 0,-25 0 15,0 0-15,-1 0 16,1 0 0,25 0-16,-25 0 15,-1 0-15,1 0 16,50 0-16,-50 0 15,-1 0-15,51 0 16,-50 0-16,-1 0 16,51 0-16,24 0 15,-49 0 1,24 0 0,-49 0-1,0 0 1,49 0-16,50 0 15,-50 0-15,1 0 16,-50 0-16,49 0 16,50 0-1,-74 0-15,49 0 16,0-25 0,-49 25-16,24 0 15,-49 0-15,0 0 16,74 0-1,-49-25-15,-1 25 32,-24 0-17,0 0-15,0 0 16,49 0 0,-49 0-16,24-25 15,-24 25 1,0 0-16,0 0 15,49 0-15,-24-49 16,24 49 0,-49 0-16,0 0 15,0 0 1,49-25-16,-24 25 16,-1 0-16,-24 0 15,0 0-15,49 0 16,1 0-1,-1 0-15,-24 0 16,24 0-16,-49 0 16,25 0-16,-1 0 15,-24 0-15,49 0 16,-49 0 0,0 0-1,0 0 1,25 0-16,-26 0 15,1 0 1,50 0 0,-26 0-1,-24 0-15,49 0 16,26 0 0,-51 0-16,26 0 15,-51 0-15,76 0 16,-76 0-1,1 0-15,50 0 16,-51 0 0,1 0-1,0 0-15,25 0 0,-26 0 16,1 0 15,0 0-15,25 0-1,-1 0-15,-24 0 16,25 0 0,-25 0-16,-1 0 15,76 0-15,-76 0 0,76 0 16,-76 0 15,1 0-31,74 0 16,-74 0-1,25 0-15,-25 0 16,24 0 0,1 0-1,-25 0-15,-1 0 0,1 0 16,25 0-16,-25 0 31,-1 0-15,1 0-1,25 0 1,-25 0 0,0 0-16,-1 0 0,51 0 15,-50 0 1,-1 0-16,51 0 0,-50 0 16,-1 0-16,26 0 15,-25 0-15,0 0 0,-1 0 16,26 0-16,-25 0 31,24 0-31,26 0 16,-26 0-1,51 0 1,-26 0 15,-24 0-31,-26 0 16,76 0-1,-76 0-15,26 0 16,25 0 0,-26 0-16,-24 0 0,0 0 0,49 0 15,-49 0 1,25 0-16,-1 0 0,1 0 16,-25 0-1,24 0-15,1 0 0,24 0 16,-49 0-1,0 0-15,74 0 0,-74 0 16,0 0-16,74 0 16,-25 0-1,-24 0-15,-25 0 16,24 0 0,-24 0-16,25 0 15,-1 0-15,-24 0 16,0 0-1,0 0 1,24 0-16,-24 0 16,0 0-16,0 0 15,49 0-15,-49 0 16,0 0-16,49 0 16,-24 0-16,49 0 15,-25 0 1,-24 0-16,-25 0 15,49 0-15,-24 0 16,0 0-16,-26 0 16,1 0-1,0 0 1,74 0 0,-24 0-1,-51 0-15,1 0 16,0 0-16,25 0 31,-26 0-15,1 0-1,0 0 1,25 0-16,-26 0 16,1 0-1,0 0-15,25 0 16,-26 0 15,1 0-15,0 0 15,25 0 0,-26 0-15,1 0-1,0 0 48,25 0-47,-26 0-1,1 0 79</inkml:trace>
  <inkml:trace contextRef="#ctx0" brushRef="#br0" timeOffset="53057">3894 10666 0,'25'25'125,"25"-25"-109,-1 0 0,26 0-16,-26 0 15,51 0 1,48 0-1,-48 25-15,-1-25 16,50 24 0,0 1-1,-25-25 1,0 50 0,0-50-1,0 0 1,-25 0-1,50 0 1,-25 0 0,-50 0-16,-49 0 15,0 0-15,74 0 16,-25 0 0,-24 0-16,49 0 15,0 0-15,-49 0 16,49 0-1,-49 0-15,49 0 16,0 0 0,-74 0-16,0 0 15,24 0 1,-24 0-16,25 0 16,0-25-1,-1 25 1,-24-25-16,49 25 15,-49 0-15,0-25 16,25 25 0,-26 0-16,100 0 15,-74 0 1,24-24-16,26-1 16,-26 25-1,0 0-15,-24 0 16,24 0-1,1 0-15,-26 0 16,1 0-16,25 0 16,-51 0-16,51 0 15,-50 0-15,-1 0 16,51 0-16,-26 0 16,26 0-16,-26 0 0,26 0 15,-1 0-15,25 0 16,1 0-1,-51 0-15,50 0 0,-24 0 16,-50 0 0,74 0-16,-49 0 0,-26 0 15,51 0 1,-26 0 0,1 0-16,0 0 15,49 0 1,-74 0-16,49 0 15,-24 0 1,74 0-16,-100 0 16,51 0-1,-50 25 1,-1-25-16,26 0 16,-25 0-1,25 0 1,49 0-1,-74 0-15,49 0 16,-24 0-16,24 0 16,-24 0-1,-1 0-15,1 0 0,24 0 16,-24 0 0,24 0-16,-24 0 0,24 0 15,-49 0-15,74 0 31,-49 0-31,-25 0 16,49 0-16,-49 0 16,74 0-16,-74 0 15,49 0-15,-24 0 16,24 0-16,-24 0 16,24 0-16,-24 0 15,24 0-15,-24 0 16,49 24-16,-74 1 15,124-25 1,-75 0-16,-49 0 16,50 0-16,-26 0 15,26 0-15,-26 0 16,26 0-16,-1 0 16,0 0-16,-49 0 15,50 0-15,-51 0 16,26 0-1,24 0-15,-49 25 16,0 0-16,25-25 16,74 0-1,-75 0-15,26 0 16,-26 0-16,26 0 16,123 0-1,-123 0-15,24 0 16,50 0-1,-100 0-15,75 0 16,0 0 0,-49 0-1,-51 0-15,51 0 16,-50 0 0,24 0-16,1 0 15,-25 0 1,0 0-16,-1 0 15,26 0 1,0 0 0,-26 0-1,26 0 1,-25 0 0,0 0-1</inkml:trace>
  <inkml:trace contextRef="#ctx0" brushRef="#br0" timeOffset="66000.07">19521 10691 0,'50'0'109,"-25"0"-93,0 0-16,-1 0 16,51 0-1,24 0 1,-25 0 0,26 0-1,24 0 16,-50 0-31,50 0 16,-99 0-16,24 0 16,51 0-1,-76 0-15,26 0 16,-25 0-16,24 0 16,1 0-1,-25 0-15,25 0 0,24 0 16,-49 0-1,49 0-15,-24 0 0,24 0 16,1 0 0,-1 0-16,-24 0 0,24 0 15,25 0-15,-49 0 16,49 0-16,-49 0 16,24 0-16,-24 0 15,24 0-15,-24 0 16,-1 0-1,1 0-15,-25 0 16,49 0-16,-24 0 16,-1 0-16,1 0 15,49 0 1,-49 0-16,49 0 16,25 0-1,-50 0-15,1 0 16,-1 0-16,-24 0 15,49 0 1,-24 0-16,49 0 16,24 0-1,-48 0 1,-26 0-16,100 0 16,-125 0-1,50 0-15,26 0 31,-26 0-31,-50 0 0,51 0 16,-1 0 0,25 0-16,-75 0 15,51 0 1,-51 0-16,75 0 16,-49 0-16,24 0 15,-25 0-15,50 0 16,-49 0-1,-1 0-15,50 0 16,-74 0 0,24 0-16,1 0 15,24 0-15,-50 0 16,51 0-16,-1 0 16,-49 0-16,24 0 15,-24 0-15,24 0 16,-24 0-1,24 0-15,-49 0 16,49 0-16,-24 0 16,-25 0-16,24 0 15,1 0-15,-25 0 0,49 0 16,-24 0-16,24 0 16,-49 0-1,74 0-15,-49 0 0,24 0 16,-49 0-1,0 0-15,49 0 0,-24 0 16,-1 0 0,1 0-16,24 0 0,1 0 15,24 0 1,0 0 0,-49 0-16,24 0 15,-49 0-15,99 0 16,-99 0-1,99 0 1,0 0 0,-74 0-16,-26 0 15,51 0 1,-26 0-16,-24 0 16,74 0-1,-49 0-15,24 0 16,26 0-16,-51 0 15,100 0 1,-75 0-16,-24 0 16,25 0-1,-26 0-15,26 0 0,-51 0 16,51 0-16,-1 0 16,-24 0-1,-1 0-15,51 0 31,-51 0-31,26 0 16,-26 0-16,1 0 16,24 0-16,1 0 15,-26 0-15,26 0 16,-26 0-16,26 0 16,24 0-16,-25 0 15,1 0-15,24 0 16,-49 0-16,24 0 15,-24 0-15,24 0 16,-24 0-16,24 0 16,-24 0-16,24 0 15,-49 0-15,0 0 16,49 0-16,-49 0 16,0 0-16,49 0 15,-49 0-15,25 0 16,24 0-1,-49 0 1,0 0 0,24 0-16,1 0 15,-25 0 1,24 0-16,-24 0 16,25 0-1,-26 0-15,51 0 16,-1 0-1,-49 0 1,25 0-16,49 0 16,-74 0-1,24 0-15,-24 0 16,0 0-16,0 0 16,24 0-16,-24 0 15,0 0 16,0 0-15,24 0 0,-24 0-1,0 0 1,0 0 0,24 0-1,-24 0 1,0 0-1,0 0 1,24 0 0,-24 0 31,0 0-32,0 0 1</inkml:trace>
  <inkml:trace contextRef="#ctx0" brushRef="#br0" timeOffset="70966.98">1712 11683 0,'24'0'62,"1"0"-31,0 0 1,25 0-17,-1 0-15,-24 0 16,99 0-1,-74 0 1,-1 0-16,-24 0 0,49 0 16,26 0-1,-51 0-15,-24 0 16,49-25-16,-24 25 16,24 0-16,-49 0 15,50 0-15,-50 0 16,24 0-1,1 0-15,-25 0 16,-1 0-16,1 0 0,25 0 16,-1 0-1,-24 0-15,50 0 0,-51 0 16,1 0-16,50 0 16,-51 0-16,1 0 15,25 0-15,-25 0 16,-1 0-16,51 0 15,-26 0 1,-24 0-16,50 0 16,-51 0-16,1 0 15,75 0 1,-76 0-16,76 0 16,-76 0-16,51 0 15,-50 0-15,49-25 16,-49 25-1,0 0-15,-1 0 16,26 0 0,-25 0-16,0 0 15,49 0 1,0 0 0,-24 0-16,-25 0 15,24 0-15,1 0 16,-25 0-1,0 0-15,-1 0 16,26 0 0,0 0-16,-26 0 0,26 0 15,-25 0-15,74 0 16,-74 0 0,0 0-16,0 0 15,24 0-15,-24 0 16,0 0-1,0 0-15,24 0 16,-24 0-16,0 0 16,0 0-16,24 0 15,1 0 1,-25 0-16,24 0 16,-24 0-16,0 0 15,0 0-15,49 0 16,-49 0-16,0 0 15,49 0-15,-24 0 16,-1 0-16,-24 0 16,0 0-16,0 0 15,49 0-15,-49 0 16,49 0-16,-49 0 16,0 0-16,0 0 15,24 0 1,-24 0-1,74 0 1,-74 0-16,0 0 16,99 0-16,-99 0 15,24 0 1,1 0-16,24 0 16,-24 0-16,-25 0 15,49 0 1,-49 0-16,25 0 15,24 0 1,1 0-16,-51 0 16,26 0-1,0 0-15,24 0 16,-24 0 0,-26 0-16,1 0 15,50 50-15,-51-50 16,1 0-1,50 25-15,-1-25 16,0 0-16,-24 0 16,49 0-1,-74 0-15,25 0 16,-26 0-16,1 0 16,50 0-1,-50 0-15,-1 0 16,1 0-1,25 0-15,-25 0 16,24 0-16,1 0 16,-25 0-16,-1 0 15,1 0 1,50 25 0,-26-25 15,1 0-16,-25 0-15,-1 0 16,1 0-16,25 0 16,-25 0-16,-1 0 15,1 0-15,25 0 16,-25 0-16,24 0 16,1 0-1,-25 0-15,24 0 16,51 0-1,-1 0-15,-74 0 16,-1 0-16,26 0 16,0 0-1,-26 0-15,26 0 32,-25 0-32,0 0 15,24 0-15,50 0 16,-24 0-1,24 0-15,-25 0 32,-24 0-32,0 0 0,-26 0 15,51 0 1,74 0-16,-75 24 16,-24-24-1,-25 0-15,74 0 16,-50 0-16,26 0 0,-1 0 15,50 0 1,-74 0-16,-1 0 16,100 0-1,-124 0 1,25 0-16,24 0 16,-24 0-16,24 0 15,-49 0-15,0 0 16,24 0-16,1 0 15,-25 0-15,24 0 16,-24 0 0,25 0-16,-1 0 15,1 0-15,-25 0 16,148 0 0,-148 0-16,0 0 15,0 0-15,24 0 16,-24 0-1,0 0-15,0 0 0,49 0 16,-49 0-16,0 0 16,25 0-16,-26 0 15,76 0 1,-76 0-16,26 0 16,49 0-1,25 0 1,-49 0-16,-51 0 15,100 0 1,-74 0 0,24 0-16,-49 0 15,124 0 1,-74 0 0,24 0-16,74 0 15,-73 0 1,-51 0-16,1 0 15,-1 0-15,-24 0 16,50 0-16,-51 0 0,51 0 16,-26 0-1,-24 0-15,50 0 0,-51 0 32,51 0-32,-50 0 15,24 0-15,1 0 0,0 0 16,24 0-1,-24 0-15,-26 0 16,76 0-16,-76 0 16,51 0-1,-26 0-15,26 0 0,-50 0 16,-1 0-16,51 0 16,-50 0-16,49 0 15,-49 0-15,24 0 16,26 0-16,-26 0 15,51 0 1,-1 0-16,-74 0 16,49 0-16,-24 0 15,24 0 1,-49 0-16,0 0 16,24 0-1,1 0-15,-25 0 16,0 0-16,49 0 15,25 0 1,-49 0-16,-25 0 16,99 0-1,-50 0-15,-49 0 16,0 0-16,24 0 16,-24 0-1,0 0-15,0 0 31,24 0-31,1 0 16,24 0 0,-49 0-1,25 0-15,-1 0 16,-24 0 0,0 0-1,0 0 16,24 0 157</inkml:trace>
  <inkml:trace contextRef="#ctx0" brushRef="#br0" timeOffset="78966.75">12427 12849 0,'25'0'47,"25"0"-47,-26 0 0,1 0 16,50 0-1,-26 0 1,50 0 0,-49 0-16,74 0 15,-25 0 1,-24 0-16,74 0 16,-1 0-1,51 0 16,-26 0-15,-24 0 0,-50 0-1,25 0 1,-24 0 0,24 0-1,-99 0-15,24 0 16,1 0-16,-1 0 15,1 0 1,0 0-16,24 0 16,-49 0-1,24 0-15,51 0 16,-76 0 15,51 0-31,-26 0 0,26 0 16,24 0-1,-25 0-15,26 0 0,-1 0 16,0 0 0,-24 0-16,24 0 0,0 0 31,-49 0-31,-1 0 0,-24 0 0,0 0 16,49 0-16,1 0 15,-26-50 1,1 50-1,49 0-15,-49 0 16,49 0-16,0 0 16,0 0-16,-24 0 15,24 0-15,0 0 16,-24 0-16,24 0 16,25 0-1,-25 0-15,-25 0 16,1 0-16,-1 0 15,75 0 1,-50 0-16,75 0 16,-75 0-1,-24 0-15,-26 0 16,26 0-16,49 0 16,-75 0-1,-24 0-15,50 0 31,24 0-31,-74 0 16,24 0-16,26 0 16,49 0-1,-75 0-15,1 0 16,-25 0 0,24 25-16,-24-25 46,49 0-30,-49 0 0,25 0-16,24 0 15,1 0 1,-26 0-16,1 0 16,0 0-16,24 0 15,-24 0-15,-26 0 16,51 0-1,-26 25-15,26-25 16,-26 0-16,26 0 16,49 0-16,-25 0 15,25 0-15,-50 0 0,50 0 16,100 0 0,-100 0-16,0 0 15,-25 0-15,-49 0 16,74 0-1,-25 0-15,25 0 0,0 0 16,-25 0 0,25 0-16,-25 0 0,1 0 15,-26 0 1,25 0-16,-49 0 16,24 0-16,50 0 15,-99 0 1,49 0-16,-49 0 15,99 0 1,-74 0-16,24 0 16,-24 0-16,24 0 15,-24 0-15,0 0 16,-1 0-16,-24 0 16,49 0-1,-49 0-15,50 0 16,-51 0-1,26 0-15,-25 0 16,24 0-16,-24 0 16,50 0-1,-51 0-15,1 0 16,50 0-16,-1 0 16,-24 0-1,-1 0-15,-24 0 31,25 0-31,-25 0 16,-1 0-16,51 0 16,-1 0-1,25 0-15,-74 0 16,50 0 0,-51 0-16,1 0 15,25 0 1,-1 25-1,-24-25 17,25 0-17,-1 0 1,-24 0-16,50 0 16,-51 0-16,51 0 15,-50 0-15,0 0 16,-1 0-1,26 0 17,-25 0-17,0 0 1,-1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8-22T10:00:13.883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2-08-30T02:50:16.92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1166 6300 0,'25'-24'47,"-1"-1"15,1 25-30,25 0-17,-25-25-15,74 25 31,-74 0-15,-1 0 0,1 0-1,25 0 48,-25 0 15,-1 0-31,1 0-32,0 25 1,0-25 0,0 25-1,0-1 1,-25 1 31,-25 0-32,0 0 1,25 0 0,0-1-1,-25 1-15,0 0 47,0 0 16,1-25-48,-1 25 17,0-1-1,-25-24 0,26 0-15,-1 0 15,-50 0-31,51 0 16,-1 0 46,0-24-15,0-1-16,0 0 16,1 0 0,24 0-31,0 1 15,24-1-16,1 0 1,-25 0 0,25 0-1,0 1 17,0 24-1,24 0-16,1 0 1,-1 0 0,-24 0-1,50 24 17,-51 1 30,26 0-15,-25 0-16,0 0-15,-25-1-1,0 1 1,0 0 0,0 25 15,0-26 47,0 1-62,0 0-1,-25 0 1,25 0 15,-25-1-15,0 1 31,0 0-32,1-25 17,-1 0-32,0 0 15,-49 0 1,49 0-1,0 0 1,-25 0 31,26 0 0,-1 0 31,0-25-62,0 0 15,25 1-16,0-1 1,0-25 31,0 25-31,0 1-16,0-1 15,0-25 1,0 25 15,0 1-15,25-1-1,0 0 32,0 25 125,-1 25-31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2-08-30T02:50:20.62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7094 11460 0,'-25'-25'31,"25"0"78,25 0-93,0 25 0,0-24-1,24-1 16,1 25-31,0 0 16,-26-25 15,26-25-31,-25 50 32,24-24-17,1 24 1,-25 0-1,0 0 32,-1 0-31,1 24 0,0 1 30,0 0-30,0 0 0,-25 0-1,0-1 1,24 1 0,-24 0-1,0 25 32,0-26-16,0 1 32,-24 0-48,-1-25 1,-25 0 0,1 0-16,24 0 15,0 0-15,0 0 16,-49 0 0,24 0-1,-49 0 1,74 0-1,-49-50 1,49 50 0,0 0 62,0-24-78,25-1 47,0-25-16,25 25-15,50 1-1,-51 24 1,26 0-1,0 0 1,-26 0 0,26 0-1,0 0 1,-26 0 0,26 49-1,-25-24 16,0 0-15,-25 0 15,0-1 1,0 1-17,-25 25 1,0-50-1,0 25 1,0-1 0,1-24-1,-26 0 1,25 0 0,-24 25-1,24-25 32,0-25-31,0 1 31,25-1-47,0-25 15,0 25 1,0-24-1,25-26 17,0 75-1,0 0-15,24 25-1,-24-25 1,0 25-1,0 0 17,24 24-17,-24-24 17,0 0-17,-50 0 16,25 0-15,-25-1 0,-24 1-1,-1 0 1,25-25 0,-24 0 30,24-25 1,25 0-31,0 1 0,0-1 15,-25 0 78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2-08-30T02:50:23.66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10864 6400 0,'-24'-25'94,"24"-25"-31,0 25-48,24-24-15,1-1 32,-25 25-32,0 1 15,50-26 1,-1-24-1,-24 49 1,0 25 0,25 0-1,-26 0 1,1 0 15,0 0-15,25 0-1,-25 0 1,-1 49 0,-24 1-1,0 24 1,0-49 0,-49 25-1,24-1-15,-74-24 16,49 0-16,25-25 15,-24 25 1,-26-25 0,26 0 15,24 0-15,-50 0-1,51 0 16,-1-25-15,0-25 0,-25 1-1,50-26 1,0 51 0,0-51-1,25 26 1,74-1-1,-49 50 1,24 0 0,-49 25-1,25 0 1,-50-1 0,49 26-1,-49 24 1,0-49-1,0 74 1,0-74 0,0 74-1,-49-49 1,49 0 15,-25-26-15,0 1-1,0-25 1,1 0 15,-1 0 1,-25 0-17,25 0 1,1-25-1,-1 1 1,25-51 0,0 26-1,99-26 1,-25 26 0,50 24-1,0 0 1,1 25-1,-26 0 1,-25 0 0,-24 0 15,-25 25-15,-25 0-1,24 24 1,-24-24 15,0 25-31,0-26 16,0 1-1,-24 0 1,-51-25 15,26 0-31,-75 0 16,74 0-16,0 0 15,-74 0 1,50 0 0,-25-50-1,74 50 63,0-24 63,50-1-94,0 0 140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2-08-30T02:50:27.50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7516 3919 0,'-25'25'47,"0"0"-16,-24-25 47,24-25-31,50 25 15,-1 0-46,26 0 15,0 25 16,-26 0-47,1-1 16,-25 1-1,0 0 1,25 0 0,0 0 30,-50-1-14,0-24-17,-24 0 1,24 0 31,0 0-16,0 0-15,0-24-16,25-1 31,-24-25-15,-1 25 15,25-24 0,49-1-31,1 25 16,49 1 15,0-26-15,25 25-1,-74 25 1,-25 0-1,0 0 1,-1 0 31,26 0-31,0 25 15,-75 0-16,25 0 17,-25-1-17,-25 1 1,26 0 0,-1 0-1,-25-25 1,-24 25-1,24-25 1,-49 0 0,74 0 31,-24 0-16,24-25 0,25 0-31,0 0 31,25 0 1,-25-24 30,24 24-62,26 25 47,-25-25-31,0 50 93,-25 0-78,0 0-15,-25 49-1,-25-49 1,-24-25 0,49 25-1,-74-25 17,0 24-17,24-24 1,26 0-1,24 0 1,0 0 0,0-24-1,25-1 1,0 0 15,0 0-15,25 0-1,25 1 1,-26 24 31,26 0-47,-25 0 16,24 0-1,1 0 16,-25 0-31,0 0 16,-1 0 78,26 0-63,-25 0 47,0 0 16,-1 0-63,26 0 63,-25 0 93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2-08-30T02:50:35.67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11261 15553 0,'25'0'94,"25"0"-79,-1 0 1,-24 0-16,99 0 16,-49 0-16,-26 0 15,125 0 1,-100 0-1,50 0 17,-49 0-32,-26 0 15,51 0 1,-26 0 0,-24 0-1,24 0 16,-24 0-15,24 0 0,-49 0-1,24 0 1,26 0 0,-26 0-1,1 0 16,-25 0-31,24 0 16,26 0 0,-50 0-1,49 0 1,0 0 0,-24 0-1,0 0 1,-25 0-1,24 0 17,-24 0-17,25 0 1,-1 0 15,1 0-15,24 0-1,-24 0 1,-25 0 0,24 0-1,-24 0-15,0 0 16,0 0 0,24 0-1,-24 0 1,0 0 15,0 0-15,24 0 15,-24 0-15,0 0 15,0 0-16,24 0 32,-24 0-31,0 24 0,0 1-1,24-25 110,-24 0-109,0 25-1,0-25 79,49 25-78,-49-25 453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2-08-30T02:50:39.91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11212 15751 0,'0'0'0,"25"-25"391,24 25-344,1 0 31,-25 0-62,-1 0-1,1 0 1,25 0 15,-25 0-31,24 0 16,1 0-1,-25 0 1,24 0 0,1 0 15,-25 0-15,24 0-1,1 0 1,-1 0-1,26 0 1,-50 0-16,24 0 16,1 0-1,-25 0-15,-1 0 16,51 0 0,-1 0-1,1 0 1,-26 0-1,1 0 1,-25 0 0,0 0-1,49 0 1,-24 0 15,-26 0-31,76 0 0,-26 0 0,-49 0 31,0 0-31,-1 0 16,26 0 15,0 0-15,-26 0 0,26 0-1,0 0 1,24 0-1,-49 0 1,25 0 0,24 0-1,-49 0 17,0 0-32,24 0 15,-24 0 16,25 0-31,-1 0 32,-24 0-32,0 0 15,0 0 1,24 0 0,-24 0-1,0 0 1,0 0-1,24 0 1,-24 0 15,0 0-15,0 0 0,24 0 30,-24 0-14,0 0-17,0 25 1,24-25 62,-24 0-31,0 25 31,0-25-31,24 0 15,-24 0 17,0 0 14,0 0 110,24 0-15,-24 0-141,-50-25 484,0 0-515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773680" cy="435849"/>
          </a:xfrm>
          <a:prstGeom prst="rect">
            <a:avLst/>
          </a:prstGeom>
        </p:spPr>
        <p:txBody>
          <a:bodyPr vert="horz" lIns="86210" tIns="43105" rIns="86210" bIns="43105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625639" y="0"/>
            <a:ext cx="2773680" cy="435849"/>
          </a:xfrm>
          <a:prstGeom prst="rect">
            <a:avLst/>
          </a:prstGeom>
        </p:spPr>
        <p:txBody>
          <a:bodyPr vert="horz" lIns="86210" tIns="43105" rIns="86210" bIns="43105" rtlCol="0"/>
          <a:lstStyle>
            <a:lvl1pPr algn="r">
              <a:defRPr sz="1100"/>
            </a:lvl1pPr>
          </a:lstStyle>
          <a:p>
            <a:fld id="{6CBE87DD-C0A4-4C9C-80F7-8672C7422A10}" type="datetimeFigureOut">
              <a:rPr lang="en-US" smtClean="0"/>
              <a:t>08/13/2025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95313" y="1085850"/>
            <a:ext cx="5210175" cy="2932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6210" tIns="43105" rIns="86210" bIns="4310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40080" y="4180522"/>
            <a:ext cx="5120640" cy="3420428"/>
          </a:xfrm>
          <a:prstGeom prst="rect">
            <a:avLst/>
          </a:prstGeom>
        </p:spPr>
        <p:txBody>
          <a:bodyPr vert="horz" lIns="86210" tIns="43105" rIns="86210" bIns="4310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250953"/>
            <a:ext cx="2773680" cy="435848"/>
          </a:xfrm>
          <a:prstGeom prst="rect">
            <a:avLst/>
          </a:prstGeom>
        </p:spPr>
        <p:txBody>
          <a:bodyPr vert="horz" lIns="86210" tIns="43105" rIns="86210" bIns="43105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625639" y="8250953"/>
            <a:ext cx="2773680" cy="435848"/>
          </a:xfrm>
          <a:prstGeom prst="rect">
            <a:avLst/>
          </a:prstGeom>
        </p:spPr>
        <p:txBody>
          <a:bodyPr vert="horz" lIns="86210" tIns="43105" rIns="86210" bIns="43105" rtlCol="0" anchor="b"/>
          <a:lstStyle>
            <a:lvl1pPr algn="r">
              <a:defRPr sz="1100"/>
            </a:lvl1pPr>
          </a:lstStyle>
          <a:p>
            <a:fld id="{7828385F-8D62-453E-AF48-0848A605D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586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ist.gov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8385F-8D62-453E-AF48-0848A605D8F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280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61643" indent="-161643">
              <a:buFont typeface="Arial" panose="020B0604020202020204" pitchFamily="34" charset="0"/>
              <a:buChar char="•"/>
            </a:pPr>
            <a:r>
              <a:rPr lang="en-US" dirty="0"/>
              <a:t>case study of companies their vulnerability &amp; risk assessment </a:t>
            </a:r>
            <a:r>
              <a:rPr lang="en-US" dirty="0" err="1"/>
              <a:t>e.g</a:t>
            </a:r>
            <a:r>
              <a:rPr lang="en-US" dirty="0"/>
              <a:t> Bank, </a:t>
            </a:r>
            <a:r>
              <a:rPr lang="en-US" dirty="0" err="1"/>
              <a:t>draz</a:t>
            </a:r>
            <a:r>
              <a:rPr lang="en-US" dirty="0"/>
              <a:t> </a:t>
            </a:r>
            <a:r>
              <a:rPr lang="en-US" dirty="0" err="1"/>
              <a:t>etc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8385F-8D62-453E-AF48-0848A605D8F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85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62096">
              <a:defRPr/>
            </a:pPr>
            <a:r>
              <a:rPr lang="en-US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NIST-National Institute of Standards and Technology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8385F-8D62-453E-AF48-0848A605D8F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536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US" b="0" i="0" dirty="0">
                <a:solidFill>
                  <a:srgbClr val="232323"/>
                </a:solidFill>
                <a:effectLst/>
                <a:latin typeface="Open Sans" panose="020B0606030504020204" pitchFamily="34" charset="0"/>
              </a:rPr>
              <a:t>Network Security: </a:t>
            </a:r>
            <a:r>
              <a:rPr lang="en-US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measures such as encryption, traffic monitoring, firewalls, Virtual Private Networks (VPNs), and end-point security ensure data integrity as it transmits between servers and clients across distributed networks.</a:t>
            </a:r>
            <a:br>
              <a:rPr lang="en-US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</a:br>
            <a:r>
              <a:rPr lang="en-US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Information Security: Are designed to ensure that only the authorized users, apps, and systems are able to access the required information.</a:t>
            </a:r>
          </a:p>
          <a:p>
            <a:pPr algn="l" fontAlgn="base"/>
            <a:r>
              <a:rPr lang="en-US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Cloud Security: ensures that this infrastructure and the data stored in cloud systems is secure against cyber threats.</a:t>
            </a:r>
          </a:p>
          <a:p>
            <a:pPr algn="l" fontAlgn="base"/>
            <a:r>
              <a:rPr lang="en-US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Organizational policy framework: is the part of cybersecurity responsible for mitigating security risks.</a:t>
            </a:r>
          </a:p>
          <a:p>
            <a:r>
              <a:rPr lang="en-US" b="0" i="0" dirty="0">
                <a:solidFill>
                  <a:srgbClr val="1D1D1D"/>
                </a:solidFill>
                <a:effectLst/>
                <a:latin typeface="Open Sans" panose="020B0606030504020204" pitchFamily="34" charset="0"/>
              </a:rPr>
              <a:t>End-Users: are the first line of defense against cyber-attacks. Many security vulnerabilities in technologies and systems can be addressed by controlling the human element compromised with a cyber-attack. </a:t>
            </a:r>
            <a:r>
              <a:rPr lang="en-US" b="0" i="0" dirty="0">
                <a:solidFill>
                  <a:srgbClr val="313131"/>
                </a:solidFill>
                <a:effectLst/>
                <a:latin typeface="Lausanne"/>
              </a:rPr>
              <a:t>Endpoint security helps protect end-user endpoints such as laptops, desktops, smartphones, and tablets against cyberattacks.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8385F-8D62-453E-AF48-0848A605D8F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28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Unimpaired*=not damaged</a:t>
            </a: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Deliberate*=for purpose</a:t>
            </a: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Inadvertent*=unplanned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8385F-8D62-453E-AF48-0848A605D8F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85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Novice=beginner</a:t>
            </a:r>
          </a:p>
          <a:p>
            <a:r>
              <a:rPr lang="en-US" dirty="0"/>
              <a:t>Counterintuitive = illogical or faulty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8385F-8D62-453E-AF48-0848A605D8F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403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Detrimental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  <a:sym typeface="Wingdings" panose="05000000000000000000"/>
              </a:rPr>
              <a:t> Harmful activities</a:t>
            </a:r>
            <a:endParaRPr lang="en-US" dirty="0"/>
          </a:p>
          <a:p>
            <a:r>
              <a:rPr lang="en-US" dirty="0"/>
              <a:t>Sabotage </a:t>
            </a:r>
            <a:r>
              <a:rPr lang="en-US" dirty="0">
                <a:sym typeface="Wingdings" panose="05000000000000000000"/>
              </a:rPr>
              <a:t></a:t>
            </a:r>
            <a:r>
              <a:rPr lang="en-US" dirty="0"/>
              <a:t> destroy for some advantage</a:t>
            </a:r>
          </a:p>
          <a:p>
            <a:r>
              <a:rPr lang="en-US" dirty="0"/>
              <a:t>Espionage </a:t>
            </a:r>
            <a:r>
              <a:rPr lang="en-US" dirty="0">
                <a:sym typeface="Wingdings" panose="05000000000000000000"/>
              </a:rPr>
              <a:t> spy or undercover work</a:t>
            </a:r>
          </a:p>
          <a:p>
            <a:r>
              <a:rPr lang="en-US" dirty="0"/>
              <a:t>First, a vulnerability exposes your organization to threats.</a:t>
            </a:r>
          </a:p>
          <a:p>
            <a:r>
              <a:rPr lang="en-US" dirty="0"/>
              <a:t>A threat is a malicious or negative event that takes advantage of a vulnerability.</a:t>
            </a:r>
          </a:p>
          <a:p>
            <a:r>
              <a:rPr lang="en-US" dirty="0"/>
              <a:t>Finally, the risk is the potential for loss and damage when the threat does occur.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8385F-8D62-453E-AF48-0848A605D8F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230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8385F-8D62-453E-AF48-0848A605D8F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1941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8385F-8D62-453E-AF48-0848A605D8F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858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3DF43-73B8-4A15-9755-17A2901AE38C}" type="datetime1">
              <a:rPr lang="en-US" smtClean="0"/>
              <a:t>08/13/2025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714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6B651-7093-488A-B4F6-AA2E49402DDD}" type="datetime1">
              <a:rPr lang="en-US" smtClean="0"/>
              <a:t>08/13/2025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0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8E4CC-56DD-4617-98DF-146AF878AAA0}" type="datetime1">
              <a:rPr lang="en-US" smtClean="0"/>
              <a:t>08/13/2025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054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EE2F-5107-47F4-BF93-AF8AABE2424D}" type="datetime1">
              <a:rPr lang="en-US" smtClean="0"/>
              <a:t>08/13/2025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82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A4F28-EA2C-4550-B0E0-F3C1F2B72560}" type="datetime1">
              <a:rPr lang="en-US" smtClean="0"/>
              <a:t>08/13/2025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499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56438-E9C0-43CD-B8FD-6F09FB7E58BE}" type="datetime1">
              <a:rPr lang="en-US" smtClean="0"/>
              <a:t>08/13/2025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751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7E1BE-182C-4D0B-B4D3-1A517EA509D0}" type="datetime1">
              <a:rPr lang="en-US" smtClean="0"/>
              <a:t>08/13/2025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BAD4A-DD08-4CFF-B2B4-EF404F55F450}" type="datetime1">
              <a:rPr lang="en-US" smtClean="0"/>
              <a:t>08/13/2025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512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34436-6D52-4955-8691-0F84487FC0C4}" type="datetime1">
              <a:rPr lang="en-US" smtClean="0"/>
              <a:t>08/13/2025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97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4038B-0B93-471C-A9D9-AB0A76CE8349}" type="datetime1">
              <a:rPr lang="en-US" smtClean="0"/>
              <a:t>08/13/2025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281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A3CB8-AEB3-4D09-B3A3-258E36B92703}" type="datetime1">
              <a:rPr lang="en-US" smtClean="0"/>
              <a:t>08/13/2025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40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E2D5F-B93E-40F0-8C87-979A7BDBCDA3}" type="datetime1">
              <a:rPr lang="en-US" smtClean="0"/>
              <a:t>08/13/2025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1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customXml" Target="../ink/ink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18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7.e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emf"/><Relationship Id="rId4" Type="http://schemas.openxmlformats.org/officeDocument/2006/relationships/customXml" Target="../ink/ink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emf"/><Relationship Id="rId5" Type="http://schemas.openxmlformats.org/officeDocument/2006/relationships/customXml" Target="../ink/ink6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emf"/><Relationship Id="rId4" Type="http://schemas.openxmlformats.org/officeDocument/2006/relationships/customXml" Target="../ink/ink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customXml" Target="../ink/ink12.xml"/><Relationship Id="rId3" Type="http://schemas.openxmlformats.org/officeDocument/2006/relationships/image" Target="../media/image36.png"/><Relationship Id="rId7" Type="http://schemas.openxmlformats.org/officeDocument/2006/relationships/customXml" Target="../ink/ink9.xml"/><Relationship Id="rId12" Type="http://schemas.openxmlformats.org/officeDocument/2006/relationships/image" Target="../media/image48.png"/><Relationship Id="rId2" Type="http://schemas.openxmlformats.org/officeDocument/2006/relationships/image" Target="../media/image34.png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emf"/><Relationship Id="rId11" Type="http://schemas.openxmlformats.org/officeDocument/2006/relationships/customXml" Target="../ink/ink11.xml"/><Relationship Id="rId5" Type="http://schemas.openxmlformats.org/officeDocument/2006/relationships/customXml" Target="../ink/ink8.xml"/><Relationship Id="rId15" Type="http://schemas.openxmlformats.org/officeDocument/2006/relationships/customXml" Target="../ink/ink13.xml"/><Relationship Id="rId10" Type="http://schemas.openxmlformats.org/officeDocument/2006/relationships/image" Target="../media/image47.png"/><Relationship Id="rId4" Type="http://schemas.openxmlformats.org/officeDocument/2006/relationships/image" Target="../media/image37.png"/><Relationship Id="rId9" Type="http://schemas.openxmlformats.org/officeDocument/2006/relationships/customXml" Target="../ink/ink10.xml"/><Relationship Id="rId1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3" Type="http://schemas.openxmlformats.org/officeDocument/2006/relationships/image" Target="../media/image38.png"/><Relationship Id="rId7" Type="http://schemas.openxmlformats.org/officeDocument/2006/relationships/image" Target="../media/image47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5.xml"/><Relationship Id="rId5" Type="http://schemas.openxmlformats.org/officeDocument/2006/relationships/image" Target="../media/image45.emf"/><Relationship Id="rId4" Type="http://schemas.openxmlformats.org/officeDocument/2006/relationships/customXml" Target="../ink/ink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emf"/><Relationship Id="rId4" Type="http://schemas.openxmlformats.org/officeDocument/2006/relationships/customXml" Target="../ink/ink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microsoft.com/office/2007/relationships/hdphoto" Target="../media/hdphoto5.wdp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microsoft.com/office/2007/relationships/hdphoto" Target="../media/hdphoto6.wdp"/><Relationship Id="rId4" Type="http://schemas.openxmlformats.org/officeDocument/2006/relationships/image" Target="../media/image5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microsoft.com/office/2007/relationships/hdphoto" Target="../media/hdphoto7.wdp"/><Relationship Id="rId5" Type="http://schemas.openxmlformats.org/officeDocument/2006/relationships/image" Target="../media/image56.png"/><Relationship Id="rId4" Type="http://schemas.microsoft.com/office/2007/relationships/hdphoto" Target="../media/hdphoto4.wdp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openxmlformats.org/officeDocument/2006/relationships/image" Target="../media/image6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microsoft.com/office/2007/relationships/hdphoto" Target="../media/hdphoto8.wdp"/><Relationship Id="rId4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13" Type="http://schemas.openxmlformats.org/officeDocument/2006/relationships/image" Target="../media/image17.emf"/><Relationship Id="rId3" Type="http://schemas.microsoft.com/office/2007/relationships/hdphoto" Target="../media/hdphoto9.wdp"/><Relationship Id="rId7" Type="http://schemas.openxmlformats.org/officeDocument/2006/relationships/image" Target="../media/image14.emf"/><Relationship Id="rId12" Type="http://schemas.openxmlformats.org/officeDocument/2006/relationships/customXml" Target="../ink/ink22.xml"/><Relationship Id="rId17" Type="http://schemas.openxmlformats.org/officeDocument/2006/relationships/image" Target="../media/image19.emf"/><Relationship Id="rId2" Type="http://schemas.openxmlformats.org/officeDocument/2006/relationships/image" Target="../media/image61.png"/><Relationship Id="rId16" Type="http://schemas.openxmlformats.org/officeDocument/2006/relationships/customXml" Target="../ink/ink2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9.xml"/><Relationship Id="rId11" Type="http://schemas.openxmlformats.org/officeDocument/2006/relationships/image" Target="../media/image16.emf"/><Relationship Id="rId5" Type="http://schemas.microsoft.com/office/2007/relationships/hdphoto" Target="../media/hdphoto10.wdp"/><Relationship Id="rId15" Type="http://schemas.openxmlformats.org/officeDocument/2006/relationships/image" Target="../media/image18.emf"/><Relationship Id="rId10" Type="http://schemas.openxmlformats.org/officeDocument/2006/relationships/customXml" Target="../ink/ink21.xml"/><Relationship Id="rId4" Type="http://schemas.openxmlformats.org/officeDocument/2006/relationships/image" Target="../media/image62.png"/><Relationship Id="rId9" Type="http://schemas.openxmlformats.org/officeDocument/2006/relationships/image" Target="../media/image15.emf"/><Relationship Id="rId14" Type="http://schemas.openxmlformats.org/officeDocument/2006/relationships/customXml" Target="../ink/ink23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13956" y="702949"/>
            <a:ext cx="10946674" cy="1496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700" dirty="0"/>
              <a:t>CS 3002 Information Security</a:t>
            </a:r>
            <a:endParaRPr lang="en-US" sz="5400" dirty="0"/>
          </a:p>
          <a:p>
            <a:pPr algn="ctr"/>
            <a:r>
              <a:rPr lang="en-US" sz="4600" dirty="0">
                <a:solidFill>
                  <a:srgbClr val="FF0000"/>
                </a:solidFill>
              </a:rPr>
              <a:t>                                                                   Fall </a:t>
            </a:r>
            <a:r>
              <a:rPr lang="en-US" sz="4600" dirty="0" smtClean="0">
                <a:solidFill>
                  <a:srgbClr val="FF0000"/>
                </a:solidFill>
              </a:rPr>
              <a:t>2025</a:t>
            </a:r>
            <a:endParaRPr lang="en-US" sz="4600" dirty="0">
              <a:solidFill>
                <a:srgbClr val="FF0000"/>
              </a:solidFill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295708" y="3525988"/>
            <a:ext cx="5264922" cy="26523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0" algn="ctr">
              <a:buNone/>
            </a:pPr>
            <a:r>
              <a:rPr lang="en-US" sz="3200" dirty="0"/>
              <a:t>Week # 1 – Lecture # 1, 2, 3</a:t>
            </a:r>
          </a:p>
          <a:p>
            <a:pPr marL="130175" indent="0" algn="ctr">
              <a:buNone/>
            </a:pPr>
            <a:endParaRPr lang="en-US" sz="2000" dirty="0"/>
          </a:p>
          <a:p>
            <a:pPr marL="130175" indent="0" algn="ctr">
              <a:buNone/>
            </a:pPr>
            <a:endParaRPr lang="en-US" sz="2000" dirty="0"/>
          </a:p>
          <a:p>
            <a:pPr marL="130175" indent="0" algn="ctr">
              <a:buNone/>
            </a:pPr>
            <a:r>
              <a:rPr lang="en-US" sz="2400" dirty="0" smtClean="0"/>
              <a:t>Ms. Hira Tunio</a:t>
            </a:r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09" y="1771385"/>
            <a:ext cx="5286336" cy="1501485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1502463" y="3418245"/>
            <a:ext cx="2953265" cy="3120667"/>
            <a:chOff x="8830020" y="2751654"/>
            <a:chExt cx="2953265" cy="3120667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30020" y="2751654"/>
              <a:ext cx="2953265" cy="2872982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87387" y="5624636"/>
              <a:ext cx="1638529" cy="2476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5991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1644" y="702234"/>
            <a:ext cx="9144000" cy="1027713"/>
          </a:xfrm>
        </p:spPr>
        <p:txBody>
          <a:bodyPr>
            <a:normAutofit fontScale="90000"/>
          </a:bodyPr>
          <a:lstStyle/>
          <a:p>
            <a:r>
              <a:rPr lang="en-US" dirty="0"/>
              <a:t>InfoSec CLOs and Course outline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29" y="2458995"/>
            <a:ext cx="11283230" cy="249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091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172" y="138444"/>
            <a:ext cx="7843923" cy="6529217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705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4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2904"/>
          <a:stretch/>
        </p:blipFill>
        <p:spPr>
          <a:xfrm>
            <a:off x="2373745" y="184727"/>
            <a:ext cx="7038110" cy="667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937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5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692" y="803565"/>
            <a:ext cx="8164944" cy="526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792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6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74649" cy="241016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635" y="2410161"/>
            <a:ext cx="12104255" cy="412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722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7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58" y="191555"/>
            <a:ext cx="10794842" cy="626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034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8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746" y="0"/>
            <a:ext cx="9640217" cy="678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531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9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218" y="1200728"/>
            <a:ext cx="10704945" cy="287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44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9FEF0-07D7-D07D-2E7A-3F3130A6B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Important notes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17327-36C5-54F3-1108-23CC1734E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29975" cy="4351338"/>
          </a:xfrm>
        </p:spPr>
        <p:txBody>
          <a:bodyPr/>
          <a:lstStyle/>
          <a:p>
            <a:pPr marL="228600" algn="l" rtl="0" latinLnBrk="0">
              <a:spcBef>
                <a:spcPts val="1000"/>
              </a:spcBef>
              <a:spcAft>
                <a:spcPts val="0"/>
              </a:spcAft>
            </a:pPr>
            <a:endParaRPr lang="en-US" b="0" i="0" dirty="0">
              <a:solidFill>
                <a:srgbClr val="000000"/>
              </a:solidFill>
              <a:effectLst/>
              <a:latin typeface="times new roman, serif"/>
            </a:endParaRPr>
          </a:p>
          <a:p>
            <a:pPr marL="228600" algn="l" rtl="0" latinLnBrk="0">
              <a:spcBef>
                <a:spcPts val="1000"/>
              </a:spcBef>
              <a:spcAft>
                <a:spcPts val="0"/>
              </a:spcAft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, serif"/>
              </a:rPr>
              <a:t>No re-quiz will be entertained</a:t>
            </a: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marL="228600" algn="l" rtl="0" latinLnBrk="0">
              <a:spcBef>
                <a:spcPts val="1000"/>
              </a:spcBef>
              <a:spcAft>
                <a:spcPts val="0"/>
              </a:spcAft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, serif"/>
              </a:rPr>
              <a:t>Late submission and plagiarism policy will strictly be followed</a:t>
            </a:r>
          </a:p>
          <a:p>
            <a:pPr marL="228600" algn="l" rtl="0" latinLnBrk="0">
              <a:spcBef>
                <a:spcPts val="100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times new roman, serif"/>
              </a:rPr>
              <a:t>Make notes during the lecture it will be considered as a class participation</a:t>
            </a:r>
          </a:p>
          <a:p>
            <a:pPr marL="228600" algn="l" rtl="0" latinLnBrk="0">
              <a:spcBef>
                <a:spcPts val="1000"/>
              </a:spcBef>
              <a:spcAft>
                <a:spcPts val="0"/>
              </a:spcAft>
            </a:pP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2413A-7D34-3BCD-804B-6CD2B74DD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828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487" y="1743057"/>
            <a:ext cx="6698917" cy="310930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807" y="506628"/>
            <a:ext cx="4656835" cy="558216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67F36A0-624D-7B28-2AD7-207E67C7310E}"/>
                  </a:ext>
                </a:extLst>
              </p14:cNvPr>
              <p14:cNvContentPartPr/>
              <p14:nvPr/>
            </p14:nvContentPartPr>
            <p14:xfrm>
              <a:off x="5200725" y="2076270"/>
              <a:ext cx="2209320" cy="38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67F36A0-624D-7B28-2AD7-207E67C7310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146725" y="1968630"/>
                <a:ext cx="2316960" cy="25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0072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01" y="1256250"/>
            <a:ext cx="10577032" cy="11286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856" y="3065313"/>
            <a:ext cx="11369522" cy="148197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929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1619" y="835397"/>
            <a:ext cx="5953151" cy="187632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52743" y="835397"/>
            <a:ext cx="5261461" cy="5261461"/>
          </a:xfrm>
          <a:prstGeom prst="rect">
            <a:avLst/>
          </a:prstGeom>
        </p:spPr>
      </p:pic>
      <p:sp>
        <p:nvSpPr>
          <p:cNvPr id="9" name="Content Placeholder 3"/>
          <p:cNvSpPr txBox="1">
            <a:spLocks/>
          </p:cNvSpPr>
          <p:nvPr/>
        </p:nvSpPr>
        <p:spPr>
          <a:xfrm>
            <a:off x="684609" y="4367513"/>
            <a:ext cx="5147173" cy="1729345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Information security </a:t>
            </a:r>
          </a:p>
          <a:p>
            <a:r>
              <a:rPr lang="en-US" dirty="0"/>
              <a:t>Infrastructure Hardware (CPU + Box)</a:t>
            </a:r>
          </a:p>
          <a:p>
            <a:r>
              <a:rPr lang="en-US" dirty="0"/>
              <a:t>Application Security</a:t>
            </a:r>
          </a:p>
          <a:p>
            <a:r>
              <a:rPr lang="en-US" dirty="0"/>
              <a:t>OS security</a:t>
            </a:r>
          </a:p>
          <a:p>
            <a:r>
              <a:rPr lang="en-US" dirty="0"/>
              <a:t>Network Security (Router, Switches, + Boxes)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766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53" y="306517"/>
            <a:ext cx="10260187" cy="6049833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961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15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2586181" y="461817"/>
            <a:ext cx="7079672" cy="5807364"/>
            <a:chOff x="1828800" y="292100"/>
            <a:chExt cx="8381999" cy="6337300"/>
          </a:xfrm>
        </p:grpSpPr>
        <p:grpSp>
          <p:nvGrpSpPr>
            <p:cNvPr id="5" name="Group 4"/>
            <p:cNvGrpSpPr/>
            <p:nvPr/>
          </p:nvGrpSpPr>
          <p:grpSpPr>
            <a:xfrm>
              <a:off x="1828800" y="292100"/>
              <a:ext cx="8381999" cy="6337300"/>
              <a:chOff x="1664760" y="129380"/>
              <a:chExt cx="8546039" cy="6500020"/>
            </a:xfrm>
          </p:grpSpPr>
          <p:pic>
            <p:nvPicPr>
              <p:cNvPr id="2050" name="Picture 2" descr="security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harpenSoften amount="5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64760" y="129380"/>
                <a:ext cx="8546039" cy="64095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Rectangle 3"/>
              <p:cNvSpPr/>
              <p:nvPr/>
            </p:nvSpPr>
            <p:spPr>
              <a:xfrm>
                <a:off x="6654800" y="6096000"/>
                <a:ext cx="3327400" cy="533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" name="Rectangle 5"/>
            <p:cNvSpPr/>
            <p:nvPr/>
          </p:nvSpPr>
          <p:spPr>
            <a:xfrm>
              <a:off x="4065373" y="1890584"/>
              <a:ext cx="1099751" cy="4077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79780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16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460" y="436457"/>
            <a:ext cx="2072194" cy="5891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109" y="1590756"/>
            <a:ext cx="11411959" cy="371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298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5978" y="1024088"/>
            <a:ext cx="2987123" cy="311253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892365" y="4365331"/>
            <a:ext cx="3015450" cy="22191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9614845" y="4720566"/>
            <a:ext cx="357476" cy="34598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 rot="300807">
            <a:off x="9618548" y="5257131"/>
            <a:ext cx="357476" cy="345989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618548" y="5793696"/>
            <a:ext cx="357476" cy="34598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0052211" y="4697223"/>
            <a:ext cx="568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9617" y="5226037"/>
            <a:ext cx="1114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2210" y="5782024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39129" y="5947631"/>
            <a:ext cx="55707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FIPS (</a:t>
            </a:r>
            <a:r>
              <a:rPr lang="en-US" b="1" dirty="0">
                <a:solidFill>
                  <a:srgbClr val="202124"/>
                </a:solidFill>
                <a:latin typeface="arial" panose="020B0604020202020204" pitchFamily="34" charset="0"/>
              </a:rPr>
              <a:t>Federal Information Processing Standards</a:t>
            </a: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)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30629" y="568613"/>
            <a:ext cx="10628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Bahnschrift Light Condensed" panose="020B0502040204020203" pitchFamily="34" charset="0"/>
              </a:rPr>
              <a:t>Two additional concepts are needed to present a complete picture 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402303" y="1647436"/>
            <a:ext cx="8341778" cy="3249403"/>
            <a:chOff x="686547" y="1421728"/>
            <a:chExt cx="7754432" cy="3000794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6547" y="1421728"/>
              <a:ext cx="7754432" cy="543001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2879" y="1964729"/>
              <a:ext cx="7716327" cy="2457793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/>
              <p14:cNvContentPartPr/>
              <p14:nvPr/>
            </p14:nvContentPartPr>
            <p14:xfrm>
              <a:off x="642960" y="1901880"/>
              <a:ext cx="8090640" cy="302760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3600" y="1892520"/>
                <a:ext cx="8109360" cy="304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9129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18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30628" y="568613"/>
            <a:ext cx="9738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Bahnschrift Light Condensed" panose="020B0502040204020203" pitchFamily="34" charset="0"/>
              </a:rPr>
              <a:t>Real World Examples: Confidentiality, Integrity and Availability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16" y="2187146"/>
            <a:ext cx="10722726" cy="394180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4746292" y="1472447"/>
            <a:ext cx="357476" cy="34598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 rot="300807">
            <a:off x="5812669" y="1472447"/>
            <a:ext cx="357476" cy="345989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381970" y="1472446"/>
            <a:ext cx="357476" cy="34598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103768" y="1478955"/>
            <a:ext cx="568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4580" y="1457416"/>
            <a:ext cx="1114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52703" y="1479667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High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836302" y="1467903"/>
            <a:ext cx="17604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Impact of Risk: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/>
              <p14:cNvContentPartPr/>
              <p14:nvPr/>
            </p14:nvContentPartPr>
            <p14:xfrm>
              <a:off x="651960" y="3607560"/>
              <a:ext cx="10626480" cy="143820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2600" y="3598200"/>
                <a:ext cx="10645200" cy="145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8507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19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30628" y="568613"/>
            <a:ext cx="9738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Bahnschrift Light Condensed" panose="020B0502040204020203" pitchFamily="34" charset="0"/>
              </a:rPr>
              <a:t>Real World Examples: Confidentiality, Integrity and Availability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613800" y="1420596"/>
            <a:ext cx="8052579" cy="5215945"/>
            <a:chOff x="613800" y="1420596"/>
            <a:chExt cx="8052579" cy="521594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3800" y="1420596"/>
              <a:ext cx="7996800" cy="4730102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6157" y="6150698"/>
              <a:ext cx="8040222" cy="485843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/>
              <p14:cNvContentPartPr/>
              <p14:nvPr/>
            </p14:nvContentPartPr>
            <p14:xfrm>
              <a:off x="651960" y="1937880"/>
              <a:ext cx="8099640" cy="40186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2600" y="1928520"/>
                <a:ext cx="8118360" cy="403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6569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20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30628" y="568613"/>
            <a:ext cx="9738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Bahnschrift Light Condensed" panose="020B0502040204020203" pitchFamily="34" charset="0"/>
              </a:rPr>
              <a:t>Real World Examples: Confidentiality, Integrity and Availability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34" y="1386213"/>
            <a:ext cx="10070757" cy="497013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767880" y="2044800"/>
              <a:ext cx="10082160" cy="37152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8520" y="2035440"/>
                <a:ext cx="10100880" cy="373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22141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21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25" y="531342"/>
            <a:ext cx="5692074" cy="543960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6667" y="1305975"/>
            <a:ext cx="5896294" cy="38903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/>
              <p14:cNvContentPartPr/>
              <p14:nvPr/>
            </p14:nvContentPartPr>
            <p14:xfrm>
              <a:off x="303480" y="1169640"/>
              <a:ext cx="5813640" cy="35100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4120" y="1160280"/>
                <a:ext cx="5832360" cy="352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9822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22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43" y="551396"/>
            <a:ext cx="6104419" cy="535998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601502" y="1691892"/>
            <a:ext cx="10752298" cy="4041644"/>
            <a:chOff x="601502" y="1691892"/>
            <a:chExt cx="10752298" cy="404164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1502" y="1691892"/>
              <a:ext cx="10752298" cy="4041644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601502" y="1691892"/>
              <a:ext cx="2747179" cy="3222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/>
              <p14:cNvContentPartPr/>
              <p14:nvPr/>
            </p14:nvContentPartPr>
            <p14:xfrm>
              <a:off x="562680" y="491040"/>
              <a:ext cx="10117440" cy="163476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3320" y="481680"/>
                <a:ext cx="10136160" cy="165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37899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23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43" y="551396"/>
            <a:ext cx="6104419" cy="535998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559643" y="1569180"/>
            <a:ext cx="10635579" cy="4241344"/>
            <a:chOff x="559643" y="1210834"/>
            <a:chExt cx="10635579" cy="4241344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9643" y="1210834"/>
              <a:ext cx="10635579" cy="2264753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2684" y="3599027"/>
              <a:ext cx="10086614" cy="1853151"/>
            </a:xfrm>
            <a:prstGeom prst="rect">
              <a:avLst/>
            </a:prstGeom>
          </p:spPr>
        </p:pic>
      </p:grpSp>
      <p:sp>
        <p:nvSpPr>
          <p:cNvPr id="10" name="Rectangle 9"/>
          <p:cNvSpPr/>
          <p:nvPr/>
        </p:nvSpPr>
        <p:spPr>
          <a:xfrm>
            <a:off x="683211" y="5852604"/>
            <a:ext cx="108950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Bahnschrift Light Condensed" panose="020B0502040204020203" pitchFamily="34" charset="0"/>
              </a:rPr>
              <a:t>These three types of vulnerability correspond to the concepts of integrity, confidentiality, and availability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/>
              <p14:cNvContentPartPr/>
              <p14:nvPr/>
            </p14:nvContentPartPr>
            <p14:xfrm>
              <a:off x="330480" y="1910880"/>
              <a:ext cx="10796400" cy="43135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1120" y="1901520"/>
                <a:ext cx="10815120" cy="433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421A987-12C8-E06D-02F6-BCEF70D91962}"/>
                  </a:ext>
                </a:extLst>
              </p14:cNvPr>
              <p14:cNvContentPartPr/>
              <p14:nvPr/>
            </p14:nvContentPartPr>
            <p14:xfrm>
              <a:off x="1352325" y="3294495"/>
              <a:ext cx="9767880" cy="135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421A987-12C8-E06D-02F6-BCEF70D9196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98325" y="3186855"/>
                <a:ext cx="987552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D267A23-34DF-B1E7-3C01-DF7B13C0A341}"/>
                  </a:ext>
                </a:extLst>
              </p14:cNvPr>
              <p14:cNvContentPartPr/>
              <p14:nvPr/>
            </p14:nvContentPartPr>
            <p14:xfrm>
              <a:off x="1314525" y="3647295"/>
              <a:ext cx="4676040" cy="48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D267A23-34DF-B1E7-3C01-DF7B13C0A34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60525" y="3539295"/>
                <a:ext cx="478368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E4102DB-E3A2-019A-1567-7C6FCA2B9C55}"/>
                  </a:ext>
                </a:extLst>
              </p14:cNvPr>
              <p14:cNvContentPartPr/>
              <p14:nvPr/>
            </p14:nvContentPartPr>
            <p14:xfrm>
              <a:off x="5381445" y="4104135"/>
              <a:ext cx="5605560" cy="97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E4102DB-E3A2-019A-1567-7C6FCA2B9C5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327805" y="3996135"/>
                <a:ext cx="571320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53C2060-42EC-0BEE-CD2A-E5B2CD429698}"/>
                  </a:ext>
                </a:extLst>
              </p14:cNvPr>
              <p14:cNvContentPartPr/>
              <p14:nvPr/>
            </p14:nvContentPartPr>
            <p14:xfrm>
              <a:off x="1392645" y="4380615"/>
              <a:ext cx="9608760" cy="2016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53C2060-42EC-0BEE-CD2A-E5B2CD42969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339005" y="4272975"/>
                <a:ext cx="971640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55FA6DA-887B-BA63-D7D8-FB0B270D1311}"/>
                  </a:ext>
                </a:extLst>
              </p14:cNvPr>
              <p14:cNvContentPartPr/>
              <p14:nvPr/>
            </p14:nvContentPartPr>
            <p14:xfrm>
              <a:off x="1380405" y="4803975"/>
              <a:ext cx="1391760" cy="63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55FA6DA-887B-BA63-D7D8-FB0B270D131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326405" y="4696335"/>
                <a:ext cx="1499400" cy="27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2557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313D396-BAED-B373-AF60-734DE7110B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37D0A502-4A9A-EDA3-56A1-5C0ACD0A5D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12529"/>
                </a:solidFill>
                <a:effectLst/>
                <a:latin typeface="Nunito"/>
              </a:rPr>
              <a:t>Active Attack is dangerous for Integrity as well as Availability.</a:t>
            </a:r>
            <a:endParaRPr lang="en-PK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24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43" y="551396"/>
            <a:ext cx="6104419" cy="53599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909" y="1149365"/>
            <a:ext cx="8987274" cy="557211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1143000" y="1687680"/>
              <a:ext cx="8983800" cy="12506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33640" y="1678320"/>
                <a:ext cx="9002520" cy="12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4F0920D-106F-C9CE-CF85-15A193EC672B}"/>
                  </a:ext>
                </a:extLst>
              </p14:cNvPr>
              <p14:cNvContentPartPr/>
              <p14:nvPr/>
            </p14:nvContentPartPr>
            <p14:xfrm>
              <a:off x="6502280" y="4690547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4F0920D-106F-C9CE-CF85-15A193EC672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93280" y="468154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3E8B5D7-0BC9-6FFE-27FB-A6DA1C1DDCF0}"/>
                  </a:ext>
                </a:extLst>
              </p14:cNvPr>
              <p14:cNvContentPartPr/>
              <p14:nvPr/>
            </p14:nvContentPartPr>
            <p14:xfrm>
              <a:off x="5266040" y="5350787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3E8B5D7-0BC9-6FFE-27FB-A6DA1C1DDCF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57400" y="5342147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544066D5-F9AC-F727-C168-F81710E35CBE}"/>
              </a:ext>
            </a:extLst>
          </p:cNvPr>
          <p:cNvSpPr txBox="1"/>
          <p:nvPr/>
        </p:nvSpPr>
        <p:spPr>
          <a:xfrm>
            <a:off x="9939208" y="3556089"/>
            <a:ext cx="22527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Nunito"/>
              </a:rPr>
              <a:t>Passive Attack: </a:t>
            </a:r>
            <a:r>
              <a:rPr lang="en-US" sz="1200" i="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Nunito"/>
              </a:rPr>
              <a:t>harm for Confidentiality. </a:t>
            </a:r>
          </a:p>
          <a:p>
            <a:r>
              <a:rPr lang="en-US" sz="1200" i="0" dirty="0" err="1">
                <a:solidFill>
                  <a:srgbClr val="212529"/>
                </a:solidFill>
                <a:effectLst/>
                <a:highlight>
                  <a:srgbClr val="FFFF00"/>
                </a:highlight>
                <a:latin typeface="Nunito"/>
              </a:rPr>
              <a:t>E.g</a:t>
            </a:r>
            <a:r>
              <a:rPr lang="en-US" sz="1200" i="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Nunito"/>
              </a:rPr>
              <a:t> Sniffing</a:t>
            </a:r>
            <a:endParaRPr lang="en-PK" sz="1200" dirty="0">
              <a:highlight>
                <a:srgbClr val="FFFF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AD5FF2-208B-DECB-2CE4-C0F18F5B453F}"/>
              </a:ext>
            </a:extLst>
          </p:cNvPr>
          <p:cNvSpPr txBox="1"/>
          <p:nvPr/>
        </p:nvSpPr>
        <p:spPr>
          <a:xfrm>
            <a:off x="9982200" y="2857982"/>
            <a:ext cx="22889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Nunito"/>
              </a:rPr>
              <a:t>Active Attack: </a:t>
            </a:r>
            <a:r>
              <a:rPr lang="en-US" sz="1200" b="0" i="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Nunito"/>
              </a:rPr>
              <a:t>harm for Integrity as well as Availability.</a:t>
            </a:r>
          </a:p>
          <a:p>
            <a:r>
              <a:rPr lang="en-US" sz="1200" dirty="0" err="1">
                <a:solidFill>
                  <a:srgbClr val="212529"/>
                </a:solidFill>
                <a:highlight>
                  <a:srgbClr val="FFFF00"/>
                </a:highlight>
                <a:latin typeface="Nunito"/>
              </a:rPr>
              <a:t>e.g</a:t>
            </a:r>
            <a:r>
              <a:rPr lang="en-US" sz="1200" dirty="0">
                <a:solidFill>
                  <a:srgbClr val="212529"/>
                </a:solidFill>
                <a:highlight>
                  <a:srgbClr val="FFFF00"/>
                </a:highlight>
                <a:latin typeface="Nunito"/>
              </a:rPr>
              <a:t>: DoS attack</a:t>
            </a:r>
            <a:endParaRPr lang="en-PK" sz="12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676185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25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43" y="551396"/>
            <a:ext cx="6104419" cy="5359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43" y="2038866"/>
            <a:ext cx="11241032" cy="295326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/>
              <p14:cNvContentPartPr/>
              <p14:nvPr/>
            </p14:nvContentPartPr>
            <p14:xfrm>
              <a:off x="616320" y="2366280"/>
              <a:ext cx="11215800" cy="22687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6960" y="2356920"/>
                <a:ext cx="11234520" cy="228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6924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26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700" y="0"/>
            <a:ext cx="93818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0449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27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291" y="722528"/>
            <a:ext cx="7613909" cy="563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077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28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09" y="1507525"/>
            <a:ext cx="10992963" cy="455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42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29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870" y="-1370"/>
            <a:ext cx="8320810" cy="684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4203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30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52400" y="957778"/>
            <a:ext cx="12039600" cy="4942443"/>
            <a:chOff x="1752089" y="1147213"/>
            <a:chExt cx="8797333" cy="2943636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766146" y="1147213"/>
              <a:ext cx="8783276" cy="485843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752089" y="1633056"/>
              <a:ext cx="8792802" cy="2457793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11F4A523-BC60-28E1-EBD5-E7B86F4BA498}"/>
              </a:ext>
            </a:extLst>
          </p:cNvPr>
          <p:cNvSpPr txBox="1"/>
          <p:nvPr/>
        </p:nvSpPr>
        <p:spPr>
          <a:xfrm>
            <a:off x="5251599" y="597971"/>
            <a:ext cx="6934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highlight>
                  <a:srgbClr val="FFFF00"/>
                </a:highlight>
                <a:latin typeface="TimesTenLTStd-Roman"/>
              </a:rPr>
              <a:t>T</a:t>
            </a:r>
            <a:r>
              <a:rPr lang="en-US" sz="1800" b="0" i="0" u="none" strike="noStrike" baseline="0" dirty="0">
                <a:highlight>
                  <a:srgbClr val="FFFF00"/>
                </a:highlight>
                <a:latin typeface="TimesTenLTStd-Roman"/>
              </a:rPr>
              <a:t>ypes of attacks can result in this threat consequence:</a:t>
            </a:r>
            <a:endParaRPr lang="en-PK" dirty="0">
              <a:highlight>
                <a:srgbClr val="FFFF00"/>
              </a:highlight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93A586C-BA19-3297-3C96-DB6CDB9CA03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-4028" r="40891" b="47478"/>
          <a:stretch/>
        </p:blipFill>
        <p:spPr>
          <a:xfrm>
            <a:off x="427790" y="5198261"/>
            <a:ext cx="4153736" cy="28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649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285226-2532-4395-E717-D51D5CCAE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31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F77C63-C409-C5C8-E975-FE7F1E2D44F8}"/>
              </a:ext>
            </a:extLst>
          </p:cNvPr>
          <p:cNvSpPr txBox="1"/>
          <p:nvPr/>
        </p:nvSpPr>
        <p:spPr>
          <a:xfrm>
            <a:off x="473869" y="485715"/>
            <a:ext cx="115421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Exposure: </a:t>
            </a:r>
            <a:r>
              <a:rPr lang="en-US" sz="160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This can be deliberate, as when an insider intentionally releases sensitive information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such as credit card numbers, to an outsider.  It can also be the result of a human, hardware, or software error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r>
              <a:rPr lang="en-US" sz="16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sz="1600" b="0" i="0" u="none" strike="noStrike" baseline="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niversities accidentally posting confidential student information on the Web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PK" sz="16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C7F8B3-B8E7-A410-6A59-8D9BD53CCA30}"/>
              </a:ext>
            </a:extLst>
          </p:cNvPr>
          <p:cNvSpPr txBox="1"/>
          <p:nvPr/>
        </p:nvSpPr>
        <p:spPr>
          <a:xfrm>
            <a:off x="516731" y="3429000"/>
            <a:ext cx="109656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i="0" u="none" strike="noStrike" baseline="0" dirty="0">
                <a:latin typeface="Arial" panose="020B0604020202020204"/>
                <a:cs typeface="Arial" panose="020B0604020202020204"/>
              </a:rPr>
              <a:t>Inference: 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The ability of authorized user to deduce information from observing authorized information</a:t>
            </a:r>
            <a:endParaRPr lang="en-US" sz="1600" b="1" i="0" u="none" strike="noStrike" baseline="0" dirty="0">
              <a:latin typeface="Arial" panose="020B0604020202020204"/>
              <a:cs typeface="Arial" panose="020B0604020202020204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i="0" u="none" strike="noStrike" baseline="0" dirty="0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Example: </a:t>
            </a:r>
            <a:r>
              <a:rPr lang="en-US" sz="1600" dirty="0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I</a:t>
            </a:r>
            <a:r>
              <a:rPr lang="en-US" sz="1600" b="0" i="0" u="none" strike="noStrike" baseline="0" dirty="0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nference is known as traffic analysis, in which an adversary is able to gain information from observing the pattern of traffic on a network, such as the amount of traffic between particular pairs of hosts on the network.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i="0" u="none" strike="noStrike" baseline="0" dirty="0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Another example </a:t>
            </a:r>
            <a:r>
              <a:rPr lang="en-US" sz="1600" b="0" i="0" u="none" strike="noStrike" baseline="0" dirty="0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is the inference of detailed information from a database by a user who has only limited access; this is accomplished by repeated queries whose combined results enable inference.</a:t>
            </a:r>
            <a:endParaRPr lang="en-PK" sz="1600" dirty="0">
              <a:highlight>
                <a:srgbClr val="FFFF00"/>
              </a:highlight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E525C5-1304-7CDB-756D-0CDEFECCE5A2}"/>
              </a:ext>
            </a:extLst>
          </p:cNvPr>
          <p:cNvSpPr txBox="1"/>
          <p:nvPr/>
        </p:nvSpPr>
        <p:spPr>
          <a:xfrm>
            <a:off x="516731" y="4991011"/>
            <a:ext cx="108799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Intrusion: </a:t>
            </a:r>
            <a:r>
              <a:rPr lang="en-US" sz="160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rusion is an adversary (attacker) gaining unauthorized access to sensitive data by overcoming the system’s access control protections </a:t>
            </a:r>
            <a:r>
              <a:rPr lang="en-US" sz="16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-e unauthorized login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i="0" u="none" strike="noStrike" baseline="0" dirty="0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Example:</a:t>
            </a:r>
            <a:r>
              <a:rPr lang="en-US" sz="16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Trying to get access with different logins and passwords</a:t>
            </a:r>
            <a:endParaRPr lang="en-PK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76DD67-48B9-A7FB-E9BE-B5F67FBEAEB9}"/>
              </a:ext>
            </a:extLst>
          </p:cNvPr>
          <p:cNvSpPr txBox="1"/>
          <p:nvPr/>
        </p:nvSpPr>
        <p:spPr>
          <a:xfrm>
            <a:off x="516731" y="1644232"/>
            <a:ext cx="891254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i="0" u="none" strike="noStrike" baseline="0" dirty="0">
                <a:latin typeface="Arial" panose="020B0604020202020204"/>
                <a:cs typeface="Arial" panose="020B0604020202020204"/>
              </a:rPr>
              <a:t>Interception: </a:t>
            </a:r>
            <a:r>
              <a:rPr lang="en-US" sz="1600" b="0" i="0" u="none" strike="noStrike" baseline="0" dirty="0">
                <a:latin typeface="Arial" panose="020B0604020202020204"/>
                <a:cs typeface="Arial" panose="020B0604020202020204"/>
              </a:rPr>
              <a:t>Interception is a common attack in the context of communications.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Example:</a:t>
            </a:r>
            <a:r>
              <a:rPr lang="en-US" sz="1600" b="1" i="0" u="none" strike="noStrike" baseline="0" dirty="0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 </a:t>
            </a:r>
            <a:r>
              <a:rPr lang="en-US" sz="1600" b="0" i="0" u="none" strike="noStrike" baseline="0" dirty="0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On a shared LAN, such as a wireless LAN or a broadcast Ethernet, any device attached to the LAN can receive a copy of packets intended for another device.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0" i="0" u="none" strike="noStrike" baseline="0" dirty="0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On the Internet, a determined hacker can gain access to e-mail traffic and other data transfers.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0" i="0" u="none" strike="noStrike" baseline="0" dirty="0">
                <a:latin typeface="Arial" panose="020B0604020202020204"/>
                <a:cs typeface="Arial" panose="020B0604020202020204"/>
              </a:rPr>
              <a:t>All of these situations create the potential for unauthorized access to data.</a:t>
            </a:r>
            <a:endParaRPr lang="en-PK" sz="1600" dirty="0">
              <a:latin typeface="Arial" panose="020B0604020202020204"/>
              <a:cs typeface="Arial" panose="020B0604020202020204"/>
            </a:endParaRP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BFBF907-E488-128B-8FEE-1867205100EE}"/>
                  </a:ext>
                </a:extLst>
              </p14:cNvPr>
              <p14:cNvContentPartPr/>
              <p14:nvPr/>
            </p14:nvContentPartPr>
            <p14:xfrm>
              <a:off x="-1524075" y="609600"/>
              <a:ext cx="36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BFBF907-E488-128B-8FEE-1867205100E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542075" y="501600"/>
                <a:ext cx="36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 descr="Security: Interruption vs. Interception vs. Modification vs. Fabrication |  Baeldung on Computer Science">
            <a:extLst>
              <a:ext uri="{FF2B5EF4-FFF2-40B4-BE49-F238E27FC236}">
                <a16:creationId xmlns:a16="http://schemas.microsoft.com/office/drawing/2014/main" id="{CB301D54-7AAB-6C14-F0BE-8BC11A86B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280" y="1804888"/>
            <a:ext cx="2762720" cy="1646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67140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32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89876" y="0"/>
            <a:ext cx="11828861" cy="3463925"/>
            <a:chOff x="1346016" y="924792"/>
            <a:chExt cx="8795633" cy="1784417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58373" y="924792"/>
              <a:ext cx="8783276" cy="485843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46016" y="1404102"/>
              <a:ext cx="8792802" cy="1305107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E16EE117-4444-A331-D843-064379326D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3125065"/>
            <a:ext cx="4172136" cy="26583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E34DDE7-81A3-5D64-EA14-DEE080C5A30C}"/>
              </a:ext>
            </a:extLst>
          </p:cNvPr>
          <p:cNvSpPr txBox="1"/>
          <p:nvPr/>
        </p:nvSpPr>
        <p:spPr>
          <a:xfrm>
            <a:off x="466724" y="3635539"/>
            <a:ext cx="1154820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i="0" u="none" strike="noStrike" baseline="0" dirty="0">
                <a:latin typeface="Arial" panose="020B0604020202020204"/>
                <a:cs typeface="Arial" panose="020B0604020202020204"/>
              </a:rPr>
              <a:t>Masquerade: </a:t>
            </a:r>
            <a:r>
              <a:rPr lang="en-US" sz="1600" b="1" i="0" u="none" strike="noStrike" baseline="0" dirty="0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One example </a:t>
            </a:r>
            <a:r>
              <a:rPr lang="en-US" sz="1600" b="0" i="0" u="none" strike="noStrike" baseline="0" dirty="0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of masquerade is an attempt by an unauthorized user to gain access to a system by posing as an authorized user; this could happen if the unauthorized user has learned another user’s logon ID and password.</a:t>
            </a:r>
          </a:p>
          <a:p>
            <a:pPr algn="just"/>
            <a:r>
              <a:rPr lang="en-US" sz="1600" b="1" i="0" u="none" strike="noStrike" baseline="0" dirty="0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Another example </a:t>
            </a:r>
            <a:r>
              <a:rPr lang="en-US" sz="1600" b="0" i="0" u="none" strike="noStrike" baseline="0" dirty="0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is malicious logic, such as a Trojan horse, that appears to perform a useful or desirable function but actually gains unauthorized access to system resources, or tricks a user into executing other malicious logic.</a:t>
            </a:r>
            <a:endParaRPr lang="en-PK" sz="1600" dirty="0">
              <a:highlight>
                <a:srgbClr val="FFFF00"/>
              </a:highlight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40A6B2-0C28-2FF0-3CB4-7FD87904322D}"/>
              </a:ext>
            </a:extLst>
          </p:cNvPr>
          <p:cNvSpPr txBox="1"/>
          <p:nvPr/>
        </p:nvSpPr>
        <p:spPr>
          <a:xfrm>
            <a:off x="466724" y="4819564"/>
            <a:ext cx="115482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Falsification: </a:t>
            </a:r>
            <a:r>
              <a:rPr lang="en-US" sz="1600" b="0" i="0" u="none" strike="noStrike" baseline="0" dirty="0"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This r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efers to the altering or replacing of valid data or the introduction of false data into a file or database. </a:t>
            </a:r>
          </a:p>
          <a:p>
            <a:pPr algn="l"/>
            <a:r>
              <a:rPr lang="en-US" sz="1600" b="1" i="0" u="none" strike="noStrike" baseline="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For example</a:t>
            </a:r>
            <a:r>
              <a:rPr lang="en-US" sz="16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b="0" i="0" u="none" strike="noStrike" baseline="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 student may alter his or her grades on a school database.</a:t>
            </a:r>
            <a:endParaRPr lang="en-PK" sz="16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E07059-1A6B-BC74-CB3A-2B20B26D8140}"/>
              </a:ext>
            </a:extLst>
          </p:cNvPr>
          <p:cNvSpPr txBox="1"/>
          <p:nvPr/>
        </p:nvSpPr>
        <p:spPr>
          <a:xfrm>
            <a:off x="466724" y="5512060"/>
            <a:ext cx="118250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i="0" u="none" strike="noStrike" baseline="0" dirty="0">
                <a:latin typeface="Arial" panose="020B0604020202020204"/>
                <a:cs typeface="Arial" panose="020B0604020202020204"/>
              </a:rPr>
              <a:t>Repudiation: </a:t>
            </a:r>
            <a:r>
              <a:rPr lang="en-US" sz="1600" b="0" i="0" u="none" strike="noStrike" baseline="0" dirty="0">
                <a:latin typeface="Arial" panose="020B0604020202020204"/>
                <a:cs typeface="Arial" panose="020B0604020202020204"/>
              </a:rPr>
              <a:t> a user either denies sending data, or a user denies receiving or possessing the data</a:t>
            </a:r>
            <a:r>
              <a:rPr lang="en-US" sz="1600" dirty="0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.</a:t>
            </a:r>
          </a:p>
          <a:p>
            <a:pPr algn="l"/>
            <a:r>
              <a:rPr lang="en-US" sz="1600" b="1" i="0" u="none" strike="noStrike" baseline="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For example</a:t>
            </a:r>
            <a:r>
              <a:rPr lang="en-US" sz="1600" b="1" i="0" u="none" strike="noStrike" baseline="0" dirty="0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: </a:t>
            </a:r>
            <a:r>
              <a:rPr lang="en-US" sz="1600" i="0" u="none" strike="noStrike" baseline="0" dirty="0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An example of a repudiation attack might be someone accessing your e-mail server and sending inflammatory information to others. This information can prove embarrassing to you or your company if this happens.</a:t>
            </a:r>
            <a:endParaRPr lang="en-PK" sz="1600" dirty="0">
              <a:highlight>
                <a:srgbClr val="FFFF00"/>
              </a:highlight>
              <a:latin typeface="Arial" panose="020B0604020202020204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1873033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33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98424"/>
            <a:ext cx="12192000" cy="3330575"/>
            <a:chOff x="1390680" y="825938"/>
            <a:chExt cx="8800396" cy="1952898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407800" y="825938"/>
              <a:ext cx="8783276" cy="485843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90680" y="1311781"/>
              <a:ext cx="8792802" cy="1467055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4185787-92EE-0007-84B5-7A880DBD0F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875" y="2948917"/>
            <a:ext cx="3688400" cy="2514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F930E5-89C1-799F-14F1-A4E2CEBFF11A}"/>
              </a:ext>
            </a:extLst>
          </p:cNvPr>
          <p:cNvSpPr txBox="1"/>
          <p:nvPr/>
        </p:nvSpPr>
        <p:spPr>
          <a:xfrm>
            <a:off x="152399" y="3428999"/>
            <a:ext cx="1185862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i="0" u="none" strike="noStrike" baseline="0" dirty="0">
                <a:latin typeface="Arial" panose="020B0604020202020204"/>
                <a:cs typeface="Arial" panose="020B0604020202020204"/>
              </a:rPr>
              <a:t>Incapacitation: </a:t>
            </a:r>
            <a:r>
              <a:rPr lang="en-US" sz="1600" i="0" u="none" strike="noStrike" baseline="0" dirty="0">
                <a:latin typeface="Arial" panose="020B0604020202020204"/>
                <a:cs typeface="Arial" panose="020B0604020202020204"/>
              </a:rPr>
              <a:t>This is an attack on system availability. This could occur as a result of physical destruction of or damage to system hardware. </a:t>
            </a:r>
          </a:p>
          <a:p>
            <a:pPr algn="l"/>
            <a:r>
              <a:rPr lang="en-US" sz="1600" b="1" i="0" u="none" strike="noStrike" baseline="0" dirty="0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Example: </a:t>
            </a:r>
            <a:r>
              <a:rPr lang="en-US" sz="1600" i="0" u="none" strike="noStrike" baseline="0" dirty="0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Malicious software, such as Trojan horses, viruses, or worms, could operate in such a way as to disable a system or some of its services.</a:t>
            </a:r>
            <a:endParaRPr lang="en-US" sz="1600" i="0" u="none" strike="noStrike" baseline="0" dirty="0">
              <a:highlight>
                <a:srgbClr val="FFFF00"/>
              </a:highlight>
              <a:latin typeface="TimesTenLTStd-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E73731-7F39-DDFA-A4BB-223681BB93B8}"/>
              </a:ext>
            </a:extLst>
          </p:cNvPr>
          <p:cNvSpPr txBox="1"/>
          <p:nvPr/>
        </p:nvSpPr>
        <p:spPr>
          <a:xfrm>
            <a:off x="109950" y="4622986"/>
            <a:ext cx="1194352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i="0" u="none" strike="noStrike" baseline="0" dirty="0">
                <a:latin typeface="Arial" panose="020B0604020202020204"/>
                <a:cs typeface="Arial" panose="020B0604020202020204"/>
              </a:rPr>
              <a:t>Corruption: </a:t>
            </a:r>
            <a:r>
              <a:rPr lang="en-US" sz="1600" b="0" i="0" u="none" strike="noStrike" baseline="0" dirty="0">
                <a:latin typeface="Arial" panose="020B0604020202020204"/>
                <a:cs typeface="Arial" panose="020B0604020202020204"/>
              </a:rPr>
              <a:t>Malicious software in this context could operate in such a way that system resources or services function in an unintended manner. Or a user could </a:t>
            </a:r>
            <a:r>
              <a:rPr lang="en-US" sz="1600" b="0" i="0" u="none" strike="noStrike" baseline="0" dirty="0">
                <a:highlight>
                  <a:srgbClr val="FFFFFF"/>
                </a:highlight>
                <a:latin typeface="Arial" panose="020B0604020202020204"/>
                <a:cs typeface="Arial" panose="020B0604020202020204"/>
              </a:rPr>
              <a:t>gain unauthorized access to a system and modify some of its functions</a:t>
            </a:r>
          </a:p>
          <a:p>
            <a:pPr algn="l"/>
            <a:r>
              <a:rPr lang="en-US" sz="1600" b="1" i="0" u="none" strike="noStrike" baseline="0" dirty="0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Example: </a:t>
            </a:r>
            <a:r>
              <a:rPr lang="en-US" sz="1600" b="0" i="0" u="none" strike="noStrike" baseline="0" dirty="0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a user placing backdoor logic in the system to provide subsequent access to a system and its resources by other than the usual procedure</a:t>
            </a:r>
            <a:r>
              <a:rPr lang="en-US" sz="1600" dirty="0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 </a:t>
            </a:r>
            <a:r>
              <a:rPr lang="en-US" sz="1600" dirty="0" err="1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e.g</a:t>
            </a:r>
            <a:r>
              <a:rPr lang="en-US" sz="1600" dirty="0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 </a:t>
            </a:r>
            <a:r>
              <a:rPr lang="en-US" sz="1600" b="0" i="0" u="none" strike="noStrike" baseline="0" dirty="0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Ransome </a:t>
            </a:r>
            <a:endParaRPr lang="en-PK" sz="1600" dirty="0">
              <a:highlight>
                <a:srgbClr val="FFFF00"/>
              </a:highlight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71032B-28C3-7CBA-5834-50641088304E}"/>
              </a:ext>
            </a:extLst>
          </p:cNvPr>
          <p:cNvSpPr txBox="1"/>
          <p:nvPr/>
        </p:nvSpPr>
        <p:spPr>
          <a:xfrm>
            <a:off x="152399" y="5816974"/>
            <a:ext cx="11943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1600" b="1" dirty="0">
                <a:latin typeface="Arial" panose="020B0604020202020204"/>
                <a:cs typeface="Arial" panose="020B0604020202020204"/>
              </a:rPr>
              <a:t>Obstruction</a:t>
            </a:r>
            <a:r>
              <a:rPr lang="en-PK" sz="1600" b="1" dirty="0"/>
              <a:t>: </a:t>
            </a:r>
            <a:r>
              <a:rPr lang="en-PK" sz="1600" dirty="0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One way to obstruct system operation is to interfere with communications by disabling communication links or altering</a:t>
            </a:r>
            <a:r>
              <a:rPr lang="en-US" sz="1600" dirty="0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 </a:t>
            </a:r>
            <a:r>
              <a:rPr lang="en-PK" sz="1600" dirty="0">
                <a:highlight>
                  <a:srgbClr val="FFFF00"/>
                </a:highlight>
                <a:latin typeface="Arial" panose="020B0604020202020204"/>
                <a:cs typeface="Arial" panose="020B0604020202020204"/>
              </a:rPr>
              <a:t>communication control information. Another way is to overload the system by placing excess burden on communication traffic or processing resources</a:t>
            </a:r>
            <a:r>
              <a:rPr lang="en-PK" sz="1600" dirty="0">
                <a:highlight>
                  <a:srgbClr val="FFFFFF"/>
                </a:highlight>
                <a:latin typeface="Arial" panose="020B0604020202020204"/>
                <a:cs typeface="Arial" panose="020B060402020202020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53052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34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38402" y="136525"/>
            <a:ext cx="11591508" cy="2547458"/>
            <a:chOff x="1333660" y="974218"/>
            <a:chExt cx="8783276" cy="1486108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33660" y="974218"/>
              <a:ext cx="8783276" cy="485843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43186" y="1460061"/>
              <a:ext cx="8764223" cy="1000265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78A09AD-37E9-A0BB-8BA5-9053E057034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" b="23890"/>
          <a:stretch/>
        </p:blipFill>
        <p:spPr>
          <a:xfrm>
            <a:off x="672105" y="2552707"/>
            <a:ext cx="3716749" cy="2600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AFE5B7-703A-1163-1BF1-5231626375F2}"/>
              </a:ext>
            </a:extLst>
          </p:cNvPr>
          <p:cNvSpPr txBox="1"/>
          <p:nvPr/>
        </p:nvSpPr>
        <p:spPr>
          <a:xfrm>
            <a:off x="150974" y="3279247"/>
            <a:ext cx="859546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Misappropriation: 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This can include theft of service. </a:t>
            </a:r>
          </a:p>
          <a:p>
            <a:pPr algn="just"/>
            <a:r>
              <a:rPr lang="en-US" sz="16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1600" b="1" i="0" u="none" strike="noStrike" baseline="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0" i="0" u="none" strike="noStrike" baseline="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is a distributed denial of service attack, when malicious software is installed on a number of hosts to be used as platforms to launch traffic at a target host. In this case, the malicious software makes unauthorized use of processor and operating system resources.</a:t>
            </a:r>
            <a:endParaRPr lang="en-PK" sz="16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B0C273-AF0F-BDAE-91E4-DE20CDDE8471}"/>
              </a:ext>
            </a:extLst>
          </p:cNvPr>
          <p:cNvSpPr txBox="1"/>
          <p:nvPr/>
        </p:nvSpPr>
        <p:spPr>
          <a:xfrm>
            <a:off x="150974" y="5183280"/>
            <a:ext cx="114314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Misuse: </a:t>
            </a:r>
            <a:r>
              <a:rPr lang="en-US" sz="1600" b="0" i="0" u="none" strike="noStrike" baseline="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Misuse can occur by means of either malicious logic or a hacker that has gained unauthorized access to a system. In either case, security functions can be disabled or thwarted.</a:t>
            </a:r>
          </a:p>
          <a:p>
            <a:pPr algn="l"/>
            <a:r>
              <a:rPr lang="en-US" sz="16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r>
              <a:rPr lang="en-US" sz="16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Antivirus is disable attacker can attack computer. </a:t>
            </a:r>
            <a:endParaRPr lang="en-PK" sz="16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DDOS Attacks: What Is a DDoS Attack? What does it mean?">
            <a:extLst>
              <a:ext uri="{FF2B5EF4-FFF2-40B4-BE49-F238E27FC236}">
                <a16:creationId xmlns:a16="http://schemas.microsoft.com/office/drawing/2014/main" id="{830A8D1F-7FF0-1D87-97A3-257D1BC567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4" t="8011" r="6725" b="8011"/>
          <a:stretch/>
        </p:blipFill>
        <p:spPr bwMode="auto">
          <a:xfrm>
            <a:off x="8847713" y="2886979"/>
            <a:ext cx="3344287" cy="1954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56346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35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2422" y="1000503"/>
            <a:ext cx="7154561" cy="5176460"/>
          </a:xfrm>
          <a:prstGeom prst="rect">
            <a:avLst/>
          </a:prstGeom>
        </p:spPr>
      </p:pic>
      <p:sp>
        <p:nvSpPr>
          <p:cNvPr id="4" name="Content Placeholder 3"/>
          <p:cNvSpPr txBox="1">
            <a:spLocks/>
          </p:cNvSpPr>
          <p:nvPr/>
        </p:nvSpPr>
        <p:spPr>
          <a:xfrm>
            <a:off x="7611762" y="679622"/>
            <a:ext cx="4151869" cy="3768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[1] Access to the data must be controlled (protection)</a:t>
            </a:r>
          </a:p>
          <a:p>
            <a:r>
              <a:rPr lang="en-US" sz="2400" dirty="0"/>
              <a:t>[2] Access to the computer facility must be controlled (user authentication)</a:t>
            </a:r>
          </a:p>
          <a:p>
            <a:r>
              <a:rPr lang="en-US" sz="2400" dirty="0"/>
              <a:t>[3] Data must be securely transmitted through networks (network security)</a:t>
            </a:r>
          </a:p>
          <a:p>
            <a:r>
              <a:rPr lang="en-US" sz="2400" dirty="0"/>
              <a:t>[4] Sensitive files must be secure (file security)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9608" y="297132"/>
            <a:ext cx="4580187" cy="56727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/>
              <p14:cNvContentPartPr/>
              <p14:nvPr/>
            </p14:nvContentPartPr>
            <p14:xfrm>
              <a:off x="419760" y="2241360"/>
              <a:ext cx="196920" cy="17892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3920" y="2178000"/>
                <a:ext cx="22860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/>
              <p14:cNvContentPartPr/>
              <p14:nvPr/>
            </p14:nvContentPartPr>
            <p14:xfrm>
              <a:off x="2544840" y="4045320"/>
              <a:ext cx="223560" cy="16092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29000" y="3981600"/>
                <a:ext cx="2556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/>
              <p14:cNvContentPartPr/>
              <p14:nvPr/>
            </p14:nvContentPartPr>
            <p14:xfrm>
              <a:off x="3821760" y="2152080"/>
              <a:ext cx="321840" cy="21456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05920" y="2088720"/>
                <a:ext cx="35352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/>
              <p14:cNvContentPartPr/>
              <p14:nvPr/>
            </p14:nvContentPartPr>
            <p14:xfrm>
              <a:off x="2553840" y="1366200"/>
              <a:ext cx="339840" cy="12528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38000" y="1302840"/>
                <a:ext cx="37152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/>
              <p14:cNvContentPartPr/>
              <p14:nvPr/>
            </p14:nvContentPartPr>
            <p14:xfrm>
              <a:off x="4053960" y="5599080"/>
              <a:ext cx="1116720" cy="3600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38120" y="5535360"/>
                <a:ext cx="114840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/>
              <p14:cNvContentPartPr/>
              <p14:nvPr/>
            </p14:nvContentPartPr>
            <p14:xfrm>
              <a:off x="4036320" y="5661360"/>
              <a:ext cx="1125360" cy="1836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20480" y="5598000"/>
                <a:ext cx="1157040" cy="14508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Content Placeholder 3"/>
          <p:cNvSpPr txBox="1">
            <a:spLocks/>
          </p:cNvSpPr>
          <p:nvPr/>
        </p:nvSpPr>
        <p:spPr>
          <a:xfrm>
            <a:off x="7611761" y="4551265"/>
            <a:ext cx="4151869" cy="184939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FF0000"/>
                </a:solidFill>
              </a:rPr>
              <a:t>Physical Security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OS Security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Application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Social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619361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36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671" y="434675"/>
            <a:ext cx="11904349" cy="610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473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17846</TotalTime>
  <Words>1112</Words>
  <Application>Microsoft Office PowerPoint</Application>
  <PresentationFormat>Widescreen</PresentationFormat>
  <Paragraphs>132</Paragraphs>
  <Slides>36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9" baseType="lpstr">
      <vt:lpstr>Arial</vt:lpstr>
      <vt:lpstr>Arial</vt:lpstr>
      <vt:lpstr>Bahnschrift Light Condensed</vt:lpstr>
      <vt:lpstr>Calibri</vt:lpstr>
      <vt:lpstr>Calibri Light</vt:lpstr>
      <vt:lpstr>Google Sans</vt:lpstr>
      <vt:lpstr>Lausanne</vt:lpstr>
      <vt:lpstr>Nunito</vt:lpstr>
      <vt:lpstr>Open Sans</vt:lpstr>
      <vt:lpstr>times new roman, serif</vt:lpstr>
      <vt:lpstr>TimesTenLTStd-Roman</vt:lpstr>
      <vt:lpstr>Wingdings</vt:lpstr>
      <vt:lpstr>Office Theme</vt:lpstr>
      <vt:lpstr>PowerPoint Presentation</vt:lpstr>
      <vt:lpstr>InfoSec CLOs and Course 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Important notes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InfoSec CLOs and Topic List</dc:title>
  <dc:creator>NU FAST</dc:creator>
  <cp:lastModifiedBy>Ms. Hira Tunio</cp:lastModifiedBy>
  <cp:revision>173</cp:revision>
  <dcterms:created xsi:type="dcterms:W3CDTF">2022-08-11T15:54:49Z</dcterms:created>
  <dcterms:modified xsi:type="dcterms:W3CDTF">2025-08-13T07:49:51Z</dcterms:modified>
</cp:coreProperties>
</file>