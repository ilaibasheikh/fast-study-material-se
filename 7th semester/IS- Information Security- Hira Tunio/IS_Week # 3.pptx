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2"/>
  </p:notesMasterIdLst>
  <p:sldIdLst>
    <p:sldId id="282" r:id="rId2"/>
    <p:sldId id="286" r:id="rId3"/>
    <p:sldId id="285" r:id="rId4"/>
    <p:sldId id="290" r:id="rId5"/>
    <p:sldId id="292" r:id="rId6"/>
    <p:sldId id="288" r:id="rId7"/>
    <p:sldId id="289" r:id="rId8"/>
    <p:sldId id="430" r:id="rId9"/>
    <p:sldId id="432" r:id="rId10"/>
    <p:sldId id="431" r:id="rId11"/>
    <p:sldId id="435" r:id="rId12"/>
    <p:sldId id="437" r:id="rId13"/>
    <p:sldId id="287" r:id="rId14"/>
    <p:sldId id="297" r:id="rId15"/>
    <p:sldId id="296" r:id="rId16"/>
    <p:sldId id="300" r:id="rId17"/>
    <p:sldId id="299" r:id="rId18"/>
    <p:sldId id="298" r:id="rId19"/>
    <p:sldId id="301" r:id="rId20"/>
    <p:sldId id="306" r:id="rId21"/>
    <p:sldId id="294" r:id="rId22"/>
    <p:sldId id="293" r:id="rId23"/>
    <p:sldId id="307" r:id="rId24"/>
    <p:sldId id="305" r:id="rId25"/>
    <p:sldId id="304" r:id="rId26"/>
    <p:sldId id="308" r:id="rId27"/>
    <p:sldId id="314" r:id="rId28"/>
    <p:sldId id="363" r:id="rId29"/>
    <p:sldId id="310" r:id="rId30"/>
    <p:sldId id="315" r:id="rId31"/>
    <p:sldId id="319" r:id="rId32"/>
    <p:sldId id="313" r:id="rId33"/>
    <p:sldId id="311" r:id="rId34"/>
    <p:sldId id="312" r:id="rId35"/>
    <p:sldId id="333" r:id="rId36"/>
    <p:sldId id="334" r:id="rId37"/>
    <p:sldId id="316" r:id="rId38"/>
    <p:sldId id="317" r:id="rId39"/>
    <p:sldId id="318" r:id="rId40"/>
    <p:sldId id="335" r:id="rId41"/>
    <p:sldId id="320" r:id="rId42"/>
    <p:sldId id="321" r:id="rId43"/>
    <p:sldId id="322" r:id="rId44"/>
    <p:sldId id="323" r:id="rId45"/>
    <p:sldId id="324" r:id="rId46"/>
    <p:sldId id="325" r:id="rId47"/>
    <p:sldId id="326" r:id="rId48"/>
    <p:sldId id="327" r:id="rId49"/>
    <p:sldId id="438" r:id="rId50"/>
    <p:sldId id="328"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778" autoAdjust="0"/>
    <p:restoredTop sz="94660"/>
  </p:normalViewPr>
  <p:slideViewPr>
    <p:cSldViewPr snapToGrid="0">
      <p:cViewPr varScale="1">
        <p:scale>
          <a:sx n="85" d="100"/>
          <a:sy n="85" d="100"/>
        </p:scale>
        <p:origin x="557"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ink/ink1.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3-09-07T06:48:55.219"/>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21481 17190 0,'49'0'156,"75"0"-156,-99 0 16,199 0-1,-51 0 1,1 0 0,-50 0-1,-50 0 17,25 0-17,25 0 1,1 0-1,48 0 1,26 0 0,-51 0-1,-73 0-15,-26 0 16,51-25-16,-76 25 0,51 0 16,49 0-1,-25 0 1,-24 0-1,24 0 17,-25 0-17,-24 0 1,49 0 0,0 0-1,-24 0 1,24 0-1,-74 0-15,24 0 16,-24 0-16,0 0 0,0 0 16,24 0-1,-24 0 1,99 0 0,-25 0-1,25 0 1,-49 0-1,-1 0 1,-24 0 0,-1 0-16,1 0 15,-25 0-15,24 0 32,26 0-17,-26 0-15,-24 0 16,25 0-1,-1 0 17,-24 0-32,0 0 15,0 0 1,49 0 0,26 0-1,-51 0 1,50 0-1,-74 0-15,0 0 32,25 0-32,-26 0 15,1 0 1,0 0-16,49 0 16,-49 0-1,0 0-15,25 0 16,-26 0-1,1 0 1,0 0 0,74 0-1,-74 0 1,25 0 0,-26 0 15,1 0-16,0 0 1,25 0 15,-26 0 1,1 0-17,0 0 32,25 0 31</inkml:trace>
</inkml:ink>
</file>

<file path=ppt/ink/ink2.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3-09-07T06:48:55.220"/>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4614 15677 0,'49'0'140,"1"0"-140,24 0 16,-24 0-16,148 0 31,-98 0-15,24 0-1,0 0 1,-50 0 0,25 0-1,0 0 16,25 0-31,-24 0 16,-75 0-16,24 0 16,50-25-1,1 25 1,-26 0 0,25 0-1,0 0 1,1-50-1,-1 50 1,-50 0 0,75 0 15,-99 0-15,99 0-1,-49 0-15,-50 0 16,173-25-1,-148 25 1,74 0 0,-25 0-16,0-24 15,25 24 1,0-25 0,25-25-1,0 50 1,-25 0 15,0 0-15,-25 0-1,-74 0-15,49 0 16,-49 0-16,25 0 16,24 0-16,50 0 15,25 0 1,49 0-1,-49 0 1,-50 0 0,-49 0-1,24 0 1,-24 0 15,49 0-15,-49 0-16,-1 0 15,-24 0-15,25 0 16,-1 0-16,26 0 16,24 0-1,0 0 1,-49 0 0,74 0-1,-50 0 1,-49 0-1,0 0 1,25 0 0,-1 0-1,50 0 1,-49 0-16,24 0 16,-49 0-16,25 0 15,-1 0-15,1 0 16,49 0 15,-74 0-15,50 0-1,-51 0 1,26 0 0,0 0-1,-26 0 1,1 0-1,50 0 1,-51 0-16,1 0 16,25 0-1,-25 0-15,-1 0 47,1 0 16,25 0-48,-25 0 1,-1 0-16,26 25 31,-25-25-31,0 0 16,-1 0-16,1 0 15,25 0 1,-25 25 78,-25 24 15,24-24-93,-24 0-16,0 0 109,-24 0-78,24-1-15,-25 1-16,0-25 31,-25 25-31,-24-25 16,-25 25 0,-100-25-1,125 25 1,-25-25-1,74 0 1,0 0 15,0 0-15,-24 0 0,24 0-16,-50 0 15,51 0-15,-51 0 16,50 0-16,-24 0 15,-1 0 1,25 0 0,-74 0-1,50 0 1,-51 0 0,1 0-1,25 0 1,-1 0-1,-49 0 1,50 0-16,-25 0 16,24 0-16,-24 0 0,49 0 15,-148 0 1,124 0 15,-50 0-15,0 0-1,-50 0 1,50 0 0,-25 0-1,25 0 1,-25 0 0,0 0-1,25 0 1,50 0-16,-75 0 15,75 0-15,24 0 16,-99 0 15,25 0-15,0 0 0,0 0-1,25 0 1,25 0-1,49 0 1,-74 0 0,24 0-1,26 0-15,-1 0 16,25 0-16,-24 0 0,24 0 16,-25 0-1,0 0 16,26 0-31,-1 0 16,0 0 0,-25 0-1,26 0 1,-26-25 15,0 25-15,26 0-1,-26-50-15,0 50 32,26 0-17,-1 0 1,0 0 0,-49 0-1,24 0 1,-24 0-1,24 0 1,-49 0 15,24 0-15,51 0 0,-26 0-1,0 0 1,25 0-1,-24 0 1,-1 0 0,1 0-1,-26 0 1,26 0 0,-26 0-1,26 0 1,24 0 15,-25 0-31,25 0 0,1 0 0,-1 0 16,-25 0-1,25 0-15,-24 0 16,-26 0 15,51 0-15,-1 0-1,-50 0 1,51 0 0,-76 0-1,75-25 1,-49 25 0,49 0-1,0 0 1,1 0-1,-51-24 1</inkml:trace>
</inkml:ink>
</file>

<file path=ppt/ink/ink3.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3-09-07T06:48:55.221"/>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14536 15577 0,'49'0'140,"1"0"-124,49 0-16,-25 0 15,100 0 1,-25 25 0,-50-25 15,25 0-15,-25 0-1,-74 0-15,74 0 16,-74 0-16,0 0 0,49 0 15,50 0 1,-74 0 0,24 0-1,-24 0 1,49 0 0,0 0-1,1 0 1,24 0 15,-75 0-15,51 0-1,-51 0-15,1 0 16,-25 0-16,-1 0 0,1 0 16,74 0-1,1 0 1,-1 0-1,25 0 1,-75 0 0,51 0-1,-1 0 1,25 0 0,0 0-1,-74 0-15,49 0 16,-50 0-16,51 0 0,-26 0 15,100 0 1,-26 0 0,51 0 15,-50 0-15,-25 0-1,0 0 1,-50 0-1,1 0 1,24 0 0,-25 0-1,-24 0 1,24 0-16,-49 0 16,25 0-16,-1 0 0,-24 0 15,99 0 16,-74 0-15,24 0 0,-49 0-1,49 0 1,-24 0 0,24 0-1,1 0 1,-1 0-1,25 0 1,-24 0 0,-26 0-16,26 0 15,-26 0-15,1 0 16,24 0 0,-24 0-1,25 0 1,-1 0-1,0 0 1,-24 0 0,49 0 15,-24 0-15,-26 0-1,26 0 1,-51 0-16,76 0 15,-51 0-15,26 0 16,-51 0 0,76 0-1,-76 0 1,26 0 0,25 25-1,-51-25 1,1 0 15,25 0-15,-25 0-1,24 25 1,26-25 0,-51 0-1,1 0 1,50 25-1,-51-25 1,1 0 0,25 0-1,-1 0 1,1 24 0,-25 1-1,0-25 1,-1 0-16,1 0 15,25 0 1,-25 25 0,-1-25 15,26 0-15,0 0-1,-26 0 1,1-25 624,-74-24-265,24 49-281,-25 0-78,1 0-1,-1 0-15,-24 0 16,24 0 0,-24-25-16,24 25 15,-49 0-15,24 0 16,26 0-16,24 0 16,-25 0-16,26 0 15,-1 0-15,0 0 0,-25 0 16,26 0-16,-1 0 15,0 0-15,-50 0 16,51 0-16,-1 0 16,-50 0-16,51 0 15,-1 0-15,-25 0 16,1 0-16,24 0 0,-25 0 16,25 0-1,1 0-15,-1 0 16,-25 0-16,1 0 15,24 0-15,-50 0 16,26 0-16,-26 0 16,51 0-1,-51 0-15,50 0 16,-24 0-16,-26 0 16,50 0-16,-49 0 15,49 0-15,-24 0 16,-1 0-16,0 0 15,-24 0-15,24 0 16,-24 0-16,24 0 0,-49 0 16,50 0-1,-26 0-15,26 0 16,-26 0-16,50 0 16,-49 0-16,0 0 15,-1 0-15,25 0 16,-24 0-1,24 0-15,-24 0 16,0 0-16,-1 0 16,1 0-16,24 0 15,-49 0-15,49 0 16,-24 0-16,0 0 16,-1 0-16,1 0 15,24 0-15,-49 0 0,74 0 16,-49 0-1,24 0-15,-24 0 16,-1-50-16,1 50 16,49 0-16,-49-25 15,24 25-15,-24 0 16,49 0-16,0-24 0,-49 24 16,49 0-16,0 0 15,0 0-15,-24 0 16,24 0-16,-25 0 15,-24 0-15,49 0 16,-50 0-16,26 0 16,-26 0-1,51 0-15,-26 0 16,0 0-16,26 0 16,-1 0-1,0 0 1,-25 0-1,26 0-15,-1 0 16,0 0-16,-49 0 16,49 0-16,0 0 15,-49 0-15,-26 0 16,76 0 0,-1 0-16,0 0 15,-25 0-15,1 0 16,24 0-1,-50 0-15,26 0 16,-1 0-16,1 49 16,-26-49-1,50 0-15,-24 0 16,-26 25-16,51-25 31,-1 0-31,-25 0 16,25 25-16,-49 0 15,49-25-15,0 0 16,1 0-16,-1 0 16,-25 0-1,25 0-15,1 0 16,-1 0-16,-50 24 16,51 1-16,-51-25 31,50 0-31,0 0 15,1 0-15,-26 0 16,25 0 0,-24 0-1,-1 0-15,0 0 16,26 0 0,-26 0-16,0 0 15,26 0 1,-26 0-16,25 0 0,0 0 15,1 0-15,-26 0 16,25 0-16,0 0 0,1 0 16,-26 0-1,25 0 1,0 25 0</inkml:trace>
</inkml:ink>
</file>

<file path=ppt/ink/ink4.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3-09-07T06:48:55.222"/>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22547 15602 0,'100'0'140,"-1"0"-124,0 0-16,124 0 16,25 0-1,-24 0 1,-76 0-1,-24 0 17,1 0-17,-26 0 1,25 0 0,-25 0-1,-49 0-15,24 0 31,25 0-31,-49 0 0,74 0 16,0 0 0,0 0-1,0 0 1,0 0 0,-50 0-1,-49 0 1,0 0-1,74 0 1,0 0 0,-49 0-16,24 0 15,-24 0 1,24 0 0,-24 0-16,74 0 15,-25 0 1,1 0-1,-76 0 1,76 0 0,-76 0-1,76 0 1,-51 0 0,26 0-1,-1 0 1,-24 0-16,-1 0 15,26 0 1,-51 0 0,26 0-16,74 0 15,-50 0 1,-49 0 0,50 0-1,-26 0 1,-24 0-1,74 0 1,-24 0 0,-50 0-1,24 0 1,1 0-16,-25 0 16,-1 0-1,1 0 1,25 0-16,-25 0 15,-1 0 1,51 0 0,-26 0-1,26 0 17,-50 0-17,24 0 1,1 0-1,-25 0-15,-1 0 16,1 0-16,25 0 16,-25 0-1,0 0 1,-1 0 0,26 0-1,-25 0 1,0 0 31,-1 0 187,26 0-218,-25 0-1,-75 0 470,-24 0-470,-50 0-15,24 0 16,-98 0 0,24 0-1,100 0 1,-25 0-1,74 0-15,-49 0 16,24 0-16,-24 0 16,24 0-16,-149 0 15,26 0 1,49 0 0,25 0-1,-1 0 1,51 0-1,-50 0 17,-1 0-17,-24 0 1,0 0 0,25 0-1,74 0-15,0 0 16,-49 0-16,49 0 15,-24 0-15,-75 0 16,24 0 0,-48 0-1,24 0 1,-50 0 0,25 0 15,25 0-16,0 0 1,-25 0 0,50 0-1,49 0-15,-24 0 16,49 0-16,-49 0 16,-1 0-16,-49 0 15,0 0 1,0 0-1,0 0 1,0 0 0,0 0-1,0 0 1,50 0 0,24 0-1,-24 0 1,49 0-1,-25 0-15,1 0 32,24 0-32,0 0 15,-24 0 1,-1 0 0,-25 0-16,26 0 15,-26 25 16,26-25-15,24 0 0,-49 0-1,49 0 17</inkml:trace>
</inkml:ink>
</file>

<file path=ppt/ink/ink5.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3-09-07T06:48:55.223"/>
    </inkml:context>
    <inkml:brush xml:id="br0">
      <inkml:brushProperty name="width" value="0.08819" units="cm"/>
      <inkml:brushProperty name="height" value="0.35278" units="cm"/>
      <inkml:brushProperty name="color" value="#00B0F0"/>
      <inkml:brushProperty name="tip" value="rectangle"/>
      <inkml:brushProperty name="rasterOp" value="maskPen"/>
    </inkml:brush>
  </inkml:definitions>
  <inkml:trace contextRef="#ctx0" brushRef="#br0">28724 15652 0,'25'0'125,"-1"0"-109,26 0-16,0 0 15,49 0 1,50 0 0,-25 0-1,-50 0-15,-24 0 16,99 0-16,-50 25 15,25-25 1,25 0 0,-50 0-1,0 0 1,-49 0 0,24 0-1,25 0 1,-74 0-1,74 0 1,-24 0 15,-26 0-31,1 0 16,24 0-16,-24 0 16,49 0-1,25 49 1,0-24-1,-25-25 1,-24 25 0,-1-25-1,-24 0 1,0 0 0,-26 0-16,1 0 15,0 0 16,25 0-15,-26 0 15,1 0-31,0 0 16,25 0 15,-26 0 63</inkml:trace>
</inkml:ink>
</file>

<file path=ppt/ink/ink6.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3-09-07T06:48:55.224"/>
    </inkml:context>
    <inkml:brush xml:id="br0">
      <inkml:brushProperty name="width" value="0.08819" units="cm"/>
      <inkml:brushProperty name="height" value="0.35278" units="cm"/>
      <inkml:brushProperty name="color" value="#00B0F0"/>
      <inkml:brushProperty name="tip" value="rectangle"/>
      <inkml:brushProperty name="rasterOp" value="maskPen"/>
    </inkml:brush>
  </inkml:definitions>
  <inkml:trace contextRef="#ctx0" brushRef="#br0">1885 16346 0,'75'0'94,"24"0"-79,0 0-15,25 0 16,50 0-1,49 0 1,-124 0-16,25 25 16,-49-25-16,24 0 0,25 0 15,74 0 1,-24 0 0,49 25-1,-49-25 16,-1 0-15,-49 0 0,0 0-1,25 0 1,0-25 0,-25 0-1,-49 0-15,-26 25 16,50 0-16,-49 0 0,24 0 15,75 0 1,-25-24 0,0 24-1,-25 0 17,1 0-17,-1 0 1,-49 0-16,-26 0 15,51 0-15,-50 0 16,99 0 0,0 0-1,-25 0-15,-50 0 16,26 0-16,-26 0 0,26 0 16,49 0-1,-50 0 1,100 0-1,0 0 1,24 0 0,0 0-1,50 0 1,-49 0 0,-50 0-1,-50 0 16,-49 0-15,-1 0 0,26 0-16,73 0 15,-48 0-15,-1 0 16,99 0 0,-123 0-1,24 0 1,-25 0-1,1 0 1,24 0 0,50 0-1,49 0 17,-49 0-17,-75 0-15,1 0 16,24 0-16,-24 0 15,-26 0 1,26 0 0,-26 0-1,75 0 1,0 49 0,25-49-1,49 25 1,-24 0-1,0 0 1,-1 24 0,-98-49-16,-26 0 15,75 0-15,-24 0 16,24 0 0,0 0-1,49 0 16,26 0-15,-50 0 0,-1 0-1,51 0 1,-50 0 0,0 0-1,-50 0-15,25 0 16,0 0-16,0 25 0,-25-25 15,149 0 1,-25 0 0,-24 0-1,-1 0 17,50 0-17,0 0 1,0 0-1,25 0 1,-50 25 0,-49-25-1,0 0 1,-100 0-16,1 0 16,49 0-16,-25 0 15,50 0 1,-1 0-1,51 0 1,-26 0 0,-24 0-1,25 0 1,-25 0 0,0 0-1,-50 0 16,50 0-15,-125 0-16,150 0 16,-100 0-16,26 0 15,123 0 1,-74 0 0,-25 0-1,25 0 1,-50 0-1,-25 0 1,-24 0 0,24 0-1,-24 0 17,-75 0 436,0 0 314,0 0-767,-24 0-15,24 0 0,0 0 31,0 0 1,-24 0-17,24 0 1,0 0 0,0-25-1,1 0-15,-26 1 16,25-1-1,0 0 1,-24 25 0,24 0-1,-25-50 1,1 50 0,-1-25-16,25 25 15,-24 0-15,-1 0 16,25 0-16,-24 0 15,24 0-15,0 0 16,0-24-16,-49 24 16,49 0-1,0 0 1,-24 0-16,24 0 16,0 0-1,-49 0-15,49 0 0,-25 0 16,1 0-1,24 0-15,-25 0 0,-24 0 16,49 0 0,0 0-16,-24 0 15,24 0-15,0 0 16,0 0-16,-49 0 16,24 0-16,-49 0 15,25 0-15,-1 0 16,-24 0-16,0 0 15,-1 0-15,-24 0 16,50 0-16,-50 0 16,25 0-16,0 0 15,-1 0-15,51 0 16,-50 0-16,-1 0 16,26 0-16,-25 0 15,-1 0-15,-24 0 0,0 0 16,0 0-16,25 0 15,-25 0-15,50 0 16,-50 0-16,24 0 16,26 0-16,24 0 15,-24 0-15,24 0 32,-24 0-32,24 0 15,26 0-15,-26 0 16,0 0-16,-24 0 15,49 0-15,-24 0 16,-1 0-16,0 0 16,26 0-16,-26 0 15,0 0-15,25 0 0,-49 0 16,24 0-16,1 0 16,24 0-16,0 0 15,-49 0-15,24 0 16,25 0-16,-24 0 15,-1 0-15,-24 0 16,49 0 0,0 0-1,0 0-15,-49 0 16,49 0-16,0 0 31</inkml:trace>
</inkml:ink>
</file>

<file path=ppt/ink/ink7.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3-09-07T06:48:55.225"/>
    </inkml:context>
    <inkml:brush xml:id="br0">
      <inkml:brushProperty name="width" value="0.08819" units="cm"/>
      <inkml:brushProperty name="height" value="0.35278" units="cm"/>
      <inkml:brushProperty name="color" value="#00B0F0"/>
      <inkml:brushProperty name="tip" value="rectangle"/>
      <inkml:brushProperty name="rasterOp" value="maskPen"/>
    </inkml:brush>
  </inkml:definitions>
  <inkml:trace contextRef="#ctx0" brushRef="#br0">13568 16272 0,'-25'0'0,"-49"0"15,24 0 1,-49 25 0,-25-25-1,0 49 1,-99 1 0,74-25-1,50-25 1,0 0-1,49 0-15,25 0 16,-24 49 0,-1-49-1,-49 0-15,-1 0 16,1 0 15,25 0-15,-25 0-1,49 0 1,-24 0 0,49 0-1,0 0 1,-49 0 0,49 0-16,-50 0 15,1 0 1,-25 0-1,0 0-15,49 0 16,-25 0 15,51 0-15,-1 0 0,-25 0-1,25 0 1,1 0-16,-51 0 15,50 0 1,-74 0-16,74 0 16,-24 0-1,-26 0 1,-24 0 0,25 0-1,-50 0 16,25 0-15,-1 0 0,76 0-1,-51 0-15,50 25 16,-24-25 0,-1 0-16,0 0 15,-24 25 1,24-25-16,-49 25 31,50-25-15,-51 0-1,1 0 17,25 49-17,-1-49 1,-24 0-1,50 0-15,-26 0 16,50 0 0,0 0-1,-49 0-15,49 0 16,-74 0 0,-25 0-1,25 0-15,49 0 16,-24 0 15,24 0-15,-24 0-1,-1 0 1,-49 0 0,0 0-1,50 0 1,49 0-1,-49 0-15,49 0 0,0 0 16,-49 0 0,24 0-1,-74 0-15,50 0 16,-1 0 15,-24 0-15,0 0-1,74 0 1,-49 0 0,24 0-1,25 0 1,-74 0 0,74 0-16,-49 0 15,24 0 1,-49 0-1,0 0-15,-50 0 16,25 0 15,0 0-15,-25 0 0,25 0-1,0 0-15,49 0 16,26 0 15,-26 0-31,26 0 16,-1 0-16,25 0 15,-74 0 1,-25 0 0,-25 0-1,50 0 16,-50 0-15,25 0 0,0 0-1,25 0-15,-25 0 16,50 0 15,24 0-31,25 0 16,-74 0-16,49 0 15,-24 0 1,-50 0 0,50 0-1,-51 0 17,1 0-17,50 0 1,0 0-1,-1 0-15,-24 0 16,49 0 0,-24 0-1,24 0-15,-24 0 0,24-24 16,-24 24 0,49-25-1,-49 25-15,24-25 16,-49 0-1,49-24 17,-74 24-17,75 25 1,-26-25 0,26 25-1,-1-50-15,25 50 31,-24 0-15,24-25 0,0 25-1,0 0 17,-24 0-17,24 0 16,0 0 188,0 0-203</inkml:trace>
</inkml:ink>
</file>

<file path=ppt/ink/ink8.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3-09-07T06:48:55.226"/>
    </inkml:context>
    <inkml:brush xml:id="br0">
      <inkml:brushProperty name="width" value="0.08819" units="cm"/>
      <inkml:brushProperty name="height" value="0.35278" units="cm"/>
      <inkml:brushProperty name="color" value="#00B0F0"/>
      <inkml:brushProperty name="tip" value="rectangle"/>
      <inkml:brushProperty name="rasterOp" value="maskPen"/>
    </inkml:brush>
  </inkml:definitions>
  <inkml:trace contextRef="#ctx0" brushRef="#br0">30138 15602 0,'49'0'47,"-24"0"46,0 0-77,0 0 0,0 0-16,49 0 15,25 0 1,-74 0-16,49 0 15,1 0 1,-26 0-16,1 0 16,-25 0 15,24 0-15,-24 0-1,25 0 1,24 0-1,-24 0 1,24 0 0,-49 0-1,0 0 17,24 0-17,-24-25 1,0 25-1,0 0 1,25 0 15,-26 0-15,1-24-16,0 24 47,25 0 0,-26 0-32,1 0 17,0 0-32,25 0 31,-26 0 0,1 0-15,0 0 15,25 0 110,-26 0-95,1 0-14,25 24-32</inkml:trace>
</inkml:ink>
</file>

<file path=ppt/ink/ink9.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3-09-07T06:48:55.227"/>
    </inkml:context>
    <inkml:brush xml:id="br0">
      <inkml:brushProperty name="width" value="0.08819" units="cm"/>
      <inkml:brushProperty name="height" value="0.35278" units="cm"/>
      <inkml:brushProperty name="color" value="#92D050"/>
      <inkml:brushProperty name="tip" value="rectangle"/>
      <inkml:brushProperty name="rasterOp" value="maskPen"/>
    </inkml:brush>
  </inkml:definitions>
  <inkml:trace contextRef="#ctx0" brushRef="#br0">22324 16446 0,'25'-25'78,"25"25"-47,-26 0-31,100 0 16,25 0 15,25 0-15,-50 0-1,0 0 1,-50 0-16,1 0 0,-26 0 15,51 0-15,-26-25 16,50 25 0,0 0-1,0 0 1,-49 0 0,-1 0-1,-24 0 1,-1 0 15,1 0-15,49 0-1,-74 0-15,49 0 16,-49 0-16,49 0 0,-24 0 0,0 0 31,24 0-15,-49 0-1,49 0 1,-49 0 0,124-50-16,-75 50 15,1-25 17,49 25-17,-50 0 1,25 0 15,-74 0-31,25 0 16,24 0-16,-24 0 0,24 0 15,100 0 1,0 0 0,-50 0-1,24 0 1,-98 0-16,49 0 15,25 0 17,0 0-17,0 0 1,0 0 0,-49 0-16,-51 0 15,1 0 1,50 0-16,-26 0 15,-24 0 1,74 0-16,25 0 16,-24 0-1,24 0 1,-25 0 0,-25 0 15,50 0-16,-25 0 1,26 0 0,-51 0-16,-24 0 0,-1 0 15,26 0-15,-1 0 0,75 0 32,0 0-17,-1 0 1,-48 0-1,-1 0 1,-49 0 0,49 0 15,-25 0-15,1 0-1,49 0 1,-75 0-16,-24 0 0,0 0 15,49 0-15,-49 0 0,25 0 32,24 0-17,100-24 1,49 24 0,25 0-1,-124 0 1,-50 0 15,-49 0-15,0 0-1,0 0 1,24 0-16,-24 0 0,0 0 16,0 0-16,24 0 15,-24 0 1,0 0-1,0 0 1,24 0 0,-24 0-1,0 0 1,0 0 0,24 0-1,-24 0 1,0 0-1,0 0 1,25 0 15,-26 0 1,1 0-1,0 0 16,25 0 15,-26 0-31,1 0-15,0 0 0,25 0-1,-26 24 17,1 1-17,0-25 79,25 0-63,-26 25-15,1-25 46</inkml:trace>
</inkml:ink>
</file>

<file path=ppt/ink/ink10.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3-09-07T06:48:55.228"/>
    </inkml:context>
    <inkml:brush xml:id="br0">
      <inkml:brushProperty name="width" value="0.08819" units="cm"/>
      <inkml:brushProperty name="height" value="0.35278" units="cm"/>
      <inkml:brushProperty name="color" value="#92D050"/>
      <inkml:brushProperty name="tip" value="rectangle"/>
      <inkml:brushProperty name="rasterOp" value="maskPen"/>
    </inkml:brush>
  </inkml:definitions>
  <inkml:trace contextRef="#ctx0" brushRef="#br0">1885 17140 0,'25'0'172,"0"0"-156,0 0-16,-1 0 16,26 0-1,-25 0 1,0 0-16,-1 0 15,51 0 1,-26 0 0,26 0 15,24 0-15,-49 0-1,24 0 1,-49 0-1,24 0 1,26 0 0,-25 0-1,49 0 1,-74 0-16,24 0 16,1 0-1,-25 0-15,49 0 16,-24 0 15,-1 0-15,-24 0-1,0 0 1,49 0 0,-49 0-1,25 0 1,-1 0-1,1 0-15,-25 0 16,24 0 0,-24 0-16,25 0 15,49 0 1,0 0 0,0 0-1,-24 0 1,-1 0-1,-24 0 1,24 0 0,25 0 15,-49 0-15,-25 0-16,49 0 15,-49 0-15,0 0 16,49 0-1,-49 0-15,0 0 16,24 0 0,1 0-1,24 0 1,-24 0 0,25 0-1,-26 0 1,-24 0 15,49 0-15,-24 0-1,0 0-15,-26 0 16,26 0-16,0 0 16,-1 0-16,26 0 15,-26 0 1,50 0-1,-49 0 1,49 0 0,-24 0-1,-1 0 1,25 0 15,-74 0-15,74 0-1,-74 0-15,50 0 16,-26 0 0,1 0-16,-1 0 15,75 0 1,-24 0 0,24 0-1,-25 0 1,-50 0-1,-24 0 1,25 0 0,0 0-1,49 0 1,-74 0-16,49 0 16,-24 0-16,-26 0 15,51 0-15,24 0 16,-49 0 15,24 0-15,-24 0-1,-26 0 1,51 0 0,24 0-1,-25 0 1,26 0-1,-1 0 1,-49 0-16,-1 0 16,1 0-1,-25 0-15,74 0 16,-25 0 15,1 0-15,24 0-1,0 0 1,25 0 0,0 0-1,-25 0 1,-24 0 0,24 0-1,-74 0-15,24 0 16,-24 0-16,0 0 0,0 0 15,49 0 1,-24 0 0,24 0-1,-24 0 1,24 0 0,-24 0-1,-1 0 1,1 0 15,24 0-15,-24 0-16,-25 0 15,24 0-15,1 0 0,-25 0 16,99 0 0,-25 0-1,0 0 1,-49 0-1,49 0 1,0 0 0,25 0-1,-24 0 1,24 0 15,-50 0-15,25 0-1,-74 0-15,25 0 16,-25 0-16,-1 0 0,51 0 16,-26 0-1,26 0 1,-50 0 0,-1 0-1,51 0 1,-26 0-1,51 0 1,-51 0 15,26 0-15,24 0 0,-74 0-16,-1 0 15,1 0-15,25 0 0,-25 0 16,74 0-1,-49 0 1,49 0 0,0 0-1,-25 0 1,50 0 0,0 0-1,-24 0 1,-1 0-1,25 0 1,-99 0-16,-1 0 16,26 0-16,-25 0 0,25 0 15,49 0 1,0 0 15,-49 0-15,24 0-1,-24 0 1,24 0 0,-24 0-1,-1 0 1,1 0 0,24 0-1,-49 0-15,25 0 16,-1 0-16,1 0 0,-25 0 15,49 0 1,25 0 15,-49 0-15,24 0 0,1 0-1,24 0 1,0 0-1,0 0 1,-49 0-16,-25 0 16,49 0-16,-49 0 15,99 0 1,0 0 0,-25 0-1,1 0 1,-26 0-1,25-50 1,-24 50 0,-26 0-1,26 0 1,-26-24 15,-24 24-15,25 0-1,-26 0 17,1 0-1,0 0-15,25 0 62,-26 0-16,1 0-46,0 0-1,25 0 1,-26 0 0</inkml:trace>
</inkml:ink>
</file>

<file path=ppt/ink/ink11.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2-09-14T08:25:28.63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14585 7069 0,'25'-24'62,"49"24"-46,1 0-16,-1 0 15,174 0 1,75 0 0,24 0-1,0 0 17,-148 0-32,123 0 15,-198 0-15,50 0 16,123 0-1,26 0 1,-1 0 0,1 0-1,-50 0 1,0 0 0,-1 0-1,-48 0 1,-1 0-1,0 0 1,-124 0-16,75 24 16,-50 1-1,-99-25-15,198 0 16,0 0 15,25 0-15,-74 0-1,49 0 1,0 0 0,1 0-1,-51 0 1,26 0 0,-26 0-1,-73 0-15,123 0 16,-149 0-1,50 0-15,75 25 16,-26 25 0,1-50-1,24 0 1,1 24 15,24-24-15,-74 25-1,99-25 1,-25 0 0,-24 0-1,-100 0-15,124 0 16,-173 0-16,49 0 16,99 0-1,1 0 1,-1 0-1,-24 0 1,24 0 0,-24 0-1,24 0 17,-24 0-17,0 0 1,-1 0-1,-73 0-15,73 0 16,-98 0-16,24 0 16,50 0-1,-25 0 1,24 0 0,1 0-1,0 0 1,25 0-1,-1 0 1,-24 0 0,25 0-1,-25 0 17,-50 0-32,75 0 15,-75 0-15,0 0 16,124 0-1,-49 0 1,24 0 0,-24 0-1,-50 0 1,0 0 0,-25 0-1,0 0 1,-24 0-1,-1 25 1,-49-25-16,49 0 16,-49 0-1,0 0-15,49 0 32,-24 0-17,24 0 1,-49 0-1,0 0 1,0 0 0,25 0-1,-26 0 1</inkml:trace>
</inkml:ink>
</file>

<file path=ppt/ink/ink12.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2-09-14T08:25:31.103"/>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14660 7268 0,'24'0'63,"26"0"-48,99 0 1,99 0 0,0 0-1,0 0 1,0 0 0,-25 0-1,-24 0 1,-26 0-1,-24 0 1,25 0 0,-50 0-1,25 0 1,99 0 15,-124 0-15,0 0-1,0 0 1,25 0 0,-1 0-1,51 0 1,24 0 0,-24 0-1,-1 0 1,-24 0-1,24 0 1,-148 0-16,148 0 16,-148 0-1,49 0-15,50 0 16,49 0 15,-24 0-15,-1 0-1,-49 0 1,25 0 0,-25 0-1,-49 0 1,24 0 0,25 0-1,-50 0-15,50 0 16,-74 0-1,49 0-15,0 0 16,25 0 0,0 0-1,1 0 1,-1 0 15,24 0-15,1 0-1,-25 0 1,25 0 0,0 0-1,-100 0-15,100 0 16,-74 0-16,-26 0 16,125 0-1,-25 0 1,-25 0-1,0 0 1,-25 0 0,-25 0-1,1 0 1,24 0 15,-24 0-15,-1 0-1,-24 0-15,49 0 16,-50 0-16,1 0 16,49 0-1,-24 0 1,49 0 0,-50 0-1,-24 0 1,24 0-1,-24 0 1,-1 0 0,-24 0-1</inkml:trace>
</inkml:ink>
</file>

<file path=ppt/ink/ink13.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2-09-14T08:25:33.696"/>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22250 6995 0,'0'0'0,"25"0"0,-1 0 16,100 0 0,-24 0-1,24 0 1,0 0 0,25 0-1,-25 0 1,0 0-1,-25 0 1,-50 0-16,26 0 16,-50 0-16,74 0 15,-50 0-15,75 0 16,0 0 15,50 0-15,-75 0-1,50 0 1,-25 0 0,-49 0-1,49 0 1,-25 0 0,0 0-1,0 0 1,-49 0-16,49 0 15,-74 0 1,49 0-16,1 0 16,49 0-1,0 0 1,0 0 15,0 0-15,-50 0-1,75 0 1,-25 0 0,0 0-1,25 0 1,-75 0-16,75 0 16,-50 0-16,1 0 15,24 0 1,49 0-1,-24 0 1,25 0 0,-25 0-1,-1 0 1,-24 0 15,25 0-15,25 0-1,-25 0 1,-100 0-16,125 0 16,-124 0-16,-1 0 15,50 0 1,25 0 0,0 0-1,0 0 1,1 0-1,-1 0 1,0 0 0,0 0-1,-25 0 1,0 0 15,-49 0-31,74 0 16,-50 0-16,-24 0 15,74 0 1,-25 0 0,0 0-1,-49 0 1,49 0 0,-74 0-1,49 0 1,-49 0-1,49 0 1,-24 0 0,-25 0-16,24 0 15,1 0 1,-25 0-16,74 0 31,0 0-15,-49 0-1,24 0 1,-49 0 31</inkml:trace>
</inkml:ink>
</file>

<file path=ppt/ink/ink14.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2-09-14T08:25:38.363"/>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2183 7913 0,'25'0'63,"-1"0"-48,26 0 1,-25 0-16,24 0 15,26 0 1,24 0 15,-25 0-15,51 0 0,-1 0-1,-25 0 1,-25 0-16,50 0 15,-99 0-15,0 0 16,74 0 0,25 0-1,-25 0 1,25 0 0,0 0-1,-49 0 1,24 0-1,0 0 1,0 0 15,-24 0-15,24 0-16,25 0 16,-25 0-16,-49 0 15,148 0 1,-49 0-1,50 0 1,-26 0 0,26 0-1,-26 0 1,-24 0 0,50 0-1,-75 0 1,24 0-1,-98 0-15,49 0 16,-24 0 0,-26 0-1,75 0 1,0 0 0,50 0-1,-25 0 1,24 0-1,26 0 1,-26 0 0,51 0-1,-1 0 1,-49 0 0,-50 0-16,99 0 15,-124 0 1,0 0-16,100 0 15,24 0 1,0 0 15,-49 0-15,49 0 0,-74 0-1,49 0 1,-49 0-1,0 0 1,74 0 0,-99 0-16,99 0 15,-123 0 1,-26 0-16,174 0 16,-49 0-1,-26 0 1,26 0-1,24 0 1,-49 0 15,24 0-15,-49 0 0,24 0-1,-73 0-15,-26 0 16,25 0-16,1 0 0,-1 0 15,50 0 1,49 0 0,-24 0-1,-1 0 1,-24 0 0,0 0-1,0 0 1,24 0-1,-24 0 1,0 0 15,74 0-15,-99 0-16,100 0 16,-150 0-16,25 0 15,50 0 1,49 0-1,-49 0 1,0 0 0,-25 0-1,0 0 1,0 0 0,0 0-1,0-25 1,0 25-1,-49 0-15,49 0 32,-50 0-32,1 0 15,73 0 1,1 0 0,0 0-1,25 0 1,24 0-1,-24 0 1,24 0 0,-24 0-1,-25 0 1,24 0 0,-123 0-16,74 0 15,-50 0 1,-24 0-16,99 0 15,-25 0 1,0 0 15,25 0-15,-1 0 0,-24 0-1,0 0 1,0 0-1,1 0 1,-51 0 0,-24 0-16,24 0 15,0 0 1,-49 0-16,74 0 16,-49 0-1,0 0 1,-1 0-1,26 0 1,-51 0 15,1 0-15,0 0 15,25 0 16,-26 0 31</inkml:trace>
</inkml:ink>
</file>

<file path=ppt/ink/ink15.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2-09-14T08:25:42.706"/>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2282 8037 0,'0'0'0,"25"0"0,0 0 16,-1 25 0,26-25-1,0 24 1,49-24-1,50 25 1,0-25 15,-25 0-15,49 0 0,-24 0-1,-25 0 1,25 0-1,-25 25 1,0 0 0,74-25-1,-148 0-15,99 0 16,-50 0 0,-25 0-16,100 0 15,-25 0 1,25 0-1,-1 0 1,50 0 15,25 0-15,-49 0 0,-1 0-1,26 0 1,-76 0-1,-48 0-15,48 0 16,-73 0-16,-1 0 16,100 0-1,-25 0 1,0 0 0,-1 0-1,51 0 1,-26 0-1,26 0 1,24 0 15,-49 0-15,99 0 0,-75 0-1,-24 0 1,24 0-1,-49 0 1,74 0 0,0 0-1,-74 25 1,25-25 0,24 0-1,-49 0 1,74 0-1,-49 0 17,-50 0-32,99 0 15,-123 0-15,-1 0 16,149 0 0,-50 0-1,1 0 1,24 0-1,-25 0 1,1 0 0,24 0-1,-49 0 1,24 0 0,1 0-1,-100 0-15,124 0 16,-99 0-1,0 0-15,50 0 16,49 0 15,-25 0-15,1 0 0,24 0-1,25 0 1,25 0-1,49 0 1,1 0 0,-25 0-1,-150 0-15,100 0 16,-124 0 0,0 0-16,75 0 15,-50 0 1,-50 0-1,25 0 1,0 0 15,0 0-15,25 0 0,24 0-1,51 0 1,-26 0-1,-123 0-15,148 0 16,-99 0-16,-25 0 16,99 0-1,-24 0 1,-25 0 0,0 0-1,24 0 1,-24 0-1,0 0 17,-50 0-17,-49 0 1,24 0 0,-49 0-16,49 0 15,-24 0 1,-25 0-16,49 0 15,-24 0 1,49 0 0,-24 0-1,-51 0 1,1 0 15,0 0 32,25 0-48,-26 0 1,1 0 0,0 0-1,25 0 1,-26 0-1,1 0 1,0 0 15,25 0-15,-26 0 0,1 24-1,0-24-15,25 0 16,-26 0-1,1 0 142,0 0 171</inkml:trace>
</inkml:ink>
</file>

<file path=ppt/ink/ink16.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2-09-14T08:25:47.713"/>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2257 8260 0,'25'25'31,"0"-25"-15,24 0 0,75 0-1,-24 25 1,49-25-1,24 0 1,26 0 0,-26 0-1,1 0 1,-100 0-16,50 0 16,-99 0-1,25 0-15,49 0 16,0 0-1,25 0 1,25 0 0,0 0 15,49 0-15,-74 0-1,25 0 1,-25 0-1,-25 0 1,-49 0-16,49 0 16,-24 0-16,-26 0 15,75 0 1,25 0 0,49 0-1,-49 0 1,25 0-1,-25 0 1,0 0 0,-1 0 15,1 0-15,50 0-1,-100 0-15,50 0 16,-50 0-16,-49 0 15,98 0 1,-48 0 0,24 0-1,-50 0 1,0 0 0,26 0-1,24 0 1,0 0-1,25 0 1,24 0 0,-98 0-1,98 0 1,-98 0-16,-1 0 16,75 0-1,74 0 1,-49 0-1,49 0 1,0 0 0,25 0-1,-74 0 1,49 0 0,-24 0-1,-51 0 1,-48 0-16,-26 0 15,25 0 1,-24 0-16,49 0 16,25 0 15,-1 0-15,-24 0-1,25 0 1,25 0-1,-50 0 1,25 24 0,-25-24-1,0 0 1,-75 0-16,150 0 16,-150 0-1,26 0-15,74 0 16,-50 0-1,50 0 1,-50 0 0,25 0 15,25 0-15,0 0-1,24 0 1,-24 0-1,-25 0 1,-74 0-16,49 0 16,-25 25-16,-24-25 15,49 0 1,25 0 0,0 0-1,0 0 1,0 0-1,-25 0 1,-49 0 0,74 0 15,-25 0-15,25 0-1,-99 0-15,99 0 16,-49 0-16,-26 0 15,75 0 1,-25 0 0,25 0-1,-24 0 1,24 0 15,0 0-31,25 0 16,24 0 15,1 0-15,-25 0-1,-100 0-15,75 0 16,-74 0-16,24 0 16,50 0-1,50 0 1,-25 0-1,-25 0 1,0 0 0,0 0-1,0 0 1,-25 0 0,25 0-1,25 0 1,-99 0-1,123 0 1,-123 0-16,24 0 16,75 0-1,0 0-15,0 0 16,-50 0 0,0 0-1,0 0 1,-49 0-1,0 0 17,-26 0-17,51 0 1,-1 0 0,-49 0-1,49 0 1,-24 0-1,24 0 1,-24 0 0,49 0-1,-49 0 1,24 0 0,26 0-1,-51 0 1,26 0-1,-1 0 17,0 0-17,26 0 1,-76 0 0,1 0-1,50 0 1,-51 0-1,1 0 1,0 0 0,25 0 31,-26 0-32,1 0 1,0 0 15,25 0-15,-26 0-1,1 0 63</inkml:trace>
</inkml:ink>
</file>

<file path=ppt/ink/ink17.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2-09-14T08:25:56.594"/>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16570 9227 0,'24'0'78,"1"0"-63,50 0-15,24 0 16,50 0 0,24 0-1,50 0 1,1 0 15,24 0-15,-25 0-1,50 0 1,-25 0 0,-149 0-16,100 0 15,-75 0-15,-25 0 16,149 0 0,-50 0-16,-49 0 31,74 0-16,-49 0 1,49 0 0,-49 0-1,49 0 1,-24 0 0,-26 0-1,-74 0-15,50 0 16,-74 0-1,-1 0-15,100 0 16,-50 0 0,25 0-1,-1 0 1,51 0 0,-26 0 15,51 0-16,-51 0 1,51 0 0,-26 0-1,-124 0-15,50 0 16,-49 0-16,-26 0 16,75 0-1,0 0 1,-24 0-1,49 0 1,24 0 0,-24 0-1,25 0 1,-1 0 0,-24 0 15,-25 0-16,-74 0-15,123 0 16,-123 0-16,49 0 16,50 0-1,-25 0 1,25 0 0,-25 0-1,50 0 1,-50 0-1,24 0 1,-24 0 0,0 0-1,25 0 1,124 0 0,-74 0 15,-51 0-16,1 0 1,25 0 0,-100 0-1,100 0 1,-100 0 0,100 0-1,-50 0 1,0 0-1,-50 0 1,1 0-16,-50 0 16,99 0-1,-100 0-15,76 0 16,24 0 0,-25 0 15,25 0-16,0 0 1,0 0 0,-25 0-1,-24 0 1,24 0 0,0 0-1,0 0 1,-74 0-16,74 0 15,-49 0 1,-25 0-16,74 0 16,-25 0-1,-24 0 1,-25 0 0,24 0 15,1 0-16,-25 0 1,49 0 0,-24 0-1,24 0 1,-49 0-16,0 0 16,24 0-16,-24 0 15,0 0 1,0 0-1,49 0 1,-49 0 15,0 0-15,24 0 0,1 0-1,-25 0 1,24 0-1,-24 0 1,0 0 0</inkml:trace>
</inkml:ink>
</file>

<file path=ppt/ink/ink18.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2-09-14T08:25:59.214"/>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16669 9475 0,'25'0'125,"74"0"-110,149 0 1,0 0 0,50 0-1,-26 0 1,51 0-1,-26 0 1,1 0 0,0 0-1,24 0 1,1 0 0,24 0-1,-25 0 1,-198 0-16,149 0 31,-173 0-31,24 0 16,49 0-1,-24 0 1,74 0 0,50 0-1,50 0 1,24 0-1,-25 0 1,1 0 0,-50 0-1,-25 0 1,-100 0-16,101 0 16,-125 0-1,0 0-15,124 0 16,-25 0-1,0 0 17,-49 0-17,74 0 1,-25 0 0,25 0-1,0 0 1,0 0-1,25 0 1,-149 0-16,199 0 16,-125 0-16,-24 0 15,173 0 1,-25 0 0,-24 0-1,-25 0 1,-25 0-1,-25 0 1,-24 0 0,-1 0-1,-24 0 1,-1 0 0,-98 0-16,49 0 15,-50 0 1,-24 0-16,74 0 31,0 0-15,0 0-1,-25 0 1,0 0 0,0 0-1,-74 0 1,25 0-1,-1 0 1,-24 0 15,0 0 16,0 0-16,24 0 1,-24 0-17,0 0 17,0 0-17,25 0 1,-26 0 31,-73-24 125,-150 24-157</inkml:trace>
</inkml:ink>
</file>

<file path=ppt/ink/ink19.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2-09-14T08:26:02.026"/>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2158 10517 0,'25'0'0,"0"0"15,-1 0-15,76 0 16,-1 0-1,50 0 1,-25 0 0,74 0 15,1 0-15,24 0-1,0 0 1,-24 0-1,-100 0-15,99 0 16,-123 0-16,24 0 16,74 0-1,1 0 1,49 0 0,1 0-1,-51 0 1,-24 0-1,49 0 1,-49 0 0,0 0 15,-50 0-31,1 0 16,-26 0-16,25 0 0,0 0 15,125 0 1,-26 0-1,1 0 1,-51 0 0,51 0-1,-50 0 1,74 0 0,0 0-1,-24 0 1,24 0-1,-25 0 1,-148 0-16,99 0 16,-50 0-1,0 0 1,50 0 0,49 0-1,50 0 1,25 0-1,-25 0 1,-24 0 0,-76 0-1,-24 0 1,-24 0 0,-51 0-1,-24 0-15,49 0 16,-49 0-1,0 0 1,25 0-16,-26 0 16,26 0 15,24 0-15,-24 0-1,24 0 1,-49 0-1,0 0 64</inkml:trace>
</inkml:ink>
</file>

<file path=ppt/ink/ink20.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2-09-14T08:26:04.754"/>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11162 10294 0,'-25'-25'16,"0"25"-16,-74 0 31,-25 0-16,50 0 1,-100 0 0,25 0-1,25 0 1,-49 0 0,98 0-16,-74 0 15,25 0 1,25 0-16,-149 0 15,0 0 1,75 0 0,-26 0-1,75 0 1,-25 0 0,25 0 15,-25 0-16,-24 0 1,-1 0 0,25 0-1,50 0-15,-99 0 16,148 0-16,-24 0 16,-50 0-1,0 0 1,-25 0-1,25 0 1,-25 0 0,-74 0-1,-1 0 1,26 0 0,-25 0 15,-25 0-16,148 0-15,-73 0 16,74 0-16,-1 0 16,-48 0-1,-1 25 1,25-25 0,-50 25-1,50-25 1,0 0-1,74 0 1,-49 0 0,50 0-1,-75 0 1,24 0 0,-24 0 15,50 0-16,-1 0 1,-24 0 0,0 0-1,49 0 1,-49 0 0,25 0-1,-1 0 1,-24 0-1,25 0 1,49 0-16,0 0 16,0 0-1,-24 0 1,24 0 0,-25 0 15,-24 0-16,-25 0 1,24 0 0,1 0-1,24 0 1,1 0 0,24 0-1,0 0 16,0 0 16,-24 0 16,24 0-1,0 0-46,0 0 0</inkml:trace>
</inkml:ink>
</file>

<file path=ppt/ink/ink21.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2-09-14T08:26:10.261"/>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17190 11088 0,'0'0'0,"49"0"16,1 0-1,-25 0-15,24 0 16,75 0 0,0 0-1,50 0 17,-25 0-17,49 0 1,75 0-1,-25 0 1,-99 0-16,99 0 16,-124 0-16,-25 0 15,75 0 1,24 0 0,-49 0-1,25 0 1,49 0-1,25 0 1,0 0 0,25 49-1,-50-49 17,-99 0-32,0 0 15,25 0-15,-50 0 16,100 0-1,-26 0 1,51 0 0,-51 0-1,50 0 1,-74 0 0,75 0-1,-26 0 1,-24 0-1,-26 0 1,51 0 0,-150 0-16,150 0 15,-149 0 1,49 0 0,50 0-1,49 0 1,-49 0-1,49 0 1,1 0 0,49 0-1,-25 0 1,25 0 0,-99 0-1,-50 0-15,25 0 16,-25 0-16,1 0 15,-26 0-15,149 0 16,25 0 0,-49 0-1,-26 0 17,51 0-17,-76 0 1,51 0-1,-26 0 1,-48 0 0,23 0-1,-24 0 1,-49 0-16,74 0 16,-125 0-1,51 0-15,74 0 16,-50 0-1,25 0 1,-25 0 0,-24 0-1,49 0 17,0 0-17,-25 0 1,25 0-1,-25 0 1,-49 0-16,74 0 16,-75 0-16,1 0 15,74 0 1,0 0 0,-25 0-1,-49 0 1,24 0-1,25 0 1,-74 0 0,25 0-1,-1 0 1,-24 0 15,0 0-31,0 0 16,24 0-1,-24 0 1,0 0 0,0 0-16,24 0 15,-24 0 1,0 0 0,0 0-1,24 0 16,-24 0-31,0 0 32,0 0-17,25 0 1,-26 0 0</inkml:trace>
</inkml:ink>
</file>

<file path=ppt/ink/ink22.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2-09-14T08:26:13.136"/>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17016 11361 0,'25'24'31,"0"-24"-15,24 0-1,26 25-15,24-25 16,-25 0 15,100 0-15,0 0-1,24 0 1,0 0 0,26 0-1,-1 0 1,0 0 0,-24 0-1,24 0 1,-25 0-1,100 0 1,-75 0 0,-74 0-1,0 0 1,24 0 15,-24 0-15,75 0-1,24 0 1,0 0 0,49 0-1,1 0 1,0 0 15,-150 0-31,150 0 16,-149 0-1,0 0-15,124 0 16,-25 0 0,-25 0-1,0 0 1,0 0 0,1 0-1,-1 0 16,0 0-15,-49 0 0,49 0-1,-25 0 1,-123 0-16,123 0 16,-99 0-16,-24 0 15,148 0 1,25 0-1,0 0 1,25 0 0,-25 0-1,0 0 1,0 0 0,0 0-1,50 0 16,-50 0-15,50 0 0,-150 0-1,1 0 1,-50 0 0,26 0-1,-26 0 1,25 0-1,-25 0 1,25 0 0,-25 0-1,25 0 1,-49 0 0,-26 0-16,75 0 15,-99 0 1,0 0-1,49 0 1,1 0 0,-1 0-1,-24 0 1,24 0 0,-24 0-1,24 0 1,-24 0-1,49 0 1,-25 0 0,-49 0-16,74 0 15,-74 0 1,0 0-16,25 0 16,-1 0-1,-24 0 16,0 0-15,24 0 0,-24 25-1,0-25 63,0 0-46,25 0-1</inkml:trace>
</inkml:ink>
</file>

<file path=ppt/ink/ink23.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2-09-14T08:26:17.439"/>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2208 12080 0,'24'0'78,"26"0"-62,0 0-16,24 0 16,50 0-1,-74 0-15,99 0 16,-50 0-1,25 0-15,124 0 32,25 0-17,24 0 1,-49 0 0,-49 0-1,-1 0 1,50 0-1,-24 0 1,-26 0 0,0 0-1,-148 0-15,74 0 16,-25 0-16,-74 0 16,99 0-1,-25 0 1,25 0-1,-24 0 1,-1 0 0,-25 0-1,1 0 1,-51 0 15,76 0-15,-76 0-1,1 0-15,25 0 16,-25 0 15,-1 0-15,1 0 0,25 0-1,-1 0 1,26 0-1,-26 0 1,26 0 0,-25 0-1,49 0 1,-74 0 0,49 0-1,-49 0-15,0 0 31,-1 0 1,26 0-1</inkml:trace>
</inkml:ink>
</file>

<file path=ppt/ink/ink24.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2-09-14T08:26:19.594"/>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2208 12427 0,'24'0'94,"26"0"-78,0 0-16,49 0 15,25 0 1,0 0 15,25 0-15,0 0-1,24 0 1,1 0 0,24 0-1,-123 0-15,173 0 16,-124 0-16,-25 0 16,124 0-1,0 0 1,-99 0-1,50 0 1,-25 0 0,25 0-1,-1 0 1,26 0 15,-26 0-15,26 0-1,-150 0-15,100 0 16,-50 0-16,-24 0 16,49 0-1,-50 0 1,25 0 0,-24 0-1,-1 0 1,25 0-1,-24 0 1,-25 0 0,-26 0-1,26 0 1,-25 0 0,0 0-1,-1 0-15,26-49 31,-25 49-31,0 0 16,-1 0 0,26 0 109,-25-25-125</inkml:trace>
</inkml:ink>
</file>

<file path=ppt/ink/ink25.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2-09-14T08:26:48.818"/>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1761 13295 0,'25'0'125,"0"0"-125,0 0 15,-1 0 1,26 0 46,-25 25 32,0-25-94,24 25 156,-24 0-140,0 0 0,0-25 46,-1 0 16,-48 0 188,-1 0-250,0 0 15,0 24-16,-24-24 1,24 0 0,0 0 15,0 25 94,25 0-94,-25 0-31,1 24 94,-1-24-47,0 0 187,50 25-203,24-26-15,1-24 15,-25 0-31,0 25 32,-1-25 14,26 0-14,-25 25-32,0 0 15,-1-25 79,-48 25 172,-26-25-251,25 0 1,-24 0-16,24 0 16,0 0-1,-25 24 1,26-24 31,-1 0-32,0 0 48,0 25-32,0 0 94,25 0-94,0 0-15,0-1 0,25 26-1,0-25 1,25 0-1,-26-1 17,26-24 30,-25 0-31,0 0 48,-1 0-64,26 0 1,-25 0-1,0 25 1,-1-25 0,26 0 93,-75 25 63,0 0-172,1-25 16,-26 25 15,25-25-16,-24 24 1,24-24 0,-99 25-1,99-25 17,0 0-32,-24 0 15,-1 50 1,50-25 140,25 24-140,0-49-1,24 25 1,1 25 0,-25-25-1,-1-25 1,26 0-1,0 24 1,-26-24 0,26 0 15,0 50-15,-1-50 15,-24 0-31,0 0 31,24 25-15,-73-25 218,-26 0-203,25 0-31,-49 25 16,49-25 0,0 0-1,-24 0 1,-1 24-1,25-24 1,-24 0 0,24 0-1,0 0 220,0 0-220,-24 50 1,24-50 0,0 0-16,0 0 15,-25 25 1,26-25 15,48 25 110,1-25-94,0 24-47,25-24 15,-1 50 1,1-25-1,-25-25 1,0 0 0,-1 25-1,26-25 17,-25 0 108,0 0-124,-1 24-16,26-24 31,0 50-31,-26-50 31,1 25-31,0-25 16,-50-25 171,-24 25-140,24 0-31,0 0-16,-49 0 31,24 0-15,25 0-1,-24 0 1,24 0 15,0 0 1,0 0 14,-24 0-14,24 0-17,0 0 32,0 0-31,0 25-1,0-25 1,1 25 93,24 24-77,24 1-17,1-25 1,0-1 0,0 26-1,0-25 1,24 0-1,-49 24 32,25-24-31,0-25 0,0 25 15,0-25 0,-1 0-15,26 0-1,-25 0 1,0 0 0,-1 0 15,26 0-16,-25 0 48,0-25 31,-50 0-79,0 25 17,0-25-32,-24 25 46,24-24-14,0 24 46,0 0 47,-24 0-94,24 0-15,0 24-1,0 26 1,0-25 0,1 0-16,-1 24 15,0-24-15,25 0 16,-25 0-1,0 49 1,25-49 0,0 0-1,-25 0 1,1-1 0,24 1 30,0 0-30,0 0 0,-25 0-16,25-1 125,25 1-125,-1-25 15,1 0 1,50 0 0,24 0-1,-25 0 1,-24 0-1,-25 0 1,0 0 31,-1 0-31,1-25 187,-74 25-188,24-24 17,0 24 93,0 0-63,0-25-46,1 25-16,-26-50 15,25 25 1,-24 25 15,24 0 0,50-24 63,-1 24-78,51-25-1,-50 25 1,-1 0-16,51 0 16,-26 0-1,1 0-15,0 0 16,-26 0 0,-48 0 171,-1 0-171,0 25-1,0-25-15,0 24 16,-24 26 0,49-25 15,-25 24-16,0 1 1,0-25 15,25 24-15,0-24 31,0 0-32,0 0 1,0 24 0,0-24-1,0 0 1,0 0 0,-24 0 140,-1-25-125,0 0-15,0 0-1,-49 0-15,49 0 32,-50 0-32,26 0 15,-1-25 1,25 25-16,50 0 156,25 0-140,-25 0-16,24 0 15,51 0 1,-26 0 0,-24 0 15,24 0-16,-24 0 1,-26 0 0,51 0-1,-50 0 1,-1 0 31,-48 0 140,-1 0-171,-25 0 0,-24 25-1,49 49 1,0 25-1,0 25 1,25-24 0,0-51-1,0 26 1,0-51 15,-24 1 94,-1-25-109,0-25-1,0 1-15,-24-1 32,24 0-17,0 25 1,0 0 0,-25 0-1,1-25 32,24 0-31,50 25 93,49 0-109,-24 0 16,0 0-16,24 0 15,-24 0 1,49 0 218,-74 0-218,-1 0-16,51 0 31,-50 0-15,-1 0-1,-48 0 110,-26 0-109,25-24 0,0-1-1,1 25-15,-26-25 16,-24 25 15,-75-99 63,124 99 172,0 0-204,50 0 47,25 0-93,-26 0 0,76 0-1,-76 0 1,26 0 0,-25 0 30,0 24 111,-25 1-142,0 0-15,0 25 16,0 49 0,24 25-1,1 0 1,-25-25-1,0 0 1,0-74 0,0 0-1,0 25 1,0-26 109,-25 1-47,1-50-62,-1 1-1,0-1 17,0 25-17,-49-25 1,24 25-1,-24-50 1,49 26 0,0 24-1,-25 0 1,26 0 0,-1-25-1,0 25 1,0-25 31,75 25 31,-25 0-47,24 0-31,26 0 16,24 0-1,-49 0 1,24 0 0,-49 0-1,0 0 48,-1-25-32,1 0 16,0 25 0,0 0 78,0 25-94,-25 0-15,0 0-1,-25 49 1,0 1-1,25-26 1,0 26 0,0-26-1,0-24 1,0 25 0,0-1-1,0-24 16,0 25-15,-25-26 250,-24-24-235,24-24-15,0-1-1,0 25 1,-24 0-1,-1-25 1,25 25 0,-49-25-1,49 0 1,0 25 0,-49 0-1,24 0 1,0 0-1,26-24-15,-1 24 47,50 0 141,-1 0-188,1 0 15,25 0-15,74 0 16,-25 49 15,-24-24-15,24 0 0,-74-25-1,-1 0 1,26 49-1,-25-49 1,24 25 0,1 0 15,-25 0-15,-25 0-1,0 0 16,0-1-15,0 1 15,-25 0 1,25 0-17,0 0 1,0-1 31,0 1-16,0 25 0,0-25 0,-25-1 16,-24-24 0,24 0-47,0 0 16,0 0-1,-24 0 1,24-24 0,0-1-1,0 0 1,-49 0 0,24-24-1,-24 24 1,49 0-1,0 25-15,0-25 16,0 25 0,1 0-16,-26-25 78,75 25 78,0 0-93,-1 0-48,1 25 1,25-25-1,0 0 1,49 25-16,-50 25 16,26-26-16,-50 1 0,49 0 15,0 49 1,-49-49 0,-25 25 46,0-25-31,0-1 16,0 1-31,25 50-1,0-51 1,-25 1 47,-25 0-17,0 0-14,0 0-17,1-25 32,-1-25-31,-25 0-1,1 25 17,-1 0-17,-24-25 17,49 25-17,-50-49-15,1 49 16,49-25 15,-25 25-31,1-25 16,24 25 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BE87DD-C0A4-4C9C-80F7-8672C7422A10}" type="datetimeFigureOut">
              <a:rPr lang="en-US" smtClean="0"/>
              <a:t>9/20/2023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28385F-8D62-453E-AF48-0848A605D8F7}" type="slidenum">
              <a:rPr lang="en-US" smtClean="0"/>
              <a:t>‹#›</a:t>
            </a:fld>
            <a:endParaRPr lang="en-US"/>
          </a:p>
        </p:txBody>
      </p:sp>
    </p:spTree>
    <p:extLst>
      <p:ext uri="{BB962C8B-B14F-4D97-AF65-F5344CB8AC3E}">
        <p14:creationId xmlns:p14="http://schemas.microsoft.com/office/powerpoint/2010/main" val="20465860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FA45A9E-7761-3846-9783-F10EE5B548CC}" type="slidenum">
              <a:rPr lang="en-AU" smtClean="0"/>
              <a:pPr>
                <a:defRPr/>
              </a:pPr>
              <a:t>8</a:t>
            </a:fld>
            <a:endParaRPr lang="en-AU"/>
          </a:p>
        </p:txBody>
      </p:sp>
    </p:spTree>
    <p:extLst>
      <p:ext uri="{BB962C8B-B14F-4D97-AF65-F5344CB8AC3E}">
        <p14:creationId xmlns:p14="http://schemas.microsoft.com/office/powerpoint/2010/main" val="1063217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AE490E8C-AEDE-44CF-8125-2ACF50235D92}" type="slidenum">
              <a:rPr lang="en-US" altLang="en-US" sz="1200" b="0">
                <a:latin typeface="Times New Roman" panose="02020603050405020304" pitchFamily="18" charset="0"/>
              </a:rPr>
              <a:pPr/>
              <a:t>9</a:t>
            </a:fld>
            <a:endParaRPr lang="en-US" altLang="en-US" sz="1200" b="0">
              <a:latin typeface="Times New Roman" panose="02020603050405020304" pitchFamily="18" charset="0"/>
            </a:endParaRPr>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6987814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3442EDA5-6A8D-4793-813F-C3D3FA777F51}" type="slidenum">
              <a:rPr lang="en-US" altLang="en-US" sz="1200" b="0">
                <a:latin typeface="Times New Roman" panose="02020603050405020304" pitchFamily="18" charset="0"/>
              </a:rPr>
              <a:pPr/>
              <a:t>12</a:t>
            </a:fld>
            <a:endParaRPr lang="en-US" altLang="en-US" sz="1200" b="0">
              <a:latin typeface="Times New Roman" panose="02020603050405020304" pitchFamily="18" charset="0"/>
            </a:endParaRPr>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9322348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EDD4908-CC23-48C0-976B-10CC20990EB2}" type="datetime1">
              <a:rPr lang="en-US" smtClean="0"/>
              <a:t>9/20/2023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28957147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5BFA864-45E6-4FF3-9F56-3B20DBBFC3C2}" type="datetime1">
              <a:rPr lang="en-US" smtClean="0"/>
              <a:t>9/20/2023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3262303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338996E-E0E0-40F4-841D-9F1A9F67B603}" type="datetime1">
              <a:rPr lang="en-US" smtClean="0"/>
              <a:t>9/20/2023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26510545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091E4FC-E453-477B-A66B-F03CC82B7056}" type="datetime1">
              <a:rPr lang="en-US" smtClean="0"/>
              <a:t>9/20/2023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31017825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3B1B869-8361-44D0-BD83-AE35A5C3BED5}" type="datetime1">
              <a:rPr lang="en-US" smtClean="0"/>
              <a:t>9/20/2023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35914999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C0D8ED7-1120-47C5-9976-8F42E2F562CF}" type="datetime1">
              <a:rPr lang="en-US" smtClean="0"/>
              <a:t>9/20/2023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29077517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D831BB-02EA-4FD2-BB64-1808DDE74F74}" type="datetime1">
              <a:rPr lang="en-US" smtClean="0"/>
              <a:t>9/20/2023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826755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8872C61-A4AD-4435-B830-F4B215C43EE3}" type="datetime1">
              <a:rPr lang="en-US" smtClean="0"/>
              <a:t>9/20/2023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33615126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BC04A30-163A-4F79-B404-FE5245FD6953}" type="datetime1">
              <a:rPr lang="en-US" smtClean="0"/>
              <a:t>9/20/2023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2445978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DE448FC-326D-4210-9B7F-1F78F2B0ABAC}" type="datetime1">
              <a:rPr lang="en-US" smtClean="0"/>
              <a:t>9/20/2023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5202814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3B785A1-B715-4328-ADC9-B20C16CF4F32}" type="datetime1">
              <a:rPr lang="en-US" smtClean="0"/>
              <a:t>9/20/2023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13582406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64298C-E6C4-409D-9160-EEEEF8DB9D31}" type="datetime1">
              <a:rPr lang="en-US" smtClean="0"/>
              <a:t>9/20/2023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A50C4D-0BA1-4E54-8DFC-01810EC97B99}" type="slidenum">
              <a:rPr lang="en-US" smtClean="0"/>
              <a:t>‹#›</a:t>
            </a:fld>
            <a:endParaRPr lang="en-US"/>
          </a:p>
        </p:txBody>
      </p:sp>
    </p:spTree>
    <p:extLst>
      <p:ext uri="{BB962C8B-B14F-4D97-AF65-F5344CB8AC3E}">
        <p14:creationId xmlns:p14="http://schemas.microsoft.com/office/powerpoint/2010/main" val="4137917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8" Type="http://schemas.openxmlformats.org/officeDocument/2006/relationships/image" Target="../media/image25.png"/><Relationship Id="rId3" Type="http://schemas.microsoft.com/office/2007/relationships/hdphoto" Target="../media/hdphoto1.wdp"/><Relationship Id="rId7" Type="http://schemas.microsoft.com/office/2007/relationships/hdphoto" Target="../media/hdphoto3.wdp"/><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24.png"/><Relationship Id="rId5" Type="http://schemas.microsoft.com/office/2007/relationships/hdphoto" Target="../media/hdphoto2.wdp"/><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 Id="rId5" Type="http://schemas.openxmlformats.org/officeDocument/2006/relationships/image" Target="../media/image36.png"/><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8" Type="http://schemas.openxmlformats.org/officeDocument/2006/relationships/customXml" Target="../ink/ink2.xml"/><Relationship Id="rId13" Type="http://schemas.openxmlformats.org/officeDocument/2006/relationships/image" Target="../media/image52.png"/><Relationship Id="rId18" Type="http://schemas.openxmlformats.org/officeDocument/2006/relationships/customXml" Target="../ink/ink7.xml"/><Relationship Id="rId3" Type="http://schemas.openxmlformats.org/officeDocument/2006/relationships/image" Target="../media/image46.png"/><Relationship Id="rId21" Type="http://schemas.openxmlformats.org/officeDocument/2006/relationships/image" Target="../media/image56.png"/><Relationship Id="rId7" Type="http://schemas.openxmlformats.org/officeDocument/2006/relationships/image" Target="../media/image49.png"/><Relationship Id="rId12" Type="http://schemas.openxmlformats.org/officeDocument/2006/relationships/customXml" Target="../ink/ink4.xml"/><Relationship Id="rId17" Type="http://schemas.openxmlformats.org/officeDocument/2006/relationships/image" Target="../media/image54.png"/><Relationship Id="rId25" Type="http://schemas.openxmlformats.org/officeDocument/2006/relationships/image" Target="../media/image58.png"/><Relationship Id="rId2" Type="http://schemas.openxmlformats.org/officeDocument/2006/relationships/image" Target="../media/image45.png"/><Relationship Id="rId16" Type="http://schemas.openxmlformats.org/officeDocument/2006/relationships/customXml" Target="../ink/ink6.xml"/><Relationship Id="rId20" Type="http://schemas.openxmlformats.org/officeDocument/2006/relationships/customXml" Target="../ink/ink8.xml"/><Relationship Id="rId1" Type="http://schemas.openxmlformats.org/officeDocument/2006/relationships/slideLayout" Target="../slideLayouts/slideLayout7.xml"/><Relationship Id="rId6" Type="http://schemas.openxmlformats.org/officeDocument/2006/relationships/customXml" Target="../ink/ink1.xml"/><Relationship Id="rId11" Type="http://schemas.openxmlformats.org/officeDocument/2006/relationships/image" Target="../media/image51.png"/><Relationship Id="rId24" Type="http://schemas.openxmlformats.org/officeDocument/2006/relationships/customXml" Target="../ink/ink10.xml"/><Relationship Id="rId5" Type="http://schemas.openxmlformats.org/officeDocument/2006/relationships/image" Target="../media/image48.png"/><Relationship Id="rId15" Type="http://schemas.openxmlformats.org/officeDocument/2006/relationships/image" Target="../media/image53.png"/><Relationship Id="rId23" Type="http://schemas.openxmlformats.org/officeDocument/2006/relationships/image" Target="../media/image57.png"/><Relationship Id="rId10" Type="http://schemas.openxmlformats.org/officeDocument/2006/relationships/customXml" Target="../ink/ink3.xml"/><Relationship Id="rId19" Type="http://schemas.openxmlformats.org/officeDocument/2006/relationships/image" Target="../media/image55.png"/><Relationship Id="rId4" Type="http://schemas.openxmlformats.org/officeDocument/2006/relationships/image" Target="../media/image47.png"/><Relationship Id="rId9" Type="http://schemas.openxmlformats.org/officeDocument/2006/relationships/image" Target="../media/image50.png"/><Relationship Id="rId14" Type="http://schemas.openxmlformats.org/officeDocument/2006/relationships/customXml" Target="../ink/ink5.xml"/><Relationship Id="rId22" Type="http://schemas.openxmlformats.org/officeDocument/2006/relationships/customXml" Target="../ink/ink9.xml"/></Relationships>
</file>

<file path=ppt/slides/_rels/slide26.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63.png"/><Relationship Id="rId1" Type="http://schemas.openxmlformats.org/officeDocument/2006/relationships/slideLayout" Target="../slideLayouts/slideLayout7.xml"/><Relationship Id="rId4" Type="http://schemas.openxmlformats.org/officeDocument/2006/relationships/image" Target="../media/image64.png"/></Relationships>
</file>

<file path=ppt/slides/_rels/slide30.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7.xml"/><Relationship Id="rId4" Type="http://schemas.openxmlformats.org/officeDocument/2006/relationships/image" Target="../media/image68.png"/></Relationships>
</file>

<file path=ppt/slides/_rels/slide3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7.xml"/><Relationship Id="rId4" Type="http://schemas.openxmlformats.org/officeDocument/2006/relationships/image" Target="../media/image71.png"/></Relationships>
</file>

<file path=ppt/slides/_rels/slide3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72.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74.png"/><Relationship Id="rId1" Type="http://schemas.openxmlformats.org/officeDocument/2006/relationships/slideLayout" Target="../slideLayouts/slideLayout7.xml"/><Relationship Id="rId5" Type="http://schemas.openxmlformats.org/officeDocument/2006/relationships/image" Target="../media/image76.png"/><Relationship Id="rId4" Type="http://schemas.openxmlformats.org/officeDocument/2006/relationships/image" Target="../media/image75.png"/></Relationships>
</file>

<file path=ppt/slides/_rels/slide36.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7.xml"/><Relationship Id="rId4" Type="http://schemas.microsoft.com/office/2007/relationships/hdphoto" Target="../media/hdphoto6.wdp"/></Relationships>
</file>

<file path=ppt/slides/_rels/slide37.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5.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3" Type="http://schemas.openxmlformats.org/officeDocument/2006/relationships/image" Target="../media/image31.emf"/><Relationship Id="rId18" Type="http://schemas.openxmlformats.org/officeDocument/2006/relationships/customXml" Target="../ink/ink16.xml"/><Relationship Id="rId26" Type="http://schemas.openxmlformats.org/officeDocument/2006/relationships/customXml" Target="../ink/ink20.xml"/><Relationship Id="rId21" Type="http://schemas.openxmlformats.org/officeDocument/2006/relationships/image" Target="../media/image35.emf"/><Relationship Id="rId34" Type="http://schemas.openxmlformats.org/officeDocument/2006/relationships/customXml" Target="../ink/ink24.xml"/><Relationship Id="rId7" Type="http://schemas.openxmlformats.org/officeDocument/2006/relationships/image" Target="../media/image91.png"/><Relationship Id="rId12" Type="http://schemas.openxmlformats.org/officeDocument/2006/relationships/customXml" Target="../ink/ink13.xml"/><Relationship Id="rId17" Type="http://schemas.openxmlformats.org/officeDocument/2006/relationships/image" Target="../media/image33.emf"/><Relationship Id="rId25" Type="http://schemas.openxmlformats.org/officeDocument/2006/relationships/image" Target="../media/image37.emf"/><Relationship Id="rId33" Type="http://schemas.openxmlformats.org/officeDocument/2006/relationships/image" Target="../media/image41.emf"/><Relationship Id="rId2" Type="http://schemas.openxmlformats.org/officeDocument/2006/relationships/image" Target="../media/image86.png"/><Relationship Id="rId16" Type="http://schemas.openxmlformats.org/officeDocument/2006/relationships/customXml" Target="../ink/ink15.xml"/><Relationship Id="rId20" Type="http://schemas.openxmlformats.org/officeDocument/2006/relationships/customXml" Target="../ink/ink17.xml"/><Relationship Id="rId29" Type="http://schemas.openxmlformats.org/officeDocument/2006/relationships/image" Target="../media/image39.emf"/><Relationship Id="rId1" Type="http://schemas.openxmlformats.org/officeDocument/2006/relationships/slideLayout" Target="../slideLayouts/slideLayout7.xml"/><Relationship Id="rId6" Type="http://schemas.openxmlformats.org/officeDocument/2006/relationships/image" Target="../media/image90.png"/><Relationship Id="rId11" Type="http://schemas.openxmlformats.org/officeDocument/2006/relationships/image" Target="../media/image30.emf"/><Relationship Id="rId24" Type="http://schemas.openxmlformats.org/officeDocument/2006/relationships/customXml" Target="../ink/ink19.xml"/><Relationship Id="rId32" Type="http://schemas.openxmlformats.org/officeDocument/2006/relationships/customXml" Target="../ink/ink23.xml"/><Relationship Id="rId37" Type="http://schemas.openxmlformats.org/officeDocument/2006/relationships/image" Target="../media/image43.emf"/><Relationship Id="rId5" Type="http://schemas.openxmlformats.org/officeDocument/2006/relationships/image" Target="../media/image89.png"/><Relationship Id="rId15" Type="http://schemas.openxmlformats.org/officeDocument/2006/relationships/image" Target="../media/image32.emf"/><Relationship Id="rId23" Type="http://schemas.openxmlformats.org/officeDocument/2006/relationships/image" Target="../media/image36.emf"/><Relationship Id="rId28" Type="http://schemas.openxmlformats.org/officeDocument/2006/relationships/customXml" Target="../ink/ink21.xml"/><Relationship Id="rId36" Type="http://schemas.openxmlformats.org/officeDocument/2006/relationships/customXml" Target="../ink/ink25.xml"/><Relationship Id="rId10" Type="http://schemas.openxmlformats.org/officeDocument/2006/relationships/customXml" Target="../ink/ink12.xml"/><Relationship Id="rId19" Type="http://schemas.openxmlformats.org/officeDocument/2006/relationships/image" Target="../media/image34.emf"/><Relationship Id="rId31" Type="http://schemas.openxmlformats.org/officeDocument/2006/relationships/image" Target="../media/image40.emf"/><Relationship Id="rId4" Type="http://schemas.openxmlformats.org/officeDocument/2006/relationships/image" Target="../media/image88.png"/><Relationship Id="rId9" Type="http://schemas.openxmlformats.org/officeDocument/2006/relationships/image" Target="../media/image29.emf"/><Relationship Id="rId14" Type="http://schemas.openxmlformats.org/officeDocument/2006/relationships/customXml" Target="../ink/ink14.xml"/><Relationship Id="rId22" Type="http://schemas.openxmlformats.org/officeDocument/2006/relationships/customXml" Target="../ink/ink18.xml"/><Relationship Id="rId27" Type="http://schemas.openxmlformats.org/officeDocument/2006/relationships/image" Target="../media/image38.emf"/><Relationship Id="rId30" Type="http://schemas.openxmlformats.org/officeDocument/2006/relationships/customXml" Target="../ink/ink22.xml"/><Relationship Id="rId35" Type="http://schemas.openxmlformats.org/officeDocument/2006/relationships/image" Target="../media/image42.emf"/><Relationship Id="rId8" Type="http://schemas.openxmlformats.org/officeDocument/2006/relationships/customXml" Target="../ink/ink11.xml"/><Relationship Id="rId3" Type="http://schemas.openxmlformats.org/officeDocument/2006/relationships/image" Target="../media/image87.png"/></Relationships>
</file>

<file path=ppt/slides/_rels/slide43.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97.png"/><Relationship Id="rId1" Type="http://schemas.openxmlformats.org/officeDocument/2006/relationships/slideLayout" Target="../slideLayouts/slideLayout7.xml"/><Relationship Id="rId5" Type="http://schemas.microsoft.com/office/2007/relationships/hdphoto" Target="../media/hdphoto8.wdp"/><Relationship Id="rId4" Type="http://schemas.openxmlformats.org/officeDocument/2006/relationships/image" Target="../media/image98.png"/></Relationships>
</file>

<file path=ppt/slides/_rels/slide47.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99.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4294967295"/>
          </p:nvPr>
        </p:nvSpPr>
        <p:spPr/>
        <p:txBody>
          <a:bodyPr/>
          <a:lstStyle/>
          <a:p>
            <a:endParaRPr lang="en-US" dirty="0"/>
          </a:p>
        </p:txBody>
      </p:sp>
      <p:sp>
        <p:nvSpPr>
          <p:cNvPr id="4" name="Title 1"/>
          <p:cNvSpPr txBox="1">
            <a:spLocks/>
          </p:cNvSpPr>
          <p:nvPr/>
        </p:nvSpPr>
        <p:spPr>
          <a:xfrm>
            <a:off x="613956" y="702949"/>
            <a:ext cx="10946674" cy="1496554"/>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b="1" kern="1200">
                <a:solidFill>
                  <a:srgbClr val="0000A3"/>
                </a:solidFill>
                <a:latin typeface="+mj-lt"/>
                <a:ea typeface="+mj-ea"/>
                <a:cs typeface="+mj-cs"/>
              </a:defRPr>
            </a:lvl1pPr>
          </a:lstStyle>
          <a:p>
            <a:pPr algn="ctr"/>
            <a:r>
              <a:rPr lang="en-US" sz="7700" dirty="0"/>
              <a:t>CS 3002 Information Security</a:t>
            </a:r>
            <a:endParaRPr lang="en-US" sz="5400" dirty="0"/>
          </a:p>
          <a:p>
            <a:pPr algn="ctr"/>
            <a:r>
              <a:rPr lang="en-US" sz="4600" dirty="0">
                <a:solidFill>
                  <a:srgbClr val="FF0000"/>
                </a:solidFill>
              </a:rPr>
              <a:t>                                                                   Fall 2023</a:t>
            </a:r>
          </a:p>
        </p:txBody>
      </p:sp>
      <p:sp>
        <p:nvSpPr>
          <p:cNvPr id="5" name="Subtitle 2"/>
          <p:cNvSpPr txBox="1">
            <a:spLocks/>
          </p:cNvSpPr>
          <p:nvPr/>
        </p:nvSpPr>
        <p:spPr>
          <a:xfrm>
            <a:off x="6295708" y="3525988"/>
            <a:ext cx="5264922" cy="2652390"/>
          </a:xfrm>
          <a:prstGeom prst="rect">
            <a:avLst/>
          </a:prstGeom>
          <a:solidFill>
            <a:schemeClr val="accent1">
              <a:lumMod val="40000"/>
              <a:lumOff val="60000"/>
            </a:schemeClr>
          </a:solidFill>
        </p:spPr>
        <p:txBody>
          <a:bodyPr>
            <a:no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0175" indent="0" algn="ctr">
              <a:buNone/>
            </a:pPr>
            <a:r>
              <a:rPr lang="en-US" sz="3200" dirty="0"/>
              <a:t>Week # 3 – Lecture # 7, 8, 9</a:t>
            </a:r>
          </a:p>
          <a:p>
            <a:pPr marL="130175" indent="0" algn="ctr">
              <a:buNone/>
            </a:pPr>
            <a:endParaRPr lang="en-US" sz="2000" dirty="0"/>
          </a:p>
          <a:p>
            <a:pPr marL="130175" indent="0" algn="ctr">
              <a:buNone/>
            </a:pPr>
            <a:r>
              <a:rPr lang="en-US" sz="2400" dirty="0"/>
              <a:t>Dr. Aqsa Aslam</a:t>
            </a:r>
          </a:p>
        </p:txBody>
      </p:sp>
      <p:pic>
        <p:nvPicPr>
          <p:cNvPr id="2" name="Picture 1"/>
          <p:cNvPicPr>
            <a:picLocks noChangeAspect="1"/>
          </p:cNvPicPr>
          <p:nvPr/>
        </p:nvPicPr>
        <p:blipFill>
          <a:blip r:embed="rId2"/>
          <a:stretch>
            <a:fillRect/>
          </a:stretch>
        </p:blipFill>
        <p:spPr>
          <a:xfrm>
            <a:off x="712809" y="1771385"/>
            <a:ext cx="5286336" cy="1501485"/>
          </a:xfrm>
          <a:prstGeom prst="rect">
            <a:avLst/>
          </a:prstGeom>
        </p:spPr>
      </p:pic>
      <p:grpSp>
        <p:nvGrpSpPr>
          <p:cNvPr id="8" name="Group 7"/>
          <p:cNvGrpSpPr/>
          <p:nvPr/>
        </p:nvGrpSpPr>
        <p:grpSpPr>
          <a:xfrm>
            <a:off x="1502463" y="3418245"/>
            <a:ext cx="2953265" cy="3120667"/>
            <a:chOff x="8830020" y="2751654"/>
            <a:chExt cx="2953265" cy="3120667"/>
          </a:xfrm>
        </p:grpSpPr>
        <p:pic>
          <p:nvPicPr>
            <p:cNvPr id="6" name="Picture 5"/>
            <p:cNvPicPr>
              <a:picLocks noChangeAspect="1"/>
            </p:cNvPicPr>
            <p:nvPr/>
          </p:nvPicPr>
          <p:blipFill>
            <a:blip r:embed="rId3"/>
            <a:stretch>
              <a:fillRect/>
            </a:stretch>
          </p:blipFill>
          <p:spPr>
            <a:xfrm>
              <a:off x="8830020" y="2751654"/>
              <a:ext cx="2953265" cy="2872982"/>
            </a:xfrm>
            <a:prstGeom prst="rect">
              <a:avLst/>
            </a:prstGeom>
          </p:spPr>
        </p:pic>
        <p:pic>
          <p:nvPicPr>
            <p:cNvPr id="7" name="Picture 6"/>
            <p:cNvPicPr>
              <a:picLocks noChangeAspect="1"/>
            </p:cNvPicPr>
            <p:nvPr/>
          </p:nvPicPr>
          <p:blipFill>
            <a:blip r:embed="rId4"/>
            <a:stretch>
              <a:fillRect/>
            </a:stretch>
          </p:blipFill>
          <p:spPr>
            <a:xfrm>
              <a:off x="9487387" y="5624636"/>
              <a:ext cx="1638529" cy="247685"/>
            </a:xfrm>
            <a:prstGeom prst="rect">
              <a:avLst/>
            </a:prstGeom>
          </p:spPr>
        </p:pic>
      </p:grpSp>
    </p:spTree>
    <p:extLst>
      <p:ext uri="{BB962C8B-B14F-4D97-AF65-F5344CB8AC3E}">
        <p14:creationId xmlns:p14="http://schemas.microsoft.com/office/powerpoint/2010/main" val="29459912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2</a:t>
            </a:fld>
            <a:endParaRPr lang="en-US"/>
          </a:p>
        </p:txBody>
      </p:sp>
      <p:pic>
        <p:nvPicPr>
          <p:cNvPr id="3" name="Picture 2"/>
          <p:cNvPicPr>
            <a:picLocks noChangeAspect="1"/>
          </p:cNvPicPr>
          <p:nvPr/>
        </p:nvPicPr>
        <p:blipFill>
          <a:blip r:embed="rId2"/>
          <a:stretch>
            <a:fillRect/>
          </a:stretch>
        </p:blipFill>
        <p:spPr>
          <a:xfrm>
            <a:off x="1613862" y="2704999"/>
            <a:ext cx="8964276" cy="1448002"/>
          </a:xfrm>
          <a:prstGeom prst="rect">
            <a:avLst/>
          </a:prstGeom>
        </p:spPr>
      </p:pic>
    </p:spTree>
    <p:extLst>
      <p:ext uri="{BB962C8B-B14F-4D97-AF65-F5344CB8AC3E}">
        <p14:creationId xmlns:p14="http://schemas.microsoft.com/office/powerpoint/2010/main" val="7681300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3</a:t>
            </a:fld>
            <a:endParaRPr lang="en-US"/>
          </a:p>
        </p:txBody>
      </p:sp>
      <p:pic>
        <p:nvPicPr>
          <p:cNvPr id="3" name="Picture 2"/>
          <p:cNvPicPr>
            <a:picLocks noChangeAspect="1"/>
          </p:cNvPicPr>
          <p:nvPr/>
        </p:nvPicPr>
        <p:blipFill>
          <a:blip r:embed="rId2"/>
          <a:stretch>
            <a:fillRect/>
          </a:stretch>
        </p:blipFill>
        <p:spPr>
          <a:xfrm>
            <a:off x="783403" y="999353"/>
            <a:ext cx="10934700" cy="2287544"/>
          </a:xfrm>
          <a:prstGeom prst="rect">
            <a:avLst/>
          </a:prstGeom>
        </p:spPr>
      </p:pic>
      <p:pic>
        <p:nvPicPr>
          <p:cNvPr id="4" name="Picture 3"/>
          <p:cNvPicPr>
            <a:picLocks noChangeAspect="1"/>
          </p:cNvPicPr>
          <p:nvPr/>
        </p:nvPicPr>
        <p:blipFill>
          <a:blip r:embed="rId3"/>
          <a:stretch>
            <a:fillRect/>
          </a:stretch>
        </p:blipFill>
        <p:spPr>
          <a:xfrm>
            <a:off x="1620428" y="3768812"/>
            <a:ext cx="9238170" cy="2468542"/>
          </a:xfrm>
          <a:prstGeom prst="rect">
            <a:avLst/>
          </a:prstGeom>
        </p:spPr>
      </p:pic>
    </p:spTree>
    <p:extLst>
      <p:ext uri="{BB962C8B-B14F-4D97-AF65-F5344CB8AC3E}">
        <p14:creationId xmlns:p14="http://schemas.microsoft.com/office/powerpoint/2010/main" val="18144151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4</a:t>
            </a:fld>
            <a:endParaRPr lang="en-US"/>
          </a:p>
        </p:txBody>
      </p:sp>
      <p:pic>
        <p:nvPicPr>
          <p:cNvPr id="3" name="Picture 2"/>
          <p:cNvPicPr>
            <a:picLocks noChangeAspect="1"/>
          </p:cNvPicPr>
          <p:nvPr/>
        </p:nvPicPr>
        <p:blipFill>
          <a:blip r:embed="rId2"/>
          <a:stretch>
            <a:fillRect/>
          </a:stretch>
        </p:blipFill>
        <p:spPr>
          <a:xfrm>
            <a:off x="1966336" y="399627"/>
            <a:ext cx="8259328" cy="6058746"/>
          </a:xfrm>
          <a:prstGeom prst="rect">
            <a:avLst/>
          </a:prstGeom>
        </p:spPr>
      </p:pic>
      <p:sp>
        <p:nvSpPr>
          <p:cNvPr id="4" name="TextBox 3">
            <a:extLst>
              <a:ext uri="{FF2B5EF4-FFF2-40B4-BE49-F238E27FC236}">
                <a16:creationId xmlns:a16="http://schemas.microsoft.com/office/drawing/2014/main" id="{8B465756-38E0-F422-D3B8-52FF7891ECCA}"/>
              </a:ext>
            </a:extLst>
          </p:cNvPr>
          <p:cNvSpPr txBox="1"/>
          <p:nvPr/>
        </p:nvSpPr>
        <p:spPr>
          <a:xfrm>
            <a:off x="4295196" y="1150567"/>
            <a:ext cx="3456384" cy="338554"/>
          </a:xfrm>
          <a:prstGeom prst="rect">
            <a:avLst/>
          </a:prstGeom>
          <a:noFill/>
        </p:spPr>
        <p:txBody>
          <a:bodyPr wrap="square" rtlCol="0">
            <a:spAutoFit/>
          </a:bodyPr>
          <a:lstStyle/>
          <a:p>
            <a:pPr marL="285750" indent="-285750">
              <a:buFont typeface="Wingdings" panose="05000000000000000000" pitchFamily="2" charset="2"/>
              <a:buChar char="à"/>
            </a:pPr>
            <a:r>
              <a:rPr lang="en-US" sz="1600" b="1" i="1" dirty="0">
                <a:solidFill>
                  <a:srgbClr val="FF0000"/>
                </a:solidFill>
              </a:rPr>
              <a:t>Fixed size=128 bit </a:t>
            </a:r>
            <a:r>
              <a:rPr lang="en-US" sz="1600" b="1" i="1" dirty="0" err="1">
                <a:solidFill>
                  <a:srgbClr val="FF0000"/>
                </a:solidFill>
              </a:rPr>
              <a:t>i</a:t>
            </a:r>
            <a:r>
              <a:rPr lang="en-US" sz="1600" b="1" i="1" dirty="0">
                <a:solidFill>
                  <a:srgbClr val="FF0000"/>
                </a:solidFill>
              </a:rPr>
              <a:t>-e., 16bytes</a:t>
            </a:r>
          </a:p>
        </p:txBody>
      </p:sp>
      <p:sp>
        <p:nvSpPr>
          <p:cNvPr id="5" name="TextBox 4">
            <a:extLst>
              <a:ext uri="{FF2B5EF4-FFF2-40B4-BE49-F238E27FC236}">
                <a16:creationId xmlns:a16="http://schemas.microsoft.com/office/drawing/2014/main" id="{0DC71C1B-63FF-5632-B423-430224603A66}"/>
              </a:ext>
            </a:extLst>
          </p:cNvPr>
          <p:cNvSpPr txBox="1"/>
          <p:nvPr/>
        </p:nvSpPr>
        <p:spPr>
          <a:xfrm>
            <a:off x="5236834" y="5945846"/>
            <a:ext cx="5029492" cy="584775"/>
          </a:xfrm>
          <a:prstGeom prst="rect">
            <a:avLst/>
          </a:prstGeom>
          <a:noFill/>
        </p:spPr>
        <p:txBody>
          <a:bodyPr wrap="square" rtlCol="0">
            <a:spAutoFit/>
          </a:bodyPr>
          <a:lstStyle/>
          <a:p>
            <a:r>
              <a:rPr lang="en-US" sz="1600" b="1" i="1" dirty="0">
                <a:solidFill>
                  <a:srgbClr val="FF0000"/>
                </a:solidFill>
                <a:sym typeface="Wingdings" panose="05000000000000000000" pitchFamily="2" charset="2"/>
              </a:rPr>
              <a:t> </a:t>
            </a:r>
            <a:r>
              <a:rPr lang="en-US" sz="1600" b="1" i="1" dirty="0">
                <a:solidFill>
                  <a:srgbClr val="FF0000"/>
                </a:solidFill>
              </a:rPr>
              <a:t>No: of key generated =no: of round+1(extra for pre-round transformation)</a:t>
            </a:r>
          </a:p>
        </p:txBody>
      </p:sp>
      <p:cxnSp>
        <p:nvCxnSpPr>
          <p:cNvPr id="6" name="Straight Arrow Connector 5">
            <a:extLst>
              <a:ext uri="{FF2B5EF4-FFF2-40B4-BE49-F238E27FC236}">
                <a16:creationId xmlns:a16="http://schemas.microsoft.com/office/drawing/2014/main" id="{74639771-47B5-05D4-E17F-9C6BF379360A}"/>
              </a:ext>
            </a:extLst>
          </p:cNvPr>
          <p:cNvCxnSpPr>
            <a:cxnSpLocks/>
          </p:cNvCxnSpPr>
          <p:nvPr/>
        </p:nvCxnSpPr>
        <p:spPr>
          <a:xfrm>
            <a:off x="6230180" y="5468471"/>
            <a:ext cx="0" cy="477375"/>
          </a:xfrm>
          <a:prstGeom prst="straightConnector1">
            <a:avLst/>
          </a:prstGeom>
          <a:ln w="57150">
            <a:solidFill>
              <a:srgbClr val="FF0000"/>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0517089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5</a:t>
            </a:fld>
            <a:endParaRPr lang="en-US"/>
          </a:p>
        </p:txBody>
      </p:sp>
      <p:pic>
        <p:nvPicPr>
          <p:cNvPr id="3" name="Picture 2"/>
          <p:cNvPicPr>
            <a:picLocks noChangeAspect="1"/>
          </p:cNvPicPr>
          <p:nvPr/>
        </p:nvPicPr>
        <p:blipFill>
          <a:blip r:embed="rId2"/>
          <a:stretch>
            <a:fillRect/>
          </a:stretch>
        </p:blipFill>
        <p:spPr>
          <a:xfrm>
            <a:off x="2433126" y="213864"/>
            <a:ext cx="7325747" cy="6430272"/>
          </a:xfrm>
          <a:prstGeom prst="rect">
            <a:avLst/>
          </a:prstGeom>
        </p:spPr>
      </p:pic>
    </p:spTree>
    <p:extLst>
      <p:ext uri="{BB962C8B-B14F-4D97-AF65-F5344CB8AC3E}">
        <p14:creationId xmlns:p14="http://schemas.microsoft.com/office/powerpoint/2010/main" val="24007680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6</a:t>
            </a:fld>
            <a:endParaRPr lang="en-US"/>
          </a:p>
        </p:txBody>
      </p:sp>
      <p:pic>
        <p:nvPicPr>
          <p:cNvPr id="4" name="Picture 3"/>
          <p:cNvPicPr>
            <a:picLocks noChangeAspect="1"/>
          </p:cNvPicPr>
          <p:nvPr/>
        </p:nvPicPr>
        <p:blipFill>
          <a:blip r:embed="rId2"/>
          <a:stretch>
            <a:fillRect/>
          </a:stretch>
        </p:blipFill>
        <p:spPr>
          <a:xfrm>
            <a:off x="2037783" y="285311"/>
            <a:ext cx="8116433" cy="6287377"/>
          </a:xfrm>
          <a:prstGeom prst="rect">
            <a:avLst/>
          </a:prstGeom>
        </p:spPr>
      </p:pic>
    </p:spTree>
    <p:extLst>
      <p:ext uri="{BB962C8B-B14F-4D97-AF65-F5344CB8AC3E}">
        <p14:creationId xmlns:p14="http://schemas.microsoft.com/office/powerpoint/2010/main" val="12687539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7</a:t>
            </a:fld>
            <a:endParaRPr lang="en-US"/>
          </a:p>
        </p:txBody>
      </p:sp>
      <p:pic>
        <p:nvPicPr>
          <p:cNvPr id="3" name="Picture 2"/>
          <p:cNvPicPr>
            <a:picLocks noChangeAspect="1"/>
          </p:cNvPicPr>
          <p:nvPr/>
        </p:nvPicPr>
        <p:blipFill>
          <a:blip r:embed="rId2"/>
          <a:stretch>
            <a:fillRect/>
          </a:stretch>
        </p:blipFill>
        <p:spPr>
          <a:xfrm>
            <a:off x="1899536" y="441793"/>
            <a:ext cx="8397045" cy="3424642"/>
          </a:xfrm>
          <a:prstGeom prst="rect">
            <a:avLst/>
          </a:prstGeom>
        </p:spPr>
      </p:pic>
      <p:pic>
        <p:nvPicPr>
          <p:cNvPr id="4" name="Picture 3"/>
          <p:cNvPicPr>
            <a:picLocks noChangeAspect="1"/>
          </p:cNvPicPr>
          <p:nvPr/>
        </p:nvPicPr>
        <p:blipFill>
          <a:blip r:embed="rId3"/>
          <a:stretch>
            <a:fillRect/>
          </a:stretch>
        </p:blipFill>
        <p:spPr>
          <a:xfrm>
            <a:off x="1514730" y="4116038"/>
            <a:ext cx="3584371" cy="2401936"/>
          </a:xfrm>
          <a:prstGeom prst="rect">
            <a:avLst/>
          </a:prstGeom>
          <a:ln>
            <a:solidFill>
              <a:srgbClr val="FF0000"/>
            </a:solidFill>
          </a:ln>
        </p:spPr>
      </p:pic>
      <p:pic>
        <p:nvPicPr>
          <p:cNvPr id="5" name="Picture 4"/>
          <p:cNvPicPr>
            <a:picLocks noChangeAspect="1"/>
          </p:cNvPicPr>
          <p:nvPr/>
        </p:nvPicPr>
        <p:blipFill>
          <a:blip r:embed="rId4"/>
          <a:stretch>
            <a:fillRect/>
          </a:stretch>
        </p:blipFill>
        <p:spPr>
          <a:xfrm>
            <a:off x="6790288" y="4116038"/>
            <a:ext cx="3873232" cy="2401936"/>
          </a:xfrm>
          <a:prstGeom prst="rect">
            <a:avLst/>
          </a:prstGeom>
          <a:ln>
            <a:solidFill>
              <a:srgbClr val="FF0000"/>
            </a:solidFill>
          </a:ln>
        </p:spPr>
      </p:pic>
      <p:cxnSp>
        <p:nvCxnSpPr>
          <p:cNvPr id="6" name="Straight Connector 5"/>
          <p:cNvCxnSpPr/>
          <p:nvPr/>
        </p:nvCxnSpPr>
        <p:spPr>
          <a:xfrm>
            <a:off x="605481" y="3954166"/>
            <a:ext cx="10985157" cy="2471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70343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5F36C9FC-DA22-1F47-8722-58727A1D436E}" type="slidenum">
              <a:rPr lang="en-US" b="1" smtClean="0"/>
              <a:pPr/>
              <a:t>8</a:t>
            </a:fld>
            <a:endParaRPr lang="en-US" b="1" dirty="0"/>
          </a:p>
        </p:txBody>
      </p:sp>
      <p:sp>
        <p:nvSpPr>
          <p:cNvPr id="6" name="Text Box 16"/>
          <p:cNvSpPr txBox="1">
            <a:spLocks noChangeArrowheads="1"/>
          </p:cNvSpPr>
          <p:nvPr/>
        </p:nvSpPr>
        <p:spPr bwMode="auto">
          <a:xfrm>
            <a:off x="2351585" y="980728"/>
            <a:ext cx="41100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dirty="0">
                <a:solidFill>
                  <a:schemeClr val="folHlink"/>
                </a:solidFill>
                <a:latin typeface="Times New Roman" panose="02020603050405020304" pitchFamily="18" charset="0"/>
              </a:rPr>
              <a:t>Figure 7.2  </a:t>
            </a:r>
            <a:r>
              <a:rPr lang="en-US" altLang="en-US" sz="2000" i="1" dirty="0">
                <a:latin typeface="Times New Roman" panose="02020603050405020304" pitchFamily="18" charset="0"/>
              </a:rPr>
              <a:t>Data units used in AES</a:t>
            </a:r>
          </a:p>
        </p:txBody>
      </p:sp>
      <p:pic>
        <p:nvPicPr>
          <p:cNvPr id="7" name="Picture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1544" y="1468381"/>
            <a:ext cx="8680250" cy="5310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p:cNvSpPr txBox="1"/>
          <p:nvPr/>
        </p:nvSpPr>
        <p:spPr>
          <a:xfrm>
            <a:off x="6816080" y="6397782"/>
            <a:ext cx="3541932" cy="369332"/>
          </a:xfrm>
          <a:prstGeom prst="rect">
            <a:avLst/>
          </a:prstGeom>
          <a:noFill/>
        </p:spPr>
        <p:txBody>
          <a:bodyPr wrap="none" rtlCol="0">
            <a:spAutoFit/>
          </a:bodyPr>
          <a:lstStyle/>
          <a:p>
            <a:pPr marL="285750" indent="-285750">
              <a:buFont typeface="Wingdings" panose="05000000000000000000" pitchFamily="2" charset="2"/>
              <a:buChar char="à"/>
            </a:pPr>
            <a:r>
              <a:rPr lang="en-US" b="1" dirty="0">
                <a:solidFill>
                  <a:srgbClr val="FF0000"/>
                </a:solidFill>
              </a:rPr>
              <a:t>State: it told intermediate result</a:t>
            </a:r>
          </a:p>
        </p:txBody>
      </p:sp>
      <p:sp>
        <p:nvSpPr>
          <p:cNvPr id="11" name="Title 1"/>
          <p:cNvSpPr>
            <a:spLocks noGrp="1"/>
          </p:cNvSpPr>
          <p:nvPr>
            <p:ph type="title"/>
          </p:nvPr>
        </p:nvSpPr>
        <p:spPr>
          <a:xfrm>
            <a:off x="2026261" y="99120"/>
            <a:ext cx="8641739" cy="1169640"/>
          </a:xfrm>
        </p:spPr>
        <p:txBody>
          <a:bodyPr>
            <a:normAutofit fontScale="90000"/>
          </a:bodyPr>
          <a:lstStyle/>
          <a:p>
            <a:r>
              <a:rPr lang="en-US" altLang="en-US" b="1" i="1" dirty="0">
                <a:latin typeface="Times New Roman" panose="02020603050405020304" pitchFamily="18" charset="0"/>
              </a:rPr>
              <a:t> Data Units.</a:t>
            </a:r>
            <a:br>
              <a:rPr lang="en-US" altLang="en-US" b="1" i="1" dirty="0">
                <a:latin typeface="Times New Roman" panose="02020603050405020304" pitchFamily="18" charset="0"/>
              </a:rPr>
            </a:br>
            <a:endParaRPr lang="en-US" b="1" dirty="0"/>
          </a:p>
        </p:txBody>
      </p:sp>
      <p:sp>
        <p:nvSpPr>
          <p:cNvPr id="12" name="TextBox 11"/>
          <p:cNvSpPr txBox="1"/>
          <p:nvPr/>
        </p:nvSpPr>
        <p:spPr>
          <a:xfrm>
            <a:off x="8400257" y="4941169"/>
            <a:ext cx="2938451" cy="646331"/>
          </a:xfrm>
          <a:prstGeom prst="rect">
            <a:avLst/>
          </a:prstGeom>
          <a:noFill/>
        </p:spPr>
        <p:txBody>
          <a:bodyPr wrap="square" rtlCol="0">
            <a:spAutoFit/>
          </a:bodyPr>
          <a:lstStyle/>
          <a:p>
            <a:pPr marL="285750" indent="-285750">
              <a:buFont typeface="Wingdings" panose="05000000000000000000" pitchFamily="2" charset="2"/>
              <a:buChar char="à"/>
            </a:pPr>
            <a:r>
              <a:rPr lang="en-US" b="1" dirty="0">
                <a:solidFill>
                  <a:srgbClr val="FF0000"/>
                </a:solidFill>
              </a:rPr>
              <a:t>4×4=16 bytes </a:t>
            </a:r>
            <a:r>
              <a:rPr lang="en-US" b="1" dirty="0" err="1">
                <a:solidFill>
                  <a:srgbClr val="FF0000"/>
                </a:solidFill>
              </a:rPr>
              <a:t>i</a:t>
            </a:r>
            <a:r>
              <a:rPr lang="en-US" b="1" dirty="0">
                <a:solidFill>
                  <a:srgbClr val="FF0000"/>
                </a:solidFill>
              </a:rPr>
              <a:t>-e </a:t>
            </a:r>
          </a:p>
          <a:p>
            <a:r>
              <a:rPr lang="en-US" b="1" dirty="0">
                <a:solidFill>
                  <a:srgbClr val="FF0000"/>
                </a:solidFill>
              </a:rPr>
              <a:t>128 bits or 4 words</a:t>
            </a:r>
          </a:p>
        </p:txBody>
      </p:sp>
      <p:cxnSp>
        <p:nvCxnSpPr>
          <p:cNvPr id="13" name="Straight Arrow Connector 12"/>
          <p:cNvCxnSpPr/>
          <p:nvPr/>
        </p:nvCxnSpPr>
        <p:spPr>
          <a:xfrm flipV="1">
            <a:off x="3539112" y="5376592"/>
            <a:ext cx="576064" cy="4305"/>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15" name="TextBox 14"/>
          <p:cNvSpPr txBox="1"/>
          <p:nvPr/>
        </p:nvSpPr>
        <p:spPr>
          <a:xfrm>
            <a:off x="2228746" y="5157192"/>
            <a:ext cx="1923039" cy="1077218"/>
          </a:xfrm>
          <a:prstGeom prst="rect">
            <a:avLst/>
          </a:prstGeom>
          <a:noFill/>
        </p:spPr>
        <p:txBody>
          <a:bodyPr wrap="square" rtlCol="0">
            <a:spAutoFit/>
          </a:bodyPr>
          <a:lstStyle/>
          <a:p>
            <a:r>
              <a:rPr lang="en-US" b="1" dirty="0">
                <a:solidFill>
                  <a:srgbClr val="FF0000"/>
                </a:solidFill>
              </a:rPr>
              <a:t>        1 byte</a:t>
            </a:r>
          </a:p>
          <a:p>
            <a:pPr marL="285750" indent="-285750">
              <a:buFont typeface="Wingdings" panose="05000000000000000000" pitchFamily="2" charset="2"/>
              <a:buChar char="à"/>
            </a:pPr>
            <a:r>
              <a:rPr lang="en-US" sz="1400" b="1" dirty="0">
                <a:solidFill>
                  <a:srgbClr val="FF0000"/>
                </a:solidFill>
              </a:rPr>
              <a:t>S</a:t>
            </a:r>
            <a:r>
              <a:rPr lang="en-US" sz="1400" b="1" baseline="-25000" dirty="0">
                <a:solidFill>
                  <a:srgbClr val="FF0000"/>
                </a:solidFill>
              </a:rPr>
              <a:t>0,0 =</a:t>
            </a:r>
            <a:r>
              <a:rPr lang="en-US" sz="1400" b="1" dirty="0">
                <a:solidFill>
                  <a:srgbClr val="FF0000"/>
                </a:solidFill>
              </a:rPr>
              <a:t>1st byte of 0th word </a:t>
            </a:r>
          </a:p>
          <a:p>
            <a:r>
              <a:rPr lang="en-US" b="1" dirty="0"/>
              <a:t> </a:t>
            </a:r>
          </a:p>
        </p:txBody>
      </p:sp>
      <p:sp>
        <p:nvSpPr>
          <p:cNvPr id="16" name="Oval 15"/>
          <p:cNvSpPr/>
          <p:nvPr/>
        </p:nvSpPr>
        <p:spPr>
          <a:xfrm>
            <a:off x="4079777" y="5229201"/>
            <a:ext cx="523695" cy="1377137"/>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Arrow Connector 16"/>
          <p:cNvCxnSpPr/>
          <p:nvPr/>
        </p:nvCxnSpPr>
        <p:spPr>
          <a:xfrm>
            <a:off x="3539113" y="6397782"/>
            <a:ext cx="667251" cy="0"/>
          </a:xfrm>
          <a:prstGeom prst="straightConnector1">
            <a:avLst/>
          </a:prstGeom>
          <a:ln>
            <a:solidFill>
              <a:srgbClr val="00B050"/>
            </a:solidFill>
            <a:tailEnd type="triangle"/>
          </a:ln>
        </p:spPr>
        <p:style>
          <a:lnRef idx="2">
            <a:schemeClr val="dk1"/>
          </a:lnRef>
          <a:fillRef idx="0">
            <a:schemeClr val="dk1"/>
          </a:fillRef>
          <a:effectRef idx="1">
            <a:schemeClr val="dk1"/>
          </a:effectRef>
          <a:fontRef idx="minor">
            <a:schemeClr val="tx1"/>
          </a:fontRef>
        </p:style>
      </p:cxnSp>
      <p:sp>
        <p:nvSpPr>
          <p:cNvPr id="20" name="TextBox 19"/>
          <p:cNvSpPr txBox="1"/>
          <p:nvPr/>
        </p:nvSpPr>
        <p:spPr>
          <a:xfrm>
            <a:off x="2658477" y="6237005"/>
            <a:ext cx="1508773" cy="369332"/>
          </a:xfrm>
          <a:prstGeom prst="rect">
            <a:avLst/>
          </a:prstGeom>
          <a:noFill/>
        </p:spPr>
        <p:txBody>
          <a:bodyPr wrap="square" rtlCol="0">
            <a:spAutoFit/>
          </a:bodyPr>
          <a:lstStyle/>
          <a:p>
            <a:r>
              <a:rPr lang="en-US" b="1" dirty="0">
                <a:solidFill>
                  <a:srgbClr val="00B050"/>
                </a:solidFill>
              </a:rPr>
              <a:t>1 word</a:t>
            </a:r>
          </a:p>
        </p:txBody>
      </p:sp>
      <p:sp>
        <p:nvSpPr>
          <p:cNvPr id="21" name="Oval 20"/>
          <p:cNvSpPr/>
          <p:nvPr/>
        </p:nvSpPr>
        <p:spPr>
          <a:xfrm>
            <a:off x="4060138" y="5177139"/>
            <a:ext cx="523695" cy="39890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 Rectangle 21"/>
          <p:cNvSpPr/>
          <p:nvPr/>
        </p:nvSpPr>
        <p:spPr>
          <a:xfrm>
            <a:off x="4079776" y="5206254"/>
            <a:ext cx="2591564" cy="1518461"/>
          </a:xfrm>
          <a:prstGeom prst="round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Arrow Connector 23"/>
          <p:cNvCxnSpPr/>
          <p:nvPr/>
        </p:nvCxnSpPr>
        <p:spPr>
          <a:xfrm flipH="1">
            <a:off x="6603004" y="5229201"/>
            <a:ext cx="357092" cy="182505"/>
          </a:xfrm>
          <a:prstGeom prst="straightConnector1">
            <a:avLst/>
          </a:prstGeom>
          <a:ln>
            <a:solidFill>
              <a:srgbClr val="0000FF"/>
            </a:solidFill>
            <a:tailEnd type="triangle"/>
          </a:ln>
        </p:spPr>
        <p:style>
          <a:lnRef idx="2">
            <a:schemeClr val="dk1"/>
          </a:lnRef>
          <a:fillRef idx="0">
            <a:schemeClr val="dk1"/>
          </a:fillRef>
          <a:effectRef idx="1">
            <a:schemeClr val="dk1"/>
          </a:effectRef>
          <a:fontRef idx="minor">
            <a:schemeClr val="tx1"/>
          </a:fontRef>
        </p:style>
      </p:cxnSp>
      <p:sp>
        <p:nvSpPr>
          <p:cNvPr id="27" name="TextBox 26"/>
          <p:cNvSpPr txBox="1"/>
          <p:nvPr/>
        </p:nvSpPr>
        <p:spPr>
          <a:xfrm>
            <a:off x="6726742" y="4940642"/>
            <a:ext cx="1329357" cy="369332"/>
          </a:xfrm>
          <a:prstGeom prst="rect">
            <a:avLst/>
          </a:prstGeom>
          <a:noFill/>
        </p:spPr>
        <p:txBody>
          <a:bodyPr wrap="square" rtlCol="0">
            <a:spAutoFit/>
          </a:bodyPr>
          <a:lstStyle/>
          <a:p>
            <a:r>
              <a:rPr lang="en-US" b="1" dirty="0">
                <a:solidFill>
                  <a:srgbClr val="00B050"/>
                </a:solidFill>
              </a:rPr>
              <a:t> </a:t>
            </a:r>
            <a:r>
              <a:rPr lang="en-US" b="1" dirty="0">
                <a:solidFill>
                  <a:srgbClr val="0000FF"/>
                </a:solidFill>
              </a:rPr>
              <a:t>4 word</a:t>
            </a:r>
          </a:p>
        </p:txBody>
      </p:sp>
      <p:sp>
        <p:nvSpPr>
          <p:cNvPr id="14" name="TextBox 8">
            <a:extLst>
              <a:ext uri="{FF2B5EF4-FFF2-40B4-BE49-F238E27FC236}">
                <a16:creationId xmlns:a16="http://schemas.microsoft.com/office/drawing/2014/main" id="{118892D4-706A-7739-BA94-3D990326FCC3}"/>
              </a:ext>
            </a:extLst>
          </p:cNvPr>
          <p:cNvSpPr txBox="1"/>
          <p:nvPr/>
        </p:nvSpPr>
        <p:spPr>
          <a:xfrm>
            <a:off x="9186049" y="196434"/>
            <a:ext cx="3005951" cy="923330"/>
          </a:xfrm>
          <a:prstGeom prst="rect">
            <a:avLst/>
          </a:prstGeom>
          <a:noFill/>
        </p:spPr>
        <p:txBody>
          <a:bodyPr wrap="none" rtlCol="0">
            <a:spAutoFit/>
          </a:bodyPr>
          <a:lstStyle>
            <a:defPPr>
              <a:defRPr lang="en-AU"/>
            </a:defPPr>
            <a:lvl1pPr algn="l" rtl="0" fontAlgn="base">
              <a:spcBef>
                <a:spcPct val="0"/>
              </a:spcBef>
              <a:spcAft>
                <a:spcPct val="0"/>
              </a:spcAft>
              <a:defRPr kern="1200">
                <a:solidFill>
                  <a:schemeClr val="tx1"/>
                </a:solidFill>
                <a:latin typeface="Arial" pitchFamily="-110" charset="0"/>
                <a:ea typeface="+mn-ea"/>
                <a:cs typeface="+mn-cs"/>
              </a:defRPr>
            </a:lvl1pPr>
            <a:lvl2pPr marL="457200" algn="l" rtl="0" fontAlgn="base">
              <a:spcBef>
                <a:spcPct val="0"/>
              </a:spcBef>
              <a:spcAft>
                <a:spcPct val="0"/>
              </a:spcAft>
              <a:defRPr kern="1200">
                <a:solidFill>
                  <a:schemeClr val="tx1"/>
                </a:solidFill>
                <a:latin typeface="Arial" pitchFamily="-110" charset="0"/>
                <a:ea typeface="+mn-ea"/>
                <a:cs typeface="+mn-cs"/>
              </a:defRPr>
            </a:lvl2pPr>
            <a:lvl3pPr marL="914400" algn="l" rtl="0" fontAlgn="base">
              <a:spcBef>
                <a:spcPct val="0"/>
              </a:spcBef>
              <a:spcAft>
                <a:spcPct val="0"/>
              </a:spcAft>
              <a:defRPr kern="1200">
                <a:solidFill>
                  <a:schemeClr val="tx1"/>
                </a:solidFill>
                <a:latin typeface="Arial" pitchFamily="-110" charset="0"/>
                <a:ea typeface="+mn-ea"/>
                <a:cs typeface="+mn-cs"/>
              </a:defRPr>
            </a:lvl3pPr>
            <a:lvl4pPr marL="1371600" algn="l" rtl="0" fontAlgn="base">
              <a:spcBef>
                <a:spcPct val="0"/>
              </a:spcBef>
              <a:spcAft>
                <a:spcPct val="0"/>
              </a:spcAft>
              <a:defRPr kern="1200">
                <a:solidFill>
                  <a:schemeClr val="tx1"/>
                </a:solidFill>
                <a:latin typeface="Arial" pitchFamily="-110" charset="0"/>
                <a:ea typeface="+mn-ea"/>
                <a:cs typeface="+mn-cs"/>
              </a:defRPr>
            </a:lvl4pPr>
            <a:lvl5pPr marL="1828800" algn="l" rtl="0" fontAlgn="base">
              <a:spcBef>
                <a:spcPct val="0"/>
              </a:spcBef>
              <a:spcAft>
                <a:spcPct val="0"/>
              </a:spcAft>
              <a:defRPr kern="1200">
                <a:solidFill>
                  <a:schemeClr val="tx1"/>
                </a:solidFill>
                <a:latin typeface="Arial" pitchFamily="-110" charset="0"/>
                <a:ea typeface="+mn-ea"/>
                <a:cs typeface="+mn-cs"/>
              </a:defRPr>
            </a:lvl5pPr>
            <a:lvl6pPr marL="2286000" algn="l" defTabSz="457200" rtl="0" eaLnBrk="1" latinLnBrk="0" hangingPunct="1">
              <a:defRPr kern="1200">
                <a:solidFill>
                  <a:schemeClr val="tx1"/>
                </a:solidFill>
                <a:latin typeface="Arial" pitchFamily="-110" charset="0"/>
                <a:ea typeface="+mn-ea"/>
                <a:cs typeface="+mn-cs"/>
              </a:defRPr>
            </a:lvl6pPr>
            <a:lvl7pPr marL="2743200" algn="l" defTabSz="457200" rtl="0" eaLnBrk="1" latinLnBrk="0" hangingPunct="1">
              <a:defRPr kern="1200">
                <a:solidFill>
                  <a:schemeClr val="tx1"/>
                </a:solidFill>
                <a:latin typeface="Arial" pitchFamily="-110" charset="0"/>
                <a:ea typeface="+mn-ea"/>
                <a:cs typeface="+mn-cs"/>
              </a:defRPr>
            </a:lvl7pPr>
            <a:lvl8pPr marL="3200400" algn="l" defTabSz="457200" rtl="0" eaLnBrk="1" latinLnBrk="0" hangingPunct="1">
              <a:defRPr kern="1200">
                <a:solidFill>
                  <a:schemeClr val="tx1"/>
                </a:solidFill>
                <a:latin typeface="Arial" pitchFamily="-110" charset="0"/>
                <a:ea typeface="+mn-ea"/>
                <a:cs typeface="+mn-cs"/>
              </a:defRPr>
            </a:lvl8pPr>
            <a:lvl9pPr marL="3657600" algn="l" defTabSz="457200" rtl="0" eaLnBrk="1" latinLnBrk="0" hangingPunct="1">
              <a:defRPr kern="1200">
                <a:solidFill>
                  <a:schemeClr val="tx1"/>
                </a:solidFill>
                <a:latin typeface="Arial" pitchFamily="-110" charset="0"/>
                <a:ea typeface="+mn-ea"/>
                <a:cs typeface="+mn-cs"/>
              </a:defRPr>
            </a:lvl9pPr>
          </a:lstStyle>
          <a:p>
            <a:pPr marL="285750" indent="-285750">
              <a:buFont typeface="Wingdings" panose="05000000000000000000" pitchFamily="2" charset="2"/>
              <a:buChar char="à"/>
            </a:pPr>
            <a:r>
              <a:rPr lang="en-US" b="1" dirty="0">
                <a:solidFill>
                  <a:srgbClr val="FF0000"/>
                </a:solidFill>
              </a:rPr>
              <a:t>1 byte= group of 8 bit</a:t>
            </a:r>
          </a:p>
          <a:p>
            <a:pPr marL="285750" indent="-285750">
              <a:buFont typeface="Wingdings" panose="05000000000000000000" pitchFamily="2" charset="2"/>
              <a:buChar char="à"/>
            </a:pPr>
            <a:r>
              <a:rPr lang="en-US" b="1" dirty="0">
                <a:solidFill>
                  <a:srgbClr val="FF0000"/>
                </a:solidFill>
              </a:rPr>
              <a:t>1 word=4 bytes=32 bit</a:t>
            </a:r>
          </a:p>
          <a:p>
            <a:pPr marL="285750" indent="-285750">
              <a:buFont typeface="Wingdings" panose="05000000000000000000" pitchFamily="2" charset="2"/>
              <a:buChar char="à"/>
            </a:pPr>
            <a:r>
              <a:rPr lang="en-US" b="1" dirty="0">
                <a:solidFill>
                  <a:srgbClr val="FF0000"/>
                </a:solidFill>
              </a:rPr>
              <a:t>Block size=128 bit data</a:t>
            </a:r>
          </a:p>
        </p:txBody>
      </p:sp>
    </p:spTree>
    <p:extLst>
      <p:ext uri="{BB962C8B-B14F-4D97-AF65-F5344CB8AC3E}">
        <p14:creationId xmlns:p14="http://schemas.microsoft.com/office/powerpoint/2010/main" val="15639975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1200">
                <a:solidFill>
                  <a:schemeClr val="bg2"/>
                </a:solidFill>
              </a:rPr>
              <a:t>7.</a:t>
            </a:r>
            <a:fld id="{421754FC-D64A-4D18-A096-7EF195318587}" type="slidenum">
              <a:rPr lang="en-US" altLang="en-US" sz="1200">
                <a:solidFill>
                  <a:schemeClr val="bg2"/>
                </a:solidFill>
              </a:rPr>
              <a:pPr/>
              <a:t>9</a:t>
            </a:fld>
            <a:endParaRPr lang="en-US" altLang="en-US" sz="1200">
              <a:solidFill>
                <a:schemeClr val="bg2"/>
              </a:solidFill>
            </a:endParaRPr>
          </a:p>
        </p:txBody>
      </p:sp>
      <p:sp>
        <p:nvSpPr>
          <p:cNvPr id="22536" name="Rectangle 7"/>
          <p:cNvSpPr>
            <a:spLocks noChangeArrowheads="1"/>
          </p:cNvSpPr>
          <p:nvPr/>
        </p:nvSpPr>
        <p:spPr bwMode="gray">
          <a:xfrm>
            <a:off x="2235200" y="1"/>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22537" name="Rectangle 8"/>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22538" name="Text Box 9"/>
          <p:cNvSpPr txBox="1">
            <a:spLocks noChangeArrowheads="1"/>
          </p:cNvSpPr>
          <p:nvPr/>
        </p:nvSpPr>
        <p:spPr bwMode="auto">
          <a:xfrm>
            <a:off x="2667000" y="0"/>
            <a:ext cx="27574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i="1">
                <a:latin typeface="Times New Roman" panose="02020603050405020304" pitchFamily="18" charset="0"/>
              </a:rPr>
              <a:t>7.1.4</a:t>
            </a:r>
            <a:r>
              <a:rPr lang="en-US" altLang="en-US" i="1">
                <a:solidFill>
                  <a:schemeClr val="hlink"/>
                </a:solidFill>
                <a:latin typeface="Times New Roman" panose="02020603050405020304" pitchFamily="18" charset="0"/>
              </a:rPr>
              <a:t>  </a:t>
            </a:r>
            <a:r>
              <a:rPr lang="en-US" altLang="en-US" i="1">
                <a:latin typeface="Times New Roman" panose="02020603050405020304" pitchFamily="18" charset="0"/>
              </a:rPr>
              <a:t>Continue</a:t>
            </a:r>
          </a:p>
        </p:txBody>
      </p:sp>
      <p:sp>
        <p:nvSpPr>
          <p:cNvPr id="22539" name="Text Box 10"/>
          <p:cNvSpPr txBox="1">
            <a:spLocks noChangeArrowheads="1"/>
          </p:cNvSpPr>
          <p:nvPr/>
        </p:nvSpPr>
        <p:spPr bwMode="auto">
          <a:xfrm>
            <a:off x="2441575" y="641350"/>
            <a:ext cx="1792288" cy="457200"/>
          </a:xfrm>
          <a:prstGeom prst="rect">
            <a:avLst/>
          </a:prstGeom>
          <a:ln/>
        </p:spPr>
        <p:style>
          <a:lnRef idx="0">
            <a:schemeClr val="accent6"/>
          </a:lnRef>
          <a:fillRef idx="3">
            <a:schemeClr val="accent6"/>
          </a:fillRef>
          <a:effectRef idx="3">
            <a:schemeClr val="accent6"/>
          </a:effectRef>
          <a:fontRef idx="minor">
            <a:schemeClr val="lt1"/>
          </a:fontRef>
        </p:style>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dirty="0">
                <a:solidFill>
                  <a:schemeClr val="bg1"/>
                </a:solidFill>
                <a:latin typeface="Times New Roman" panose="02020603050405020304" pitchFamily="18" charset="0"/>
              </a:rPr>
              <a:t>Example 7.1</a:t>
            </a:r>
            <a:endParaRPr lang="en-US" altLang="en-US" sz="2000" i="1" dirty="0">
              <a:solidFill>
                <a:schemeClr val="bg1"/>
              </a:solidFill>
              <a:latin typeface="Times New Roman" panose="02020603050405020304" pitchFamily="18" charset="0"/>
            </a:endParaRPr>
          </a:p>
        </p:txBody>
      </p:sp>
      <p:sp>
        <p:nvSpPr>
          <p:cNvPr id="22540" name="Text Box 13"/>
          <p:cNvSpPr txBox="1">
            <a:spLocks noChangeArrowheads="1"/>
          </p:cNvSpPr>
          <p:nvPr/>
        </p:nvSpPr>
        <p:spPr bwMode="auto">
          <a:xfrm>
            <a:off x="3816351" y="1344705"/>
            <a:ext cx="4479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dirty="0">
                <a:solidFill>
                  <a:schemeClr val="folHlink"/>
                </a:solidFill>
                <a:latin typeface="Times New Roman" panose="02020603050405020304" pitchFamily="18" charset="0"/>
              </a:rPr>
              <a:t>Figure 7.4  </a:t>
            </a:r>
            <a:r>
              <a:rPr lang="en-US" altLang="en-US" sz="2000" i="1" dirty="0">
                <a:latin typeface="Times New Roman" panose="02020603050405020304" pitchFamily="18" charset="0"/>
              </a:rPr>
              <a:t>Changing plaintext to state</a:t>
            </a:r>
          </a:p>
        </p:txBody>
      </p:sp>
      <p:pic>
        <p:nvPicPr>
          <p:cNvPr id="22541"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16604" y="1995831"/>
            <a:ext cx="8851397" cy="2413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42" name="Text Box 15"/>
          <p:cNvSpPr txBox="1">
            <a:spLocks noChangeArrowheads="1"/>
          </p:cNvSpPr>
          <p:nvPr/>
        </p:nvSpPr>
        <p:spPr bwMode="auto">
          <a:xfrm>
            <a:off x="4203956" y="697164"/>
            <a:ext cx="15478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800" i="1" dirty="0">
                <a:latin typeface="Times New Roman" panose="02020603050405020304" pitchFamily="18" charset="0"/>
              </a:rPr>
              <a:t>Continue</a:t>
            </a:r>
          </a:p>
        </p:txBody>
      </p:sp>
      <p:pic>
        <p:nvPicPr>
          <p:cNvPr id="3" name="Picture 2">
            <a:extLst>
              <a:ext uri="{FF2B5EF4-FFF2-40B4-BE49-F238E27FC236}">
                <a16:creationId xmlns:a16="http://schemas.microsoft.com/office/drawing/2014/main" id="{365E5BF0-5A81-4D47-BE7D-0CBD6217E068}"/>
              </a:ext>
            </a:extLst>
          </p:cNvPr>
          <p:cNvPicPr>
            <a:picLocks noChangeAspect="1"/>
          </p:cNvPicPr>
          <p:nvPr/>
        </p:nvPicPr>
        <p:blipFill>
          <a:blip r:embed="rId4"/>
          <a:stretch>
            <a:fillRect/>
          </a:stretch>
        </p:blipFill>
        <p:spPr>
          <a:xfrm>
            <a:off x="1444557" y="4757870"/>
            <a:ext cx="7959861" cy="2100129"/>
          </a:xfrm>
          <a:prstGeom prst="rect">
            <a:avLst/>
          </a:prstGeom>
        </p:spPr>
      </p:pic>
    </p:spTree>
    <p:extLst>
      <p:ext uri="{BB962C8B-B14F-4D97-AF65-F5344CB8AC3E}">
        <p14:creationId xmlns:p14="http://schemas.microsoft.com/office/powerpoint/2010/main" val="5379653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26261" y="99120"/>
            <a:ext cx="8641739" cy="1169640"/>
          </a:xfrm>
        </p:spPr>
        <p:txBody>
          <a:bodyPr>
            <a:normAutofit fontScale="90000"/>
          </a:bodyPr>
          <a:lstStyle/>
          <a:p>
            <a:r>
              <a:rPr lang="en-US" altLang="en-US" b="1" i="1" dirty="0">
                <a:latin typeface="Times New Roman" panose="02020603050405020304" pitchFamily="18" charset="0"/>
              </a:rPr>
              <a:t>7.1.4  Data Units.</a:t>
            </a:r>
            <a:br>
              <a:rPr lang="en-US" altLang="en-US" b="1" i="1" dirty="0">
                <a:latin typeface="Times New Roman" panose="02020603050405020304" pitchFamily="18" charset="0"/>
              </a:rPr>
            </a:br>
            <a:endParaRPr lang="en-US" b="1" dirty="0"/>
          </a:p>
        </p:txBody>
      </p:sp>
      <p:sp>
        <p:nvSpPr>
          <p:cNvPr id="4" name="Slide Number Placeholder 3"/>
          <p:cNvSpPr>
            <a:spLocks noGrp="1"/>
          </p:cNvSpPr>
          <p:nvPr>
            <p:ph type="sldNum" sz="quarter" idx="12"/>
          </p:nvPr>
        </p:nvSpPr>
        <p:spPr/>
        <p:txBody>
          <a:bodyPr/>
          <a:lstStyle/>
          <a:p>
            <a:fld id="{5F36C9FC-DA22-1F47-8722-58727A1D436E}" type="slidenum">
              <a:rPr lang="en-US" smtClean="0">
                <a:solidFill>
                  <a:prstClr val="white">
                    <a:lumMod val="65000"/>
                    <a:lumOff val="35000"/>
                  </a:prstClr>
                </a:solidFill>
              </a:rPr>
              <a:pPr/>
              <a:t>10</a:t>
            </a:fld>
            <a:endParaRPr lang="en-US" dirty="0">
              <a:solidFill>
                <a:prstClr val="white">
                  <a:lumMod val="65000"/>
                  <a:lumOff val="35000"/>
                </a:prstClr>
              </a:solidFill>
            </a:endParaRPr>
          </a:p>
        </p:txBody>
      </p:sp>
      <p:sp>
        <p:nvSpPr>
          <p:cNvPr id="5" name="Text Box 13"/>
          <p:cNvSpPr txBox="1">
            <a:spLocks noChangeArrowheads="1"/>
          </p:cNvSpPr>
          <p:nvPr/>
        </p:nvSpPr>
        <p:spPr bwMode="auto">
          <a:xfrm>
            <a:off x="2273914" y="1040160"/>
            <a:ext cx="6673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dirty="0">
                <a:solidFill>
                  <a:schemeClr val="folHlink"/>
                </a:solidFill>
                <a:latin typeface="Times New Roman" panose="02020603050405020304" pitchFamily="18" charset="0"/>
              </a:rPr>
              <a:t>Figure 7.3  </a:t>
            </a:r>
            <a:r>
              <a:rPr lang="en-US" altLang="en-US" sz="2000" i="1" dirty="0">
                <a:latin typeface="Times New Roman" panose="02020603050405020304" pitchFamily="18" charset="0"/>
              </a:rPr>
              <a:t>Block-to-state and state-to-block transformation</a:t>
            </a:r>
          </a:p>
        </p:txBody>
      </p:sp>
      <p:pic>
        <p:nvPicPr>
          <p:cNvPr id="6" name="Picture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6260" y="1577571"/>
            <a:ext cx="8100102" cy="4041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703414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4752" y="260649"/>
            <a:ext cx="7647756" cy="726976"/>
          </a:xfrm>
        </p:spPr>
        <p:txBody>
          <a:bodyPr>
            <a:normAutofit fontScale="90000"/>
          </a:bodyPr>
          <a:lstStyle/>
          <a:p>
            <a:r>
              <a:rPr lang="en-US" dirty="0">
                <a:effectLst>
                  <a:outerShdw blurRad="38100" dist="38100" dir="2700000" algn="tl">
                    <a:srgbClr val="C0C0C0"/>
                  </a:outerShdw>
                </a:effectLst>
                <a:latin typeface="Times" pitchFamily="18" charset="0"/>
              </a:rPr>
              <a:t>AES - steps</a:t>
            </a:r>
            <a:br>
              <a:rPr lang="en-US" dirty="0">
                <a:effectLst>
                  <a:outerShdw blurRad="38100" dist="38100" dir="2700000" algn="tl">
                    <a:srgbClr val="C0C0C0"/>
                  </a:outerShdw>
                </a:effectLst>
                <a:latin typeface="Times" pitchFamily="18" charset="0"/>
              </a:rPr>
            </a:br>
            <a:endParaRPr lang="en-US" dirty="0"/>
          </a:p>
        </p:txBody>
      </p:sp>
      <p:sp>
        <p:nvSpPr>
          <p:cNvPr id="3" name="Content Placeholder 2"/>
          <p:cNvSpPr>
            <a:spLocks noGrp="1"/>
          </p:cNvSpPr>
          <p:nvPr>
            <p:ph idx="1"/>
          </p:nvPr>
        </p:nvSpPr>
        <p:spPr>
          <a:xfrm>
            <a:off x="824752" y="987624"/>
            <a:ext cx="11062448" cy="5538681"/>
          </a:xfrm>
        </p:spPr>
        <p:txBody>
          <a:bodyPr>
            <a:normAutofit fontScale="92500" lnSpcReduction="20000"/>
          </a:bodyPr>
          <a:lstStyle/>
          <a:p>
            <a:r>
              <a:rPr lang="en-US" sz="2000" b="1" dirty="0">
                <a:latin typeface="Times New Roman" panose="02020603050405020304" pitchFamily="18" charset="0"/>
                <a:cs typeface="Times New Roman" pitchFamily="18" charset="0"/>
              </a:rPr>
              <a:t>KeyExpansion </a:t>
            </a:r>
            <a:r>
              <a:rPr lang="en-US" sz="2000" dirty="0">
                <a:latin typeface="Times New Roman" panose="02020603050405020304" pitchFamily="18" charset="0"/>
                <a:cs typeface="Times New Roman" pitchFamily="18" charset="0"/>
              </a:rPr>
              <a:t>— round keys are derived from the cipher key using Rijndael's key schedule.</a:t>
            </a:r>
          </a:p>
          <a:p>
            <a:r>
              <a:rPr lang="en-US" sz="2000" b="1" dirty="0">
                <a:latin typeface="Times New Roman" panose="02020603050405020304" pitchFamily="18" charset="0"/>
                <a:cs typeface="Times New Roman" pitchFamily="18" charset="0"/>
              </a:rPr>
              <a:t>Initial Round</a:t>
            </a:r>
          </a:p>
          <a:p>
            <a:pPr lvl="1"/>
            <a:r>
              <a:rPr lang="en-US" sz="1600" b="1" dirty="0">
                <a:latin typeface="Times New Roman" panose="02020603050405020304" pitchFamily="18" charset="0"/>
                <a:cs typeface="Times New Roman" pitchFamily="18" charset="0"/>
              </a:rPr>
              <a:t>AddRoundKey</a:t>
            </a:r>
            <a:r>
              <a:rPr lang="en-US" sz="1600" dirty="0">
                <a:latin typeface="Times New Roman" panose="02020603050405020304" pitchFamily="18" charset="0"/>
                <a:cs typeface="Times New Roman" pitchFamily="18" charset="0"/>
              </a:rPr>
              <a:t>—each byte of the state is combined with the round key using bitwise </a:t>
            </a:r>
            <a:r>
              <a:rPr lang="en-US" sz="1600" dirty="0" err="1">
                <a:latin typeface="Times New Roman" panose="02020603050405020304" pitchFamily="18" charset="0"/>
                <a:cs typeface="Times New Roman" pitchFamily="18" charset="0"/>
              </a:rPr>
              <a:t>xor</a:t>
            </a:r>
            <a:r>
              <a:rPr lang="en-US" sz="1600" dirty="0">
                <a:latin typeface="Times New Roman" panose="02020603050405020304" pitchFamily="18" charset="0"/>
                <a:cs typeface="Times New Roman" pitchFamily="18" charset="0"/>
              </a:rPr>
              <a:t>.</a:t>
            </a:r>
          </a:p>
          <a:p>
            <a:r>
              <a:rPr lang="en-US" sz="2000" b="1" dirty="0">
                <a:latin typeface="Times New Roman" panose="02020603050405020304" pitchFamily="18" charset="0"/>
                <a:cs typeface="Times New Roman" panose="02020603050405020304" pitchFamily="18" charset="0"/>
              </a:rPr>
              <a:t>Round</a:t>
            </a:r>
          </a:p>
          <a:p>
            <a:pPr lvl="1"/>
            <a:r>
              <a:rPr lang="en-US" sz="2000" dirty="0">
                <a:latin typeface="Times New Roman" panose="02020603050405020304" pitchFamily="18" charset="0"/>
                <a:cs typeface="Times New Roman" panose="02020603050405020304" pitchFamily="18" charset="0"/>
              </a:rPr>
              <a:t>Four different stages are used, one </a:t>
            </a:r>
            <a:r>
              <a:rPr lang="en-US" sz="2000" b="1" i="1" dirty="0">
                <a:latin typeface="Times New Roman" panose="02020603050405020304" pitchFamily="18" charset="0"/>
                <a:cs typeface="Times New Roman" panose="02020603050405020304" pitchFamily="18" charset="0"/>
              </a:rPr>
              <a:t>of permutation </a:t>
            </a:r>
            <a:r>
              <a:rPr lang="en-US" sz="2000" dirty="0">
                <a:latin typeface="Times New Roman" panose="02020603050405020304" pitchFamily="18" charset="0"/>
                <a:cs typeface="Times New Roman" panose="02020603050405020304" pitchFamily="18" charset="0"/>
              </a:rPr>
              <a:t>and</a:t>
            </a:r>
            <a:r>
              <a:rPr lang="en-US" sz="2000" b="1" i="1" dirty="0">
                <a:latin typeface="Times New Roman" panose="02020603050405020304" pitchFamily="18" charset="0"/>
                <a:cs typeface="Times New Roman" panose="02020603050405020304" pitchFamily="18" charset="0"/>
              </a:rPr>
              <a:t> three of substitution:</a:t>
            </a:r>
          </a:p>
          <a:p>
            <a:pPr lvl="2"/>
            <a:r>
              <a:rPr lang="en-US" sz="1600" b="1" dirty="0">
                <a:latin typeface="Times New Roman" panose="02020603050405020304" pitchFamily="18" charset="0"/>
                <a:cs typeface="Times New Roman" panose="02020603050405020304" pitchFamily="18" charset="0"/>
              </a:rPr>
              <a:t>Substitute Bytes: </a:t>
            </a:r>
            <a:r>
              <a:rPr lang="en-US" sz="1600" dirty="0">
                <a:latin typeface="Times New Roman" panose="02020603050405020304" pitchFamily="18" charset="0"/>
                <a:cs typeface="Times New Roman" panose="02020603050405020304" pitchFamily="18" charset="0"/>
              </a:rPr>
              <a:t>Uses a table, referred to as an S-box,3 to perform a byte-by-byte substitution of the block</a:t>
            </a:r>
          </a:p>
          <a:p>
            <a:pPr lvl="2"/>
            <a:r>
              <a:rPr lang="en-US" sz="1600" b="1" dirty="0">
                <a:latin typeface="Times New Roman" panose="02020603050405020304" pitchFamily="18" charset="0"/>
                <a:cs typeface="Times New Roman" panose="02020603050405020304" pitchFamily="18" charset="0"/>
              </a:rPr>
              <a:t>Shift Rows: </a:t>
            </a:r>
            <a:r>
              <a:rPr lang="en-US" sz="1600" dirty="0">
                <a:latin typeface="Times New Roman" panose="02020603050405020304" pitchFamily="18" charset="0"/>
                <a:cs typeface="Times New Roman" panose="02020603050405020304" pitchFamily="18" charset="0"/>
              </a:rPr>
              <a:t>A simple permutation that is performed row by row</a:t>
            </a:r>
          </a:p>
          <a:p>
            <a:pPr lvl="2"/>
            <a:r>
              <a:rPr lang="en-US" sz="1600" b="1" dirty="0">
                <a:latin typeface="Times New Roman" panose="02020603050405020304" pitchFamily="18" charset="0"/>
                <a:cs typeface="Times New Roman" panose="02020603050405020304" pitchFamily="18" charset="0"/>
              </a:rPr>
              <a:t>Mix Columns: </a:t>
            </a:r>
            <a:r>
              <a:rPr lang="en-US" sz="1600" dirty="0">
                <a:latin typeface="Times New Roman" panose="02020603050405020304" pitchFamily="18" charset="0"/>
                <a:cs typeface="Times New Roman" panose="02020603050405020304" pitchFamily="18" charset="0"/>
              </a:rPr>
              <a:t>A substitution that alters each byte in a column as a function of all of the bytes in the column</a:t>
            </a:r>
          </a:p>
          <a:p>
            <a:pPr lvl="2"/>
            <a:r>
              <a:rPr lang="en-US" sz="1600" b="1" dirty="0">
                <a:latin typeface="Times New Roman" panose="02020603050405020304" pitchFamily="18" charset="0"/>
                <a:cs typeface="Times New Roman" panose="02020603050405020304" pitchFamily="18" charset="0"/>
              </a:rPr>
              <a:t>Add Round key: </a:t>
            </a:r>
            <a:r>
              <a:rPr lang="en-US" sz="1600" dirty="0">
                <a:latin typeface="Times New Roman" panose="02020603050405020304" pitchFamily="18" charset="0"/>
                <a:cs typeface="Times New Roman" panose="02020603050405020304" pitchFamily="18" charset="0"/>
              </a:rPr>
              <a:t>A simple bitwise XOR of the current block with a portion of the expanded key</a:t>
            </a:r>
          </a:p>
          <a:p>
            <a:r>
              <a:rPr lang="en-US" sz="2000" b="1" dirty="0">
                <a:latin typeface="Times New Roman" panose="02020603050405020304" pitchFamily="18" charset="0"/>
                <a:cs typeface="Times New Roman" pitchFamily="18" charset="0"/>
              </a:rPr>
              <a:t>Final Round (no Mix-Columns)</a:t>
            </a:r>
          </a:p>
          <a:p>
            <a:pPr lvl="1"/>
            <a:r>
              <a:rPr lang="en-US" sz="2000" b="1" dirty="0">
                <a:latin typeface="Times New Roman" panose="02020603050405020304" pitchFamily="18" charset="0"/>
                <a:cs typeface="Times New Roman" pitchFamily="18" charset="0"/>
              </a:rPr>
              <a:t>SubBytes</a:t>
            </a:r>
          </a:p>
          <a:p>
            <a:pPr lvl="1"/>
            <a:r>
              <a:rPr lang="en-US" sz="2000" b="1" dirty="0" err="1">
                <a:latin typeface="Times New Roman" panose="02020603050405020304" pitchFamily="18" charset="0"/>
                <a:cs typeface="Times New Roman" pitchFamily="18" charset="0"/>
              </a:rPr>
              <a:t>ShiftRows</a:t>
            </a:r>
            <a:endParaRPr lang="en-US" sz="2000" b="1" dirty="0">
              <a:latin typeface="Times New Roman" panose="02020603050405020304" pitchFamily="18" charset="0"/>
              <a:cs typeface="Times New Roman" pitchFamily="18" charset="0"/>
            </a:endParaRPr>
          </a:p>
          <a:p>
            <a:pPr lvl="1"/>
            <a:r>
              <a:rPr lang="en-US" sz="2000" b="1" dirty="0">
                <a:latin typeface="Times New Roman" panose="02020603050405020304" pitchFamily="18" charset="0"/>
                <a:cs typeface="Times New Roman" pitchFamily="18" charset="0"/>
              </a:rPr>
              <a:t>AddRoundKey</a:t>
            </a:r>
          </a:p>
          <a:p>
            <a:endParaRPr lang="en-US" sz="2000" b="1" dirty="0">
              <a:latin typeface="Times New Roman" panose="02020603050405020304" pitchFamily="18" charset="0"/>
              <a:cs typeface="Times New Roman" pitchFamily="18" charset="0"/>
            </a:endParaRPr>
          </a:p>
          <a:p>
            <a:r>
              <a:rPr lang="en-US" sz="20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TRANSFORMATIONS</a:t>
            </a:r>
            <a:endParaRPr lang="en-US" sz="2000" b="1" dirty="0">
              <a:latin typeface="Times New Roman" panose="02020603050405020304" pitchFamily="18" charset="0"/>
              <a:cs typeface="Times New Roman" pitchFamily="18" charset="0"/>
            </a:endParaRPr>
          </a:p>
          <a:p>
            <a:pPr marL="457200" lvl="1" indent="0">
              <a:buNone/>
            </a:pPr>
            <a:r>
              <a:rPr lang="en-US" sz="2200" dirty="0">
                <a:latin typeface="Times New Roman" panose="02020603050405020304" pitchFamily="18" charset="0"/>
                <a:cs typeface="Times New Roman" panose="02020603050405020304" pitchFamily="18" charset="0"/>
              </a:rPr>
              <a:t>Four different stages are used, one </a:t>
            </a:r>
            <a:r>
              <a:rPr lang="en-US" sz="2200" b="1" dirty="0">
                <a:latin typeface="Times New Roman" panose="02020603050405020304" pitchFamily="18" charset="0"/>
                <a:cs typeface="Times New Roman" panose="02020603050405020304" pitchFamily="18" charset="0"/>
              </a:rPr>
              <a:t>of permutation </a:t>
            </a:r>
            <a:r>
              <a:rPr lang="en-US" sz="2200" dirty="0">
                <a:latin typeface="Times New Roman" panose="02020603050405020304" pitchFamily="18" charset="0"/>
                <a:cs typeface="Times New Roman" panose="02020603050405020304" pitchFamily="18" charset="0"/>
              </a:rPr>
              <a:t>and</a:t>
            </a:r>
            <a:r>
              <a:rPr lang="en-US" sz="2200" b="1" dirty="0">
                <a:latin typeface="Times New Roman" panose="02020603050405020304" pitchFamily="18" charset="0"/>
                <a:cs typeface="Times New Roman" panose="02020603050405020304" pitchFamily="18" charset="0"/>
              </a:rPr>
              <a:t> three of substitution:</a:t>
            </a:r>
          </a:p>
          <a:p>
            <a:pPr lvl="2"/>
            <a:r>
              <a:rPr lang="en-US" sz="1600" b="1" dirty="0">
                <a:latin typeface="Times New Roman" panose="02020603050405020304" pitchFamily="18" charset="0"/>
                <a:cs typeface="Times New Roman" panose="02020603050405020304" pitchFamily="18" charset="0"/>
              </a:rPr>
              <a:t>Substitute Bytes: </a:t>
            </a:r>
            <a:r>
              <a:rPr lang="en-US" sz="1600" dirty="0">
                <a:latin typeface="Times New Roman" panose="02020603050405020304" pitchFamily="18" charset="0"/>
                <a:cs typeface="Times New Roman" panose="02020603050405020304" pitchFamily="18" charset="0"/>
              </a:rPr>
              <a:t>Uses a table, referred to as an S-box,3 to perform a </a:t>
            </a:r>
            <a:r>
              <a:rPr lang="en-US" sz="1600" dirty="0" err="1">
                <a:latin typeface="Times New Roman" panose="02020603050405020304" pitchFamily="18" charset="0"/>
                <a:cs typeface="Times New Roman" panose="02020603050405020304" pitchFamily="18" charset="0"/>
              </a:rPr>
              <a:t>byteby</a:t>
            </a:r>
            <a:r>
              <a:rPr lang="en-US" sz="1600" dirty="0">
                <a:latin typeface="Times New Roman" panose="02020603050405020304" pitchFamily="18" charset="0"/>
                <a:cs typeface="Times New Roman" panose="02020603050405020304" pitchFamily="18" charset="0"/>
              </a:rPr>
              <a:t>-byte substitution of the block</a:t>
            </a:r>
          </a:p>
          <a:p>
            <a:pPr lvl="2"/>
            <a:r>
              <a:rPr lang="en-US" sz="1600" b="1" dirty="0">
                <a:latin typeface="Times New Roman" panose="02020603050405020304" pitchFamily="18" charset="0"/>
                <a:cs typeface="Times New Roman" panose="02020603050405020304" pitchFamily="18" charset="0"/>
              </a:rPr>
              <a:t>Shift Rows: </a:t>
            </a:r>
            <a:r>
              <a:rPr lang="en-US" sz="1600" dirty="0">
                <a:latin typeface="Times New Roman" panose="02020603050405020304" pitchFamily="18" charset="0"/>
                <a:cs typeface="Times New Roman" panose="02020603050405020304" pitchFamily="18" charset="0"/>
              </a:rPr>
              <a:t>A simple permutation that is performed row by row</a:t>
            </a:r>
          </a:p>
          <a:p>
            <a:pPr lvl="2"/>
            <a:r>
              <a:rPr lang="en-US" sz="1600" b="1" dirty="0">
                <a:latin typeface="Times New Roman" panose="02020603050405020304" pitchFamily="18" charset="0"/>
                <a:cs typeface="Times New Roman" panose="02020603050405020304" pitchFamily="18" charset="0"/>
              </a:rPr>
              <a:t>Mix Columns: </a:t>
            </a:r>
            <a:r>
              <a:rPr lang="en-US" sz="1600" dirty="0">
                <a:latin typeface="Times New Roman" panose="02020603050405020304" pitchFamily="18" charset="0"/>
                <a:cs typeface="Times New Roman" panose="02020603050405020304" pitchFamily="18" charset="0"/>
              </a:rPr>
              <a:t>A substitution that alters each byte in a column as a function of all of the bytes in the column</a:t>
            </a:r>
          </a:p>
          <a:p>
            <a:pPr lvl="2"/>
            <a:r>
              <a:rPr lang="en-US" sz="1600" b="1" dirty="0">
                <a:latin typeface="Times New Roman" panose="02020603050405020304" pitchFamily="18" charset="0"/>
                <a:cs typeface="Times New Roman" panose="02020603050405020304" pitchFamily="18" charset="0"/>
              </a:rPr>
              <a:t>Add </a:t>
            </a:r>
            <a:r>
              <a:rPr lang="en-US" sz="1600" b="1" dirty="0">
                <a:solidFill>
                  <a:schemeClr val="bg1"/>
                </a:solidFill>
                <a:latin typeface="Times New Roman" panose="02020603050405020304" pitchFamily="18" charset="0"/>
                <a:cs typeface="Times New Roman" panose="02020603050405020304" pitchFamily="18" charset="0"/>
              </a:rPr>
              <a:t>Round key: </a:t>
            </a:r>
            <a:r>
              <a:rPr lang="en-US" sz="1600" dirty="0">
                <a:solidFill>
                  <a:schemeClr val="bg1"/>
                </a:solidFill>
                <a:latin typeface="Times New Roman" panose="02020603050405020304" pitchFamily="18" charset="0"/>
                <a:cs typeface="Times New Roman" panose="02020603050405020304" pitchFamily="18" charset="0"/>
              </a:rPr>
              <a:t>A simple bitwise XOR of the current block with a portion of the expanded key</a:t>
            </a:r>
          </a:p>
          <a:p>
            <a:pPr marL="987552" lvl="2" indent="0">
              <a:buNone/>
            </a:pPr>
            <a:endParaRPr lang="en-US" dirty="0"/>
          </a:p>
        </p:txBody>
      </p:sp>
      <p:sp>
        <p:nvSpPr>
          <p:cNvPr id="4" name="Slide Number Placeholder 3"/>
          <p:cNvSpPr>
            <a:spLocks noGrp="1"/>
          </p:cNvSpPr>
          <p:nvPr>
            <p:ph type="sldNum" sz="quarter" idx="12"/>
          </p:nvPr>
        </p:nvSpPr>
        <p:spPr/>
        <p:txBody>
          <a:bodyPr/>
          <a:lstStyle/>
          <a:p>
            <a:fld id="{5F36C9FC-DA22-1F47-8722-58727A1D436E}" type="slidenum">
              <a:rPr lang="en-US" smtClean="0">
                <a:solidFill>
                  <a:prstClr val="white">
                    <a:lumMod val="65000"/>
                    <a:lumOff val="35000"/>
                  </a:prstClr>
                </a:solidFill>
              </a:rPr>
              <a:pPr/>
              <a:t>11</a:t>
            </a:fld>
            <a:endParaRPr lang="en-US" dirty="0">
              <a:solidFill>
                <a:prstClr val="white">
                  <a:lumMod val="65000"/>
                  <a:lumOff val="35000"/>
                </a:prstClr>
              </a:solidFill>
            </a:endParaRPr>
          </a:p>
        </p:txBody>
      </p:sp>
    </p:spTree>
    <p:extLst>
      <p:ext uri="{BB962C8B-B14F-4D97-AF65-F5344CB8AC3E}">
        <p14:creationId xmlns:p14="http://schemas.microsoft.com/office/powerpoint/2010/main" val="27325980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1200">
                <a:solidFill>
                  <a:schemeClr val="bg2"/>
                </a:solidFill>
              </a:rPr>
              <a:t>7.</a:t>
            </a:r>
            <a:fld id="{48048398-A961-4392-A960-D67EAAD7B424}" type="slidenum">
              <a:rPr lang="en-US" altLang="en-US" sz="1200">
                <a:solidFill>
                  <a:schemeClr val="bg2"/>
                </a:solidFill>
              </a:rPr>
              <a:pPr/>
              <a:t>12</a:t>
            </a:fld>
            <a:endParaRPr lang="en-US" altLang="en-US" sz="1200">
              <a:solidFill>
                <a:schemeClr val="bg2"/>
              </a:solidFill>
            </a:endParaRPr>
          </a:p>
        </p:txBody>
      </p:sp>
      <p:sp>
        <p:nvSpPr>
          <p:cNvPr id="28682" name="Text Box 9"/>
          <p:cNvSpPr txBox="1">
            <a:spLocks noChangeArrowheads="1"/>
          </p:cNvSpPr>
          <p:nvPr/>
        </p:nvSpPr>
        <p:spPr bwMode="auto">
          <a:xfrm>
            <a:off x="2667001" y="1"/>
            <a:ext cx="335059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dirty="0">
                <a:solidFill>
                  <a:schemeClr val="bg1"/>
                </a:solidFill>
                <a:latin typeface="Times New Roman" panose="02020603050405020304" pitchFamily="18" charset="0"/>
              </a:rPr>
              <a:t>7.2.1  Substitution</a:t>
            </a:r>
          </a:p>
        </p:txBody>
      </p:sp>
      <p:sp>
        <p:nvSpPr>
          <p:cNvPr id="1015818" name="Rectangle 10"/>
          <p:cNvSpPr>
            <a:spLocks noChangeArrowheads="1"/>
          </p:cNvSpPr>
          <p:nvPr/>
        </p:nvSpPr>
        <p:spPr bwMode="auto">
          <a:xfrm>
            <a:off x="838200" y="537517"/>
            <a:ext cx="8610600" cy="954107"/>
          </a:xfrm>
          <a:prstGeom prst="rect">
            <a:avLst/>
          </a:prstGeom>
          <a:noFill/>
          <a:ln w="9525">
            <a:noFill/>
            <a:miter lim="800000"/>
            <a:headEnd/>
            <a:tailEnd/>
          </a:ln>
          <a:effectLst/>
        </p:spPr>
        <p:txBody>
          <a:bodyPr wrap="square" anchor="ctr">
            <a:spAutoFit/>
          </a:bodyPr>
          <a:lstStyle/>
          <a:p>
            <a:pPr algn="just" eaLnBrk="1" hangingPunct="1">
              <a:defRPr/>
            </a:pPr>
            <a:r>
              <a:rPr lang="en-US" sz="2800" i="1" dirty="0">
                <a:effectLst>
                  <a:outerShdw blurRad="38100" dist="38100" dir="2700000" algn="tl">
                    <a:srgbClr val="C0C0C0"/>
                  </a:outerShdw>
                </a:effectLst>
                <a:latin typeface="Times New Roman" pitchFamily="18" charset="0"/>
              </a:rPr>
              <a:t>AES, like DES, uses substitution. AES uses two invertible transformations.</a:t>
            </a:r>
          </a:p>
        </p:txBody>
      </p:sp>
      <p:sp>
        <p:nvSpPr>
          <p:cNvPr id="28684" name="Rectangle 11"/>
          <p:cNvSpPr>
            <a:spLocks noChangeArrowheads="1"/>
          </p:cNvSpPr>
          <p:nvPr/>
        </p:nvSpPr>
        <p:spPr bwMode="auto">
          <a:xfrm>
            <a:off x="838200" y="1628775"/>
            <a:ext cx="9829800" cy="18002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en-US" altLang="en-US" sz="2800" i="1" dirty="0">
                <a:solidFill>
                  <a:schemeClr val="folHlink"/>
                </a:solidFill>
                <a:latin typeface="Times New Roman" panose="02020603050405020304" pitchFamily="18" charset="0"/>
              </a:rPr>
              <a:t>SubBytes</a:t>
            </a:r>
          </a:p>
          <a:p>
            <a:pPr algn="just"/>
            <a:r>
              <a:rPr lang="en-US" altLang="en-US" sz="2800" i="1" dirty="0">
                <a:latin typeface="Times New Roman" panose="02020603050405020304" pitchFamily="18" charset="0"/>
              </a:rPr>
              <a:t>The first transformation, SubBytes, is used at the encryption site. To substitute a byte, we interpret the byte as two hexadecimal digits.</a:t>
            </a:r>
          </a:p>
        </p:txBody>
      </p:sp>
      <p:sp>
        <p:nvSpPr>
          <p:cNvPr id="28685" name="Line 12"/>
          <p:cNvSpPr>
            <a:spLocks noChangeShapeType="1"/>
          </p:cNvSpPr>
          <p:nvPr/>
        </p:nvSpPr>
        <p:spPr bwMode="auto">
          <a:xfrm>
            <a:off x="1066800" y="4995303"/>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6" name="Line 13"/>
          <p:cNvSpPr>
            <a:spLocks noChangeShapeType="1"/>
          </p:cNvSpPr>
          <p:nvPr/>
        </p:nvSpPr>
        <p:spPr bwMode="auto">
          <a:xfrm>
            <a:off x="1068388" y="6062103"/>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7" name="Rectangle 14"/>
          <p:cNvSpPr>
            <a:spLocks noChangeArrowheads="1"/>
          </p:cNvSpPr>
          <p:nvPr/>
        </p:nvSpPr>
        <p:spPr bwMode="auto">
          <a:xfrm>
            <a:off x="1104900" y="5087378"/>
            <a:ext cx="8077200" cy="946150"/>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en-US" altLang="en-US" sz="2800" dirty="0"/>
              <a:t>The SubBytes operation involves 16 independent byte-to-byte transformations.</a:t>
            </a:r>
          </a:p>
        </p:txBody>
      </p:sp>
      <p:grpSp>
        <p:nvGrpSpPr>
          <p:cNvPr id="28688" name="Group 15"/>
          <p:cNvGrpSpPr>
            <a:grpSpLocks/>
          </p:cNvGrpSpPr>
          <p:nvPr/>
        </p:nvGrpSpPr>
        <p:grpSpPr bwMode="auto">
          <a:xfrm>
            <a:off x="1066800" y="4352365"/>
            <a:ext cx="1143000" cy="566738"/>
            <a:chOff x="1200" y="1248"/>
            <a:chExt cx="720" cy="357"/>
          </a:xfrm>
        </p:grpSpPr>
        <p:pic>
          <p:nvPicPr>
            <p:cNvPr id="28689" name="Picture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90" name="Text Box 17"/>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800" i="1" dirty="0">
                  <a:solidFill>
                    <a:schemeClr val="hlink"/>
                  </a:solidFill>
                  <a:latin typeface="Times New Roman" panose="02020603050405020304" pitchFamily="18" charset="0"/>
                </a:rPr>
                <a:t>Note</a:t>
              </a:r>
            </a:p>
          </p:txBody>
        </p:sp>
      </p:grpSp>
    </p:spTree>
    <p:extLst>
      <p:ext uri="{BB962C8B-B14F-4D97-AF65-F5344CB8AC3E}">
        <p14:creationId xmlns:p14="http://schemas.microsoft.com/office/powerpoint/2010/main" val="20656583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13</a:t>
            </a:fld>
            <a:endParaRPr lang="en-US"/>
          </a:p>
        </p:txBody>
      </p:sp>
      <p:pic>
        <p:nvPicPr>
          <p:cNvPr id="5" name="Picture 4"/>
          <p:cNvPicPr>
            <a:picLocks noChangeAspect="1"/>
          </p:cNvPicPr>
          <p:nvPr/>
        </p:nvPicPr>
        <p:blipFill>
          <a:blip r:embed="rId2"/>
          <a:stretch>
            <a:fillRect/>
          </a:stretch>
        </p:blipFill>
        <p:spPr>
          <a:xfrm>
            <a:off x="360708" y="544753"/>
            <a:ext cx="5751215" cy="3755397"/>
          </a:xfrm>
          <a:prstGeom prst="rect">
            <a:avLst/>
          </a:prstGeom>
        </p:spPr>
      </p:pic>
      <p:grpSp>
        <p:nvGrpSpPr>
          <p:cNvPr id="9" name="Group 8"/>
          <p:cNvGrpSpPr/>
          <p:nvPr/>
        </p:nvGrpSpPr>
        <p:grpSpPr>
          <a:xfrm>
            <a:off x="360708" y="4567810"/>
            <a:ext cx="6225748" cy="1908897"/>
            <a:chOff x="2232148" y="4460789"/>
            <a:chExt cx="6225748" cy="1908897"/>
          </a:xfrm>
        </p:grpSpPr>
        <p:pic>
          <p:nvPicPr>
            <p:cNvPr id="4" name="Picture 3"/>
            <p:cNvPicPr>
              <a:picLocks noChangeAspect="1"/>
            </p:cNvPicPr>
            <p:nvPr/>
          </p:nvPicPr>
          <p:blipFill>
            <a:blip r:embed="rId3"/>
            <a:stretch>
              <a:fillRect/>
            </a:stretch>
          </p:blipFill>
          <p:spPr>
            <a:xfrm>
              <a:off x="2384852" y="4574002"/>
              <a:ext cx="6073044" cy="1795684"/>
            </a:xfrm>
            <a:prstGeom prst="rect">
              <a:avLst/>
            </a:prstGeom>
          </p:spPr>
        </p:pic>
        <p:sp>
          <p:nvSpPr>
            <p:cNvPr id="6" name="Rectangle 5"/>
            <p:cNvSpPr/>
            <p:nvPr/>
          </p:nvSpPr>
          <p:spPr>
            <a:xfrm>
              <a:off x="2232148" y="4460789"/>
              <a:ext cx="3095438" cy="4077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p:cNvGrpSpPr/>
          <p:nvPr/>
        </p:nvGrpSpPr>
        <p:grpSpPr>
          <a:xfrm>
            <a:off x="6200560" y="489906"/>
            <a:ext cx="5263536" cy="4004263"/>
            <a:chOff x="6200560" y="489906"/>
            <a:chExt cx="5263536" cy="4004263"/>
          </a:xfrm>
        </p:grpSpPr>
        <p:pic>
          <p:nvPicPr>
            <p:cNvPr id="7" name="Picture 6"/>
            <p:cNvPicPr>
              <a:picLocks noChangeAspect="1"/>
            </p:cNvPicPr>
            <p:nvPr/>
          </p:nvPicPr>
          <p:blipFill>
            <a:blip r:embed="rId4"/>
            <a:stretch>
              <a:fillRect/>
            </a:stretch>
          </p:blipFill>
          <p:spPr>
            <a:xfrm>
              <a:off x="6200560" y="489906"/>
              <a:ext cx="5263536" cy="2043229"/>
            </a:xfrm>
            <a:prstGeom prst="rect">
              <a:avLst/>
            </a:prstGeom>
          </p:spPr>
        </p:pic>
        <p:pic>
          <p:nvPicPr>
            <p:cNvPr id="8" name="Picture 7"/>
            <p:cNvPicPr>
              <a:picLocks noChangeAspect="1"/>
            </p:cNvPicPr>
            <p:nvPr/>
          </p:nvPicPr>
          <p:blipFill>
            <a:blip r:embed="rId5"/>
            <a:stretch>
              <a:fillRect/>
            </a:stretch>
          </p:blipFill>
          <p:spPr>
            <a:xfrm>
              <a:off x="6243505" y="2471350"/>
              <a:ext cx="5192826" cy="2022819"/>
            </a:xfrm>
            <a:prstGeom prst="rect">
              <a:avLst/>
            </a:prstGeom>
          </p:spPr>
        </p:pic>
      </p:grpSp>
      <p:sp>
        <p:nvSpPr>
          <p:cNvPr id="3" name="Rectangle 2">
            <a:extLst>
              <a:ext uri="{FF2B5EF4-FFF2-40B4-BE49-F238E27FC236}">
                <a16:creationId xmlns:a16="http://schemas.microsoft.com/office/drawing/2014/main" id="{031479F9-1F99-36CB-3DB0-5F9F5D263782}"/>
              </a:ext>
            </a:extLst>
          </p:cNvPr>
          <p:cNvSpPr/>
          <p:nvPr/>
        </p:nvSpPr>
        <p:spPr>
          <a:xfrm>
            <a:off x="6947647" y="4733365"/>
            <a:ext cx="5023455" cy="1200329"/>
          </a:xfrm>
          <a:prstGeom prst="rect">
            <a:avLst/>
          </a:prstGeom>
        </p:spPr>
        <p:txBody>
          <a:bodyPr wrap="square">
            <a:spAutoFit/>
          </a:bodyPr>
          <a:lstStyle/>
          <a:p>
            <a:pPr algn="just"/>
            <a:r>
              <a:rPr lang="en-US" i="1" dirty="0">
                <a:solidFill>
                  <a:srgbClr val="000000"/>
                </a:solidFill>
                <a:latin typeface="ff9"/>
              </a:rPr>
              <a:t>SubBytes is simply a table lookup using a</a:t>
            </a:r>
            <a:r>
              <a:rPr lang="en-US" i="1" dirty="0">
                <a:solidFill>
                  <a:srgbClr val="000000"/>
                </a:solidFill>
                <a:latin typeface="Roboto"/>
              </a:rPr>
              <a:t> </a:t>
            </a:r>
            <a:r>
              <a:rPr lang="en-US" i="1" dirty="0">
                <a:solidFill>
                  <a:srgbClr val="000000"/>
                </a:solidFill>
                <a:latin typeface="ff5"/>
              </a:rPr>
              <a:t>16</a:t>
            </a:r>
            <a:r>
              <a:rPr lang="en-US" i="1" dirty="0">
                <a:solidFill>
                  <a:srgbClr val="000000"/>
                </a:solidFill>
                <a:latin typeface="ff0"/>
              </a:rPr>
              <a:t>×</a:t>
            </a:r>
            <a:r>
              <a:rPr lang="en-US" i="1" dirty="0">
                <a:solidFill>
                  <a:srgbClr val="000000"/>
                </a:solidFill>
                <a:latin typeface="ff5"/>
              </a:rPr>
              <a:t>16</a:t>
            </a:r>
            <a:r>
              <a:rPr lang="en-US" i="1" dirty="0">
                <a:solidFill>
                  <a:srgbClr val="000000"/>
                </a:solidFill>
                <a:latin typeface="Roboto"/>
              </a:rPr>
              <a:t> </a:t>
            </a:r>
            <a:r>
              <a:rPr lang="en-US" i="1" dirty="0">
                <a:solidFill>
                  <a:srgbClr val="000000"/>
                </a:solidFill>
                <a:latin typeface="ff9"/>
              </a:rPr>
              <a:t>matrix of byte values called an</a:t>
            </a:r>
            <a:r>
              <a:rPr lang="en-US" i="1" dirty="0">
                <a:solidFill>
                  <a:srgbClr val="000000"/>
                </a:solidFill>
                <a:latin typeface="Roboto"/>
              </a:rPr>
              <a:t> </a:t>
            </a:r>
            <a:r>
              <a:rPr lang="en-US" b="1" i="1" dirty="0">
                <a:solidFill>
                  <a:srgbClr val="000000"/>
                </a:solidFill>
                <a:latin typeface="ff7"/>
              </a:rPr>
              <a:t>s-box</a:t>
            </a:r>
            <a:r>
              <a:rPr lang="en-US" i="1" dirty="0">
                <a:solidFill>
                  <a:srgbClr val="000000"/>
                </a:solidFill>
                <a:latin typeface="Roboto"/>
              </a:rPr>
              <a:t>. </a:t>
            </a:r>
          </a:p>
          <a:p>
            <a:pPr algn="just"/>
            <a:r>
              <a:rPr lang="en-US" i="1" dirty="0">
                <a:solidFill>
                  <a:srgbClr val="000000"/>
                </a:solidFill>
                <a:latin typeface="ff9"/>
              </a:rPr>
              <a:t>This matrix consists of all the possible combinations of an</a:t>
            </a:r>
            <a:r>
              <a:rPr lang="en-US" i="1" dirty="0">
                <a:solidFill>
                  <a:srgbClr val="000000"/>
                </a:solidFill>
                <a:latin typeface="Roboto"/>
              </a:rPr>
              <a:t> </a:t>
            </a:r>
            <a:r>
              <a:rPr lang="en-US" i="1" dirty="0">
                <a:solidFill>
                  <a:srgbClr val="000000"/>
                </a:solidFill>
                <a:latin typeface="ff5"/>
              </a:rPr>
              <a:t>8</a:t>
            </a:r>
            <a:r>
              <a:rPr lang="en-US" i="1" dirty="0">
                <a:solidFill>
                  <a:srgbClr val="000000"/>
                </a:solidFill>
                <a:latin typeface="Roboto"/>
              </a:rPr>
              <a:t> </a:t>
            </a:r>
            <a:r>
              <a:rPr lang="en-US" i="1" dirty="0">
                <a:solidFill>
                  <a:srgbClr val="000000"/>
                </a:solidFill>
                <a:latin typeface="ff9"/>
              </a:rPr>
              <a:t>bit sequence (</a:t>
            </a:r>
            <a:r>
              <a:rPr lang="en-US" i="1" dirty="0">
                <a:solidFill>
                  <a:srgbClr val="000000"/>
                </a:solidFill>
                <a:latin typeface="ff5"/>
              </a:rPr>
              <a:t>2</a:t>
            </a:r>
            <a:r>
              <a:rPr lang="en-US" i="1" dirty="0">
                <a:solidFill>
                  <a:srgbClr val="000000"/>
                </a:solidFill>
                <a:latin typeface="ff4"/>
              </a:rPr>
              <a:t>8</a:t>
            </a:r>
            <a:r>
              <a:rPr lang="en-US" i="1" dirty="0">
                <a:solidFill>
                  <a:srgbClr val="000000"/>
                </a:solidFill>
                <a:latin typeface="ff5"/>
              </a:rPr>
              <a:t>= 16</a:t>
            </a:r>
            <a:r>
              <a:rPr lang="en-US" i="1" dirty="0">
                <a:solidFill>
                  <a:srgbClr val="000000"/>
                </a:solidFill>
                <a:latin typeface="ff0"/>
              </a:rPr>
              <a:t>×</a:t>
            </a:r>
            <a:r>
              <a:rPr lang="en-US" i="1" dirty="0">
                <a:solidFill>
                  <a:srgbClr val="000000"/>
                </a:solidFill>
                <a:latin typeface="ff5"/>
              </a:rPr>
              <a:t>16 = 256</a:t>
            </a:r>
            <a:r>
              <a:rPr lang="en-US" i="1" dirty="0">
                <a:solidFill>
                  <a:srgbClr val="000000"/>
                </a:solidFill>
                <a:latin typeface="ff9"/>
              </a:rPr>
              <a:t>).</a:t>
            </a:r>
            <a:endParaRPr lang="en-US" i="1" dirty="0">
              <a:solidFill>
                <a:srgbClr val="000000"/>
              </a:solidFill>
              <a:latin typeface="Roboto"/>
            </a:endParaRPr>
          </a:p>
        </p:txBody>
      </p:sp>
      <p:sp>
        <p:nvSpPr>
          <p:cNvPr id="11" name="TextBox 10">
            <a:extLst>
              <a:ext uri="{FF2B5EF4-FFF2-40B4-BE49-F238E27FC236}">
                <a16:creationId xmlns:a16="http://schemas.microsoft.com/office/drawing/2014/main" id="{0AB50E5C-6140-04ED-BDB0-194B68DE591E}"/>
              </a:ext>
            </a:extLst>
          </p:cNvPr>
          <p:cNvSpPr txBox="1"/>
          <p:nvPr/>
        </p:nvSpPr>
        <p:spPr>
          <a:xfrm>
            <a:off x="4088912" y="1160718"/>
            <a:ext cx="2938451" cy="369332"/>
          </a:xfrm>
          <a:prstGeom prst="rect">
            <a:avLst/>
          </a:prstGeom>
          <a:noFill/>
        </p:spPr>
        <p:txBody>
          <a:bodyPr wrap="square" rtlCol="0">
            <a:spAutoFit/>
          </a:bodyPr>
          <a:lstStyle/>
          <a:p>
            <a:pPr marL="285750" indent="-285750">
              <a:buFont typeface="Wingdings" panose="05000000000000000000" pitchFamily="2" charset="2"/>
              <a:buChar char="à"/>
            </a:pPr>
            <a:r>
              <a:rPr lang="en-US" b="1" dirty="0">
                <a:solidFill>
                  <a:srgbClr val="FF0000"/>
                </a:solidFill>
              </a:rPr>
              <a:t>16×16= S-box</a:t>
            </a:r>
          </a:p>
        </p:txBody>
      </p:sp>
      <p:cxnSp>
        <p:nvCxnSpPr>
          <p:cNvPr id="12" name="Straight Arrow Connector 11">
            <a:extLst>
              <a:ext uri="{FF2B5EF4-FFF2-40B4-BE49-F238E27FC236}">
                <a16:creationId xmlns:a16="http://schemas.microsoft.com/office/drawing/2014/main" id="{DEE88F72-D66D-3CC9-9C8B-A95EE6B0AFD7}"/>
              </a:ext>
            </a:extLst>
          </p:cNvPr>
          <p:cNvCxnSpPr>
            <a:cxnSpLocks/>
          </p:cNvCxnSpPr>
          <p:nvPr/>
        </p:nvCxnSpPr>
        <p:spPr>
          <a:xfrm flipH="1">
            <a:off x="3731819" y="1335741"/>
            <a:ext cx="499522" cy="246012"/>
          </a:xfrm>
          <a:prstGeom prst="straightConnector1">
            <a:avLst/>
          </a:prstGeom>
          <a:ln w="19050">
            <a:solidFill>
              <a:srgbClr val="FF0000"/>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4977782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14</a:t>
            </a:fld>
            <a:endParaRPr lang="en-US"/>
          </a:p>
        </p:txBody>
      </p:sp>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549523" y="4315702"/>
            <a:ext cx="6887185" cy="2040648"/>
          </a:xfrm>
          <a:prstGeom prst="rect">
            <a:avLst/>
          </a:prstGeom>
        </p:spPr>
      </p:pic>
      <p:grpSp>
        <p:nvGrpSpPr>
          <p:cNvPr id="4" name="Group 3"/>
          <p:cNvGrpSpPr/>
          <p:nvPr/>
        </p:nvGrpSpPr>
        <p:grpSpPr>
          <a:xfrm>
            <a:off x="6435338" y="502262"/>
            <a:ext cx="5263536" cy="4004263"/>
            <a:chOff x="6200560" y="489906"/>
            <a:chExt cx="5263536" cy="4004263"/>
          </a:xfrm>
        </p:grpSpPr>
        <p:pic>
          <p:nvPicPr>
            <p:cNvPr id="5" name="Picture 4"/>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6200560" y="489906"/>
              <a:ext cx="5263536" cy="2043229"/>
            </a:xfrm>
            <a:prstGeom prst="rect">
              <a:avLst/>
            </a:prstGeom>
          </p:spPr>
        </p:pic>
        <p:pic>
          <p:nvPicPr>
            <p:cNvPr id="6" name="Picture 5"/>
            <p:cNvPicPr>
              <a:picLocks noChangeAspect="1"/>
            </p:cNvPicPr>
            <p:nvPr/>
          </p:nvPicPr>
          <p:blipFill>
            <a:blip r:embed="rId6">
              <a:extLst>
                <a:ext uri="{BEBA8EAE-BF5A-486C-A8C5-ECC9F3942E4B}">
                  <a14:imgProps xmlns:a14="http://schemas.microsoft.com/office/drawing/2010/main">
                    <a14:imgLayer r:embed="rId7">
                      <a14:imgEffect>
                        <a14:sharpenSoften amount="50000"/>
                      </a14:imgEffect>
                    </a14:imgLayer>
                  </a14:imgProps>
                </a:ext>
              </a:extLst>
            </a:blip>
            <a:stretch>
              <a:fillRect/>
            </a:stretch>
          </p:blipFill>
          <p:spPr>
            <a:xfrm>
              <a:off x="6243505" y="2471350"/>
              <a:ext cx="5192826" cy="2022819"/>
            </a:xfrm>
            <a:prstGeom prst="rect">
              <a:avLst/>
            </a:prstGeom>
          </p:spPr>
        </p:pic>
      </p:grpSp>
      <p:pic>
        <p:nvPicPr>
          <p:cNvPr id="7" name="Picture 6"/>
          <p:cNvPicPr>
            <a:picLocks noChangeAspect="1"/>
          </p:cNvPicPr>
          <p:nvPr/>
        </p:nvPicPr>
        <p:blipFill>
          <a:blip r:embed="rId8"/>
          <a:stretch>
            <a:fillRect/>
          </a:stretch>
        </p:blipFill>
        <p:spPr>
          <a:xfrm>
            <a:off x="549523" y="502262"/>
            <a:ext cx="5132720" cy="728045"/>
          </a:xfrm>
          <a:prstGeom prst="rect">
            <a:avLst/>
          </a:prstGeom>
        </p:spPr>
      </p:pic>
      <p:sp>
        <p:nvSpPr>
          <p:cNvPr id="8" name="TextBox 7">
            <a:extLst>
              <a:ext uri="{FF2B5EF4-FFF2-40B4-BE49-F238E27FC236}">
                <a16:creationId xmlns:a16="http://schemas.microsoft.com/office/drawing/2014/main" id="{2F07BE41-DBA5-9733-5D2D-B319096D2265}"/>
              </a:ext>
            </a:extLst>
          </p:cNvPr>
          <p:cNvSpPr txBox="1"/>
          <p:nvPr/>
        </p:nvSpPr>
        <p:spPr>
          <a:xfrm>
            <a:off x="9136778" y="344163"/>
            <a:ext cx="2938451" cy="369332"/>
          </a:xfrm>
          <a:prstGeom prst="rect">
            <a:avLst/>
          </a:prstGeom>
          <a:noFill/>
        </p:spPr>
        <p:txBody>
          <a:bodyPr wrap="square" rtlCol="0">
            <a:spAutoFit/>
          </a:bodyPr>
          <a:lstStyle/>
          <a:p>
            <a:r>
              <a:rPr lang="en-US" b="1" dirty="0">
                <a:solidFill>
                  <a:srgbClr val="FF0000"/>
                </a:solidFill>
              </a:rPr>
              <a:t>16×16= S-box</a:t>
            </a:r>
          </a:p>
        </p:txBody>
      </p:sp>
      <p:cxnSp>
        <p:nvCxnSpPr>
          <p:cNvPr id="9" name="Straight Arrow Connector 8">
            <a:extLst>
              <a:ext uri="{FF2B5EF4-FFF2-40B4-BE49-F238E27FC236}">
                <a16:creationId xmlns:a16="http://schemas.microsoft.com/office/drawing/2014/main" id="{6E909726-0B33-1D3A-6AD4-DFEC31EBD9A4}"/>
              </a:ext>
            </a:extLst>
          </p:cNvPr>
          <p:cNvCxnSpPr/>
          <p:nvPr/>
        </p:nvCxnSpPr>
        <p:spPr>
          <a:xfrm flipH="1">
            <a:off x="8911609" y="619782"/>
            <a:ext cx="410709" cy="1129760"/>
          </a:xfrm>
          <a:prstGeom prst="straightConnector1">
            <a:avLst/>
          </a:prstGeom>
          <a:ln w="28575">
            <a:solidFill>
              <a:srgbClr val="FF0000"/>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9218989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15</a:t>
            </a:fld>
            <a:endParaRPr lang="en-US"/>
          </a:p>
        </p:txBody>
      </p:sp>
      <p:pic>
        <p:nvPicPr>
          <p:cNvPr id="3" name="Picture 2"/>
          <p:cNvPicPr>
            <a:picLocks noChangeAspect="1"/>
          </p:cNvPicPr>
          <p:nvPr/>
        </p:nvPicPr>
        <p:blipFill>
          <a:blip r:embed="rId2"/>
          <a:stretch>
            <a:fillRect/>
          </a:stretch>
        </p:blipFill>
        <p:spPr>
          <a:xfrm>
            <a:off x="117921" y="519645"/>
            <a:ext cx="8691809" cy="5818709"/>
          </a:xfrm>
          <a:prstGeom prst="rect">
            <a:avLst/>
          </a:prstGeom>
        </p:spPr>
      </p:pic>
      <p:pic>
        <p:nvPicPr>
          <p:cNvPr id="4" name="Picture 3"/>
          <p:cNvPicPr>
            <a:picLocks noChangeAspect="1"/>
          </p:cNvPicPr>
          <p:nvPr/>
        </p:nvPicPr>
        <p:blipFill>
          <a:blip r:embed="rId3"/>
          <a:stretch>
            <a:fillRect/>
          </a:stretch>
        </p:blipFill>
        <p:spPr>
          <a:xfrm>
            <a:off x="7010214" y="2539076"/>
            <a:ext cx="4984074" cy="1939410"/>
          </a:xfrm>
          <a:prstGeom prst="rect">
            <a:avLst/>
          </a:prstGeom>
        </p:spPr>
      </p:pic>
      <p:sp>
        <p:nvSpPr>
          <p:cNvPr id="5" name="TextBox 4">
            <a:extLst>
              <a:ext uri="{FF2B5EF4-FFF2-40B4-BE49-F238E27FC236}">
                <a16:creationId xmlns:a16="http://schemas.microsoft.com/office/drawing/2014/main" id="{50212A34-527A-44D5-C3E5-5BC7646C1F10}"/>
              </a:ext>
            </a:extLst>
          </p:cNvPr>
          <p:cNvSpPr txBox="1"/>
          <p:nvPr/>
        </p:nvSpPr>
        <p:spPr>
          <a:xfrm>
            <a:off x="7908250" y="5432954"/>
            <a:ext cx="4086038" cy="1200329"/>
          </a:xfrm>
          <a:prstGeom prst="rect">
            <a:avLst/>
          </a:prstGeom>
          <a:noFill/>
        </p:spPr>
        <p:txBody>
          <a:bodyPr wrap="square" rtlCol="0">
            <a:spAutoFit/>
          </a:bodyPr>
          <a:lstStyle/>
          <a:p>
            <a:pPr marL="285750" indent="-285750">
              <a:buFont typeface="Wingdings" panose="05000000000000000000" pitchFamily="2" charset="2"/>
              <a:buChar char="à"/>
            </a:pPr>
            <a:r>
              <a:rPr lang="en-US" dirty="0"/>
              <a:t>Permutation perform on a byte level</a:t>
            </a:r>
          </a:p>
          <a:p>
            <a:pPr marL="285750" indent="-285750">
              <a:buFont typeface="Wingdings" panose="05000000000000000000" pitchFamily="2" charset="2"/>
              <a:buChar char="à"/>
            </a:pPr>
            <a:r>
              <a:rPr lang="en-US" dirty="0"/>
              <a:t>Shift is done to the left</a:t>
            </a:r>
          </a:p>
          <a:p>
            <a:pPr marL="285750" indent="-285750">
              <a:buFont typeface="Wingdings" panose="05000000000000000000" pitchFamily="2" charset="2"/>
              <a:buChar char="à"/>
            </a:pPr>
            <a:r>
              <a:rPr lang="en-US" dirty="0"/>
              <a:t>Shift depends on the </a:t>
            </a:r>
            <a:r>
              <a:rPr lang="en-US" dirty="0" err="1"/>
              <a:t>nrow</a:t>
            </a:r>
            <a:r>
              <a:rPr lang="en-US" dirty="0"/>
              <a:t> of the matrix</a:t>
            </a:r>
          </a:p>
        </p:txBody>
      </p:sp>
    </p:spTree>
    <p:extLst>
      <p:ext uri="{BB962C8B-B14F-4D97-AF65-F5344CB8AC3E}">
        <p14:creationId xmlns:p14="http://schemas.microsoft.com/office/powerpoint/2010/main" val="7880164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16</a:t>
            </a:fld>
            <a:endParaRPr lang="en-US"/>
          </a:p>
        </p:txBody>
      </p:sp>
      <p:pic>
        <p:nvPicPr>
          <p:cNvPr id="3" name="Picture 2"/>
          <p:cNvPicPr>
            <a:picLocks noChangeAspect="1"/>
          </p:cNvPicPr>
          <p:nvPr/>
        </p:nvPicPr>
        <p:blipFill rotWithShape="1">
          <a:blip r:embed="rId2"/>
          <a:srcRect l="650" b="446"/>
          <a:stretch/>
        </p:blipFill>
        <p:spPr>
          <a:xfrm>
            <a:off x="268941" y="437662"/>
            <a:ext cx="8957436" cy="5990032"/>
          </a:xfrm>
          <a:prstGeom prst="rect">
            <a:avLst/>
          </a:prstGeom>
        </p:spPr>
      </p:pic>
      <p:pic>
        <p:nvPicPr>
          <p:cNvPr id="4" name="Picture 3">
            <a:extLst>
              <a:ext uri="{FF2B5EF4-FFF2-40B4-BE49-F238E27FC236}">
                <a16:creationId xmlns:a16="http://schemas.microsoft.com/office/drawing/2014/main" id="{2E19851F-B97A-0D71-8811-C7818806C75C}"/>
              </a:ext>
            </a:extLst>
          </p:cNvPr>
          <p:cNvPicPr>
            <a:picLocks noChangeAspect="1"/>
          </p:cNvPicPr>
          <p:nvPr/>
        </p:nvPicPr>
        <p:blipFill>
          <a:blip r:embed="rId3"/>
          <a:stretch>
            <a:fillRect/>
          </a:stretch>
        </p:blipFill>
        <p:spPr>
          <a:xfrm>
            <a:off x="7045846" y="1720038"/>
            <a:ext cx="5047906" cy="1238315"/>
          </a:xfrm>
          <a:prstGeom prst="rect">
            <a:avLst/>
          </a:prstGeom>
        </p:spPr>
      </p:pic>
    </p:spTree>
    <p:extLst>
      <p:ext uri="{BB962C8B-B14F-4D97-AF65-F5344CB8AC3E}">
        <p14:creationId xmlns:p14="http://schemas.microsoft.com/office/powerpoint/2010/main" val="22859297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17</a:t>
            </a:fld>
            <a:endParaRPr lang="en-US"/>
          </a:p>
        </p:txBody>
      </p:sp>
      <p:pic>
        <p:nvPicPr>
          <p:cNvPr id="4" name="Picture 3"/>
          <p:cNvPicPr>
            <a:picLocks noChangeAspect="1"/>
          </p:cNvPicPr>
          <p:nvPr/>
        </p:nvPicPr>
        <p:blipFill>
          <a:blip r:embed="rId2"/>
          <a:stretch>
            <a:fillRect/>
          </a:stretch>
        </p:blipFill>
        <p:spPr>
          <a:xfrm>
            <a:off x="1138241" y="501650"/>
            <a:ext cx="2248214" cy="438211"/>
          </a:xfrm>
          <a:prstGeom prst="rect">
            <a:avLst/>
          </a:prstGeom>
        </p:spPr>
      </p:pic>
      <p:sp>
        <p:nvSpPr>
          <p:cNvPr id="7" name="Rectangle 6"/>
          <p:cNvSpPr/>
          <p:nvPr/>
        </p:nvSpPr>
        <p:spPr>
          <a:xfrm>
            <a:off x="631805" y="5552873"/>
            <a:ext cx="10917943" cy="646331"/>
          </a:xfrm>
          <a:prstGeom prst="rect">
            <a:avLst/>
          </a:prstGeom>
        </p:spPr>
        <p:txBody>
          <a:bodyPr wrap="square">
            <a:spAutoFit/>
          </a:bodyPr>
          <a:lstStyle/>
          <a:p>
            <a:r>
              <a:rPr lang="en-US" dirty="0">
                <a:solidFill>
                  <a:srgbClr val="FF0000"/>
                </a:solidFill>
                <a:latin typeface="CMR12"/>
              </a:rPr>
              <a:t>* The multiplications implied by the word ‘times’ and the additions implied by the word ‘plus’ are meant to be carried out in </a:t>
            </a:r>
            <a:r>
              <a:rPr lang="en-US" dirty="0">
                <a:solidFill>
                  <a:srgbClr val="FF0000"/>
                </a:solidFill>
                <a:latin typeface="CMMI12"/>
              </a:rPr>
              <a:t>GF</a:t>
            </a:r>
            <a:r>
              <a:rPr lang="en-US" dirty="0">
                <a:solidFill>
                  <a:srgbClr val="FF0000"/>
                </a:solidFill>
                <a:latin typeface="CMR12"/>
              </a:rPr>
              <a:t>(2</a:t>
            </a:r>
            <a:r>
              <a:rPr lang="en-US" sz="2400" baseline="30000" dirty="0">
                <a:solidFill>
                  <a:srgbClr val="FF0000"/>
                </a:solidFill>
                <a:latin typeface="CMR12"/>
              </a:rPr>
              <a:t>8</a:t>
            </a:r>
            <a:r>
              <a:rPr lang="en-US" dirty="0">
                <a:solidFill>
                  <a:srgbClr val="FF0000"/>
                </a:solidFill>
                <a:latin typeface="CMR12"/>
              </a:rPr>
              <a:t>) arithmetic</a:t>
            </a:r>
            <a:r>
              <a:rPr lang="en-US" dirty="0">
                <a:solidFill>
                  <a:srgbClr val="FF0000"/>
                </a:solidFill>
              </a:rPr>
              <a:t> </a:t>
            </a:r>
          </a:p>
        </p:txBody>
      </p:sp>
      <p:pic>
        <p:nvPicPr>
          <p:cNvPr id="8" name="Picture 7"/>
          <p:cNvPicPr>
            <a:picLocks noChangeAspect="1"/>
          </p:cNvPicPr>
          <p:nvPr/>
        </p:nvPicPr>
        <p:blipFill>
          <a:blip r:embed="rId3">
            <a:duotone>
              <a:prstClr val="black"/>
              <a:schemeClr val="accent2">
                <a:tint val="45000"/>
                <a:satMod val="400000"/>
              </a:schemeClr>
            </a:duotone>
          </a:blip>
          <a:stretch>
            <a:fillRect/>
          </a:stretch>
        </p:blipFill>
        <p:spPr>
          <a:xfrm>
            <a:off x="4529229" y="843784"/>
            <a:ext cx="7301874" cy="520910"/>
          </a:xfrm>
          <a:prstGeom prst="rect">
            <a:avLst/>
          </a:prstGeom>
        </p:spPr>
      </p:pic>
      <p:grpSp>
        <p:nvGrpSpPr>
          <p:cNvPr id="10" name="Group 9"/>
          <p:cNvGrpSpPr/>
          <p:nvPr/>
        </p:nvGrpSpPr>
        <p:grpSpPr>
          <a:xfrm>
            <a:off x="1020321" y="1476301"/>
            <a:ext cx="7809470" cy="3362395"/>
            <a:chOff x="1020321" y="1476301"/>
            <a:chExt cx="7809470" cy="3362395"/>
          </a:xfrm>
        </p:grpSpPr>
        <p:grpSp>
          <p:nvGrpSpPr>
            <p:cNvPr id="6" name="Group 5"/>
            <p:cNvGrpSpPr/>
            <p:nvPr/>
          </p:nvGrpSpPr>
          <p:grpSpPr>
            <a:xfrm>
              <a:off x="1138241" y="1476301"/>
              <a:ext cx="7573630" cy="3362395"/>
              <a:chOff x="1138241" y="1151996"/>
              <a:chExt cx="7573630" cy="3362395"/>
            </a:xfrm>
          </p:grpSpPr>
          <p:pic>
            <p:nvPicPr>
              <p:cNvPr id="3" name="Picture 2"/>
              <p:cNvPicPr>
                <a:picLocks noChangeAspect="1"/>
              </p:cNvPicPr>
              <p:nvPr/>
            </p:nvPicPr>
            <p:blipFill>
              <a:blip r:embed="rId4"/>
              <a:stretch>
                <a:fillRect/>
              </a:stretch>
            </p:blipFill>
            <p:spPr>
              <a:xfrm>
                <a:off x="1138241" y="1151996"/>
                <a:ext cx="7573630" cy="3362395"/>
              </a:xfrm>
              <a:prstGeom prst="rect">
                <a:avLst/>
              </a:prstGeom>
            </p:spPr>
          </p:pic>
          <p:sp>
            <p:nvSpPr>
              <p:cNvPr id="5" name="Rectangle 4"/>
              <p:cNvSpPr/>
              <p:nvPr/>
            </p:nvSpPr>
            <p:spPr>
              <a:xfrm>
                <a:off x="1138241" y="1151996"/>
                <a:ext cx="1926235" cy="31845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p:cNvSpPr/>
            <p:nvPr/>
          </p:nvSpPr>
          <p:spPr>
            <a:xfrm>
              <a:off x="1020321" y="2078871"/>
              <a:ext cx="7809470" cy="402217"/>
            </a:xfrm>
            <a:prstGeom prst="rect">
              <a:avLst/>
            </a:prstGeom>
            <a:solidFill>
              <a:srgbClr val="FF0000">
                <a:alpha val="3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 name="Straight Arrow Connector 11"/>
          <p:cNvCxnSpPr/>
          <p:nvPr/>
        </p:nvCxnSpPr>
        <p:spPr>
          <a:xfrm flipV="1">
            <a:off x="8711871" y="1364694"/>
            <a:ext cx="0" cy="914272"/>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84491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14691600" y="8086677"/>
            <a:ext cx="1796908" cy="267789"/>
          </a:xfrm>
        </p:spPr>
        <p:txBody>
          <a:bodyPr/>
          <a:lstStyle/>
          <a:p>
            <a:fld id="{A2A50C4D-0BA1-4E54-8DFC-01810EC97B99}" type="slidenum">
              <a:rPr lang="en-US" smtClean="0"/>
              <a:t>18</a:t>
            </a:fld>
            <a:endParaRPr lang="en-US"/>
          </a:p>
        </p:txBody>
      </p:sp>
      <p:pic>
        <p:nvPicPr>
          <p:cNvPr id="3" name="Picture 2"/>
          <p:cNvPicPr>
            <a:picLocks noChangeAspect="1"/>
          </p:cNvPicPr>
          <p:nvPr/>
        </p:nvPicPr>
        <p:blipFill>
          <a:blip r:embed="rId2"/>
          <a:stretch>
            <a:fillRect/>
          </a:stretch>
        </p:blipFill>
        <p:spPr>
          <a:xfrm>
            <a:off x="252178" y="291611"/>
            <a:ext cx="7950949" cy="3773819"/>
          </a:xfrm>
          <a:prstGeom prst="rect">
            <a:avLst/>
          </a:prstGeom>
        </p:spPr>
      </p:pic>
      <p:pic>
        <p:nvPicPr>
          <p:cNvPr id="4" name="Picture 3"/>
          <p:cNvPicPr>
            <a:picLocks noChangeAspect="1"/>
          </p:cNvPicPr>
          <p:nvPr/>
        </p:nvPicPr>
        <p:blipFill>
          <a:blip r:embed="rId3"/>
          <a:stretch>
            <a:fillRect/>
          </a:stretch>
        </p:blipFill>
        <p:spPr>
          <a:xfrm>
            <a:off x="589214" y="4346917"/>
            <a:ext cx="4420217" cy="2095792"/>
          </a:xfrm>
          <a:prstGeom prst="rect">
            <a:avLst/>
          </a:prstGeom>
        </p:spPr>
      </p:pic>
      <p:pic>
        <p:nvPicPr>
          <p:cNvPr id="5" name="Picture 4"/>
          <p:cNvPicPr>
            <a:picLocks noChangeAspect="1"/>
          </p:cNvPicPr>
          <p:nvPr/>
        </p:nvPicPr>
        <p:blipFill>
          <a:blip r:embed="rId4"/>
          <a:stretch>
            <a:fillRect/>
          </a:stretch>
        </p:blipFill>
        <p:spPr>
          <a:xfrm>
            <a:off x="5335011" y="5080444"/>
            <a:ext cx="6382641" cy="1362265"/>
          </a:xfrm>
          <a:prstGeom prst="rect">
            <a:avLst/>
          </a:prstGeom>
        </p:spPr>
      </p:pic>
      <p:pic>
        <p:nvPicPr>
          <p:cNvPr id="6" name="Picture 2" descr="File:AES-AddRoundKey.svg - Wikipedia">
            <a:extLst>
              <a:ext uri="{FF2B5EF4-FFF2-40B4-BE49-F238E27FC236}">
                <a16:creationId xmlns:a16="http://schemas.microsoft.com/office/drawing/2014/main" id="{A7886D7A-6025-D9DD-135C-23706A3EBCBB}"/>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526331" y="1984558"/>
            <a:ext cx="3215697" cy="25009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66435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20184"/>
            <a:ext cx="10515600" cy="895264"/>
          </a:xfrm>
          <a:solidFill>
            <a:srgbClr val="FF0000">
              <a:alpha val="18000"/>
            </a:srgbClr>
          </a:solidFill>
        </p:spPr>
        <p:txBody>
          <a:bodyPr>
            <a:noAutofit/>
          </a:bodyPr>
          <a:lstStyle/>
          <a:p>
            <a:r>
              <a:rPr lang="en-US" sz="2400" dirty="0">
                <a:latin typeface="TimesNewRomanPSMT"/>
              </a:rPr>
              <a:t>Claude Shannon (1949) gave two properties that a good cryptosystem should have to hinder statistical analysis: </a:t>
            </a:r>
            <a:r>
              <a:rPr lang="en-US" sz="2400" b="1" dirty="0">
                <a:solidFill>
                  <a:srgbClr val="FF0000"/>
                </a:solidFill>
                <a:latin typeface="TimesNewRomanPS-BoldMT"/>
              </a:rPr>
              <a:t>diffusion</a:t>
            </a:r>
            <a:r>
              <a:rPr lang="en-US" sz="2400" b="1" dirty="0">
                <a:latin typeface="TimesNewRomanPS-BoldMT"/>
              </a:rPr>
              <a:t> </a:t>
            </a:r>
            <a:r>
              <a:rPr lang="en-US" sz="2400" dirty="0">
                <a:latin typeface="TimesNewRomanPSMT"/>
              </a:rPr>
              <a:t>and </a:t>
            </a:r>
            <a:r>
              <a:rPr lang="en-US" sz="2400" b="1" dirty="0">
                <a:solidFill>
                  <a:srgbClr val="FF0000"/>
                </a:solidFill>
                <a:latin typeface="TimesNewRomanPS-BoldMT"/>
              </a:rPr>
              <a:t>confusion</a:t>
            </a:r>
            <a:r>
              <a:rPr lang="en-US" sz="2400" dirty="0">
                <a:latin typeface="TimesNewRomanPSMT"/>
              </a:rPr>
              <a:t>.</a:t>
            </a:r>
            <a:r>
              <a:rPr lang="en-US" sz="2400" dirty="0"/>
              <a:t> </a:t>
            </a:r>
          </a:p>
        </p:txBody>
      </p:sp>
      <p:sp>
        <p:nvSpPr>
          <p:cNvPr id="3" name="Content Placeholder 2"/>
          <p:cNvSpPr>
            <a:spLocks noGrp="1"/>
          </p:cNvSpPr>
          <p:nvPr>
            <p:ph idx="1"/>
          </p:nvPr>
        </p:nvSpPr>
        <p:spPr>
          <a:xfrm>
            <a:off x="824028" y="1556951"/>
            <a:ext cx="10515600" cy="4799399"/>
          </a:xfrm>
        </p:spPr>
        <p:txBody>
          <a:bodyPr>
            <a:normAutofit/>
          </a:bodyPr>
          <a:lstStyle/>
          <a:p>
            <a:r>
              <a:rPr lang="en-US" b="1" dirty="0">
                <a:solidFill>
                  <a:srgbClr val="FF0000"/>
                </a:solidFill>
              </a:rPr>
              <a:t>Diffusion</a:t>
            </a:r>
            <a:r>
              <a:rPr lang="en-US" dirty="0"/>
              <a:t> means that if we change a character of the plaintext, then several characters of the </a:t>
            </a:r>
            <a:r>
              <a:rPr lang="en-US" dirty="0" err="1"/>
              <a:t>ciphertext</a:t>
            </a:r>
            <a:r>
              <a:rPr lang="en-US" dirty="0"/>
              <a:t> should change, and similarly, if we change a character of the </a:t>
            </a:r>
            <a:r>
              <a:rPr lang="en-US" dirty="0" err="1"/>
              <a:t>ciphertext</a:t>
            </a:r>
            <a:r>
              <a:rPr lang="en-US" dirty="0"/>
              <a:t>, then several characters of the plaintext should change.</a:t>
            </a:r>
          </a:p>
          <a:p>
            <a:endParaRPr lang="en-US" dirty="0"/>
          </a:p>
          <a:p>
            <a:endParaRPr lang="en-US" dirty="0"/>
          </a:p>
          <a:p>
            <a:endParaRPr lang="en-US" dirty="0"/>
          </a:p>
          <a:p>
            <a:r>
              <a:rPr lang="en-US" b="1" dirty="0">
                <a:solidFill>
                  <a:srgbClr val="FF0000"/>
                </a:solidFill>
              </a:rPr>
              <a:t>Confusion</a:t>
            </a:r>
            <a:r>
              <a:rPr lang="en-US" dirty="0"/>
              <a:t> means that the key does not relate in a simple way to the</a:t>
            </a:r>
            <a:br>
              <a:rPr lang="en-US" dirty="0"/>
            </a:br>
            <a:r>
              <a:rPr lang="en-US" dirty="0" err="1"/>
              <a:t>ciphertext</a:t>
            </a:r>
            <a:r>
              <a:rPr lang="en-US" dirty="0"/>
              <a:t>. In particular, each character of the </a:t>
            </a:r>
            <a:r>
              <a:rPr lang="en-US" dirty="0" err="1"/>
              <a:t>ciphertext</a:t>
            </a:r>
            <a:r>
              <a:rPr lang="en-US" dirty="0"/>
              <a:t> should depend on several parts of the key. </a:t>
            </a:r>
          </a:p>
        </p:txBody>
      </p:sp>
      <p:sp>
        <p:nvSpPr>
          <p:cNvPr id="4" name="Slide Number Placeholder 3"/>
          <p:cNvSpPr>
            <a:spLocks noGrp="1"/>
          </p:cNvSpPr>
          <p:nvPr>
            <p:ph type="sldNum" sz="quarter" idx="12"/>
          </p:nvPr>
        </p:nvSpPr>
        <p:spPr/>
        <p:txBody>
          <a:bodyPr/>
          <a:lstStyle/>
          <a:p>
            <a:fld id="{A2A50C4D-0BA1-4E54-8DFC-01810EC97B99}" type="slidenum">
              <a:rPr lang="en-US" smtClean="0"/>
              <a:t>19</a:t>
            </a:fld>
            <a:endParaRPr lang="en-US"/>
          </a:p>
        </p:txBody>
      </p:sp>
      <p:pic>
        <p:nvPicPr>
          <p:cNvPr id="5" name="Picture 4"/>
          <p:cNvPicPr>
            <a:picLocks noChangeAspect="1"/>
          </p:cNvPicPr>
          <p:nvPr/>
        </p:nvPicPr>
        <p:blipFill>
          <a:blip r:embed="rId2"/>
          <a:stretch>
            <a:fillRect/>
          </a:stretch>
        </p:blipFill>
        <p:spPr>
          <a:xfrm>
            <a:off x="2534098" y="3186242"/>
            <a:ext cx="8769670" cy="1399313"/>
          </a:xfrm>
          <a:prstGeom prst="rect">
            <a:avLst/>
          </a:prstGeom>
        </p:spPr>
      </p:pic>
      <p:sp>
        <p:nvSpPr>
          <p:cNvPr id="7" name="Rectangle 1"/>
          <p:cNvSpPr>
            <a:spLocks noChangeArrowheads="1"/>
          </p:cNvSpPr>
          <p:nvPr/>
        </p:nvSpPr>
        <p:spPr bwMode="auto">
          <a:xfrm>
            <a:off x="1334531" y="6091591"/>
            <a:ext cx="9874498" cy="246221"/>
          </a:xfrm>
          <a:prstGeom prst="rect">
            <a:avLst/>
          </a:prstGeom>
          <a:solidFill>
            <a:schemeClr val="accent2">
              <a:lumMod val="60000"/>
              <a:lumOff val="40000"/>
            </a:schemeClr>
          </a:solidFill>
          <a:ln>
            <a:noFill/>
          </a:ln>
          <a:effec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273239"/>
                </a:solidFill>
                <a:effectLst/>
                <a:latin typeface="Consolas" panose="020B0609020204030204" pitchFamily="49" charset="0"/>
              </a:rPr>
              <a:t>Confusion</a:t>
            </a:r>
            <a:r>
              <a:rPr kumimoji="0" lang="en-US" altLang="en-US" sz="1600" b="0" i="0" u="none" strike="noStrike" cap="none" normalizeH="0" baseline="0" dirty="0">
                <a:ln>
                  <a:noFill/>
                </a:ln>
                <a:solidFill>
                  <a:srgbClr val="273239"/>
                </a:solidFill>
                <a:effectLst/>
                <a:latin typeface="Consolas" panose="020B0609020204030204" pitchFamily="49" charset="0"/>
              </a:rPr>
              <a:t> = </a:t>
            </a:r>
            <a:r>
              <a:rPr kumimoji="0" lang="en-US" altLang="en-US" sz="1600" b="1" i="0" u="none" strike="noStrike" cap="none" normalizeH="0" baseline="0" dirty="0">
                <a:ln>
                  <a:noFill/>
                </a:ln>
                <a:solidFill>
                  <a:srgbClr val="273239"/>
                </a:solidFill>
                <a:effectLst/>
                <a:latin typeface="Consolas" panose="020B0609020204030204" pitchFamily="49" charset="0"/>
              </a:rPr>
              <a:t>Substitution</a:t>
            </a:r>
            <a:r>
              <a:rPr kumimoji="0" lang="en-US" altLang="en-US" sz="1600" b="0" i="0" u="none" strike="noStrike" cap="none" normalizeH="0" baseline="0" dirty="0">
                <a:ln>
                  <a:noFill/>
                </a:ln>
                <a:solidFill>
                  <a:srgbClr val="273239"/>
                </a:solidFill>
                <a:effectLst/>
                <a:latin typeface="Consolas" panose="020B0609020204030204" pitchFamily="49" charset="0"/>
              </a:rPr>
              <a:t> a --&gt; b,</a:t>
            </a:r>
            <a:r>
              <a:rPr kumimoji="0" lang="en-US" altLang="en-US" sz="1600" b="0" i="0" u="none" strike="noStrike" cap="none" normalizeH="0" dirty="0">
                <a:ln>
                  <a:noFill/>
                </a:ln>
                <a:solidFill>
                  <a:srgbClr val="273239"/>
                </a:solidFill>
                <a:effectLst/>
                <a:latin typeface="Consolas" panose="020B0609020204030204" pitchFamily="49" charset="0"/>
              </a:rPr>
              <a:t> </a:t>
            </a:r>
            <a:r>
              <a:rPr kumimoji="0" lang="en-US" altLang="en-US" sz="1600" b="1" i="0" u="none" strike="noStrike" cap="none" normalizeH="0" baseline="0" dirty="0">
                <a:ln>
                  <a:noFill/>
                </a:ln>
                <a:solidFill>
                  <a:srgbClr val="273239"/>
                </a:solidFill>
                <a:effectLst/>
                <a:latin typeface="Consolas" panose="020B0609020204030204" pitchFamily="49" charset="0"/>
              </a:rPr>
              <a:t>Diffusion</a:t>
            </a:r>
            <a:r>
              <a:rPr kumimoji="0" lang="en-US" altLang="en-US" sz="1600" b="0" i="0" u="none" strike="noStrike" cap="none" normalizeH="0" baseline="0" dirty="0">
                <a:ln>
                  <a:noFill/>
                </a:ln>
                <a:solidFill>
                  <a:srgbClr val="273239"/>
                </a:solidFill>
                <a:effectLst/>
                <a:latin typeface="Consolas" panose="020B0609020204030204" pitchFamily="49" charset="0"/>
              </a:rPr>
              <a:t> = </a:t>
            </a:r>
            <a:r>
              <a:rPr kumimoji="0" lang="en-US" altLang="en-US" sz="1600" b="1" i="0" u="none" strike="noStrike" cap="none" normalizeH="0" baseline="0" dirty="0">
                <a:ln>
                  <a:noFill/>
                </a:ln>
                <a:solidFill>
                  <a:srgbClr val="273239"/>
                </a:solidFill>
                <a:effectLst/>
                <a:latin typeface="Consolas" panose="020B0609020204030204" pitchFamily="49" charset="0"/>
              </a:rPr>
              <a:t>Transposition or Permutation</a:t>
            </a:r>
            <a:r>
              <a:rPr kumimoji="0" lang="en-US" altLang="en-US" sz="1600" b="0" i="0" u="none" strike="noStrike" cap="none" normalizeH="0" baseline="0" dirty="0">
                <a:ln>
                  <a:noFill/>
                </a:ln>
                <a:solidFill>
                  <a:srgbClr val="273239"/>
                </a:solidFill>
                <a:effectLst/>
                <a:latin typeface="Consolas" panose="020B0609020204030204" pitchFamily="49" charset="0"/>
              </a:rPr>
              <a:t> </a:t>
            </a:r>
            <a:r>
              <a:rPr kumimoji="0" lang="en-US" altLang="en-US" sz="1600" b="0" i="0" u="none" strike="noStrike" cap="none" normalizeH="0" baseline="0" dirty="0" err="1">
                <a:ln>
                  <a:noFill/>
                </a:ln>
                <a:solidFill>
                  <a:srgbClr val="273239"/>
                </a:solidFill>
                <a:effectLst/>
                <a:latin typeface="Consolas" panose="020B0609020204030204" pitchFamily="49" charset="0"/>
              </a:rPr>
              <a:t>abcd</a:t>
            </a:r>
            <a:r>
              <a:rPr kumimoji="0" lang="en-US" altLang="en-US" sz="1600" b="0" i="0" u="none" strike="noStrike" cap="none" normalizeH="0" baseline="0" dirty="0">
                <a:ln>
                  <a:noFill/>
                </a:ln>
                <a:solidFill>
                  <a:srgbClr val="273239"/>
                </a:solidFill>
                <a:effectLst/>
                <a:latin typeface="Consolas" panose="020B0609020204030204" pitchFamily="49" charset="0"/>
              </a:rPr>
              <a:t> --&gt; </a:t>
            </a:r>
            <a:r>
              <a:rPr kumimoji="0" lang="en-US" altLang="en-US" sz="1600" b="0" i="0" u="none" strike="noStrike" cap="none" normalizeH="0" baseline="0" dirty="0" err="1">
                <a:ln>
                  <a:noFill/>
                </a:ln>
                <a:solidFill>
                  <a:srgbClr val="273239"/>
                </a:solidFill>
                <a:effectLst/>
                <a:latin typeface="Consolas" panose="020B0609020204030204" pitchFamily="49" charset="0"/>
              </a:rPr>
              <a:t>dacb</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805947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2A50C4D-0BA1-4E54-8DFC-01810EC97B99}" type="slidenum">
              <a:rPr lang="en-US" smtClean="0"/>
              <a:t>20</a:t>
            </a:fld>
            <a:endParaRPr lang="en-US"/>
          </a:p>
        </p:txBody>
      </p:sp>
      <p:pic>
        <p:nvPicPr>
          <p:cNvPr id="5" name="Picture 4"/>
          <p:cNvPicPr>
            <a:picLocks noChangeAspect="1"/>
          </p:cNvPicPr>
          <p:nvPr/>
        </p:nvPicPr>
        <p:blipFill>
          <a:blip r:embed="rId2"/>
          <a:stretch>
            <a:fillRect/>
          </a:stretch>
        </p:blipFill>
        <p:spPr>
          <a:xfrm>
            <a:off x="712231" y="697375"/>
            <a:ext cx="10641569" cy="5749759"/>
          </a:xfrm>
          <a:prstGeom prst="rect">
            <a:avLst/>
          </a:prstGeom>
        </p:spPr>
      </p:pic>
    </p:spTree>
    <p:extLst>
      <p:ext uri="{BB962C8B-B14F-4D97-AF65-F5344CB8AC3E}">
        <p14:creationId xmlns:p14="http://schemas.microsoft.com/office/powerpoint/2010/main" val="40692273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21</a:t>
            </a:fld>
            <a:endParaRPr lang="en-US"/>
          </a:p>
        </p:txBody>
      </p:sp>
      <p:grpSp>
        <p:nvGrpSpPr>
          <p:cNvPr id="6" name="Group 5"/>
          <p:cNvGrpSpPr/>
          <p:nvPr/>
        </p:nvGrpSpPr>
        <p:grpSpPr>
          <a:xfrm>
            <a:off x="605012" y="852617"/>
            <a:ext cx="10920882" cy="4312508"/>
            <a:chOff x="605012" y="852617"/>
            <a:chExt cx="10920882" cy="4312508"/>
          </a:xfrm>
        </p:grpSpPr>
        <p:pic>
          <p:nvPicPr>
            <p:cNvPr id="4" name="Picture 3"/>
            <p:cNvPicPr>
              <a:picLocks noChangeAspect="1"/>
            </p:cNvPicPr>
            <p:nvPr/>
          </p:nvPicPr>
          <p:blipFill>
            <a:blip r:embed="rId2"/>
            <a:stretch>
              <a:fillRect/>
            </a:stretch>
          </p:blipFill>
          <p:spPr>
            <a:xfrm>
              <a:off x="605012" y="852617"/>
              <a:ext cx="10920882" cy="4312508"/>
            </a:xfrm>
            <a:prstGeom prst="rect">
              <a:avLst/>
            </a:prstGeom>
          </p:spPr>
        </p:pic>
        <p:sp>
          <p:nvSpPr>
            <p:cNvPr id="5" name="Rectangle 4"/>
            <p:cNvSpPr/>
            <p:nvPr/>
          </p:nvSpPr>
          <p:spPr>
            <a:xfrm>
              <a:off x="9428205" y="4782065"/>
              <a:ext cx="2097689" cy="3830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 name="Picture 7"/>
          <p:cNvPicPr>
            <a:picLocks noChangeAspect="1"/>
          </p:cNvPicPr>
          <p:nvPr/>
        </p:nvPicPr>
        <p:blipFill>
          <a:blip r:embed="rId3"/>
          <a:stretch>
            <a:fillRect/>
          </a:stretch>
        </p:blipFill>
        <p:spPr>
          <a:xfrm>
            <a:off x="386954" y="5472272"/>
            <a:ext cx="11250152" cy="650836"/>
          </a:xfrm>
          <a:prstGeom prst="rect">
            <a:avLst/>
          </a:prstGeom>
        </p:spPr>
      </p:pic>
    </p:spTree>
    <p:extLst>
      <p:ext uri="{BB962C8B-B14F-4D97-AF65-F5344CB8AC3E}">
        <p14:creationId xmlns:p14="http://schemas.microsoft.com/office/powerpoint/2010/main" val="7556290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22</a:t>
            </a:fld>
            <a:endParaRPr lang="en-US"/>
          </a:p>
        </p:txBody>
      </p:sp>
      <p:pic>
        <p:nvPicPr>
          <p:cNvPr id="3" name="Picture 2"/>
          <p:cNvPicPr>
            <a:picLocks noChangeAspect="1"/>
          </p:cNvPicPr>
          <p:nvPr/>
        </p:nvPicPr>
        <p:blipFill>
          <a:blip r:embed="rId2"/>
          <a:stretch>
            <a:fillRect/>
          </a:stretch>
        </p:blipFill>
        <p:spPr>
          <a:xfrm>
            <a:off x="518626" y="869779"/>
            <a:ext cx="10949474" cy="3789626"/>
          </a:xfrm>
          <a:prstGeom prst="rect">
            <a:avLst/>
          </a:prstGeom>
        </p:spPr>
      </p:pic>
    </p:spTree>
    <p:extLst>
      <p:ext uri="{BB962C8B-B14F-4D97-AF65-F5344CB8AC3E}">
        <p14:creationId xmlns:p14="http://schemas.microsoft.com/office/powerpoint/2010/main" val="39221600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23</a:t>
            </a:fld>
            <a:endParaRPr lang="en-US"/>
          </a:p>
        </p:txBody>
      </p:sp>
      <p:grpSp>
        <p:nvGrpSpPr>
          <p:cNvPr id="5" name="Group 4"/>
          <p:cNvGrpSpPr/>
          <p:nvPr/>
        </p:nvGrpSpPr>
        <p:grpSpPr>
          <a:xfrm>
            <a:off x="533400" y="1424802"/>
            <a:ext cx="10934701" cy="2168100"/>
            <a:chOff x="533400" y="1968500"/>
            <a:chExt cx="10934701" cy="2168100"/>
          </a:xfrm>
        </p:grpSpPr>
        <p:pic>
          <p:nvPicPr>
            <p:cNvPr id="3" name="Picture 2"/>
            <p:cNvPicPr>
              <a:picLocks noChangeAspect="1"/>
            </p:cNvPicPr>
            <p:nvPr/>
          </p:nvPicPr>
          <p:blipFill>
            <a:blip r:embed="rId2"/>
            <a:stretch>
              <a:fillRect/>
            </a:stretch>
          </p:blipFill>
          <p:spPr>
            <a:xfrm>
              <a:off x="642453" y="1968500"/>
              <a:ext cx="10825648" cy="2168100"/>
            </a:xfrm>
            <a:prstGeom prst="rect">
              <a:avLst/>
            </a:prstGeom>
          </p:spPr>
        </p:pic>
        <p:sp>
          <p:nvSpPr>
            <p:cNvPr id="4" name="Rectangle 3"/>
            <p:cNvSpPr/>
            <p:nvPr/>
          </p:nvSpPr>
          <p:spPr>
            <a:xfrm>
              <a:off x="533400" y="1968500"/>
              <a:ext cx="7975600" cy="40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Rectangle 5"/>
          <p:cNvSpPr/>
          <p:nvPr/>
        </p:nvSpPr>
        <p:spPr>
          <a:xfrm>
            <a:off x="642453" y="681335"/>
            <a:ext cx="10825648" cy="461665"/>
          </a:xfrm>
          <a:prstGeom prst="rect">
            <a:avLst/>
          </a:prstGeom>
        </p:spPr>
        <p:txBody>
          <a:bodyPr wrap="square">
            <a:spAutoFit/>
          </a:bodyPr>
          <a:lstStyle/>
          <a:p>
            <a:r>
              <a:rPr lang="en-US" sz="2400" dirty="0">
                <a:solidFill>
                  <a:srgbClr val="FF0000"/>
                </a:solidFill>
                <a:latin typeface="TimesTenLTStd-Roman"/>
              </a:rPr>
              <a:t>Message encryption by itself does not provide a secure form of authentication. </a:t>
            </a:r>
            <a:endParaRPr lang="en-US" sz="2400" dirty="0">
              <a:solidFill>
                <a:srgbClr val="FF0000"/>
              </a:solidFill>
            </a:endParaRPr>
          </a:p>
        </p:txBody>
      </p:sp>
      <p:sp>
        <p:nvSpPr>
          <p:cNvPr id="7" name="Rectangle 6"/>
          <p:cNvSpPr/>
          <p:nvPr/>
        </p:nvSpPr>
        <p:spPr>
          <a:xfrm>
            <a:off x="642453" y="4130928"/>
            <a:ext cx="10825648" cy="1200329"/>
          </a:xfrm>
          <a:prstGeom prst="rect">
            <a:avLst/>
          </a:prstGeom>
        </p:spPr>
        <p:txBody>
          <a:bodyPr wrap="square">
            <a:spAutoFit/>
          </a:bodyPr>
          <a:lstStyle/>
          <a:p>
            <a:r>
              <a:rPr lang="en-US" dirty="0">
                <a:solidFill>
                  <a:srgbClr val="FF0000"/>
                </a:solidFill>
                <a:latin typeface="TimesTenLTStd-Roman"/>
              </a:rPr>
              <a:t>It is possible to combine authentication and confidentiality in a single algorithm by encrypting a message plus its authentication tag. </a:t>
            </a:r>
          </a:p>
          <a:p>
            <a:endParaRPr lang="en-US" dirty="0">
              <a:solidFill>
                <a:srgbClr val="FF0000"/>
              </a:solidFill>
              <a:latin typeface="TimesTenLTStd-Roman"/>
            </a:endParaRPr>
          </a:p>
          <a:p>
            <a:r>
              <a:rPr lang="en-US" dirty="0">
                <a:solidFill>
                  <a:srgbClr val="FF0000"/>
                </a:solidFill>
                <a:latin typeface="TimesTenLTStd-Roman"/>
              </a:rPr>
              <a:t>Message authentication is provided as a separate function from message encryption. </a:t>
            </a:r>
            <a:endParaRPr lang="en-US" dirty="0">
              <a:solidFill>
                <a:srgbClr val="FF0000"/>
              </a:solidFill>
            </a:endParaRPr>
          </a:p>
        </p:txBody>
      </p:sp>
    </p:spTree>
    <p:extLst>
      <p:ext uri="{BB962C8B-B14F-4D97-AF65-F5344CB8AC3E}">
        <p14:creationId xmlns:p14="http://schemas.microsoft.com/office/powerpoint/2010/main" val="40618609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24</a:t>
            </a:fld>
            <a:endParaRPr lang="en-US"/>
          </a:p>
        </p:txBody>
      </p:sp>
      <p:pic>
        <p:nvPicPr>
          <p:cNvPr id="3" name="Picture 2"/>
          <p:cNvPicPr>
            <a:picLocks noChangeAspect="1"/>
          </p:cNvPicPr>
          <p:nvPr/>
        </p:nvPicPr>
        <p:blipFill>
          <a:blip r:embed="rId2"/>
          <a:stretch>
            <a:fillRect/>
          </a:stretch>
        </p:blipFill>
        <p:spPr>
          <a:xfrm>
            <a:off x="364525" y="542833"/>
            <a:ext cx="10989275" cy="568411"/>
          </a:xfrm>
          <a:prstGeom prst="rect">
            <a:avLst/>
          </a:prstGeom>
        </p:spPr>
      </p:pic>
      <p:sp>
        <p:nvSpPr>
          <p:cNvPr id="4" name="Rectangle 3"/>
          <p:cNvSpPr/>
          <p:nvPr/>
        </p:nvSpPr>
        <p:spPr>
          <a:xfrm>
            <a:off x="565451" y="1111244"/>
            <a:ext cx="9851295" cy="400110"/>
          </a:xfrm>
          <a:prstGeom prst="rect">
            <a:avLst/>
          </a:prstGeom>
        </p:spPr>
        <p:txBody>
          <a:bodyPr wrap="square">
            <a:spAutoFit/>
          </a:bodyPr>
          <a:lstStyle/>
          <a:p>
            <a:r>
              <a:rPr lang="en-US" sz="2000" dirty="0">
                <a:solidFill>
                  <a:srgbClr val="FF0000"/>
                </a:solidFill>
                <a:latin typeface="TimesTenLTStd-Roman"/>
              </a:rPr>
              <a:t>Three situations in which message authentication without confidentiality is preferable:</a:t>
            </a:r>
            <a:r>
              <a:rPr lang="en-US" sz="2000" dirty="0">
                <a:solidFill>
                  <a:srgbClr val="FF0000"/>
                </a:solidFill>
              </a:rPr>
              <a:t> </a:t>
            </a:r>
          </a:p>
        </p:txBody>
      </p:sp>
      <p:pic>
        <p:nvPicPr>
          <p:cNvPr id="6" name="Picture 5"/>
          <p:cNvPicPr>
            <a:picLocks noChangeAspect="1"/>
          </p:cNvPicPr>
          <p:nvPr/>
        </p:nvPicPr>
        <p:blipFill>
          <a:blip r:embed="rId3"/>
          <a:stretch>
            <a:fillRect/>
          </a:stretch>
        </p:blipFill>
        <p:spPr>
          <a:xfrm>
            <a:off x="1296990" y="1511354"/>
            <a:ext cx="8892969" cy="5027559"/>
          </a:xfrm>
          <a:prstGeom prst="rect">
            <a:avLst/>
          </a:prstGeom>
        </p:spPr>
      </p:pic>
    </p:spTree>
    <p:extLst>
      <p:ext uri="{BB962C8B-B14F-4D97-AF65-F5344CB8AC3E}">
        <p14:creationId xmlns:p14="http://schemas.microsoft.com/office/powerpoint/2010/main" val="41912228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25</a:t>
            </a:fld>
            <a:endParaRPr lang="en-US"/>
          </a:p>
        </p:txBody>
      </p:sp>
      <p:pic>
        <p:nvPicPr>
          <p:cNvPr id="8" name="Picture 7"/>
          <p:cNvPicPr>
            <a:picLocks noChangeAspect="1"/>
          </p:cNvPicPr>
          <p:nvPr/>
        </p:nvPicPr>
        <p:blipFill>
          <a:blip r:embed="rId2"/>
          <a:stretch>
            <a:fillRect/>
          </a:stretch>
        </p:blipFill>
        <p:spPr>
          <a:xfrm>
            <a:off x="567172" y="597087"/>
            <a:ext cx="7374622" cy="523642"/>
          </a:xfrm>
          <a:prstGeom prst="rect">
            <a:avLst/>
          </a:prstGeom>
        </p:spPr>
      </p:pic>
      <p:grpSp>
        <p:nvGrpSpPr>
          <p:cNvPr id="10" name="Group 9"/>
          <p:cNvGrpSpPr/>
          <p:nvPr/>
        </p:nvGrpSpPr>
        <p:grpSpPr>
          <a:xfrm>
            <a:off x="567172" y="1643449"/>
            <a:ext cx="10927879" cy="3286895"/>
            <a:chOff x="567172" y="1643449"/>
            <a:chExt cx="10927879" cy="3286895"/>
          </a:xfrm>
        </p:grpSpPr>
        <p:grpSp>
          <p:nvGrpSpPr>
            <p:cNvPr id="7" name="Group 6"/>
            <p:cNvGrpSpPr/>
            <p:nvPr/>
          </p:nvGrpSpPr>
          <p:grpSpPr>
            <a:xfrm>
              <a:off x="567172" y="1643449"/>
              <a:ext cx="10927879" cy="3286895"/>
              <a:chOff x="634213" y="766120"/>
              <a:chExt cx="10927879" cy="3286895"/>
            </a:xfrm>
            <a:solidFill>
              <a:schemeClr val="bg1"/>
            </a:solidFill>
          </p:grpSpPr>
          <p:grpSp>
            <p:nvGrpSpPr>
              <p:cNvPr id="5" name="Group 4"/>
              <p:cNvGrpSpPr/>
              <p:nvPr/>
            </p:nvGrpSpPr>
            <p:grpSpPr>
              <a:xfrm>
                <a:off x="634213" y="766120"/>
                <a:ext cx="10927879" cy="3286895"/>
                <a:chOff x="634213" y="766120"/>
                <a:chExt cx="10927879" cy="3286895"/>
              </a:xfrm>
              <a:grpFill/>
            </p:grpSpPr>
            <p:pic>
              <p:nvPicPr>
                <p:cNvPr id="3" name="Picture 2"/>
                <p:cNvPicPr>
                  <a:picLocks noChangeAspect="1"/>
                </p:cNvPicPr>
                <p:nvPr/>
              </p:nvPicPr>
              <p:blipFill>
                <a:blip r:embed="rId3"/>
                <a:stretch>
                  <a:fillRect/>
                </a:stretch>
              </p:blipFill>
              <p:spPr>
                <a:xfrm>
                  <a:off x="634214" y="766120"/>
                  <a:ext cx="10888993" cy="2240533"/>
                </a:xfrm>
                <a:prstGeom prst="rect">
                  <a:avLst/>
                </a:prstGeom>
                <a:grpFill/>
                <a:ln>
                  <a:noFill/>
                </a:ln>
              </p:spPr>
            </p:pic>
            <p:pic>
              <p:nvPicPr>
                <p:cNvPr id="4" name="Picture 3"/>
                <p:cNvPicPr>
                  <a:picLocks noChangeAspect="1"/>
                </p:cNvPicPr>
                <p:nvPr/>
              </p:nvPicPr>
              <p:blipFill>
                <a:blip r:embed="rId4"/>
                <a:stretch>
                  <a:fillRect/>
                </a:stretch>
              </p:blipFill>
              <p:spPr>
                <a:xfrm>
                  <a:off x="634213" y="2957225"/>
                  <a:ext cx="10927879" cy="1095790"/>
                </a:xfrm>
                <a:prstGeom prst="rect">
                  <a:avLst/>
                </a:prstGeom>
                <a:grpFill/>
                <a:ln>
                  <a:noFill/>
                </a:ln>
              </p:spPr>
            </p:pic>
          </p:grpSp>
          <p:sp>
            <p:nvSpPr>
              <p:cNvPr id="6" name="Rectangle 5"/>
              <p:cNvSpPr/>
              <p:nvPr/>
            </p:nvSpPr>
            <p:spPr>
              <a:xfrm>
                <a:off x="9823621" y="3682314"/>
                <a:ext cx="1674872" cy="37070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p:cNvSpPr/>
            <p:nvPr/>
          </p:nvSpPr>
          <p:spPr>
            <a:xfrm>
              <a:off x="567172" y="1643449"/>
              <a:ext cx="4783304" cy="35834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2" name="Picture 11">
            <a:extLst>
              <a:ext uri="{FF2B5EF4-FFF2-40B4-BE49-F238E27FC236}">
                <a16:creationId xmlns:a16="http://schemas.microsoft.com/office/drawing/2014/main" id="{3B794403-F3FA-F96F-2790-856F08DEDF7B}"/>
              </a:ext>
            </a:extLst>
          </p:cNvPr>
          <p:cNvPicPr>
            <a:picLocks noChangeAspect="1"/>
          </p:cNvPicPr>
          <p:nvPr/>
        </p:nvPicPr>
        <p:blipFill>
          <a:blip r:embed="rId5"/>
          <a:stretch>
            <a:fillRect/>
          </a:stretch>
        </p:blipFill>
        <p:spPr>
          <a:xfrm>
            <a:off x="710607" y="5716741"/>
            <a:ext cx="10927880" cy="990714"/>
          </a:xfrm>
          <a:prstGeom prst="rect">
            <a:avLst/>
          </a:prstGeom>
        </p:spPr>
      </p:pic>
      <mc:AlternateContent xmlns:mc="http://schemas.openxmlformats.org/markup-compatibility/2006" xmlns:p14="http://schemas.microsoft.com/office/powerpoint/2010/main">
        <mc:Choice Requires="p14">
          <p:contentPart p14:bwMode="auto" r:id="rId6">
            <p14:nvContentPartPr>
              <p14:cNvPr id="13" name="Ink 12">
                <a:extLst>
                  <a:ext uri="{FF2B5EF4-FFF2-40B4-BE49-F238E27FC236}">
                    <a16:creationId xmlns:a16="http://schemas.microsoft.com/office/drawing/2014/main" id="{C8CFBCB6-1B99-9A8B-B450-07B1C1DDFC76}"/>
                  </a:ext>
                </a:extLst>
              </p14:cNvPr>
              <p14:cNvContentPartPr/>
              <p14:nvPr/>
            </p14:nvContentPartPr>
            <p14:xfrm>
              <a:off x="7876595" y="6530505"/>
              <a:ext cx="1973880" cy="9360"/>
            </p14:xfrm>
          </p:contentPart>
        </mc:Choice>
        <mc:Fallback xmlns="">
          <p:pic>
            <p:nvPicPr>
              <p:cNvPr id="13" name="Ink 12">
                <a:extLst>
                  <a:ext uri="{FF2B5EF4-FFF2-40B4-BE49-F238E27FC236}">
                    <a16:creationId xmlns:a16="http://schemas.microsoft.com/office/drawing/2014/main" id="{C8CFBCB6-1B99-9A8B-B450-07B1C1DDFC76}"/>
                  </a:ext>
                </a:extLst>
              </p:cNvPr>
              <p:cNvPicPr/>
              <p:nvPr/>
            </p:nvPicPr>
            <p:blipFill>
              <a:blip r:embed="rId7"/>
              <a:stretch>
                <a:fillRect/>
              </a:stretch>
            </p:blipFill>
            <p:spPr>
              <a:xfrm>
                <a:off x="7860755" y="6467145"/>
                <a:ext cx="200520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4" name="Ink 13">
                <a:extLst>
                  <a:ext uri="{FF2B5EF4-FFF2-40B4-BE49-F238E27FC236}">
                    <a16:creationId xmlns:a16="http://schemas.microsoft.com/office/drawing/2014/main" id="{3CF2F8AA-D2F0-1D3F-46FD-A97F74A5D5F9}"/>
                  </a:ext>
                </a:extLst>
              </p14:cNvPr>
              <p14:cNvContentPartPr/>
              <p14:nvPr/>
            </p14:nvContentPartPr>
            <p14:xfrm>
              <a:off x="1777475" y="5923185"/>
              <a:ext cx="2688120" cy="116640"/>
            </p14:xfrm>
          </p:contentPart>
        </mc:Choice>
        <mc:Fallback xmlns="">
          <p:pic>
            <p:nvPicPr>
              <p:cNvPr id="14" name="Ink 13">
                <a:extLst>
                  <a:ext uri="{FF2B5EF4-FFF2-40B4-BE49-F238E27FC236}">
                    <a16:creationId xmlns:a16="http://schemas.microsoft.com/office/drawing/2014/main" id="{3CF2F8AA-D2F0-1D3F-46FD-A97F74A5D5F9}"/>
                  </a:ext>
                </a:extLst>
              </p:cNvPr>
              <p:cNvPicPr/>
              <p:nvPr/>
            </p:nvPicPr>
            <p:blipFill>
              <a:blip r:embed="rId9"/>
              <a:stretch>
                <a:fillRect/>
              </a:stretch>
            </p:blipFill>
            <p:spPr>
              <a:xfrm>
                <a:off x="1761635" y="5859825"/>
                <a:ext cx="2719440" cy="2433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5" name="Ink 14">
                <a:extLst>
                  <a:ext uri="{FF2B5EF4-FFF2-40B4-BE49-F238E27FC236}">
                    <a16:creationId xmlns:a16="http://schemas.microsoft.com/office/drawing/2014/main" id="{F5A890C0-1D5D-0D2E-4F2D-FE99F397C404}"/>
                  </a:ext>
                </a:extLst>
              </p14:cNvPr>
              <p14:cNvContentPartPr/>
              <p14:nvPr/>
            </p14:nvContentPartPr>
            <p14:xfrm>
              <a:off x="5376395" y="5950185"/>
              <a:ext cx="2937960" cy="71640"/>
            </p14:xfrm>
          </p:contentPart>
        </mc:Choice>
        <mc:Fallback xmlns="">
          <p:pic>
            <p:nvPicPr>
              <p:cNvPr id="15" name="Ink 14">
                <a:extLst>
                  <a:ext uri="{FF2B5EF4-FFF2-40B4-BE49-F238E27FC236}">
                    <a16:creationId xmlns:a16="http://schemas.microsoft.com/office/drawing/2014/main" id="{F5A890C0-1D5D-0D2E-4F2D-FE99F397C404}"/>
                  </a:ext>
                </a:extLst>
              </p:cNvPr>
              <p:cNvPicPr/>
              <p:nvPr/>
            </p:nvPicPr>
            <p:blipFill>
              <a:blip r:embed="rId11"/>
              <a:stretch>
                <a:fillRect/>
              </a:stretch>
            </p:blipFill>
            <p:spPr>
              <a:xfrm>
                <a:off x="5360555" y="5886825"/>
                <a:ext cx="2969280" cy="1983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6" name="Ink 15">
                <a:extLst>
                  <a:ext uri="{FF2B5EF4-FFF2-40B4-BE49-F238E27FC236}">
                    <a16:creationId xmlns:a16="http://schemas.microsoft.com/office/drawing/2014/main" id="{18B8356C-6573-A5A7-3F07-B2C1C84E767A}"/>
                  </a:ext>
                </a:extLst>
              </p14:cNvPr>
              <p14:cNvContentPartPr/>
              <p14:nvPr/>
            </p14:nvContentPartPr>
            <p14:xfrm>
              <a:off x="8198075" y="5967825"/>
              <a:ext cx="2152440" cy="9360"/>
            </p14:xfrm>
          </p:contentPart>
        </mc:Choice>
        <mc:Fallback xmlns="">
          <p:pic>
            <p:nvPicPr>
              <p:cNvPr id="16" name="Ink 15">
                <a:extLst>
                  <a:ext uri="{FF2B5EF4-FFF2-40B4-BE49-F238E27FC236}">
                    <a16:creationId xmlns:a16="http://schemas.microsoft.com/office/drawing/2014/main" id="{18B8356C-6573-A5A7-3F07-B2C1C84E767A}"/>
                  </a:ext>
                </a:extLst>
              </p:cNvPr>
              <p:cNvPicPr/>
              <p:nvPr/>
            </p:nvPicPr>
            <p:blipFill>
              <a:blip r:embed="rId13"/>
              <a:stretch>
                <a:fillRect/>
              </a:stretch>
            </p:blipFill>
            <p:spPr>
              <a:xfrm>
                <a:off x="8182235" y="5904465"/>
                <a:ext cx="218376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7" name="Ink 16">
                <a:extLst>
                  <a:ext uri="{FF2B5EF4-FFF2-40B4-BE49-F238E27FC236}">
                    <a16:creationId xmlns:a16="http://schemas.microsoft.com/office/drawing/2014/main" id="{91FB89FB-DC35-537B-00D7-2AEA0DCEDD73}"/>
                  </a:ext>
                </a:extLst>
              </p14:cNvPr>
              <p14:cNvContentPartPr/>
              <p14:nvPr/>
            </p14:nvContentPartPr>
            <p14:xfrm>
              <a:off x="10484075" y="5985825"/>
              <a:ext cx="1071720" cy="45000"/>
            </p14:xfrm>
          </p:contentPart>
        </mc:Choice>
        <mc:Fallback xmlns="">
          <p:pic>
            <p:nvPicPr>
              <p:cNvPr id="17" name="Ink 16">
                <a:extLst>
                  <a:ext uri="{FF2B5EF4-FFF2-40B4-BE49-F238E27FC236}">
                    <a16:creationId xmlns:a16="http://schemas.microsoft.com/office/drawing/2014/main" id="{91FB89FB-DC35-537B-00D7-2AEA0DCEDD73}"/>
                  </a:ext>
                </a:extLst>
              </p:cNvPr>
              <p:cNvPicPr/>
              <p:nvPr/>
            </p:nvPicPr>
            <p:blipFill>
              <a:blip r:embed="rId15"/>
              <a:stretch>
                <a:fillRect/>
              </a:stretch>
            </p:blipFill>
            <p:spPr>
              <a:xfrm>
                <a:off x="10468235" y="5922465"/>
                <a:ext cx="1103040" cy="1717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8" name="Ink 17">
                <a:extLst>
                  <a:ext uri="{FF2B5EF4-FFF2-40B4-BE49-F238E27FC236}">
                    <a16:creationId xmlns:a16="http://schemas.microsoft.com/office/drawing/2014/main" id="{C847010A-D460-C224-B54E-C82F16A3AF75}"/>
                  </a:ext>
                </a:extLst>
              </p14:cNvPr>
              <p14:cNvContentPartPr/>
              <p14:nvPr/>
            </p14:nvContentPartPr>
            <p14:xfrm>
              <a:off x="822035" y="6218025"/>
              <a:ext cx="6367320" cy="80640"/>
            </p14:xfrm>
          </p:contentPart>
        </mc:Choice>
        <mc:Fallback xmlns="">
          <p:pic>
            <p:nvPicPr>
              <p:cNvPr id="18" name="Ink 17">
                <a:extLst>
                  <a:ext uri="{FF2B5EF4-FFF2-40B4-BE49-F238E27FC236}">
                    <a16:creationId xmlns:a16="http://schemas.microsoft.com/office/drawing/2014/main" id="{C847010A-D460-C224-B54E-C82F16A3AF75}"/>
                  </a:ext>
                </a:extLst>
              </p:cNvPr>
              <p:cNvPicPr/>
              <p:nvPr/>
            </p:nvPicPr>
            <p:blipFill>
              <a:blip r:embed="rId17"/>
              <a:stretch>
                <a:fillRect/>
              </a:stretch>
            </p:blipFill>
            <p:spPr>
              <a:xfrm>
                <a:off x="806195" y="6154665"/>
                <a:ext cx="6398640" cy="2073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9" name="Ink 18">
                <a:extLst>
                  <a:ext uri="{FF2B5EF4-FFF2-40B4-BE49-F238E27FC236}">
                    <a16:creationId xmlns:a16="http://schemas.microsoft.com/office/drawing/2014/main" id="{64FC7AD5-F0EA-C3D9-CE90-A5EB4C48A429}"/>
                  </a:ext>
                </a:extLst>
              </p14:cNvPr>
              <p14:cNvContentPartPr/>
              <p14:nvPr/>
            </p14:nvContentPartPr>
            <p14:xfrm>
              <a:off x="822035" y="6209025"/>
              <a:ext cx="4206240" cy="116280"/>
            </p14:xfrm>
          </p:contentPart>
        </mc:Choice>
        <mc:Fallback xmlns="">
          <p:pic>
            <p:nvPicPr>
              <p:cNvPr id="19" name="Ink 18">
                <a:extLst>
                  <a:ext uri="{FF2B5EF4-FFF2-40B4-BE49-F238E27FC236}">
                    <a16:creationId xmlns:a16="http://schemas.microsoft.com/office/drawing/2014/main" id="{64FC7AD5-F0EA-C3D9-CE90-A5EB4C48A429}"/>
                  </a:ext>
                </a:extLst>
              </p:cNvPr>
              <p:cNvPicPr/>
              <p:nvPr/>
            </p:nvPicPr>
            <p:blipFill>
              <a:blip r:embed="rId19"/>
              <a:stretch>
                <a:fillRect/>
              </a:stretch>
            </p:blipFill>
            <p:spPr>
              <a:xfrm>
                <a:off x="806195" y="6145665"/>
                <a:ext cx="4237560" cy="2430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0" name="Ink 19">
                <a:extLst>
                  <a:ext uri="{FF2B5EF4-FFF2-40B4-BE49-F238E27FC236}">
                    <a16:creationId xmlns:a16="http://schemas.microsoft.com/office/drawing/2014/main" id="{7EA9DD11-3A5B-E1F8-0554-241A3A8ACEA5}"/>
                  </a:ext>
                </a:extLst>
              </p14:cNvPr>
              <p14:cNvContentPartPr/>
              <p14:nvPr/>
            </p14:nvContentPartPr>
            <p14:xfrm>
              <a:off x="10993115" y="5950185"/>
              <a:ext cx="589680" cy="18000"/>
            </p14:xfrm>
          </p:contentPart>
        </mc:Choice>
        <mc:Fallback xmlns="">
          <p:pic>
            <p:nvPicPr>
              <p:cNvPr id="20" name="Ink 19">
                <a:extLst>
                  <a:ext uri="{FF2B5EF4-FFF2-40B4-BE49-F238E27FC236}">
                    <a16:creationId xmlns:a16="http://schemas.microsoft.com/office/drawing/2014/main" id="{7EA9DD11-3A5B-E1F8-0554-241A3A8ACEA5}"/>
                  </a:ext>
                </a:extLst>
              </p:cNvPr>
              <p:cNvPicPr/>
              <p:nvPr/>
            </p:nvPicPr>
            <p:blipFill>
              <a:blip r:embed="rId21"/>
              <a:stretch>
                <a:fillRect/>
              </a:stretch>
            </p:blipFill>
            <p:spPr>
              <a:xfrm>
                <a:off x="10977275" y="5886825"/>
                <a:ext cx="621000" cy="1447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1" name="Ink 20">
                <a:extLst>
                  <a:ext uri="{FF2B5EF4-FFF2-40B4-BE49-F238E27FC236}">
                    <a16:creationId xmlns:a16="http://schemas.microsoft.com/office/drawing/2014/main" id="{C42E086F-09BC-A3D3-7705-0FBB552DAF7C}"/>
                  </a:ext>
                </a:extLst>
              </p14:cNvPr>
              <p14:cNvContentPartPr/>
              <p14:nvPr/>
            </p14:nvContentPartPr>
            <p14:xfrm>
              <a:off x="8180075" y="6218025"/>
              <a:ext cx="3384720" cy="54000"/>
            </p14:xfrm>
          </p:contentPart>
        </mc:Choice>
        <mc:Fallback xmlns="">
          <p:pic>
            <p:nvPicPr>
              <p:cNvPr id="21" name="Ink 20">
                <a:extLst>
                  <a:ext uri="{FF2B5EF4-FFF2-40B4-BE49-F238E27FC236}">
                    <a16:creationId xmlns:a16="http://schemas.microsoft.com/office/drawing/2014/main" id="{C42E086F-09BC-A3D3-7705-0FBB552DAF7C}"/>
                  </a:ext>
                </a:extLst>
              </p:cNvPr>
              <p:cNvPicPr/>
              <p:nvPr/>
            </p:nvPicPr>
            <p:blipFill>
              <a:blip r:embed="rId23"/>
              <a:stretch>
                <a:fillRect/>
              </a:stretch>
            </p:blipFill>
            <p:spPr>
              <a:xfrm>
                <a:off x="8164235" y="6154665"/>
                <a:ext cx="3416040" cy="1807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2" name="Ink 21">
                <a:extLst>
                  <a:ext uri="{FF2B5EF4-FFF2-40B4-BE49-F238E27FC236}">
                    <a16:creationId xmlns:a16="http://schemas.microsoft.com/office/drawing/2014/main" id="{4D4C1E1D-C30F-2596-D0B7-E848414C396A}"/>
                  </a:ext>
                </a:extLst>
              </p14:cNvPr>
              <p14:cNvContentPartPr/>
              <p14:nvPr/>
            </p14:nvContentPartPr>
            <p14:xfrm>
              <a:off x="822035" y="6494865"/>
              <a:ext cx="5152680" cy="27000"/>
            </p14:xfrm>
          </p:contentPart>
        </mc:Choice>
        <mc:Fallback xmlns="">
          <p:pic>
            <p:nvPicPr>
              <p:cNvPr id="22" name="Ink 21">
                <a:extLst>
                  <a:ext uri="{FF2B5EF4-FFF2-40B4-BE49-F238E27FC236}">
                    <a16:creationId xmlns:a16="http://schemas.microsoft.com/office/drawing/2014/main" id="{4D4C1E1D-C30F-2596-D0B7-E848414C396A}"/>
                  </a:ext>
                </a:extLst>
              </p:cNvPr>
              <p:cNvPicPr/>
              <p:nvPr/>
            </p:nvPicPr>
            <p:blipFill>
              <a:blip r:embed="rId25"/>
              <a:stretch>
                <a:fillRect/>
              </a:stretch>
            </p:blipFill>
            <p:spPr>
              <a:xfrm>
                <a:off x="806195" y="6431505"/>
                <a:ext cx="5184000" cy="153720"/>
              </a:xfrm>
              <a:prstGeom prst="rect">
                <a:avLst/>
              </a:prstGeom>
            </p:spPr>
          </p:pic>
        </mc:Fallback>
      </mc:AlternateContent>
    </p:spTree>
    <p:extLst>
      <p:ext uri="{BB962C8B-B14F-4D97-AF65-F5344CB8AC3E}">
        <p14:creationId xmlns:p14="http://schemas.microsoft.com/office/powerpoint/2010/main" val="2373836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26</a:t>
            </a:fld>
            <a:endParaRPr lang="en-US"/>
          </a:p>
        </p:txBody>
      </p:sp>
      <p:pic>
        <p:nvPicPr>
          <p:cNvPr id="3" name="Picture 2"/>
          <p:cNvPicPr>
            <a:picLocks noChangeAspect="1"/>
          </p:cNvPicPr>
          <p:nvPr/>
        </p:nvPicPr>
        <p:blipFill>
          <a:blip r:embed="rId2"/>
          <a:stretch>
            <a:fillRect/>
          </a:stretch>
        </p:blipFill>
        <p:spPr>
          <a:xfrm>
            <a:off x="598739" y="402939"/>
            <a:ext cx="7888293" cy="6052121"/>
          </a:xfrm>
          <a:prstGeom prst="rect">
            <a:avLst/>
          </a:prstGeom>
        </p:spPr>
      </p:pic>
      <p:sp>
        <p:nvSpPr>
          <p:cNvPr id="4" name="Rectangle 3"/>
          <p:cNvSpPr/>
          <p:nvPr/>
        </p:nvSpPr>
        <p:spPr>
          <a:xfrm>
            <a:off x="3727620" y="4707941"/>
            <a:ext cx="8196649" cy="1200329"/>
          </a:xfrm>
          <a:prstGeom prst="rect">
            <a:avLst/>
          </a:prstGeom>
          <a:solidFill>
            <a:schemeClr val="accent2">
              <a:lumMod val="40000"/>
              <a:lumOff val="60000"/>
            </a:schemeClr>
          </a:solidFill>
        </p:spPr>
        <p:txBody>
          <a:bodyPr wrap="square">
            <a:spAutoFit/>
          </a:bodyPr>
          <a:lstStyle/>
          <a:p>
            <a:r>
              <a:rPr lang="en-US" dirty="0">
                <a:solidFill>
                  <a:srgbClr val="242021"/>
                </a:solidFill>
              </a:rPr>
              <a:t>DES or AES is used to generate an encrypted version of the message, and some of</a:t>
            </a:r>
            <a:r>
              <a:rPr lang="en-US" dirty="0"/>
              <a:t> the bits of </a:t>
            </a:r>
            <a:r>
              <a:rPr lang="en-US" dirty="0" err="1"/>
              <a:t>ciphertext</a:t>
            </a:r>
            <a:r>
              <a:rPr lang="en-US" dirty="0"/>
              <a:t> are used as the code. Longer codes are used to provide sufficient collision resistance. One difference is that the authentication algorithm need not be reversible, as it must for decryption.</a:t>
            </a:r>
          </a:p>
        </p:txBody>
      </p:sp>
    </p:spTree>
    <p:extLst>
      <p:ext uri="{BB962C8B-B14F-4D97-AF65-F5344CB8AC3E}">
        <p14:creationId xmlns:p14="http://schemas.microsoft.com/office/powerpoint/2010/main" val="11970774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2A50C4D-0BA1-4E54-8DFC-01810EC97B99}" type="slidenum">
              <a:rPr lang="en-US" smtClean="0"/>
              <a:t>27</a:t>
            </a:fld>
            <a:endParaRPr lang="en-US"/>
          </a:p>
        </p:txBody>
      </p:sp>
      <p:pic>
        <p:nvPicPr>
          <p:cNvPr id="5" name="Picture 4"/>
          <p:cNvPicPr>
            <a:picLocks noChangeAspect="1"/>
          </p:cNvPicPr>
          <p:nvPr/>
        </p:nvPicPr>
        <p:blipFill>
          <a:blip r:embed="rId2"/>
          <a:stretch>
            <a:fillRect/>
          </a:stretch>
        </p:blipFill>
        <p:spPr>
          <a:xfrm>
            <a:off x="537613" y="1246627"/>
            <a:ext cx="11181056" cy="2979384"/>
          </a:xfrm>
          <a:prstGeom prst="rect">
            <a:avLst/>
          </a:prstGeom>
        </p:spPr>
      </p:pic>
      <p:pic>
        <p:nvPicPr>
          <p:cNvPr id="6" name="Picture 5"/>
          <p:cNvPicPr>
            <a:picLocks noChangeAspect="1"/>
          </p:cNvPicPr>
          <p:nvPr/>
        </p:nvPicPr>
        <p:blipFill>
          <a:blip r:embed="rId3"/>
          <a:stretch>
            <a:fillRect/>
          </a:stretch>
        </p:blipFill>
        <p:spPr>
          <a:xfrm>
            <a:off x="636469" y="4269466"/>
            <a:ext cx="11082200" cy="1168304"/>
          </a:xfrm>
          <a:prstGeom prst="rect">
            <a:avLst/>
          </a:prstGeom>
        </p:spPr>
      </p:pic>
      <p:cxnSp>
        <p:nvCxnSpPr>
          <p:cNvPr id="3" name="Straight Connector 2"/>
          <p:cNvCxnSpPr/>
          <p:nvPr/>
        </p:nvCxnSpPr>
        <p:spPr>
          <a:xfrm>
            <a:off x="1408670" y="4658497"/>
            <a:ext cx="8736227"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537613" y="4658497"/>
            <a:ext cx="11040668" cy="779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32859156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28</a:t>
            </a:fld>
            <a:endParaRPr lang="en-US"/>
          </a:p>
        </p:txBody>
      </p:sp>
      <p:pic>
        <p:nvPicPr>
          <p:cNvPr id="3" name="Picture 4"/>
          <p:cNvPicPr>
            <a:picLocks noChangeAspect="1" noChangeArrowheads="1"/>
          </p:cNvPicPr>
          <p:nvPr/>
        </p:nvPicPr>
        <p:blipFill>
          <a:blip r:embed="rId2">
            <a:extLst>
              <a:ext uri="{28A0092B-C50C-407E-A947-70E740481C1C}">
                <a14:useLocalDpi xmlns:a14="http://schemas.microsoft.com/office/drawing/2010/main" val="0"/>
              </a:ext>
            </a:extLst>
          </a:blip>
          <a:srcRect l="23161" t="17897" r="18529" b="28636"/>
          <a:stretch>
            <a:fillRect/>
          </a:stretch>
        </p:blipFill>
        <p:spPr bwMode="auto">
          <a:xfrm>
            <a:off x="3336325" y="210817"/>
            <a:ext cx="5486400" cy="6510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454383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p:cNvGrpSpPr/>
          <p:nvPr/>
        </p:nvGrpSpPr>
        <p:grpSpPr>
          <a:xfrm>
            <a:off x="2481427" y="265083"/>
            <a:ext cx="7129848" cy="6456392"/>
            <a:chOff x="2471352" y="265084"/>
            <a:chExt cx="7129848" cy="6456392"/>
          </a:xfrm>
        </p:grpSpPr>
        <p:pic>
          <p:nvPicPr>
            <p:cNvPr id="5" name="Picture 4"/>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2471352" y="265084"/>
              <a:ext cx="7129848" cy="6456392"/>
            </a:xfrm>
            <a:prstGeom prst="rect">
              <a:avLst/>
            </a:prstGeom>
          </p:spPr>
        </p:pic>
        <p:sp>
          <p:nvSpPr>
            <p:cNvPr id="11" name="Rectangle 10"/>
            <p:cNvSpPr/>
            <p:nvPr/>
          </p:nvSpPr>
          <p:spPr>
            <a:xfrm>
              <a:off x="3348681" y="5832389"/>
              <a:ext cx="3150973" cy="5239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Slide Number Placeholder 3"/>
          <p:cNvSpPr>
            <a:spLocks noGrp="1"/>
          </p:cNvSpPr>
          <p:nvPr>
            <p:ph type="sldNum" sz="quarter" idx="12"/>
          </p:nvPr>
        </p:nvSpPr>
        <p:spPr/>
        <p:txBody>
          <a:bodyPr/>
          <a:lstStyle/>
          <a:p>
            <a:fld id="{A2A50C4D-0BA1-4E54-8DFC-01810EC97B99}" type="slidenum">
              <a:rPr lang="en-US" smtClean="0"/>
              <a:t>29</a:t>
            </a:fld>
            <a:endParaRPr lang="en-US"/>
          </a:p>
        </p:txBody>
      </p:sp>
      <p:sp>
        <p:nvSpPr>
          <p:cNvPr id="6" name="Oval 5"/>
          <p:cNvSpPr/>
          <p:nvPr/>
        </p:nvSpPr>
        <p:spPr>
          <a:xfrm>
            <a:off x="8610600" y="432486"/>
            <a:ext cx="1200665" cy="1099752"/>
          </a:xfrm>
          <a:prstGeom prst="ellipse">
            <a:avLst/>
          </a:prstGeom>
          <a:solidFill>
            <a:srgbClr val="FF0000">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8568397" y="2924145"/>
            <a:ext cx="2827606" cy="646331"/>
          </a:xfrm>
          <a:prstGeom prst="rect">
            <a:avLst/>
          </a:prstGeom>
          <a:solidFill>
            <a:schemeClr val="accent2">
              <a:lumMod val="40000"/>
              <a:lumOff val="60000"/>
            </a:schemeClr>
          </a:solidFill>
          <a:ln>
            <a:solidFill>
              <a:srgbClr val="FF0000"/>
            </a:solidFill>
          </a:ln>
        </p:spPr>
        <p:txBody>
          <a:bodyPr wrap="square" rtlCol="0">
            <a:spAutoFit/>
          </a:bodyPr>
          <a:lstStyle/>
          <a:p>
            <a:r>
              <a:rPr lang="en-US" dirty="0"/>
              <a:t>To accommodate variable size messages or data blocks</a:t>
            </a:r>
          </a:p>
        </p:txBody>
      </p:sp>
      <p:cxnSp>
        <p:nvCxnSpPr>
          <p:cNvPr id="9" name="Straight Arrow Connector 8"/>
          <p:cNvCxnSpPr/>
          <p:nvPr/>
        </p:nvCxnSpPr>
        <p:spPr>
          <a:xfrm>
            <a:off x="9411286" y="1532238"/>
            <a:ext cx="399979" cy="91554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p:nvPicPr>
        <p:blipFill>
          <a:blip r:embed="rId4"/>
          <a:stretch>
            <a:fillRect/>
          </a:stretch>
        </p:blipFill>
        <p:spPr>
          <a:xfrm>
            <a:off x="8438269" y="2431937"/>
            <a:ext cx="3172268" cy="400106"/>
          </a:xfrm>
          <a:prstGeom prst="rect">
            <a:avLst/>
          </a:prstGeom>
        </p:spPr>
      </p:pic>
    </p:spTree>
    <p:extLst>
      <p:ext uri="{BB962C8B-B14F-4D97-AF65-F5344CB8AC3E}">
        <p14:creationId xmlns:p14="http://schemas.microsoft.com/office/powerpoint/2010/main" val="6151707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30</a:t>
            </a:fld>
            <a:endParaRPr lang="en-US"/>
          </a:p>
        </p:txBody>
      </p:sp>
      <p:grpSp>
        <p:nvGrpSpPr>
          <p:cNvPr id="7" name="Group 6"/>
          <p:cNvGrpSpPr/>
          <p:nvPr/>
        </p:nvGrpSpPr>
        <p:grpSpPr>
          <a:xfrm>
            <a:off x="585474" y="891807"/>
            <a:ext cx="11074599" cy="4903512"/>
            <a:chOff x="585474" y="891807"/>
            <a:chExt cx="11074599" cy="4903512"/>
          </a:xfrm>
        </p:grpSpPr>
        <p:pic>
          <p:nvPicPr>
            <p:cNvPr id="5" name="Picture 4"/>
            <p:cNvPicPr>
              <a:picLocks noChangeAspect="1"/>
            </p:cNvPicPr>
            <p:nvPr/>
          </p:nvPicPr>
          <p:blipFill>
            <a:blip r:embed="rId2"/>
            <a:stretch>
              <a:fillRect/>
            </a:stretch>
          </p:blipFill>
          <p:spPr>
            <a:xfrm>
              <a:off x="585474" y="891807"/>
              <a:ext cx="11074599" cy="4903512"/>
            </a:xfrm>
            <a:prstGeom prst="rect">
              <a:avLst/>
            </a:prstGeom>
          </p:spPr>
        </p:pic>
        <p:sp>
          <p:nvSpPr>
            <p:cNvPr id="6" name="Rectangle 5"/>
            <p:cNvSpPr/>
            <p:nvPr/>
          </p:nvSpPr>
          <p:spPr>
            <a:xfrm>
              <a:off x="585474" y="891807"/>
              <a:ext cx="8966299" cy="4056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8" name="Straight Connector 7"/>
          <p:cNvCxnSpPr/>
          <p:nvPr/>
        </p:nvCxnSpPr>
        <p:spPr>
          <a:xfrm>
            <a:off x="3571103" y="1618735"/>
            <a:ext cx="598067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44271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2113983" y="578722"/>
            <a:ext cx="8041339" cy="3366141"/>
          </a:xfrm>
          <a:prstGeom prst="rect">
            <a:avLst/>
          </a:prstGeom>
        </p:spPr>
      </p:pic>
      <p:sp>
        <p:nvSpPr>
          <p:cNvPr id="2" name="Slide Number Placeholder 1"/>
          <p:cNvSpPr>
            <a:spLocks noGrp="1"/>
          </p:cNvSpPr>
          <p:nvPr>
            <p:ph type="sldNum" sz="quarter" idx="12"/>
          </p:nvPr>
        </p:nvSpPr>
        <p:spPr/>
        <p:txBody>
          <a:bodyPr/>
          <a:lstStyle/>
          <a:p>
            <a:fld id="{A2A50C4D-0BA1-4E54-8DFC-01810EC97B99}" type="slidenum">
              <a:rPr lang="en-US" smtClean="0"/>
              <a:t>31</a:t>
            </a:fld>
            <a:endParaRPr lang="en-US"/>
          </a:p>
        </p:txBody>
      </p:sp>
      <p:grpSp>
        <p:nvGrpSpPr>
          <p:cNvPr id="5" name="Group 4"/>
          <p:cNvGrpSpPr/>
          <p:nvPr/>
        </p:nvGrpSpPr>
        <p:grpSpPr>
          <a:xfrm>
            <a:off x="1531284" y="3944863"/>
            <a:ext cx="9206738" cy="2615771"/>
            <a:chOff x="555100" y="1270166"/>
            <a:chExt cx="10991786" cy="3314191"/>
          </a:xfrm>
        </p:grpSpPr>
        <p:pic>
          <p:nvPicPr>
            <p:cNvPr id="3" name="Picture 2"/>
            <p:cNvPicPr>
              <a:picLocks noChangeAspect="1"/>
            </p:cNvPicPr>
            <p:nvPr/>
          </p:nvPicPr>
          <p:blipFill>
            <a:blip r:embed="rId3"/>
            <a:stretch>
              <a:fillRect/>
            </a:stretch>
          </p:blipFill>
          <p:spPr>
            <a:xfrm>
              <a:off x="555100" y="1270166"/>
              <a:ext cx="10991786" cy="3314191"/>
            </a:xfrm>
            <a:prstGeom prst="rect">
              <a:avLst/>
            </a:prstGeom>
          </p:spPr>
        </p:pic>
        <p:sp>
          <p:nvSpPr>
            <p:cNvPr id="4" name="Rectangle 3"/>
            <p:cNvSpPr/>
            <p:nvPr/>
          </p:nvSpPr>
          <p:spPr>
            <a:xfrm>
              <a:off x="555100" y="1270166"/>
              <a:ext cx="3238424" cy="3362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 name="Picture 5"/>
          <p:cNvPicPr>
            <a:picLocks noChangeAspect="1"/>
          </p:cNvPicPr>
          <p:nvPr/>
        </p:nvPicPr>
        <p:blipFill>
          <a:blip r:embed="rId4"/>
          <a:stretch>
            <a:fillRect/>
          </a:stretch>
        </p:blipFill>
        <p:spPr>
          <a:xfrm>
            <a:off x="7071597" y="3656048"/>
            <a:ext cx="4649635" cy="246157"/>
          </a:xfrm>
          <a:prstGeom prst="rect">
            <a:avLst/>
          </a:prstGeom>
        </p:spPr>
      </p:pic>
      <p:cxnSp>
        <p:nvCxnSpPr>
          <p:cNvPr id="9" name="Straight Connector 8"/>
          <p:cNvCxnSpPr/>
          <p:nvPr/>
        </p:nvCxnSpPr>
        <p:spPr>
          <a:xfrm>
            <a:off x="7216346" y="4210223"/>
            <a:ext cx="2113005"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98602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32</a:t>
            </a:fld>
            <a:endParaRPr lang="en-US"/>
          </a:p>
        </p:txBody>
      </p:sp>
      <p:grpSp>
        <p:nvGrpSpPr>
          <p:cNvPr id="8" name="Group 7"/>
          <p:cNvGrpSpPr/>
          <p:nvPr/>
        </p:nvGrpSpPr>
        <p:grpSpPr>
          <a:xfrm>
            <a:off x="835135" y="1655802"/>
            <a:ext cx="8676157" cy="4658497"/>
            <a:chOff x="3038048" y="2928867"/>
            <a:chExt cx="6115904" cy="2941840"/>
          </a:xfrm>
        </p:grpSpPr>
        <p:pic>
          <p:nvPicPr>
            <p:cNvPr id="6" name="Picture 5"/>
            <p:cNvPicPr>
              <a:picLocks noChangeAspect="1"/>
            </p:cNvPicPr>
            <p:nvPr/>
          </p:nvPicPr>
          <p:blipFill>
            <a:blip r:embed="rId2"/>
            <a:stretch>
              <a:fillRect/>
            </a:stretch>
          </p:blipFill>
          <p:spPr>
            <a:xfrm>
              <a:off x="3038048" y="2928867"/>
              <a:ext cx="6115904" cy="1000265"/>
            </a:xfrm>
            <a:prstGeom prst="rect">
              <a:avLst/>
            </a:prstGeom>
          </p:spPr>
        </p:pic>
        <p:pic>
          <p:nvPicPr>
            <p:cNvPr id="7" name="Picture 6"/>
            <p:cNvPicPr>
              <a:picLocks noChangeAspect="1"/>
            </p:cNvPicPr>
            <p:nvPr/>
          </p:nvPicPr>
          <p:blipFill>
            <a:blip r:embed="rId3"/>
            <a:stretch>
              <a:fillRect/>
            </a:stretch>
          </p:blipFill>
          <p:spPr>
            <a:xfrm>
              <a:off x="3038048" y="3879704"/>
              <a:ext cx="6106377" cy="1991003"/>
            </a:xfrm>
            <a:prstGeom prst="rect">
              <a:avLst/>
            </a:prstGeom>
          </p:spPr>
        </p:pic>
      </p:grpSp>
      <p:pic>
        <p:nvPicPr>
          <p:cNvPr id="9" name="Picture 8"/>
          <p:cNvPicPr>
            <a:picLocks noChangeAspect="1"/>
          </p:cNvPicPr>
          <p:nvPr/>
        </p:nvPicPr>
        <p:blipFill>
          <a:blip r:embed="rId4"/>
          <a:stretch>
            <a:fillRect/>
          </a:stretch>
        </p:blipFill>
        <p:spPr>
          <a:xfrm>
            <a:off x="602595" y="463752"/>
            <a:ext cx="11131402" cy="1192050"/>
          </a:xfrm>
          <a:prstGeom prst="rect">
            <a:avLst/>
          </a:prstGeom>
        </p:spPr>
      </p:pic>
      <p:sp>
        <p:nvSpPr>
          <p:cNvPr id="3" name="Rectangle 2"/>
          <p:cNvSpPr/>
          <p:nvPr/>
        </p:nvSpPr>
        <p:spPr>
          <a:xfrm>
            <a:off x="649404" y="4163138"/>
            <a:ext cx="9047617" cy="2078119"/>
          </a:xfrm>
          <a:prstGeom prst="rect">
            <a:avLst/>
          </a:prstGeom>
          <a:solidFill>
            <a:srgbClr val="FF000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0772F473-42D2-C018-2C5B-5DFA37CE8679}"/>
              </a:ext>
            </a:extLst>
          </p:cNvPr>
          <p:cNvSpPr txBox="1"/>
          <p:nvPr/>
        </p:nvSpPr>
        <p:spPr>
          <a:xfrm>
            <a:off x="9683508" y="3136095"/>
            <a:ext cx="2329198" cy="646331"/>
          </a:xfrm>
          <a:prstGeom prst="rect">
            <a:avLst/>
          </a:prstGeom>
          <a:noFill/>
        </p:spPr>
        <p:txBody>
          <a:bodyPr wrap="square">
            <a:spAutoFit/>
          </a:bodyPr>
          <a:lstStyle/>
          <a:p>
            <a:pPr algn="just"/>
            <a:r>
              <a:rPr lang="en-US" sz="1200" b="0" i="0" dirty="0">
                <a:solidFill>
                  <a:srgbClr val="000000"/>
                </a:solidFill>
                <a:effectLst/>
                <a:latin typeface="Times New Roman" panose="02020603050405020304" pitchFamily="18" charset="0"/>
                <a:cs typeface="Times New Roman" panose="02020603050405020304" pitchFamily="18" charset="0"/>
              </a:rPr>
              <a:t>This property protects against an attacker who only has a hash value and is trying to find the input.</a:t>
            </a:r>
          </a:p>
        </p:txBody>
      </p:sp>
      <p:sp>
        <p:nvSpPr>
          <p:cNvPr id="19" name="TextBox 18">
            <a:extLst>
              <a:ext uri="{FF2B5EF4-FFF2-40B4-BE49-F238E27FC236}">
                <a16:creationId xmlns:a16="http://schemas.microsoft.com/office/drawing/2014/main" id="{6454D835-0D4B-1B7C-E566-2F8B9F71A7FC}"/>
              </a:ext>
            </a:extLst>
          </p:cNvPr>
          <p:cNvSpPr txBox="1"/>
          <p:nvPr/>
        </p:nvSpPr>
        <p:spPr>
          <a:xfrm>
            <a:off x="9697021" y="4105646"/>
            <a:ext cx="2563103" cy="1015663"/>
          </a:xfrm>
          <a:prstGeom prst="rect">
            <a:avLst/>
          </a:prstGeom>
          <a:noFill/>
        </p:spPr>
        <p:txBody>
          <a:bodyPr wrap="square">
            <a:spAutoFit/>
          </a:bodyPr>
          <a:lstStyle/>
          <a:p>
            <a:pPr algn="just"/>
            <a:r>
              <a:rPr lang="en-US" sz="1200" b="0" i="0" dirty="0">
                <a:solidFill>
                  <a:srgbClr val="000000"/>
                </a:solidFill>
                <a:effectLst/>
                <a:latin typeface="Times New Roman" panose="02020603050405020304" pitchFamily="18" charset="0"/>
                <a:cs typeface="Times New Roman" panose="02020603050405020304" pitchFamily="18" charset="0"/>
              </a:rPr>
              <a:t>This property of hash function protects against an attacker who has an input value and its hash, and wants to substitute different value as legitimate value in place of original input value.</a:t>
            </a:r>
          </a:p>
        </p:txBody>
      </p:sp>
      <p:sp>
        <p:nvSpPr>
          <p:cNvPr id="21" name="TextBox 20">
            <a:extLst>
              <a:ext uri="{FF2B5EF4-FFF2-40B4-BE49-F238E27FC236}">
                <a16:creationId xmlns:a16="http://schemas.microsoft.com/office/drawing/2014/main" id="{A08F954B-1A6F-01E9-757E-A1A45B21551F}"/>
              </a:ext>
            </a:extLst>
          </p:cNvPr>
          <p:cNvSpPr txBox="1"/>
          <p:nvPr/>
        </p:nvSpPr>
        <p:spPr>
          <a:xfrm>
            <a:off x="9683508" y="5323331"/>
            <a:ext cx="2093797" cy="830997"/>
          </a:xfrm>
          <a:prstGeom prst="rect">
            <a:avLst/>
          </a:prstGeom>
          <a:noFill/>
        </p:spPr>
        <p:txBody>
          <a:bodyPr wrap="square">
            <a:spAutoFit/>
          </a:bodyPr>
          <a:lstStyle/>
          <a:p>
            <a:pPr algn="just"/>
            <a:r>
              <a:rPr lang="en-US" sz="1200" b="0" i="0" dirty="0">
                <a:solidFill>
                  <a:srgbClr val="000000"/>
                </a:solidFill>
                <a:effectLst/>
                <a:latin typeface="Times New Roman" panose="02020603050405020304" pitchFamily="18" charset="0"/>
                <a:cs typeface="Times New Roman" panose="02020603050405020304" pitchFamily="18" charset="0"/>
              </a:rPr>
              <a:t>This property makes it very difficult for an attacker to find two input values with the same hash.</a:t>
            </a:r>
          </a:p>
        </p:txBody>
      </p:sp>
    </p:spTree>
    <p:extLst>
      <p:ext uri="{BB962C8B-B14F-4D97-AF65-F5344CB8AC3E}">
        <p14:creationId xmlns:p14="http://schemas.microsoft.com/office/powerpoint/2010/main" val="4740064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33</a:t>
            </a:fld>
            <a:endParaRPr lang="en-US"/>
          </a:p>
        </p:txBody>
      </p:sp>
      <p:pic>
        <p:nvPicPr>
          <p:cNvPr id="3" name="Picture 2"/>
          <p:cNvPicPr>
            <a:picLocks noChangeAspect="1"/>
          </p:cNvPicPr>
          <p:nvPr/>
        </p:nvPicPr>
        <p:blipFill>
          <a:blip r:embed="rId2"/>
          <a:stretch>
            <a:fillRect/>
          </a:stretch>
        </p:blipFill>
        <p:spPr>
          <a:xfrm>
            <a:off x="865066" y="964906"/>
            <a:ext cx="10649372" cy="4984812"/>
          </a:xfrm>
          <a:prstGeom prst="rect">
            <a:avLst/>
          </a:prstGeom>
        </p:spPr>
      </p:pic>
      <p:pic>
        <p:nvPicPr>
          <p:cNvPr id="4" name="Picture 3"/>
          <p:cNvPicPr>
            <a:picLocks noChangeAspect="1"/>
          </p:cNvPicPr>
          <p:nvPr/>
        </p:nvPicPr>
        <p:blipFill>
          <a:blip r:embed="rId3"/>
          <a:stretch>
            <a:fillRect/>
          </a:stretch>
        </p:blipFill>
        <p:spPr>
          <a:xfrm>
            <a:off x="2188702" y="5949718"/>
            <a:ext cx="7680824" cy="406632"/>
          </a:xfrm>
          <a:prstGeom prst="rect">
            <a:avLst/>
          </a:prstGeom>
        </p:spPr>
      </p:pic>
      <p:sp>
        <p:nvSpPr>
          <p:cNvPr id="5" name="Rectangle 4"/>
          <p:cNvSpPr/>
          <p:nvPr/>
        </p:nvSpPr>
        <p:spPr>
          <a:xfrm>
            <a:off x="735273" y="558274"/>
            <a:ext cx="10908957" cy="369332"/>
          </a:xfrm>
          <a:prstGeom prst="rect">
            <a:avLst/>
          </a:prstGeom>
        </p:spPr>
        <p:txBody>
          <a:bodyPr wrap="square">
            <a:spAutoFit/>
          </a:bodyPr>
          <a:lstStyle/>
          <a:p>
            <a:r>
              <a:rPr lang="en-US" dirty="0">
                <a:solidFill>
                  <a:srgbClr val="242021"/>
                </a:solidFill>
                <a:latin typeface="TimesTenLTStd-Roman"/>
              </a:rPr>
              <a:t>if it is assumed that only the sender and receiver share the encryption key, then authenticity is assured</a:t>
            </a:r>
            <a:r>
              <a:rPr lang="en-US" dirty="0"/>
              <a:t> </a:t>
            </a:r>
          </a:p>
        </p:txBody>
      </p:sp>
      <p:sp>
        <p:nvSpPr>
          <p:cNvPr id="6" name="TextBox 5"/>
          <p:cNvSpPr txBox="1"/>
          <p:nvPr/>
        </p:nvSpPr>
        <p:spPr>
          <a:xfrm>
            <a:off x="5301049" y="4769708"/>
            <a:ext cx="2314288" cy="461665"/>
          </a:xfrm>
          <a:prstGeom prst="rect">
            <a:avLst/>
          </a:prstGeom>
          <a:noFill/>
        </p:spPr>
        <p:txBody>
          <a:bodyPr wrap="none" rtlCol="0">
            <a:spAutoFit/>
          </a:bodyPr>
          <a:lstStyle/>
          <a:p>
            <a:r>
              <a:rPr lang="en-US" sz="2400" dirty="0">
                <a:solidFill>
                  <a:srgbClr val="FF0000"/>
                </a:solidFill>
              </a:rPr>
              <a:t>Why Encryption?</a:t>
            </a:r>
          </a:p>
        </p:txBody>
      </p:sp>
      <p:sp>
        <p:nvSpPr>
          <p:cNvPr id="7" name="Oval 6"/>
          <p:cNvSpPr/>
          <p:nvPr/>
        </p:nvSpPr>
        <p:spPr>
          <a:xfrm>
            <a:off x="2205013" y="4040659"/>
            <a:ext cx="803189" cy="1668163"/>
          </a:xfrm>
          <a:prstGeom prst="ellipse">
            <a:avLst/>
          </a:prstGeom>
          <a:solidFill>
            <a:srgbClr val="FF0000">
              <a:alpha val="28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9377398" y="4120292"/>
            <a:ext cx="803189" cy="1668163"/>
          </a:xfrm>
          <a:prstGeom prst="ellipse">
            <a:avLst/>
          </a:prstGeom>
          <a:solidFill>
            <a:srgbClr val="FF0000">
              <a:alpha val="28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p:cNvCxnSpPr/>
          <p:nvPr/>
        </p:nvCxnSpPr>
        <p:spPr>
          <a:xfrm>
            <a:off x="3008202" y="4628271"/>
            <a:ext cx="2393792" cy="326102"/>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4388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34</a:t>
            </a:fld>
            <a:endParaRPr lang="en-US"/>
          </a:p>
        </p:txBody>
      </p:sp>
      <p:pic>
        <p:nvPicPr>
          <p:cNvPr id="4" name="Picture 3"/>
          <p:cNvPicPr>
            <a:picLocks noChangeAspect="1"/>
          </p:cNvPicPr>
          <p:nvPr/>
        </p:nvPicPr>
        <p:blipFill>
          <a:blip r:embed="rId2"/>
          <a:stretch>
            <a:fillRect/>
          </a:stretch>
        </p:blipFill>
        <p:spPr>
          <a:xfrm>
            <a:off x="2188702" y="5949718"/>
            <a:ext cx="7680824" cy="406632"/>
          </a:xfrm>
          <a:prstGeom prst="rect">
            <a:avLst/>
          </a:prstGeom>
        </p:spPr>
      </p:pic>
      <p:pic>
        <p:nvPicPr>
          <p:cNvPr id="5" name="Picture 4"/>
          <p:cNvPicPr>
            <a:picLocks noChangeAspect="1"/>
          </p:cNvPicPr>
          <p:nvPr/>
        </p:nvPicPr>
        <p:blipFill>
          <a:blip r:embed="rId3"/>
          <a:stretch>
            <a:fillRect/>
          </a:stretch>
        </p:blipFill>
        <p:spPr>
          <a:xfrm>
            <a:off x="533136" y="1509618"/>
            <a:ext cx="10991956" cy="4440100"/>
          </a:xfrm>
          <a:prstGeom prst="rect">
            <a:avLst/>
          </a:prstGeom>
        </p:spPr>
      </p:pic>
      <p:sp>
        <p:nvSpPr>
          <p:cNvPr id="6" name="Rectangle 5"/>
          <p:cNvSpPr/>
          <p:nvPr/>
        </p:nvSpPr>
        <p:spPr>
          <a:xfrm>
            <a:off x="792628" y="502821"/>
            <a:ext cx="10991956" cy="646331"/>
          </a:xfrm>
          <a:prstGeom prst="rect">
            <a:avLst/>
          </a:prstGeom>
        </p:spPr>
        <p:txBody>
          <a:bodyPr wrap="square">
            <a:spAutoFit/>
          </a:bodyPr>
          <a:lstStyle/>
          <a:p>
            <a:r>
              <a:rPr lang="en-US" dirty="0">
                <a:solidFill>
                  <a:srgbClr val="242021"/>
                </a:solidFill>
                <a:latin typeface="TimesTenLTStd-Roman"/>
              </a:rPr>
              <a:t>The public key approach has two advantages: It provides a digital signature as well as message authentication, and it does not require the distribution of keys to communicating parties.</a:t>
            </a:r>
            <a:r>
              <a:rPr lang="en-US" dirty="0"/>
              <a:t> </a:t>
            </a:r>
          </a:p>
        </p:txBody>
      </p:sp>
    </p:spTree>
    <p:extLst>
      <p:ext uri="{BB962C8B-B14F-4D97-AF65-F5344CB8AC3E}">
        <p14:creationId xmlns:p14="http://schemas.microsoft.com/office/powerpoint/2010/main" val="39587301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35</a:t>
            </a:fld>
            <a:endParaRPr lang="en-US"/>
          </a:p>
        </p:txBody>
      </p:sp>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557087" y="476017"/>
            <a:ext cx="6132882" cy="465586"/>
          </a:xfrm>
          <a:prstGeom prst="rect">
            <a:avLst/>
          </a:prstGeom>
        </p:spPr>
      </p:pic>
      <p:pic>
        <p:nvPicPr>
          <p:cNvPr id="4" name="Picture 3"/>
          <p:cNvPicPr>
            <a:picLocks noChangeAspect="1"/>
          </p:cNvPicPr>
          <p:nvPr/>
        </p:nvPicPr>
        <p:blipFill>
          <a:blip r:embed="rId4"/>
          <a:stretch>
            <a:fillRect/>
          </a:stretch>
        </p:blipFill>
        <p:spPr>
          <a:xfrm>
            <a:off x="557087" y="4277550"/>
            <a:ext cx="10796713" cy="1946116"/>
          </a:xfrm>
          <a:prstGeom prst="rect">
            <a:avLst/>
          </a:prstGeom>
        </p:spPr>
      </p:pic>
      <p:pic>
        <p:nvPicPr>
          <p:cNvPr id="5" name="Picture 4"/>
          <p:cNvPicPr>
            <a:picLocks noChangeAspect="1"/>
          </p:cNvPicPr>
          <p:nvPr/>
        </p:nvPicPr>
        <p:blipFill>
          <a:blip r:embed="rId5"/>
          <a:stretch>
            <a:fillRect/>
          </a:stretch>
        </p:blipFill>
        <p:spPr>
          <a:xfrm>
            <a:off x="557087" y="1357352"/>
            <a:ext cx="10798846" cy="2271656"/>
          </a:xfrm>
          <a:prstGeom prst="rect">
            <a:avLst/>
          </a:prstGeom>
        </p:spPr>
      </p:pic>
    </p:spTree>
    <p:extLst>
      <p:ext uri="{BB962C8B-B14F-4D97-AF65-F5344CB8AC3E}">
        <p14:creationId xmlns:p14="http://schemas.microsoft.com/office/powerpoint/2010/main" val="30019766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36</a:t>
            </a:fld>
            <a:endParaRPr lang="en-US"/>
          </a:p>
        </p:txBody>
      </p:sp>
      <p:pic>
        <p:nvPicPr>
          <p:cNvPr id="3" name="Picture 2"/>
          <p:cNvPicPr>
            <a:picLocks noChangeAspect="1"/>
          </p:cNvPicPr>
          <p:nvPr/>
        </p:nvPicPr>
        <p:blipFill>
          <a:blip r:embed="rId2"/>
          <a:stretch>
            <a:fillRect/>
          </a:stretch>
        </p:blipFill>
        <p:spPr>
          <a:xfrm>
            <a:off x="585684" y="490721"/>
            <a:ext cx="11054373" cy="1671711"/>
          </a:xfrm>
          <a:prstGeom prst="rect">
            <a:avLst/>
          </a:prstGeom>
        </p:spPr>
      </p:pic>
      <p:pic>
        <p:nvPicPr>
          <p:cNvPr id="4" name="Picture 3"/>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585684" y="2572253"/>
            <a:ext cx="11153753" cy="3544341"/>
          </a:xfrm>
          <a:prstGeom prst="rect">
            <a:avLst/>
          </a:prstGeom>
        </p:spPr>
      </p:pic>
    </p:spTree>
    <p:extLst>
      <p:ext uri="{BB962C8B-B14F-4D97-AF65-F5344CB8AC3E}">
        <p14:creationId xmlns:p14="http://schemas.microsoft.com/office/powerpoint/2010/main" val="6183821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37</a:t>
            </a:fld>
            <a:endParaRPr lang="en-US"/>
          </a:p>
        </p:txBody>
      </p:sp>
      <p:pic>
        <p:nvPicPr>
          <p:cNvPr id="3" name="Picture 2"/>
          <p:cNvPicPr>
            <a:picLocks noChangeAspect="1"/>
          </p:cNvPicPr>
          <p:nvPr/>
        </p:nvPicPr>
        <p:blipFill>
          <a:blip r:embed="rId2"/>
          <a:stretch>
            <a:fillRect/>
          </a:stretch>
        </p:blipFill>
        <p:spPr>
          <a:xfrm>
            <a:off x="526227" y="1162850"/>
            <a:ext cx="9841092" cy="5193500"/>
          </a:xfrm>
          <a:prstGeom prst="rect">
            <a:avLst/>
          </a:prstGeom>
        </p:spPr>
      </p:pic>
      <p:pic>
        <p:nvPicPr>
          <p:cNvPr id="4" name="Picture 3"/>
          <p:cNvPicPr>
            <a:picLocks noChangeAspect="1"/>
          </p:cNvPicPr>
          <p:nvPr/>
        </p:nvPicPr>
        <p:blipFill>
          <a:blip r:embed="rId3"/>
          <a:stretch>
            <a:fillRect/>
          </a:stretch>
        </p:blipFill>
        <p:spPr>
          <a:xfrm>
            <a:off x="526227" y="501650"/>
            <a:ext cx="5791768" cy="485537"/>
          </a:xfrm>
          <a:prstGeom prst="rect">
            <a:avLst/>
          </a:prstGeom>
        </p:spPr>
      </p:pic>
    </p:spTree>
    <p:extLst>
      <p:ext uri="{BB962C8B-B14F-4D97-AF65-F5344CB8AC3E}">
        <p14:creationId xmlns:p14="http://schemas.microsoft.com/office/powerpoint/2010/main" val="31895117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38</a:t>
            </a:fld>
            <a:endParaRPr lang="en-US"/>
          </a:p>
        </p:txBody>
      </p:sp>
      <p:pic>
        <p:nvPicPr>
          <p:cNvPr id="3" name="Picture 2"/>
          <p:cNvPicPr>
            <a:picLocks noChangeAspect="1"/>
          </p:cNvPicPr>
          <p:nvPr/>
        </p:nvPicPr>
        <p:blipFill>
          <a:blip r:embed="rId2"/>
          <a:stretch>
            <a:fillRect/>
          </a:stretch>
        </p:blipFill>
        <p:spPr>
          <a:xfrm>
            <a:off x="1025611" y="211846"/>
            <a:ext cx="9823621" cy="5939863"/>
          </a:xfrm>
          <a:prstGeom prst="rect">
            <a:avLst/>
          </a:prstGeom>
        </p:spPr>
      </p:pic>
      <p:pic>
        <p:nvPicPr>
          <p:cNvPr id="4" name="Picture 3"/>
          <p:cNvPicPr>
            <a:picLocks noChangeAspect="1"/>
          </p:cNvPicPr>
          <p:nvPr/>
        </p:nvPicPr>
        <p:blipFill>
          <a:blip r:embed="rId3"/>
          <a:stretch>
            <a:fillRect/>
          </a:stretch>
        </p:blipFill>
        <p:spPr>
          <a:xfrm>
            <a:off x="594358" y="6151709"/>
            <a:ext cx="3770163" cy="386683"/>
          </a:xfrm>
          <a:prstGeom prst="rect">
            <a:avLst/>
          </a:prstGeom>
        </p:spPr>
      </p:pic>
      <p:sp>
        <p:nvSpPr>
          <p:cNvPr id="5" name="TextBox 4">
            <a:extLst>
              <a:ext uri="{FF2B5EF4-FFF2-40B4-BE49-F238E27FC236}">
                <a16:creationId xmlns:a16="http://schemas.microsoft.com/office/drawing/2014/main" id="{2DE389D1-D666-875F-953A-551B1BFE4F9B}"/>
              </a:ext>
            </a:extLst>
          </p:cNvPr>
          <p:cNvSpPr txBox="1"/>
          <p:nvPr/>
        </p:nvSpPr>
        <p:spPr>
          <a:xfrm>
            <a:off x="7171766" y="521625"/>
            <a:ext cx="4108720" cy="369332"/>
          </a:xfrm>
          <a:prstGeom prst="rect">
            <a:avLst/>
          </a:prstGeom>
          <a:noFill/>
        </p:spPr>
        <p:txBody>
          <a:bodyPr wrap="square" rtlCol="0">
            <a:spAutoFit/>
          </a:bodyPr>
          <a:lstStyle/>
          <a:p>
            <a:r>
              <a:rPr lang="en-US" sz="1800" b="0" i="0" u="none" strike="noStrike" baseline="0" dirty="0">
                <a:latin typeface="TimesTenLTStd-Roman"/>
              </a:rPr>
              <a:t>directed toward providing </a:t>
            </a:r>
            <a:r>
              <a:rPr lang="en-US" sz="1800" b="1" i="0" u="none" strike="noStrike" baseline="0" dirty="0">
                <a:solidFill>
                  <a:srgbClr val="FF0000"/>
                </a:solidFill>
                <a:latin typeface="TimesTenLTStd-Bold"/>
              </a:rPr>
              <a:t>confidentiality</a:t>
            </a:r>
            <a:r>
              <a:rPr lang="en-US" dirty="0">
                <a:solidFill>
                  <a:srgbClr val="FF0000"/>
                </a:solidFill>
              </a:rPr>
              <a:t> </a:t>
            </a:r>
            <a:endParaRPr lang="en-PK" dirty="0">
              <a:solidFill>
                <a:srgbClr val="FF0000"/>
              </a:solidFill>
            </a:endParaRPr>
          </a:p>
        </p:txBody>
      </p:sp>
    </p:spTree>
    <p:extLst>
      <p:ext uri="{BB962C8B-B14F-4D97-AF65-F5344CB8AC3E}">
        <p14:creationId xmlns:p14="http://schemas.microsoft.com/office/powerpoint/2010/main" val="36266979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39</a:t>
            </a:fld>
            <a:endParaRPr lang="en-US"/>
          </a:p>
        </p:txBody>
      </p:sp>
      <p:pic>
        <p:nvPicPr>
          <p:cNvPr id="4" name="Picture 3"/>
          <p:cNvPicPr>
            <a:picLocks noChangeAspect="1"/>
          </p:cNvPicPr>
          <p:nvPr/>
        </p:nvPicPr>
        <p:blipFill>
          <a:blip r:embed="rId2"/>
          <a:stretch>
            <a:fillRect/>
          </a:stretch>
        </p:blipFill>
        <p:spPr>
          <a:xfrm>
            <a:off x="594358" y="6151709"/>
            <a:ext cx="3770163" cy="386683"/>
          </a:xfrm>
          <a:prstGeom prst="rect">
            <a:avLst/>
          </a:prstGeom>
        </p:spPr>
      </p:pic>
      <p:pic>
        <p:nvPicPr>
          <p:cNvPr id="5" name="Picture 4"/>
          <p:cNvPicPr>
            <a:picLocks noChangeAspect="1"/>
          </p:cNvPicPr>
          <p:nvPr/>
        </p:nvPicPr>
        <p:blipFill>
          <a:blip r:embed="rId3"/>
          <a:stretch>
            <a:fillRect/>
          </a:stretch>
        </p:blipFill>
        <p:spPr>
          <a:xfrm>
            <a:off x="1507525" y="251683"/>
            <a:ext cx="9082216" cy="5900026"/>
          </a:xfrm>
          <a:prstGeom prst="rect">
            <a:avLst/>
          </a:prstGeom>
        </p:spPr>
      </p:pic>
      <p:sp>
        <p:nvSpPr>
          <p:cNvPr id="6" name="TextBox 5">
            <a:extLst>
              <a:ext uri="{FF2B5EF4-FFF2-40B4-BE49-F238E27FC236}">
                <a16:creationId xmlns:a16="http://schemas.microsoft.com/office/drawing/2014/main" id="{B9596C68-75DB-BBBA-CBEA-9EC4F67EA57A}"/>
              </a:ext>
            </a:extLst>
          </p:cNvPr>
          <p:cNvSpPr txBox="1"/>
          <p:nvPr/>
        </p:nvSpPr>
        <p:spPr>
          <a:xfrm>
            <a:off x="170329" y="383125"/>
            <a:ext cx="6185647" cy="369332"/>
          </a:xfrm>
          <a:prstGeom prst="rect">
            <a:avLst/>
          </a:prstGeom>
          <a:noFill/>
        </p:spPr>
        <p:txBody>
          <a:bodyPr wrap="square">
            <a:spAutoFit/>
          </a:bodyPr>
          <a:lstStyle/>
          <a:p>
            <a:pPr algn="l"/>
            <a:r>
              <a:rPr lang="en-US" sz="1800" b="0" i="0" u="none" strike="noStrike" baseline="0" dirty="0">
                <a:latin typeface="TimesTenLTStd-Roman"/>
              </a:rPr>
              <a:t>directed toward providing </a:t>
            </a:r>
            <a:r>
              <a:rPr lang="en-US" sz="1800" b="1" i="0" u="none" strike="noStrike" baseline="0" dirty="0">
                <a:solidFill>
                  <a:srgbClr val="FF0000"/>
                </a:solidFill>
                <a:latin typeface="TimesTenLTStd-Bold"/>
              </a:rPr>
              <a:t>authentication </a:t>
            </a:r>
            <a:r>
              <a:rPr lang="en-US" sz="1800" b="0" i="0" u="none" strike="noStrike" baseline="0" dirty="0">
                <a:solidFill>
                  <a:srgbClr val="FF0000"/>
                </a:solidFill>
                <a:latin typeface="TimesTenLTStd-Roman"/>
              </a:rPr>
              <a:t>and/or </a:t>
            </a:r>
            <a:r>
              <a:rPr lang="en-US" sz="1800" b="1" i="0" u="none" strike="noStrike" baseline="0" dirty="0">
                <a:solidFill>
                  <a:srgbClr val="FF0000"/>
                </a:solidFill>
                <a:latin typeface="TimesTenLTStd-Bold"/>
              </a:rPr>
              <a:t>data integrity</a:t>
            </a:r>
            <a:r>
              <a:rPr lang="en-US" sz="1800" b="0" i="0" u="none" strike="noStrike" baseline="0" dirty="0">
                <a:solidFill>
                  <a:srgbClr val="FF0000"/>
                </a:solidFill>
                <a:latin typeface="TimesTenLTStd-Roman"/>
              </a:rPr>
              <a:t>.</a:t>
            </a:r>
            <a:endParaRPr lang="en-PK" dirty="0">
              <a:solidFill>
                <a:srgbClr val="FF0000"/>
              </a:solidFill>
            </a:endParaRPr>
          </a:p>
        </p:txBody>
      </p:sp>
    </p:spTree>
    <p:extLst>
      <p:ext uri="{BB962C8B-B14F-4D97-AF65-F5344CB8AC3E}">
        <p14:creationId xmlns:p14="http://schemas.microsoft.com/office/powerpoint/2010/main" val="27392168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40</a:t>
            </a:fld>
            <a:endParaRPr lang="en-US"/>
          </a:p>
        </p:txBody>
      </p:sp>
      <p:pic>
        <p:nvPicPr>
          <p:cNvPr id="3" name="Picture 2"/>
          <p:cNvPicPr>
            <a:picLocks noChangeAspect="1"/>
          </p:cNvPicPr>
          <p:nvPr/>
        </p:nvPicPr>
        <p:blipFill>
          <a:blip r:embed="rId2"/>
          <a:stretch>
            <a:fillRect/>
          </a:stretch>
        </p:blipFill>
        <p:spPr>
          <a:xfrm>
            <a:off x="648885" y="1811209"/>
            <a:ext cx="10803002" cy="3446248"/>
          </a:xfrm>
          <a:prstGeom prst="rect">
            <a:avLst/>
          </a:prstGeom>
        </p:spPr>
      </p:pic>
    </p:spTree>
    <p:extLst>
      <p:ext uri="{BB962C8B-B14F-4D97-AF65-F5344CB8AC3E}">
        <p14:creationId xmlns:p14="http://schemas.microsoft.com/office/powerpoint/2010/main" val="27528344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41</a:t>
            </a:fld>
            <a:endParaRPr lang="en-US"/>
          </a:p>
        </p:txBody>
      </p:sp>
      <p:pic>
        <p:nvPicPr>
          <p:cNvPr id="3" name="Picture 2"/>
          <p:cNvPicPr>
            <a:picLocks noChangeAspect="1"/>
          </p:cNvPicPr>
          <p:nvPr/>
        </p:nvPicPr>
        <p:blipFill>
          <a:blip r:embed="rId2"/>
          <a:stretch>
            <a:fillRect/>
          </a:stretch>
        </p:blipFill>
        <p:spPr>
          <a:xfrm>
            <a:off x="222420" y="595172"/>
            <a:ext cx="7438769" cy="5637105"/>
          </a:xfrm>
          <a:prstGeom prst="rect">
            <a:avLst/>
          </a:prstGeom>
        </p:spPr>
      </p:pic>
      <p:pic>
        <p:nvPicPr>
          <p:cNvPr id="5" name="Picture 4"/>
          <p:cNvPicPr>
            <a:picLocks noChangeAspect="1"/>
          </p:cNvPicPr>
          <p:nvPr/>
        </p:nvPicPr>
        <p:blipFill>
          <a:blip r:embed="rId3"/>
          <a:stretch>
            <a:fillRect/>
          </a:stretch>
        </p:blipFill>
        <p:spPr>
          <a:xfrm>
            <a:off x="7661189" y="2065360"/>
            <a:ext cx="4411362" cy="2667335"/>
          </a:xfrm>
          <a:prstGeom prst="rect">
            <a:avLst/>
          </a:prstGeom>
        </p:spPr>
      </p:pic>
    </p:spTree>
    <p:extLst>
      <p:ext uri="{BB962C8B-B14F-4D97-AF65-F5344CB8AC3E}">
        <p14:creationId xmlns:p14="http://schemas.microsoft.com/office/powerpoint/2010/main" val="11287539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42</a:t>
            </a:fld>
            <a:endParaRPr lang="en-US" dirty="0"/>
          </a:p>
        </p:txBody>
      </p:sp>
      <p:pic>
        <p:nvPicPr>
          <p:cNvPr id="3" name="Picture 2"/>
          <p:cNvPicPr>
            <a:picLocks noChangeAspect="1"/>
          </p:cNvPicPr>
          <p:nvPr/>
        </p:nvPicPr>
        <p:blipFill>
          <a:blip r:embed="rId2"/>
          <a:stretch>
            <a:fillRect/>
          </a:stretch>
        </p:blipFill>
        <p:spPr>
          <a:xfrm>
            <a:off x="682362" y="1346798"/>
            <a:ext cx="10686892" cy="1797195"/>
          </a:xfrm>
          <a:prstGeom prst="rect">
            <a:avLst/>
          </a:prstGeom>
        </p:spPr>
      </p:pic>
      <p:grpSp>
        <p:nvGrpSpPr>
          <p:cNvPr id="6" name="Group 5"/>
          <p:cNvGrpSpPr/>
          <p:nvPr/>
        </p:nvGrpSpPr>
        <p:grpSpPr>
          <a:xfrm>
            <a:off x="682362" y="3143993"/>
            <a:ext cx="10655984" cy="1572720"/>
            <a:chOff x="666908" y="3617118"/>
            <a:chExt cx="10655984" cy="1572720"/>
          </a:xfrm>
        </p:grpSpPr>
        <p:pic>
          <p:nvPicPr>
            <p:cNvPr id="4" name="Picture 3"/>
            <p:cNvPicPr>
              <a:picLocks noChangeAspect="1"/>
            </p:cNvPicPr>
            <p:nvPr/>
          </p:nvPicPr>
          <p:blipFill>
            <a:blip r:embed="rId3"/>
            <a:stretch>
              <a:fillRect/>
            </a:stretch>
          </p:blipFill>
          <p:spPr>
            <a:xfrm>
              <a:off x="666908" y="3617118"/>
              <a:ext cx="10655984" cy="1572720"/>
            </a:xfrm>
            <a:prstGeom prst="rect">
              <a:avLst/>
            </a:prstGeom>
          </p:spPr>
        </p:pic>
        <p:sp>
          <p:nvSpPr>
            <p:cNvPr id="5" name="Rectangle 4"/>
            <p:cNvSpPr/>
            <p:nvPr/>
          </p:nvSpPr>
          <p:spPr>
            <a:xfrm>
              <a:off x="666908" y="3617118"/>
              <a:ext cx="4362292" cy="4358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Picture 6"/>
          <p:cNvPicPr>
            <a:picLocks noChangeAspect="1"/>
          </p:cNvPicPr>
          <p:nvPr/>
        </p:nvPicPr>
        <p:blipFill>
          <a:blip r:embed="rId4"/>
          <a:stretch>
            <a:fillRect/>
          </a:stretch>
        </p:blipFill>
        <p:spPr>
          <a:xfrm>
            <a:off x="666908" y="448200"/>
            <a:ext cx="8208222" cy="700977"/>
          </a:xfrm>
          <a:prstGeom prst="rect">
            <a:avLst/>
          </a:prstGeom>
        </p:spPr>
      </p:pic>
      <p:pic>
        <p:nvPicPr>
          <p:cNvPr id="8" name="Picture 7"/>
          <p:cNvPicPr>
            <a:picLocks noChangeAspect="1"/>
          </p:cNvPicPr>
          <p:nvPr/>
        </p:nvPicPr>
        <p:blipFill>
          <a:blip r:embed="rId5"/>
          <a:stretch>
            <a:fillRect/>
          </a:stretch>
        </p:blipFill>
        <p:spPr>
          <a:xfrm>
            <a:off x="736759" y="4676745"/>
            <a:ext cx="9829884" cy="772582"/>
          </a:xfrm>
          <a:prstGeom prst="rect">
            <a:avLst/>
          </a:prstGeom>
        </p:spPr>
      </p:pic>
      <p:pic>
        <p:nvPicPr>
          <p:cNvPr id="9" name="Picture 8"/>
          <p:cNvPicPr>
            <a:picLocks noChangeAspect="1"/>
          </p:cNvPicPr>
          <p:nvPr/>
        </p:nvPicPr>
        <p:blipFill>
          <a:blip r:embed="rId6"/>
          <a:stretch>
            <a:fillRect/>
          </a:stretch>
        </p:blipFill>
        <p:spPr>
          <a:xfrm>
            <a:off x="736759" y="5465080"/>
            <a:ext cx="10483176" cy="560973"/>
          </a:xfrm>
          <a:prstGeom prst="rect">
            <a:avLst/>
          </a:prstGeom>
        </p:spPr>
      </p:pic>
      <p:pic>
        <p:nvPicPr>
          <p:cNvPr id="10" name="Picture 9"/>
          <p:cNvPicPr>
            <a:picLocks noChangeAspect="1"/>
          </p:cNvPicPr>
          <p:nvPr/>
        </p:nvPicPr>
        <p:blipFill>
          <a:blip r:embed="rId7"/>
          <a:stretch>
            <a:fillRect/>
          </a:stretch>
        </p:blipFill>
        <p:spPr>
          <a:xfrm>
            <a:off x="724402" y="5980877"/>
            <a:ext cx="8404193" cy="701518"/>
          </a:xfrm>
          <a:prstGeom prst="rect">
            <a:avLst/>
          </a:prstGeom>
        </p:spPr>
      </p:pic>
      <mc:AlternateContent xmlns:mc="http://schemas.openxmlformats.org/markup-compatibility/2006" xmlns:p14="http://schemas.microsoft.com/office/powerpoint/2010/main">
        <mc:Choice Requires="p14">
          <p:contentPart p14:bwMode="auto" r:id="rId8">
            <p14:nvContentPartPr>
              <p14:cNvPr id="11" name="Ink 10"/>
              <p14:cNvContentPartPr/>
              <p14:nvPr/>
            </p14:nvContentPartPr>
            <p14:xfrm>
              <a:off x="5250600" y="2536200"/>
              <a:ext cx="6027840" cy="71640"/>
            </p14:xfrm>
          </p:contentPart>
        </mc:Choice>
        <mc:Fallback xmlns="">
          <p:pic>
            <p:nvPicPr>
              <p:cNvPr id="11" name="Ink 10"/>
              <p:cNvPicPr/>
              <p:nvPr/>
            </p:nvPicPr>
            <p:blipFill>
              <a:blip r:embed="rId9"/>
              <a:stretch>
                <a:fillRect/>
              </a:stretch>
            </p:blipFill>
            <p:spPr>
              <a:xfrm>
                <a:off x="5234760" y="2472480"/>
                <a:ext cx="605952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2" name="Ink 11"/>
              <p14:cNvContentPartPr/>
              <p14:nvPr/>
            </p14:nvContentPartPr>
            <p14:xfrm>
              <a:off x="5277600" y="2616480"/>
              <a:ext cx="3679200" cy="360"/>
            </p14:xfrm>
          </p:contentPart>
        </mc:Choice>
        <mc:Fallback xmlns="">
          <p:pic>
            <p:nvPicPr>
              <p:cNvPr id="12" name="Ink 11"/>
              <p:cNvPicPr/>
              <p:nvPr/>
            </p:nvPicPr>
            <p:blipFill>
              <a:blip r:embed="rId11"/>
              <a:stretch>
                <a:fillRect/>
              </a:stretch>
            </p:blipFill>
            <p:spPr>
              <a:xfrm>
                <a:off x="5261400" y="2552760"/>
                <a:ext cx="371124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3" name="Ink 12"/>
              <p14:cNvContentPartPr/>
              <p14:nvPr/>
            </p14:nvContentPartPr>
            <p14:xfrm>
              <a:off x="8010000" y="2518200"/>
              <a:ext cx="3232800" cy="360"/>
            </p14:xfrm>
          </p:contentPart>
        </mc:Choice>
        <mc:Fallback xmlns="">
          <p:pic>
            <p:nvPicPr>
              <p:cNvPr id="13" name="Ink 12"/>
              <p:cNvPicPr/>
              <p:nvPr/>
            </p:nvPicPr>
            <p:blipFill>
              <a:blip r:embed="rId13"/>
              <a:stretch>
                <a:fillRect/>
              </a:stretch>
            </p:blipFill>
            <p:spPr>
              <a:xfrm>
                <a:off x="7994160" y="2454840"/>
                <a:ext cx="326448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4" name="Ink 13"/>
              <p14:cNvContentPartPr/>
              <p14:nvPr/>
            </p14:nvContentPartPr>
            <p14:xfrm>
              <a:off x="785880" y="2839680"/>
              <a:ext cx="6965280" cy="9360"/>
            </p14:xfrm>
          </p:contentPart>
        </mc:Choice>
        <mc:Fallback xmlns="">
          <p:pic>
            <p:nvPicPr>
              <p:cNvPr id="14" name="Ink 13"/>
              <p:cNvPicPr/>
              <p:nvPr/>
            </p:nvPicPr>
            <p:blipFill>
              <a:blip r:embed="rId15"/>
              <a:stretch>
                <a:fillRect/>
              </a:stretch>
            </p:blipFill>
            <p:spPr>
              <a:xfrm>
                <a:off x="770040" y="2776320"/>
                <a:ext cx="699732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5" name="Ink 14"/>
              <p14:cNvContentPartPr/>
              <p14:nvPr/>
            </p14:nvContentPartPr>
            <p14:xfrm>
              <a:off x="821520" y="2893320"/>
              <a:ext cx="6947640" cy="62640"/>
            </p14:xfrm>
          </p:contentPart>
        </mc:Choice>
        <mc:Fallback xmlns="">
          <p:pic>
            <p:nvPicPr>
              <p:cNvPr id="15" name="Ink 14"/>
              <p:cNvPicPr/>
              <p:nvPr/>
            </p:nvPicPr>
            <p:blipFill>
              <a:blip r:embed="rId17"/>
              <a:stretch>
                <a:fillRect/>
              </a:stretch>
            </p:blipFill>
            <p:spPr>
              <a:xfrm>
                <a:off x="805680" y="2829600"/>
                <a:ext cx="6979320" cy="1900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6" name="Ink 15"/>
              <p14:cNvContentPartPr/>
              <p14:nvPr/>
            </p14:nvContentPartPr>
            <p14:xfrm>
              <a:off x="812520" y="2973600"/>
              <a:ext cx="6992280" cy="36000"/>
            </p14:xfrm>
          </p:contentPart>
        </mc:Choice>
        <mc:Fallback xmlns="">
          <p:pic>
            <p:nvPicPr>
              <p:cNvPr id="16" name="Ink 15"/>
              <p:cNvPicPr/>
              <p:nvPr/>
            </p:nvPicPr>
            <p:blipFill>
              <a:blip r:embed="rId19"/>
              <a:stretch>
                <a:fillRect/>
              </a:stretch>
            </p:blipFill>
            <p:spPr>
              <a:xfrm>
                <a:off x="796680" y="2910240"/>
                <a:ext cx="702396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7" name="Ink 16"/>
              <p14:cNvContentPartPr/>
              <p14:nvPr/>
            </p14:nvContentPartPr>
            <p14:xfrm>
              <a:off x="5965200" y="3321720"/>
              <a:ext cx="5277600" cy="360"/>
            </p14:xfrm>
          </p:contentPart>
        </mc:Choice>
        <mc:Fallback xmlns="">
          <p:pic>
            <p:nvPicPr>
              <p:cNvPr id="17" name="Ink 16"/>
              <p:cNvPicPr/>
              <p:nvPr/>
            </p:nvPicPr>
            <p:blipFill>
              <a:blip r:embed="rId21"/>
              <a:stretch>
                <a:fillRect/>
              </a:stretch>
            </p:blipFill>
            <p:spPr>
              <a:xfrm>
                <a:off x="5949000" y="3258360"/>
                <a:ext cx="530964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8" name="Ink 17"/>
              <p14:cNvContentPartPr/>
              <p14:nvPr/>
            </p14:nvContentPartPr>
            <p14:xfrm>
              <a:off x="6000840" y="3402360"/>
              <a:ext cx="5277600" cy="9000"/>
            </p14:xfrm>
          </p:contentPart>
        </mc:Choice>
        <mc:Fallback xmlns="">
          <p:pic>
            <p:nvPicPr>
              <p:cNvPr id="18" name="Ink 17"/>
              <p:cNvPicPr/>
              <p:nvPr/>
            </p:nvPicPr>
            <p:blipFill>
              <a:blip r:embed="rId23"/>
              <a:stretch>
                <a:fillRect/>
              </a:stretch>
            </p:blipFill>
            <p:spPr>
              <a:xfrm>
                <a:off x="5985000" y="3338640"/>
                <a:ext cx="530928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9" name="Ink 18"/>
              <p14:cNvContentPartPr/>
              <p14:nvPr/>
            </p14:nvContentPartPr>
            <p14:xfrm>
              <a:off x="776880" y="3786120"/>
              <a:ext cx="3241800" cy="360"/>
            </p14:xfrm>
          </p:contentPart>
        </mc:Choice>
        <mc:Fallback xmlns="">
          <p:pic>
            <p:nvPicPr>
              <p:cNvPr id="19" name="Ink 18"/>
              <p:cNvPicPr/>
              <p:nvPr/>
            </p:nvPicPr>
            <p:blipFill>
              <a:blip r:embed="rId25"/>
              <a:stretch>
                <a:fillRect/>
              </a:stretch>
            </p:blipFill>
            <p:spPr>
              <a:xfrm>
                <a:off x="761040" y="3722760"/>
                <a:ext cx="327348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0" name="Ink 19"/>
              <p14:cNvContentPartPr/>
              <p14:nvPr/>
            </p14:nvContentPartPr>
            <p14:xfrm>
              <a:off x="767880" y="3696840"/>
              <a:ext cx="3250800" cy="18360"/>
            </p14:xfrm>
          </p:contentPart>
        </mc:Choice>
        <mc:Fallback xmlns="">
          <p:pic>
            <p:nvPicPr>
              <p:cNvPr id="20" name="Ink 19"/>
              <p:cNvPicPr/>
              <p:nvPr/>
            </p:nvPicPr>
            <p:blipFill>
              <a:blip r:embed="rId27"/>
              <a:stretch>
                <a:fillRect/>
              </a:stretch>
            </p:blipFill>
            <p:spPr>
              <a:xfrm>
                <a:off x="752040" y="3633480"/>
                <a:ext cx="328248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1" name="Ink 20"/>
              <p14:cNvContentPartPr/>
              <p14:nvPr/>
            </p14:nvContentPartPr>
            <p14:xfrm>
              <a:off x="6188400" y="3991680"/>
              <a:ext cx="5090040" cy="18000"/>
            </p14:xfrm>
          </p:contentPart>
        </mc:Choice>
        <mc:Fallback xmlns="">
          <p:pic>
            <p:nvPicPr>
              <p:cNvPr id="21" name="Ink 20"/>
              <p:cNvPicPr/>
              <p:nvPr/>
            </p:nvPicPr>
            <p:blipFill>
              <a:blip r:embed="rId29"/>
              <a:stretch>
                <a:fillRect/>
              </a:stretch>
            </p:blipFill>
            <p:spPr>
              <a:xfrm>
                <a:off x="6172560" y="3927960"/>
                <a:ext cx="512172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2" name="Ink 21"/>
              <p14:cNvContentPartPr/>
              <p14:nvPr/>
            </p14:nvContentPartPr>
            <p14:xfrm>
              <a:off x="6125760" y="4089960"/>
              <a:ext cx="5144040" cy="27000"/>
            </p14:xfrm>
          </p:contentPart>
        </mc:Choice>
        <mc:Fallback xmlns="">
          <p:pic>
            <p:nvPicPr>
              <p:cNvPr id="22" name="Ink 21"/>
              <p:cNvPicPr/>
              <p:nvPr/>
            </p:nvPicPr>
            <p:blipFill>
              <a:blip r:embed="rId31"/>
              <a:stretch>
                <a:fillRect/>
              </a:stretch>
            </p:blipFill>
            <p:spPr>
              <a:xfrm>
                <a:off x="6109920" y="4026240"/>
                <a:ext cx="517572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3" name="Ink 22"/>
              <p14:cNvContentPartPr/>
              <p14:nvPr/>
            </p14:nvContentPartPr>
            <p14:xfrm>
              <a:off x="794880" y="4348800"/>
              <a:ext cx="1812960" cy="360"/>
            </p14:xfrm>
          </p:contentPart>
        </mc:Choice>
        <mc:Fallback xmlns="">
          <p:pic>
            <p:nvPicPr>
              <p:cNvPr id="23" name="Ink 22"/>
              <p:cNvPicPr/>
              <p:nvPr/>
            </p:nvPicPr>
            <p:blipFill>
              <a:blip r:embed="rId33"/>
              <a:stretch>
                <a:fillRect/>
              </a:stretch>
            </p:blipFill>
            <p:spPr>
              <a:xfrm>
                <a:off x="779040" y="4285080"/>
                <a:ext cx="184464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4" name="Ink 23"/>
              <p14:cNvContentPartPr/>
              <p14:nvPr/>
            </p14:nvContentPartPr>
            <p14:xfrm>
              <a:off x="794880" y="4447080"/>
              <a:ext cx="1821960" cy="27000"/>
            </p14:xfrm>
          </p:contentPart>
        </mc:Choice>
        <mc:Fallback xmlns="">
          <p:pic>
            <p:nvPicPr>
              <p:cNvPr id="24" name="Ink 23"/>
              <p:cNvPicPr/>
              <p:nvPr/>
            </p:nvPicPr>
            <p:blipFill>
              <a:blip r:embed="rId35"/>
              <a:stretch>
                <a:fillRect/>
              </a:stretch>
            </p:blipFill>
            <p:spPr>
              <a:xfrm>
                <a:off x="779040" y="4383360"/>
                <a:ext cx="185364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5" name="Ink 24"/>
              <p14:cNvContentPartPr/>
              <p14:nvPr/>
            </p14:nvContentPartPr>
            <p14:xfrm>
              <a:off x="509040" y="4786200"/>
              <a:ext cx="294840" cy="1768680"/>
            </p14:xfrm>
          </p:contentPart>
        </mc:Choice>
        <mc:Fallback xmlns="">
          <p:pic>
            <p:nvPicPr>
              <p:cNvPr id="25" name="Ink 24"/>
              <p:cNvPicPr/>
              <p:nvPr/>
            </p:nvPicPr>
            <p:blipFill>
              <a:blip r:embed="rId37"/>
              <a:stretch>
                <a:fillRect/>
              </a:stretch>
            </p:blipFill>
            <p:spPr>
              <a:xfrm>
                <a:off x="493200" y="4722840"/>
                <a:ext cx="326880" cy="1895400"/>
              </a:xfrm>
              <a:prstGeom prst="rect">
                <a:avLst/>
              </a:prstGeom>
            </p:spPr>
          </p:pic>
        </mc:Fallback>
      </mc:AlternateContent>
      <p:cxnSp>
        <p:nvCxnSpPr>
          <p:cNvPr id="27" name="Straight Connector 26"/>
          <p:cNvCxnSpPr/>
          <p:nvPr/>
        </p:nvCxnSpPr>
        <p:spPr>
          <a:xfrm>
            <a:off x="296562" y="4639674"/>
            <a:ext cx="11368216"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5753177" y="5085003"/>
            <a:ext cx="5960486" cy="369332"/>
          </a:xfrm>
          <a:prstGeom prst="rect">
            <a:avLst/>
          </a:prstGeom>
          <a:solidFill>
            <a:schemeClr val="accent2">
              <a:lumMod val="60000"/>
              <a:lumOff val="40000"/>
            </a:schemeClr>
          </a:solidFill>
        </p:spPr>
        <p:txBody>
          <a:bodyPr wrap="square" rtlCol="0">
            <a:spAutoFit/>
          </a:bodyPr>
          <a:lstStyle/>
          <a:p>
            <a:r>
              <a:rPr lang="en-US" dirty="0"/>
              <a:t>FACT 1, FACT 2 and Conjecture # 3 are not part of syllabus</a:t>
            </a:r>
          </a:p>
        </p:txBody>
      </p:sp>
    </p:spTree>
    <p:extLst>
      <p:ext uri="{BB962C8B-B14F-4D97-AF65-F5344CB8AC3E}">
        <p14:creationId xmlns:p14="http://schemas.microsoft.com/office/powerpoint/2010/main" val="6407993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43</a:t>
            </a:fld>
            <a:endParaRPr lang="en-US"/>
          </a:p>
        </p:txBody>
      </p:sp>
      <p:pic>
        <p:nvPicPr>
          <p:cNvPr id="3" name="Picture 2"/>
          <p:cNvPicPr>
            <a:picLocks noChangeAspect="1"/>
          </p:cNvPicPr>
          <p:nvPr/>
        </p:nvPicPr>
        <p:blipFill>
          <a:blip r:embed="rId2"/>
          <a:stretch>
            <a:fillRect/>
          </a:stretch>
        </p:blipFill>
        <p:spPr>
          <a:xfrm>
            <a:off x="652232" y="593124"/>
            <a:ext cx="11090781" cy="3994497"/>
          </a:xfrm>
          <a:prstGeom prst="rect">
            <a:avLst/>
          </a:prstGeom>
        </p:spPr>
      </p:pic>
    </p:spTree>
    <p:extLst>
      <p:ext uri="{BB962C8B-B14F-4D97-AF65-F5344CB8AC3E}">
        <p14:creationId xmlns:p14="http://schemas.microsoft.com/office/powerpoint/2010/main" val="21098709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44</a:t>
            </a:fld>
            <a:endParaRPr lang="en-US"/>
          </a:p>
        </p:txBody>
      </p:sp>
      <p:pic>
        <p:nvPicPr>
          <p:cNvPr id="3" name="Picture 2"/>
          <p:cNvPicPr>
            <a:picLocks noChangeAspect="1"/>
          </p:cNvPicPr>
          <p:nvPr/>
        </p:nvPicPr>
        <p:blipFill>
          <a:blip r:embed="rId2"/>
          <a:stretch>
            <a:fillRect/>
          </a:stretch>
        </p:blipFill>
        <p:spPr>
          <a:xfrm>
            <a:off x="615355" y="642552"/>
            <a:ext cx="10961033" cy="2397210"/>
          </a:xfrm>
          <a:prstGeom prst="rect">
            <a:avLst/>
          </a:prstGeom>
        </p:spPr>
      </p:pic>
      <p:pic>
        <p:nvPicPr>
          <p:cNvPr id="4" name="Picture 3"/>
          <p:cNvPicPr>
            <a:picLocks noChangeAspect="1"/>
          </p:cNvPicPr>
          <p:nvPr/>
        </p:nvPicPr>
        <p:blipFill>
          <a:blip r:embed="rId3"/>
          <a:stretch>
            <a:fillRect/>
          </a:stretch>
        </p:blipFill>
        <p:spPr>
          <a:xfrm>
            <a:off x="615355" y="3126212"/>
            <a:ext cx="10923213" cy="1804134"/>
          </a:xfrm>
          <a:prstGeom prst="rect">
            <a:avLst/>
          </a:prstGeom>
        </p:spPr>
      </p:pic>
    </p:spTree>
    <p:extLst>
      <p:ext uri="{BB962C8B-B14F-4D97-AF65-F5344CB8AC3E}">
        <p14:creationId xmlns:p14="http://schemas.microsoft.com/office/powerpoint/2010/main" val="311973816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45</a:t>
            </a:fld>
            <a:endParaRPr lang="en-US"/>
          </a:p>
        </p:txBody>
      </p:sp>
      <p:pic>
        <p:nvPicPr>
          <p:cNvPr id="3" name="Picture 2"/>
          <p:cNvPicPr>
            <a:picLocks noChangeAspect="1"/>
          </p:cNvPicPr>
          <p:nvPr/>
        </p:nvPicPr>
        <p:blipFill>
          <a:blip r:embed="rId2"/>
          <a:stretch>
            <a:fillRect/>
          </a:stretch>
        </p:blipFill>
        <p:spPr>
          <a:xfrm>
            <a:off x="726653" y="1804883"/>
            <a:ext cx="11128475" cy="2755790"/>
          </a:xfrm>
          <a:prstGeom prst="rect">
            <a:avLst/>
          </a:prstGeom>
        </p:spPr>
      </p:pic>
      <p:pic>
        <p:nvPicPr>
          <p:cNvPr id="4" name="Picture 3"/>
          <p:cNvPicPr>
            <a:picLocks noChangeAspect="1"/>
          </p:cNvPicPr>
          <p:nvPr/>
        </p:nvPicPr>
        <p:blipFill>
          <a:blip r:embed="rId3"/>
          <a:stretch>
            <a:fillRect/>
          </a:stretch>
        </p:blipFill>
        <p:spPr>
          <a:xfrm>
            <a:off x="726653" y="496868"/>
            <a:ext cx="4772083" cy="773132"/>
          </a:xfrm>
          <a:prstGeom prst="rect">
            <a:avLst/>
          </a:prstGeom>
        </p:spPr>
      </p:pic>
    </p:spTree>
    <p:extLst>
      <p:ext uri="{BB962C8B-B14F-4D97-AF65-F5344CB8AC3E}">
        <p14:creationId xmlns:p14="http://schemas.microsoft.com/office/powerpoint/2010/main" val="13884266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46</a:t>
            </a:fld>
            <a:endParaRPr lang="en-US"/>
          </a:p>
        </p:txBody>
      </p:sp>
      <p:pic>
        <p:nvPicPr>
          <p:cNvPr id="4" name="Picture 3"/>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rot="16200000">
            <a:off x="-1999476" y="3079430"/>
            <a:ext cx="4772083" cy="773132"/>
          </a:xfrm>
          <a:prstGeom prst="rect">
            <a:avLst/>
          </a:prstGeom>
        </p:spPr>
      </p:pic>
      <p:pic>
        <p:nvPicPr>
          <p:cNvPr id="5" name="Picture 4"/>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2696052" y="-1"/>
            <a:ext cx="6114315" cy="6871719"/>
          </a:xfrm>
          <a:prstGeom prst="rect">
            <a:avLst/>
          </a:prstGeom>
        </p:spPr>
      </p:pic>
    </p:spTree>
    <p:extLst>
      <p:ext uri="{BB962C8B-B14F-4D97-AF65-F5344CB8AC3E}">
        <p14:creationId xmlns:p14="http://schemas.microsoft.com/office/powerpoint/2010/main" val="76916154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47</a:t>
            </a:fld>
            <a:endParaRPr lang="en-US"/>
          </a:p>
        </p:txBody>
      </p:sp>
      <p:pic>
        <p:nvPicPr>
          <p:cNvPr id="3" name="Picture 2"/>
          <p:cNvPicPr>
            <a:picLocks noChangeAspect="1"/>
          </p:cNvPicPr>
          <p:nvPr/>
        </p:nvPicPr>
        <p:blipFill>
          <a:blip r:embed="rId2"/>
          <a:stretch>
            <a:fillRect/>
          </a:stretch>
        </p:blipFill>
        <p:spPr>
          <a:xfrm>
            <a:off x="532712" y="382266"/>
            <a:ext cx="5789826" cy="668057"/>
          </a:xfrm>
          <a:prstGeom prst="rect">
            <a:avLst/>
          </a:prstGeom>
        </p:spPr>
      </p:pic>
      <p:grpSp>
        <p:nvGrpSpPr>
          <p:cNvPr id="12" name="Group 11"/>
          <p:cNvGrpSpPr/>
          <p:nvPr/>
        </p:nvGrpSpPr>
        <p:grpSpPr>
          <a:xfrm>
            <a:off x="668636" y="1514719"/>
            <a:ext cx="11012621" cy="2028502"/>
            <a:chOff x="532712" y="1218157"/>
            <a:chExt cx="11012621" cy="2028502"/>
          </a:xfrm>
        </p:grpSpPr>
        <p:grpSp>
          <p:nvGrpSpPr>
            <p:cNvPr id="6" name="Group 5"/>
            <p:cNvGrpSpPr/>
            <p:nvPr/>
          </p:nvGrpSpPr>
          <p:grpSpPr>
            <a:xfrm>
              <a:off x="532712" y="1448989"/>
              <a:ext cx="11012621" cy="1797670"/>
              <a:chOff x="553303" y="1441157"/>
              <a:chExt cx="11012621" cy="1797670"/>
            </a:xfrm>
          </p:grpSpPr>
          <p:pic>
            <p:nvPicPr>
              <p:cNvPr id="4" name="Picture 3"/>
              <p:cNvPicPr>
                <a:picLocks noChangeAspect="1"/>
              </p:cNvPicPr>
              <p:nvPr/>
            </p:nvPicPr>
            <p:blipFill>
              <a:blip r:embed="rId3"/>
              <a:stretch>
                <a:fillRect/>
              </a:stretch>
            </p:blipFill>
            <p:spPr>
              <a:xfrm>
                <a:off x="553303" y="1441157"/>
                <a:ext cx="11012621" cy="1797670"/>
              </a:xfrm>
              <a:prstGeom prst="rect">
                <a:avLst/>
              </a:prstGeom>
            </p:spPr>
          </p:pic>
          <p:sp>
            <p:nvSpPr>
              <p:cNvPr id="5" name="Rectangle 4"/>
              <p:cNvSpPr/>
              <p:nvPr/>
            </p:nvSpPr>
            <p:spPr>
              <a:xfrm>
                <a:off x="553303" y="1441157"/>
                <a:ext cx="9851086" cy="3382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extBox 6"/>
            <p:cNvSpPr txBox="1"/>
            <p:nvPr/>
          </p:nvSpPr>
          <p:spPr>
            <a:xfrm>
              <a:off x="5758250" y="1218157"/>
              <a:ext cx="2397210" cy="461665"/>
            </a:xfrm>
            <a:prstGeom prst="rect">
              <a:avLst/>
            </a:prstGeom>
            <a:noFill/>
          </p:spPr>
          <p:txBody>
            <a:bodyPr wrap="square" rtlCol="0">
              <a:spAutoFit/>
            </a:bodyPr>
            <a:lstStyle/>
            <a:p>
              <a:r>
                <a:rPr lang="en-US" sz="2400" dirty="0"/>
                <a:t>of the public key.</a:t>
              </a:r>
            </a:p>
          </p:txBody>
        </p:sp>
        <p:cxnSp>
          <p:nvCxnSpPr>
            <p:cNvPr id="9" name="Straight Arrow Connector 8"/>
            <p:cNvCxnSpPr/>
            <p:nvPr/>
          </p:nvCxnSpPr>
          <p:spPr>
            <a:xfrm flipV="1">
              <a:off x="5239263" y="1547845"/>
              <a:ext cx="568411" cy="330384"/>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1779373" y="1779373"/>
              <a:ext cx="877330" cy="2965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6021911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48</a:t>
            </a:fld>
            <a:endParaRPr lang="en-US"/>
          </a:p>
        </p:txBody>
      </p:sp>
      <p:pic>
        <p:nvPicPr>
          <p:cNvPr id="3" name="Picture 2"/>
          <p:cNvPicPr>
            <a:picLocks noChangeAspect="1"/>
          </p:cNvPicPr>
          <p:nvPr/>
        </p:nvPicPr>
        <p:blipFill>
          <a:blip r:embed="rId2"/>
          <a:stretch>
            <a:fillRect/>
          </a:stretch>
        </p:blipFill>
        <p:spPr>
          <a:xfrm rot="16200000">
            <a:off x="-2560885" y="3094970"/>
            <a:ext cx="5789826" cy="668057"/>
          </a:xfrm>
          <a:prstGeom prst="rect">
            <a:avLst/>
          </a:prstGeom>
        </p:spPr>
      </p:pic>
      <p:sp>
        <p:nvSpPr>
          <p:cNvPr id="11" name="Rectangle 10"/>
          <p:cNvSpPr/>
          <p:nvPr/>
        </p:nvSpPr>
        <p:spPr>
          <a:xfrm>
            <a:off x="1779373" y="1779373"/>
            <a:ext cx="877330" cy="2965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p:nvPicPr>
        <p:blipFill>
          <a:blip r:embed="rId3"/>
          <a:stretch>
            <a:fillRect/>
          </a:stretch>
        </p:blipFill>
        <p:spPr>
          <a:xfrm>
            <a:off x="1084793" y="151367"/>
            <a:ext cx="9869176" cy="6555262"/>
          </a:xfrm>
          <a:prstGeom prst="rect">
            <a:avLst/>
          </a:prstGeom>
        </p:spPr>
      </p:pic>
    </p:spTree>
    <p:extLst>
      <p:ext uri="{BB962C8B-B14F-4D97-AF65-F5344CB8AC3E}">
        <p14:creationId xmlns:p14="http://schemas.microsoft.com/office/powerpoint/2010/main" val="410424076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A5A7F-873C-F546-67F2-8D5F78A95248}"/>
              </a:ext>
            </a:extLst>
          </p:cNvPr>
          <p:cNvSpPr>
            <a:spLocks noGrp="1"/>
          </p:cNvSpPr>
          <p:nvPr>
            <p:ph type="title"/>
          </p:nvPr>
        </p:nvSpPr>
        <p:spPr>
          <a:xfrm>
            <a:off x="927473" y="203761"/>
            <a:ext cx="10515600" cy="567204"/>
          </a:xfrm>
        </p:spPr>
        <p:txBody>
          <a:bodyPr/>
          <a:lstStyle/>
          <a:p>
            <a:r>
              <a:rPr lang="en-US" sz="1800" b="1" i="0" u="none" strike="noStrike" baseline="0" dirty="0">
                <a:solidFill>
                  <a:srgbClr val="808080"/>
                </a:solidFill>
                <a:latin typeface="BemboMTPro-Bold"/>
              </a:rPr>
              <a:t>Public-Key Certificates</a:t>
            </a:r>
            <a:endParaRPr lang="en-PK" dirty="0"/>
          </a:p>
        </p:txBody>
      </p:sp>
      <p:pic>
        <p:nvPicPr>
          <p:cNvPr id="6" name="Content Placeholder 5">
            <a:extLst>
              <a:ext uri="{FF2B5EF4-FFF2-40B4-BE49-F238E27FC236}">
                <a16:creationId xmlns:a16="http://schemas.microsoft.com/office/drawing/2014/main" id="{EEACE8D4-BB91-F7A1-9A23-C529ADAA11B6}"/>
              </a:ext>
            </a:extLst>
          </p:cNvPr>
          <p:cNvPicPr>
            <a:picLocks noGrp="1" noChangeAspect="1"/>
          </p:cNvPicPr>
          <p:nvPr>
            <p:ph idx="1"/>
          </p:nvPr>
        </p:nvPicPr>
        <p:blipFill>
          <a:blip r:embed="rId2"/>
          <a:stretch>
            <a:fillRect/>
          </a:stretch>
        </p:blipFill>
        <p:spPr>
          <a:xfrm>
            <a:off x="748926" y="770965"/>
            <a:ext cx="6945693" cy="4031695"/>
          </a:xfrm>
        </p:spPr>
      </p:pic>
      <p:sp>
        <p:nvSpPr>
          <p:cNvPr id="4" name="Slide Number Placeholder 3">
            <a:extLst>
              <a:ext uri="{FF2B5EF4-FFF2-40B4-BE49-F238E27FC236}">
                <a16:creationId xmlns:a16="http://schemas.microsoft.com/office/drawing/2014/main" id="{80F571E7-E236-A773-FD28-4F01A8F9DA54}"/>
              </a:ext>
            </a:extLst>
          </p:cNvPr>
          <p:cNvSpPr>
            <a:spLocks noGrp="1"/>
          </p:cNvSpPr>
          <p:nvPr>
            <p:ph type="sldNum" sz="quarter" idx="12"/>
          </p:nvPr>
        </p:nvSpPr>
        <p:spPr/>
        <p:txBody>
          <a:bodyPr/>
          <a:lstStyle/>
          <a:p>
            <a:fld id="{A2A50C4D-0BA1-4E54-8DFC-01810EC97B99}" type="slidenum">
              <a:rPr lang="en-US" smtClean="0"/>
              <a:t>49</a:t>
            </a:fld>
            <a:endParaRPr lang="en-US"/>
          </a:p>
        </p:txBody>
      </p:sp>
      <p:pic>
        <p:nvPicPr>
          <p:cNvPr id="8" name="Picture 7">
            <a:extLst>
              <a:ext uri="{FF2B5EF4-FFF2-40B4-BE49-F238E27FC236}">
                <a16:creationId xmlns:a16="http://schemas.microsoft.com/office/drawing/2014/main" id="{D73D1F8C-2797-A421-3C96-696833853F91}"/>
              </a:ext>
            </a:extLst>
          </p:cNvPr>
          <p:cNvPicPr>
            <a:picLocks noChangeAspect="1"/>
          </p:cNvPicPr>
          <p:nvPr/>
        </p:nvPicPr>
        <p:blipFill>
          <a:blip r:embed="rId3"/>
          <a:stretch>
            <a:fillRect/>
          </a:stretch>
        </p:blipFill>
        <p:spPr>
          <a:xfrm>
            <a:off x="838199" y="4665247"/>
            <a:ext cx="6767146" cy="1988992"/>
          </a:xfrm>
          <a:prstGeom prst="rect">
            <a:avLst/>
          </a:prstGeom>
        </p:spPr>
      </p:pic>
    </p:spTree>
    <p:extLst>
      <p:ext uri="{BB962C8B-B14F-4D97-AF65-F5344CB8AC3E}">
        <p14:creationId xmlns:p14="http://schemas.microsoft.com/office/powerpoint/2010/main" val="123015115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2A50C4D-0BA1-4E54-8DFC-01810EC97B99}" type="slidenum">
              <a:rPr lang="en-US" smtClean="0"/>
              <a:t>50</a:t>
            </a:fld>
            <a:endParaRPr lang="en-US"/>
          </a:p>
        </p:txBody>
      </p:sp>
      <p:grpSp>
        <p:nvGrpSpPr>
          <p:cNvPr id="5" name="Group 4"/>
          <p:cNvGrpSpPr/>
          <p:nvPr/>
        </p:nvGrpSpPr>
        <p:grpSpPr>
          <a:xfrm>
            <a:off x="1331715" y="502463"/>
            <a:ext cx="9369236" cy="5972477"/>
            <a:chOff x="2159619" y="663102"/>
            <a:chExt cx="7106642" cy="4448796"/>
          </a:xfrm>
        </p:grpSpPr>
        <p:pic>
          <p:nvPicPr>
            <p:cNvPr id="3" name="Picture 2"/>
            <p:cNvPicPr>
              <a:picLocks noChangeAspect="1"/>
            </p:cNvPicPr>
            <p:nvPr/>
          </p:nvPicPr>
          <p:blipFill>
            <a:blip r:embed="rId2"/>
            <a:stretch>
              <a:fillRect/>
            </a:stretch>
          </p:blipFill>
          <p:spPr>
            <a:xfrm>
              <a:off x="2159619" y="663102"/>
              <a:ext cx="7106642" cy="2467319"/>
            </a:xfrm>
            <a:prstGeom prst="rect">
              <a:avLst/>
            </a:prstGeom>
          </p:spPr>
        </p:pic>
        <p:pic>
          <p:nvPicPr>
            <p:cNvPr id="4" name="Picture 3"/>
            <p:cNvPicPr>
              <a:picLocks noChangeAspect="1"/>
            </p:cNvPicPr>
            <p:nvPr/>
          </p:nvPicPr>
          <p:blipFill>
            <a:blip r:embed="rId3"/>
            <a:stretch>
              <a:fillRect/>
            </a:stretch>
          </p:blipFill>
          <p:spPr>
            <a:xfrm>
              <a:off x="2229134" y="3130421"/>
              <a:ext cx="6992326" cy="1981477"/>
            </a:xfrm>
            <a:prstGeom prst="rect">
              <a:avLst/>
            </a:prstGeom>
          </p:spPr>
        </p:pic>
      </p:grpSp>
    </p:spTree>
    <p:extLst>
      <p:ext uri="{BB962C8B-B14F-4D97-AF65-F5344CB8AC3E}">
        <p14:creationId xmlns:p14="http://schemas.microsoft.com/office/powerpoint/2010/main" val="3876736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20702</TotalTime>
  <Words>960</Words>
  <Application>Microsoft Office PowerPoint</Application>
  <PresentationFormat>Widescreen</PresentationFormat>
  <Paragraphs>138</Paragraphs>
  <Slides>50</Slides>
  <Notes>3</Notes>
  <HiddenSlides>0</HiddenSlides>
  <MMClips>0</MMClips>
  <ScaleCrop>false</ScaleCrop>
  <HeadingPairs>
    <vt:vector size="6" baseType="variant">
      <vt:variant>
        <vt:lpstr>Fonts Used</vt:lpstr>
      </vt:variant>
      <vt:variant>
        <vt:i4>21</vt:i4>
      </vt:variant>
      <vt:variant>
        <vt:lpstr>Theme</vt:lpstr>
      </vt:variant>
      <vt:variant>
        <vt:i4>1</vt:i4>
      </vt:variant>
      <vt:variant>
        <vt:lpstr>Slide Titles</vt:lpstr>
      </vt:variant>
      <vt:variant>
        <vt:i4>50</vt:i4>
      </vt:variant>
    </vt:vector>
  </HeadingPairs>
  <TitlesOfParts>
    <vt:vector size="72" baseType="lpstr">
      <vt:lpstr>Arial</vt:lpstr>
      <vt:lpstr>BemboMTPro-Bold</vt:lpstr>
      <vt:lpstr>Calibri</vt:lpstr>
      <vt:lpstr>Calibri Light</vt:lpstr>
      <vt:lpstr>CMMI12</vt:lpstr>
      <vt:lpstr>CMR12</vt:lpstr>
      <vt:lpstr>Consolas</vt:lpstr>
      <vt:lpstr>ff0</vt:lpstr>
      <vt:lpstr>ff4</vt:lpstr>
      <vt:lpstr>ff5</vt:lpstr>
      <vt:lpstr>ff7</vt:lpstr>
      <vt:lpstr>ff9</vt:lpstr>
      <vt:lpstr>Roboto</vt:lpstr>
      <vt:lpstr>Tahoma</vt:lpstr>
      <vt:lpstr>Times</vt:lpstr>
      <vt:lpstr>Times New Roman</vt:lpstr>
      <vt:lpstr>TimesNewRomanPS-BoldMT</vt:lpstr>
      <vt:lpstr>TimesNewRomanPSMT</vt:lpstr>
      <vt:lpstr>TimesTenLTStd-Bold</vt:lpstr>
      <vt:lpstr>TimesTenLTStd-Roman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Data Units. </vt:lpstr>
      <vt:lpstr>PowerPoint Presentation</vt:lpstr>
      <vt:lpstr>7.1.4  Data Units. </vt:lpstr>
      <vt:lpstr>AES - steps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Claude Shannon (1949) gave two properties that a good cryptosystem should have to hinder statistical analysis: diffusion and confusion.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Public-Key Certificates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InfoSec CLOs and Topic List</dc:title>
  <dc:creator>NU FAST</dc:creator>
  <cp:lastModifiedBy>Aqsa Aslam</cp:lastModifiedBy>
  <cp:revision>234</cp:revision>
  <cp:lastPrinted>2022-08-31T10:35:52Z</cp:lastPrinted>
  <dcterms:created xsi:type="dcterms:W3CDTF">2022-08-11T15:54:49Z</dcterms:created>
  <dcterms:modified xsi:type="dcterms:W3CDTF">2023-09-20T05:16:08Z</dcterms:modified>
</cp:coreProperties>
</file>