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webp" ContentType="image/webp"/>
  <Override PartName="/ppt/media/image2.webp" ContentType="image/webp"/>
  <Override PartName="/ppt/media/image3.webp" ContentType="image/webp"/>
  <Override PartName="/ppt/media/image4.webp" ContentType="image/webp"/>
  <Override PartName="/ppt/media/image5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9" r:id="rId3"/>
    <p:sldId id="270" r:id="rId5"/>
    <p:sldId id="271" r:id="rId6"/>
    <p:sldId id="272" r:id="rId7"/>
    <p:sldId id="273" r:id="rId8"/>
  </p:sldIdLst>
  <p:sldSz cx="14630400" cy="14630400"/>
  <p:notesSz cx="146304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web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web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web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web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web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On-screen Show (16:9)</PresentationFormat>
  <Paragraphs>0</Paragraphs>
  <Slides>5</Slides>
  <Notes>51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Arial</vt:lpstr>
      <vt:lpstr>SimSun</vt:lpstr>
      <vt:lpstr>Wingdings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Muhammad Minhal Raza</cp:lastModifiedBy>
  <cp:revision>2</cp:revision>
  <dcterms:created xsi:type="dcterms:W3CDTF">2024-10-09T05:07:00Z</dcterms:created>
  <dcterms:modified xsi:type="dcterms:W3CDTF">2024-10-11T11:25:25Z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1E581A1405F7465A9E1B863B4E8A3B59_12</vt:lpwstr>
  </property>
  <property fmtid="{D5CDD505-2E9C-101B-9397-08002B2CF9AE}" pid="3" name="KSOProductBuildVer">
    <vt:lpwstr>1033-12.2.0.18586</vt:lpwstr>
  </property>
</Properties>
</file>