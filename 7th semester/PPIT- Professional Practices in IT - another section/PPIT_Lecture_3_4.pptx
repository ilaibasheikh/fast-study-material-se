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71" r:id="rId14"/>
    <p:sldId id="266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109" d="100"/>
          <a:sy n="109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1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AA2CC-9E0E-473C-9772-F01CAAC2ABE0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A926B-F2A7-48BD-B115-72564954C5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2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where both reservation of title and reservation of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 is veterinary surgery. Under the Veterinary Surgeons Act 1966, you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allowed to call yourself a veterinary surgeon unless you are registered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the Royal College of Veterinary Surgeons (RCVS); in order to be registered,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must have the proper qualifications. And, subject to certain limitations,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criminal offence to carry out surgical procedures on animals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unless you are registered with the RCVS.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5A926B-F2A7-48BD-B115-72564954C55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08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4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9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3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5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2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6985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0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044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54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8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38DCE-135D-4EBE-85FB-C223B941CFEC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87143E2-1DA5-4409-AA65-B1353BB3E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9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120" y="2139951"/>
            <a:ext cx="7264460" cy="1102519"/>
          </a:xfrm>
        </p:spPr>
        <p:txBody>
          <a:bodyPr/>
          <a:lstStyle/>
          <a:p>
            <a:r>
              <a:rPr lang="en-US" dirty="0"/>
              <a:t>CS4001- Professional Practices in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47800" y="5486400"/>
            <a:ext cx="5826719" cy="1096899"/>
          </a:xfrm>
        </p:spPr>
        <p:txBody>
          <a:bodyPr/>
          <a:lstStyle/>
          <a:p>
            <a:r>
              <a:rPr lang="en-US" dirty="0"/>
              <a:t>Course Instructor: Anaum Hamid</a:t>
            </a:r>
          </a:p>
          <a:p>
            <a:r>
              <a:rPr lang="en-US" dirty="0"/>
              <a:t>Email address: anaum.hamid@nu.edu.pk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216093"/>
            <a:ext cx="21145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FALL </a:t>
            </a:r>
            <a:r>
              <a:rPr lang="en-US" sz="1350" dirty="0" smtClean="0"/>
              <a:t>2025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8479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120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Occupation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Commonly people use these two words interchangeably. Are they the words meaning the same? Are they synonyms?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What is the meaning of occupation?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person involved in a job and earning money is having that job as an occupation</a:t>
            </a:r>
          </a:p>
          <a:p>
            <a:pPr marL="914400" lvl="2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Example:</a:t>
            </a:r>
          </a:p>
          <a:p>
            <a:pPr marL="1371600" lvl="3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doctor teaching in a school, college or university has an occupation of teaching. A carpenter, a driver etc..</a:t>
            </a:r>
          </a:p>
          <a:p>
            <a:pPr lvl="1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Differences between Occupation and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8800"/>
            <a:ext cx="6347714" cy="388077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needs extensive training and specialized knowledge. On the other hand, an occupation does not need any extensive training.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profession can be called an occupation when a person is paid for his particular skills, and his deep knowledge. Persons engaged in an occupation are not paid for their knowledge, but only for what they produce.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a person engaged in an occupation, a professional has to undergo higher education.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tends to be autonomous, whereas, for an occupation, no one has autonomous power; he or she is supervised by another person.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occupation, a profession demands that the responsibility lies with the individual.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 is guided through certain ethical codes, and regulated by certain statute.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Profession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8800"/>
            <a:ext cx="6347714" cy="388077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to the definition of profession ; there is none called hard and fast definition. Thus professions are often associated with some characteristics briefed as following:</a:t>
            </a:r>
          </a:p>
          <a:p>
            <a:pPr marL="914400" lvl="1" indent="-457200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Mastery of an Esoteric Body of knowledge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 acquired through higher education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member of the profession needs this body of knowledge in order to practice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related characteristic of professions is that they often embrace a division between researchers and practitioners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3880773"/>
          </a:xfrm>
        </p:spPr>
        <p:txBody>
          <a:bodyPr>
            <a:normAutofit/>
          </a:bodyPr>
          <a:lstStyle/>
          <a:p>
            <a:pPr marL="914400" lvl="1" indent="-457200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Autonomy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: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Professionals generally have a great deal of autonomy, justified by having an esoteric knowledge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Professions typically have autonomy both at the collective level as well as in individual practice </a:t>
            </a:r>
          </a:p>
          <a:p>
            <a:pPr marL="1371600" lvl="2" indent="-457200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Profession sets its own standards rather than taking orders or suggestion from outsiders 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Formal Organization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: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Generally there exists a professional organization that: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Controls admission to the profession and sets standards</a:t>
            </a:r>
          </a:p>
          <a:p>
            <a:pPr lvl="2">
              <a:lnSpc>
                <a:spcPct val="8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charset="0"/>
              </a:rPr>
              <a:t>Involved in licensing &amp; expelling its individual members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/>
              <a:t>Characteristics………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of ethics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code of ethics &amp; members of professions must adhere to the code no matter what their employment context (take an oath)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an important characteristic mostly taken for granted:-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function: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Professions generally fulfill an important social function and for the welfare of the society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Medicine  (promoting health)</a:t>
            </a:r>
          </a:p>
          <a:p>
            <a:pPr lvl="2">
              <a:lnSpc>
                <a:spcPct val="8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lawyers not alone but play an important role in justice</a:t>
            </a:r>
          </a:p>
          <a:p>
            <a:pPr lvl="2">
              <a:lnSpc>
                <a:spcPct val="80000"/>
              </a:lnSpc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b="1" dirty="0"/>
              <a:t>PROFESSIONAL BODIES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30400"/>
            <a:ext cx="6347714" cy="38807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 profession is typically organized into one or more professional bodies. What is a professional body?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association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(also called a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body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organization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society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usually a nonprofit organization seeking to further a particular profession, the interests of individuals engaged in that profession and the public interest. OR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professional body is a group of people in a learned occupation who are entrusted with maintaining control or oversight of the practice of the occupation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professional body usually starts by a group of people coming together because of a shared interest in a particular type of activity.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Professional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As the professional body matures, it is likely to develop a range of functions, of which the following are the most important: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establishing a code of conduct to regulate the way members of the body behave in their professional lives and a disciplinary procedure to discipline members who breach(fail to follow or conduct) this code;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establishing mechanisms for disseminating(spreading) knowledge of good practice and new developments to its members, typically through publications and conferences but increasingly also through the use of the worldwide web;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standards of education and experience that must be met by people wishing to become members of the body;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advising government and regulatory bodies about matters within its area of expertise.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RESERVATION OF TITLE AND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 of the name of the profession may be restricted to those people who are appropriately qualified. A restriction of this sort is called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reservation of title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law may state that certain activities are restricted to people with appropriate qualifications. This is called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reservation of function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charset="0"/>
              </a:rPr>
              <a:t>Is Computing A Profession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does computing fit in the process of professionalization?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the field of computing look like when described in terms of the mentioned characteristics?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field of computing is so diverse and complex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range of those who are called computer professionals is extremely broad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in common except that, in one way or another, they involve the use of computer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first glance, it seem that computing possesses all of these characteristics, though in complex 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charset="0"/>
              </a:rPr>
              <a:t>Is Computing A Profession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Computer Professionals “Professionals”?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professionals have mastered an esoteric body of knowledge 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professionals have varying degrees of autonomy depending on where they work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single organization governing the profession of computing (ACM, IEEE)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is an activity which supports social institutions which in turn are aimed at fulfilling a variety of social functions </a:t>
            </a:r>
          </a:p>
          <a:p>
            <a:pPr lvl="2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does not appear to be a 'profession' in the strictest sense, the way law and medicine are professions, but it is more of a 'profession' than many other occupations.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762000"/>
            <a:ext cx="8077200" cy="609600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charset="0"/>
              </a:rPr>
              <a:t>SOFTWARE ENGINEERING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7543800" cy="52387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engineering appears to be one area of computing that is emerging as a distinct profession within the field of computing.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trend seems to have been created by the initiative of individuals in the field concerned about the quality and safety of the software being produced and sold.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 software engineering as a distinct field involves several of the activities.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it means identifying a unique body of knowledge that a person must possess to be competent software engineer.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means developing educational requirements (curriculum) such that the person who meets the requirements is more likely to produce a quality, safe software than someone without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3062" y="914400"/>
            <a:ext cx="8077200" cy="2063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effectLst/>
                <a:latin typeface="Times New Roman" charset="0"/>
              </a:rPr>
              <a:t>SOFTWARE ENGINEERING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64258" y="1981200"/>
            <a:ext cx="7431942" cy="5832475"/>
          </a:xfrm>
        </p:spPr>
        <p:txBody>
          <a:bodyPr>
            <a:normAutofit/>
          </a:bodyPr>
          <a:lstStyle/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means developing mechanisms for licensing of members.  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will include identifying or creating the proper organization for issuing licenses and identifying requirements for obtaining a license, such as passing an exam or acquiring a certain number of years of experience.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requirement for professionalization is a code of ethics.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state of Texas has boldly taken the first steps in this process and has established software engineering licensing in its state.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Texas initiative is a serious attempt at setting standards in the field.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DEVELOPMENT AS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development of software and information systems in general is now usually regarded as a branch of engineering and the people who practice it are considered to be engineers.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engineers design and build a wide variety of objects – dams, bridges, aeroplanes, cars, radio and television transmitters and receivers, computers, plants to make fertilizer or plastics, and so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6781801" cy="990600"/>
          </a:xfrm>
        </p:spPr>
        <p:txBody>
          <a:bodyPr/>
          <a:lstStyle/>
          <a:p>
            <a:r>
              <a:rPr lang="en-US" b="1" dirty="0"/>
              <a:t>Characteristic of </a:t>
            </a:r>
            <a:r>
              <a:rPr lang="en-US" b="1" dirty="0" smtClean="0"/>
              <a:t>Engineering</a:t>
            </a:r>
            <a:r>
              <a:rPr lang="en-US" b="1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two constraints that apply to all such activities and which can be regarded as characteristic of engineering: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engineering involves designing and building things that must work properly, that is, must meet a set of predetermined requirements concerning their functionality, their performance, and their reliability;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of designing and building the object must be completed within specified constraints of time and budget.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STATUS OF ENGINEERS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9427"/>
            <a:ext cx="6347714" cy="38807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legal status of the engineering profession varies a lot from one country to another.  however, the position is that: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to call yourself an engineer in a given state unless you are registered with the State Engineers Registration Board;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for a company to use the word ‘engineering’ in its name unless it employs at least one registered engineer;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academic programmes including the term engineering in their title must be taught mostly by registered engineers;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is illegal to carry out engineering work except under the supervision of a registered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809</TotalTime>
  <Words>1062</Words>
  <Application>Microsoft Office PowerPoint</Application>
  <PresentationFormat>On-screen Show (4:3)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</vt:lpstr>
      <vt:lpstr>CS4001- Professional Practices in IT</vt:lpstr>
      <vt:lpstr>Continuing Profession</vt:lpstr>
      <vt:lpstr>Differences between Occupation and Profession</vt:lpstr>
      <vt:lpstr>Characteristics of Profession</vt:lpstr>
      <vt:lpstr>Characteristics………</vt:lpstr>
      <vt:lpstr>Characteristics………</vt:lpstr>
      <vt:lpstr>PROFESSIONAL BODIES</vt:lpstr>
      <vt:lpstr>Functions of Professional bodies</vt:lpstr>
      <vt:lpstr>RESERVATION OF TITLE AND FUNCTION</vt:lpstr>
      <vt:lpstr>Is Computing A Profession</vt:lpstr>
      <vt:lpstr>Is Computing A Profession</vt:lpstr>
      <vt:lpstr>SOFTWARE ENGINEERING</vt:lpstr>
      <vt:lpstr>SOFTWARE ENGINEERING</vt:lpstr>
      <vt:lpstr>SOFTWARE DEVELOPMENT AS ENGINEERING</vt:lpstr>
      <vt:lpstr>Characteristic of Engineering:</vt:lpstr>
      <vt:lpstr>THE STATUS OF ENGINEERS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  Professional Issues in IT</dc:title>
  <dc:creator>Anaum Hamid</dc:creator>
  <cp:lastModifiedBy>Anum Hamid</cp:lastModifiedBy>
  <cp:revision>114</cp:revision>
  <dcterms:created xsi:type="dcterms:W3CDTF">2015-08-16T14:18:30Z</dcterms:created>
  <dcterms:modified xsi:type="dcterms:W3CDTF">2025-08-26T03:42:08Z</dcterms:modified>
</cp:coreProperties>
</file>