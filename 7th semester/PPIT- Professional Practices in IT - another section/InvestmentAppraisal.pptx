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6858000" cx="12192000"/>
  <p:notesSz cx="6858000" cy="9144000"/>
  <p:embeddedFontLst>
    <p:embeddedFont>
      <p:font typeface="Inter"/>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31" roundtripDataSignature="AMtx7mhqGEdtc5diz4eVmrtIYE4IxCx5Q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Inter-bold.fntdata"/><Relationship Id="rId27" Type="http://schemas.openxmlformats.org/officeDocument/2006/relationships/font" Target="fonts/Inter-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Inter-italic.fntdata"/><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font" Target="fonts/Inter-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45" name="Google Shape;14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rPr lang="en-US" sz="1200"/>
              <a:t>Less resources and a greater number of proposals lead company owners and investors to decide which proposal to drop which to pick.</a:t>
            </a:r>
            <a:endParaRPr/>
          </a:p>
          <a:p>
            <a:pPr indent="0" lvl="0" marL="0" rtl="0" algn="l">
              <a:spcBef>
                <a:spcPts val="0"/>
              </a:spcBef>
              <a:spcAft>
                <a:spcPts val="0"/>
              </a:spcAft>
              <a:buNone/>
            </a:pPr>
            <a:r>
              <a:t/>
            </a:r>
            <a:endParaRPr/>
          </a:p>
        </p:txBody>
      </p:sp>
      <p:sp>
        <p:nvSpPr>
          <p:cNvPr id="153" name="Google Shape;153;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rPr lang="en-US" sz="1200"/>
              <a:t>Money available at present time is worth more than the same amount in the future due to its potential earning capacity.</a:t>
            </a:r>
            <a:endParaRPr/>
          </a:p>
          <a:p>
            <a:pPr indent="0" lvl="0" marL="0" rtl="0" algn="l">
              <a:spcBef>
                <a:spcPts val="0"/>
              </a:spcBef>
              <a:spcAft>
                <a:spcPts val="0"/>
              </a:spcAft>
              <a:buNone/>
            </a:pPr>
            <a:r>
              <a:t/>
            </a:r>
            <a:endParaRPr/>
          </a:p>
        </p:txBody>
      </p:sp>
      <p:sp>
        <p:nvSpPr>
          <p:cNvPr id="184" name="Google Shape;184;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The analysis assumes that the cash flows take place at the start of each period,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so that the discount factor for year 0 is 1. In other words, the first payments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are at the start of project so that their NPV is their actual monetary value. This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is realistic for the costs involved in buying the van; the cost of the van itself is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due when it is bought, which is effectively the start of the project, while the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insurance and the road tax are both due at that point and on the same date in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succeeding years. Only the comparatively small maintenance costs occur at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different points during the year.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This assumption about the timing of the cash flows is not, however, valid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for the rental option. The maintenance company is likely to have an account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with the rental company so that it receives monthly invoices for the rentals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in the previous month and the cash flows are distributed throughout the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year. If we assume that ‘on average’ the rental costs are paid half way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through the year, we can correct for the result of assuming that the cash flows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take place at the beginning of the period by applying a further six-month discount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factor to the NPV. This factor is the square root of the annual discount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factor, 0.9091, that is, 0.9535. The resulting NPV is £15,237. The advantage of</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buying the van is thus slightly less than in the original calculation but is still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significant.</a:t>
            </a:r>
            <a:endParaRPr/>
          </a:p>
        </p:txBody>
      </p:sp>
      <p:sp>
        <p:nvSpPr>
          <p:cNvPr id="228" name="Google Shape;228;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A new van will cost £10,000. There will be annual costs of £500 for insurance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and £150 for road tax. The cost of maintenance is estimated to be £200</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in each of the first two years, £300 in year 3, £400 in year 4 and £500 in year 5.</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At the end of the fifth year, it is expected that the van will be sold for around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£2,000. The interest rate that the company pays on its borrowings is 10 percent.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Van hire costs £30 per day and it hires a van for about 100 days a year. All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costs are subject to inflation, which is judged to be around 5 per cent over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period, but the resale value of the van is the cash figure expected at the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NPV of the cost of continuing to rent is £15,980, while the NPV of the cost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of buying a van is £13,030. We conclude that the company will be better off by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buying a van. This conclusion depends, of course, on the validity of the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assumptions. The main uncertainty is in the number of days for which a van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would have to be rented. If the company’s business expands, so that it would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have to rent a van more often, the cost of the rental option would increase so</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that buying would have more of an advantage. If, however, business declined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or the company were able to use the existing van more efficiently, the cost of</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rental option would decrease and the advantage of buying would be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reduced or even disappear.</a:t>
            </a:r>
            <a:endParaRPr/>
          </a:p>
        </p:txBody>
      </p:sp>
      <p:sp>
        <p:nvSpPr>
          <p:cNvPr id="235" name="Google Shape;235;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47" name="Google Shape;247;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6" name="Shape 26"/>
        <p:cNvGrpSpPr/>
        <p:nvPr/>
      </p:nvGrpSpPr>
      <p:grpSpPr>
        <a:xfrm>
          <a:off x="0" y="0"/>
          <a:ext cx="0" cy="0"/>
          <a:chOff x="0" y="0"/>
          <a:chExt cx="0" cy="0"/>
        </a:xfrm>
      </p:grpSpPr>
      <p:grpSp>
        <p:nvGrpSpPr>
          <p:cNvPr id="27" name="Google Shape;27;p23"/>
          <p:cNvGrpSpPr/>
          <p:nvPr/>
        </p:nvGrpSpPr>
        <p:grpSpPr>
          <a:xfrm>
            <a:off x="-11288" y="-8468"/>
            <a:ext cx="12226405" cy="6874935"/>
            <a:chOff x="-8466" y="-8468"/>
            <a:chExt cx="9169804" cy="6874935"/>
          </a:xfrm>
        </p:grpSpPr>
        <p:cxnSp>
          <p:nvCxnSpPr>
            <p:cNvPr id="28" name="Google Shape;28;p23"/>
            <p:cNvCxnSpPr/>
            <p:nvPr/>
          </p:nvCxnSpPr>
          <p:spPr>
            <a:xfrm flipH="1" rot="10800000">
              <a:off x="5130830" y="4175605"/>
              <a:ext cx="4022475" cy="2682396"/>
            </a:xfrm>
            <a:prstGeom prst="straightConnector1">
              <a:avLst/>
            </a:prstGeom>
            <a:noFill/>
            <a:ln cap="flat" cmpd="sng" w="9525">
              <a:solidFill>
                <a:srgbClr val="D8D8D8"/>
              </a:solidFill>
              <a:prstDash val="solid"/>
              <a:round/>
              <a:headEnd len="sm" w="sm" type="none"/>
              <a:tailEnd len="sm" w="sm" type="none"/>
            </a:ln>
          </p:spPr>
        </p:cxnSp>
        <p:cxnSp>
          <p:nvCxnSpPr>
            <p:cNvPr id="29" name="Google Shape;29;p23"/>
            <p:cNvCxnSpPr/>
            <p:nvPr/>
          </p:nvCxnSpPr>
          <p:spPr>
            <a:xfrm>
              <a:off x="7042707" y="0"/>
              <a:ext cx="1219200" cy="6858000"/>
            </a:xfrm>
            <a:prstGeom prst="straightConnector1">
              <a:avLst/>
            </a:prstGeom>
            <a:noFill/>
            <a:ln cap="flat" cmpd="sng" w="9525">
              <a:solidFill>
                <a:srgbClr val="BFBFBF"/>
              </a:solidFill>
              <a:prstDash val="solid"/>
              <a:round/>
              <a:headEnd len="sm" w="sm" type="none"/>
              <a:tailEnd len="sm" w="sm" type="none"/>
            </a:ln>
          </p:spPr>
        </p:cxnSp>
        <p:sp>
          <p:nvSpPr>
            <p:cNvPr id="30" name="Google Shape;30;p23"/>
            <p:cNvSpPr/>
            <p:nvPr/>
          </p:nvSpPr>
          <p:spPr>
            <a:xfrm>
              <a:off x="6891896" y="1"/>
              <a:ext cx="2269442" cy="6866466"/>
            </a:xfrm>
            <a:custGeom>
              <a:rect b="b" l="l" r="r" t="t"/>
              <a:pathLst>
                <a:path extrusionOk="0" h="6866466" w="2269442">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29803"/>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3"/>
            <p:cNvSpPr/>
            <p:nvPr/>
          </p:nvSpPr>
          <p:spPr>
            <a:xfrm>
              <a:off x="7205158" y="-8467"/>
              <a:ext cx="1948147" cy="6866467"/>
            </a:xfrm>
            <a:custGeom>
              <a:rect b="b" l="l" r="r" t="t"/>
              <a:pathLst>
                <a:path extrusionOk="0" h="6866467" w="194814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3"/>
            <p:cNvSpPr/>
            <p:nvPr/>
          </p:nvSpPr>
          <p:spPr>
            <a:xfrm>
              <a:off x="6637896" y="3920066"/>
              <a:ext cx="2513565" cy="2937933"/>
            </a:xfrm>
            <a:custGeom>
              <a:rect b="b" l="l" r="r" t="t"/>
              <a:pathLst>
                <a:path extrusionOk="0" h="3810000" w="3259667">
                  <a:moveTo>
                    <a:pt x="0" y="3810000"/>
                  </a:moveTo>
                  <a:lnTo>
                    <a:pt x="3251200" y="0"/>
                  </a:lnTo>
                  <a:cubicBezTo>
                    <a:pt x="3254022" y="1270000"/>
                    <a:pt x="3256845" y="2540000"/>
                    <a:pt x="3259667" y="3810000"/>
                  </a:cubicBezTo>
                  <a:lnTo>
                    <a:pt x="0" y="3810000"/>
                  </a:lnTo>
                  <a:close/>
                </a:path>
              </a:pathLst>
            </a:custGeom>
            <a:solidFill>
              <a:schemeClr val="accent2">
                <a:alpha val="71764"/>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3"/>
            <p:cNvSpPr/>
            <p:nvPr/>
          </p:nvSpPr>
          <p:spPr>
            <a:xfrm>
              <a:off x="7010429" y="-8467"/>
              <a:ext cx="2142876" cy="6866467"/>
            </a:xfrm>
            <a:custGeom>
              <a:rect b="b" l="l" r="r" t="t"/>
              <a:pathLst>
                <a:path extrusionOk="0" h="6866467" w="2853267">
                  <a:moveTo>
                    <a:pt x="0" y="0"/>
                  </a:moveTo>
                  <a:lnTo>
                    <a:pt x="2472267" y="6866467"/>
                  </a:lnTo>
                  <a:lnTo>
                    <a:pt x="2853267" y="6858000"/>
                  </a:lnTo>
                  <a:lnTo>
                    <a:pt x="2853267" y="0"/>
                  </a:lnTo>
                  <a:lnTo>
                    <a:pt x="0" y="0"/>
                  </a:lnTo>
                  <a:close/>
                </a:path>
              </a:pathLst>
            </a:custGeom>
            <a:solidFill>
              <a:srgbClr val="3F7818">
                <a:alpha val="69803"/>
              </a:srgbClr>
            </a:solidFill>
            <a:ln>
              <a:noFill/>
            </a:ln>
          </p:spPr>
        </p:sp>
        <p:sp>
          <p:nvSpPr>
            <p:cNvPr id="34" name="Google Shape;34;p23"/>
            <p:cNvSpPr/>
            <p:nvPr/>
          </p:nvSpPr>
          <p:spPr>
            <a:xfrm>
              <a:off x="8295776" y="-8467"/>
              <a:ext cx="857530" cy="6866467"/>
            </a:xfrm>
            <a:custGeom>
              <a:rect b="b" l="l" r="r" t="t"/>
              <a:pathLst>
                <a:path extrusionOk="0" h="6866467" w="1286933">
                  <a:moveTo>
                    <a:pt x="1016000" y="0"/>
                  </a:moveTo>
                  <a:lnTo>
                    <a:pt x="0" y="6866467"/>
                  </a:lnTo>
                  <a:lnTo>
                    <a:pt x="1286933" y="6866467"/>
                  </a:lnTo>
                  <a:cubicBezTo>
                    <a:pt x="1284111" y="4577645"/>
                    <a:pt x="1281288" y="2288822"/>
                    <a:pt x="1278466" y="0"/>
                  </a:cubicBezTo>
                  <a:lnTo>
                    <a:pt x="1016000" y="0"/>
                  </a:lnTo>
                  <a:close/>
                </a:path>
              </a:pathLst>
            </a:custGeom>
            <a:solidFill>
              <a:srgbClr val="BFE471">
                <a:alpha val="6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3"/>
            <p:cNvSpPr/>
            <p:nvPr/>
          </p:nvSpPr>
          <p:spPr>
            <a:xfrm>
              <a:off x="8077231" y="-8468"/>
              <a:ext cx="1066770" cy="6866467"/>
            </a:xfrm>
            <a:custGeom>
              <a:rect b="b" l="l" r="r" t="t"/>
              <a:pathLst>
                <a:path extrusionOk="0" h="6866467" w="1270244">
                  <a:moveTo>
                    <a:pt x="0" y="0"/>
                  </a:moveTo>
                  <a:lnTo>
                    <a:pt x="1117600" y="6866467"/>
                  </a:lnTo>
                  <a:lnTo>
                    <a:pt x="1270000" y="6866467"/>
                  </a:lnTo>
                  <a:cubicBezTo>
                    <a:pt x="1272822" y="4574822"/>
                    <a:pt x="1250245" y="2291645"/>
                    <a:pt x="1253067" y="0"/>
                  </a:cubicBezTo>
                  <a:lnTo>
                    <a:pt x="0" y="0"/>
                  </a:lnTo>
                  <a:close/>
                </a:path>
              </a:pathLst>
            </a:custGeom>
            <a:solidFill>
              <a:schemeClr val="accent1">
                <a:alpha val="64705"/>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3"/>
            <p:cNvSpPr/>
            <p:nvPr/>
          </p:nvSpPr>
          <p:spPr>
            <a:xfrm>
              <a:off x="8060297" y="4893733"/>
              <a:ext cx="1094086" cy="1964267"/>
            </a:xfrm>
            <a:custGeom>
              <a:rect b="b" l="l" r="r" t="t"/>
              <a:pathLst>
                <a:path extrusionOk="0" h="3268133" w="18203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3"/>
            <p:cNvSpPr/>
            <p:nvPr/>
          </p:nvSpPr>
          <p:spPr>
            <a:xfrm>
              <a:off x="-8466" y="-8468"/>
              <a:ext cx="863600" cy="5698067"/>
            </a:xfrm>
            <a:custGeom>
              <a:rect b="b" l="l" r="r" t="t"/>
              <a:pathLst>
                <a:path extrusionOk="0" h="5698067" w="863600">
                  <a:moveTo>
                    <a:pt x="0" y="8467"/>
                  </a:moveTo>
                  <a:lnTo>
                    <a:pt x="863600" y="0"/>
                  </a:lnTo>
                  <a:lnTo>
                    <a:pt x="863600" y="16934"/>
                  </a:lnTo>
                  <a:lnTo>
                    <a:pt x="0" y="5698067"/>
                  </a:lnTo>
                  <a:lnTo>
                    <a:pt x="0" y="8467"/>
                  </a:lnTo>
                  <a:close/>
                </a:path>
              </a:pathLst>
            </a:custGeom>
            <a:solidFill>
              <a:schemeClr val="accent1">
                <a:alpha val="84705"/>
              </a:schemeClr>
            </a:solidFill>
            <a:ln>
              <a:noFill/>
            </a:ln>
          </p:spPr>
        </p:sp>
      </p:grpSp>
      <p:sp>
        <p:nvSpPr>
          <p:cNvPr id="38" name="Google Shape;38;p23"/>
          <p:cNvSpPr txBox="1"/>
          <p:nvPr>
            <p:ph type="ctrTitle"/>
          </p:nvPr>
        </p:nvSpPr>
        <p:spPr>
          <a:xfrm>
            <a:off x="1507461" y="2404534"/>
            <a:ext cx="7768959" cy="1646302"/>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3"/>
          <p:cNvSpPr txBox="1"/>
          <p:nvPr>
            <p:ph idx="1" type="subTitle"/>
          </p:nvPr>
        </p:nvSpPr>
        <p:spPr>
          <a:xfrm>
            <a:off x="1507461" y="4050835"/>
            <a:ext cx="7768959" cy="1096899"/>
          </a:xfrm>
          <a:prstGeom prst="rect">
            <a:avLst/>
          </a:prstGeom>
          <a:noFill/>
          <a:ln>
            <a:noFill/>
          </a:ln>
        </p:spPr>
        <p:txBody>
          <a:bodyPr anchorCtr="0" anchor="t" bIns="45700" lIns="91425" spcFirstLastPara="1" rIns="91425" wrap="square" tIns="4570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p:txBody>
      </p:sp>
      <p:sp>
        <p:nvSpPr>
          <p:cNvPr id="40" name="Google Shape;40;p23"/>
          <p:cNvSpPr txBox="1"/>
          <p:nvPr>
            <p:ph idx="10" type="dt"/>
          </p:nvPr>
        </p:nvSpPr>
        <p:spPr>
          <a:xfrm>
            <a:off x="7207011" y="6041364"/>
            <a:ext cx="91217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3"/>
          <p:cNvSpPr txBox="1"/>
          <p:nvPr>
            <p:ph idx="11" type="ftr"/>
          </p:nvPr>
        </p:nvSpPr>
        <p:spPr>
          <a:xfrm>
            <a:off x="812799" y="6041364"/>
            <a:ext cx="616396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3"/>
          <p:cNvSpPr txBox="1"/>
          <p:nvPr>
            <p:ph idx="12" type="sldNum"/>
          </p:nvPr>
        </p:nvSpPr>
        <p:spPr>
          <a:xfrm>
            <a:off x="8592902" y="6041364"/>
            <a:ext cx="6835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90C226"/>
                </a:solidFill>
              </a:defRPr>
            </a:lvl1pPr>
            <a:lvl2pPr indent="0" lvl="1" marL="0" algn="r">
              <a:spcBef>
                <a:spcPts val="0"/>
              </a:spcBef>
              <a:buNone/>
              <a:defRPr>
                <a:solidFill>
                  <a:srgbClr val="90C226"/>
                </a:solidFill>
              </a:defRPr>
            </a:lvl2pPr>
            <a:lvl3pPr indent="0" lvl="2" marL="0" algn="r">
              <a:spcBef>
                <a:spcPts val="0"/>
              </a:spcBef>
              <a:buNone/>
              <a:defRPr>
                <a:solidFill>
                  <a:srgbClr val="90C226"/>
                </a:solidFill>
              </a:defRPr>
            </a:lvl3pPr>
            <a:lvl4pPr indent="0" lvl="3" marL="0" algn="r">
              <a:spcBef>
                <a:spcPts val="0"/>
              </a:spcBef>
              <a:buNone/>
              <a:defRPr>
                <a:solidFill>
                  <a:srgbClr val="90C226"/>
                </a:solidFill>
              </a:defRPr>
            </a:lvl4pPr>
            <a:lvl5pPr indent="0" lvl="4" marL="0" algn="r">
              <a:spcBef>
                <a:spcPts val="0"/>
              </a:spcBef>
              <a:buNone/>
              <a:defRPr>
                <a:solidFill>
                  <a:srgbClr val="90C226"/>
                </a:solidFill>
              </a:defRPr>
            </a:lvl5pPr>
            <a:lvl6pPr indent="0" lvl="5" marL="0" algn="r">
              <a:spcBef>
                <a:spcPts val="0"/>
              </a:spcBef>
              <a:buNone/>
              <a:defRPr>
                <a:solidFill>
                  <a:srgbClr val="90C226"/>
                </a:solidFill>
              </a:defRPr>
            </a:lvl6pPr>
            <a:lvl7pPr indent="0" lvl="6" marL="0" algn="r">
              <a:spcBef>
                <a:spcPts val="0"/>
              </a:spcBef>
              <a:buNone/>
              <a:defRPr>
                <a:solidFill>
                  <a:srgbClr val="90C226"/>
                </a:solidFill>
              </a:defRPr>
            </a:lvl7pPr>
            <a:lvl8pPr indent="0" lvl="7" marL="0" algn="r">
              <a:spcBef>
                <a:spcPts val="0"/>
              </a:spcBef>
              <a:buNone/>
              <a:defRPr>
                <a:solidFill>
                  <a:srgbClr val="90C226"/>
                </a:solidFill>
              </a:defRPr>
            </a:lvl8pPr>
            <a:lvl9pPr indent="0" lvl="8" marL="0" algn="r">
              <a:spcBef>
                <a:spcPts val="0"/>
              </a:spcBef>
              <a:buNone/>
              <a:defRPr>
                <a:solidFill>
                  <a:srgbClr val="90C226"/>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3" name="Shape 43"/>
        <p:cNvGrpSpPr/>
        <p:nvPr/>
      </p:nvGrpSpPr>
      <p:grpSpPr>
        <a:xfrm>
          <a:off x="0" y="0"/>
          <a:ext cx="0" cy="0"/>
          <a:chOff x="0" y="0"/>
          <a:chExt cx="0" cy="0"/>
        </a:xfrm>
      </p:grpSpPr>
      <p:sp>
        <p:nvSpPr>
          <p:cNvPr id="44" name="Google Shape;44;p24"/>
          <p:cNvSpPr txBox="1"/>
          <p:nvPr>
            <p:ph type="title"/>
          </p:nvPr>
        </p:nvSpPr>
        <p:spPr>
          <a:xfrm>
            <a:off x="812800" y="609600"/>
            <a:ext cx="8463617"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4"/>
          <p:cNvSpPr txBox="1"/>
          <p:nvPr>
            <p:ph idx="1" type="body"/>
          </p:nvPr>
        </p:nvSpPr>
        <p:spPr>
          <a:xfrm>
            <a:off x="812799" y="2160590"/>
            <a:ext cx="8463619"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46" name="Google Shape;46;p24"/>
          <p:cNvSpPr txBox="1"/>
          <p:nvPr>
            <p:ph idx="10" type="dt"/>
          </p:nvPr>
        </p:nvSpPr>
        <p:spPr>
          <a:xfrm>
            <a:off x="7207011" y="6041364"/>
            <a:ext cx="91217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4"/>
          <p:cNvSpPr txBox="1"/>
          <p:nvPr>
            <p:ph idx="11" type="ftr"/>
          </p:nvPr>
        </p:nvSpPr>
        <p:spPr>
          <a:xfrm>
            <a:off x="812799" y="6041364"/>
            <a:ext cx="616396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4"/>
          <p:cNvSpPr txBox="1"/>
          <p:nvPr>
            <p:ph idx="12" type="sldNum"/>
          </p:nvPr>
        </p:nvSpPr>
        <p:spPr>
          <a:xfrm>
            <a:off x="8592902" y="6041364"/>
            <a:ext cx="6835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90C226"/>
                </a:solidFill>
              </a:defRPr>
            </a:lvl1pPr>
            <a:lvl2pPr indent="0" lvl="1" marL="0" algn="r">
              <a:spcBef>
                <a:spcPts val="0"/>
              </a:spcBef>
              <a:buNone/>
              <a:defRPr>
                <a:solidFill>
                  <a:srgbClr val="90C226"/>
                </a:solidFill>
              </a:defRPr>
            </a:lvl2pPr>
            <a:lvl3pPr indent="0" lvl="2" marL="0" algn="r">
              <a:spcBef>
                <a:spcPts val="0"/>
              </a:spcBef>
              <a:buNone/>
              <a:defRPr>
                <a:solidFill>
                  <a:srgbClr val="90C226"/>
                </a:solidFill>
              </a:defRPr>
            </a:lvl3pPr>
            <a:lvl4pPr indent="0" lvl="3" marL="0" algn="r">
              <a:spcBef>
                <a:spcPts val="0"/>
              </a:spcBef>
              <a:buNone/>
              <a:defRPr>
                <a:solidFill>
                  <a:srgbClr val="90C226"/>
                </a:solidFill>
              </a:defRPr>
            </a:lvl4pPr>
            <a:lvl5pPr indent="0" lvl="4" marL="0" algn="r">
              <a:spcBef>
                <a:spcPts val="0"/>
              </a:spcBef>
              <a:buNone/>
              <a:defRPr>
                <a:solidFill>
                  <a:srgbClr val="90C226"/>
                </a:solidFill>
              </a:defRPr>
            </a:lvl5pPr>
            <a:lvl6pPr indent="0" lvl="5" marL="0" algn="r">
              <a:spcBef>
                <a:spcPts val="0"/>
              </a:spcBef>
              <a:buNone/>
              <a:defRPr>
                <a:solidFill>
                  <a:srgbClr val="90C226"/>
                </a:solidFill>
              </a:defRPr>
            </a:lvl6pPr>
            <a:lvl7pPr indent="0" lvl="6" marL="0" algn="r">
              <a:spcBef>
                <a:spcPts val="0"/>
              </a:spcBef>
              <a:buNone/>
              <a:defRPr>
                <a:solidFill>
                  <a:srgbClr val="90C226"/>
                </a:solidFill>
              </a:defRPr>
            </a:lvl7pPr>
            <a:lvl8pPr indent="0" lvl="7" marL="0" algn="r">
              <a:spcBef>
                <a:spcPts val="0"/>
              </a:spcBef>
              <a:buNone/>
              <a:defRPr>
                <a:solidFill>
                  <a:srgbClr val="90C226"/>
                </a:solidFill>
              </a:defRPr>
            </a:lvl8pPr>
            <a:lvl9pPr indent="0" lvl="8" marL="0" algn="r">
              <a:spcBef>
                <a:spcPts val="0"/>
              </a:spcBef>
              <a:buNone/>
              <a:defRPr>
                <a:solidFill>
                  <a:srgbClr val="90C226"/>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25"/>
          <p:cNvSpPr txBox="1"/>
          <p:nvPr>
            <p:ph idx="10" type="dt"/>
          </p:nvPr>
        </p:nvSpPr>
        <p:spPr>
          <a:xfrm>
            <a:off x="7207011" y="6041364"/>
            <a:ext cx="91217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5"/>
          <p:cNvSpPr txBox="1"/>
          <p:nvPr>
            <p:ph idx="11" type="ftr"/>
          </p:nvPr>
        </p:nvSpPr>
        <p:spPr>
          <a:xfrm>
            <a:off x="812799" y="6041364"/>
            <a:ext cx="616396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5"/>
          <p:cNvSpPr txBox="1"/>
          <p:nvPr>
            <p:ph idx="12" type="sldNum"/>
          </p:nvPr>
        </p:nvSpPr>
        <p:spPr>
          <a:xfrm>
            <a:off x="8592902" y="6041364"/>
            <a:ext cx="6835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90C226"/>
                </a:solidFill>
              </a:defRPr>
            </a:lvl1pPr>
            <a:lvl2pPr indent="0" lvl="1" marL="0" algn="r">
              <a:spcBef>
                <a:spcPts val="0"/>
              </a:spcBef>
              <a:buNone/>
              <a:defRPr>
                <a:solidFill>
                  <a:srgbClr val="90C226"/>
                </a:solidFill>
              </a:defRPr>
            </a:lvl2pPr>
            <a:lvl3pPr indent="0" lvl="2" marL="0" algn="r">
              <a:spcBef>
                <a:spcPts val="0"/>
              </a:spcBef>
              <a:buNone/>
              <a:defRPr>
                <a:solidFill>
                  <a:srgbClr val="90C226"/>
                </a:solidFill>
              </a:defRPr>
            </a:lvl3pPr>
            <a:lvl4pPr indent="0" lvl="3" marL="0" algn="r">
              <a:spcBef>
                <a:spcPts val="0"/>
              </a:spcBef>
              <a:buNone/>
              <a:defRPr>
                <a:solidFill>
                  <a:srgbClr val="90C226"/>
                </a:solidFill>
              </a:defRPr>
            </a:lvl4pPr>
            <a:lvl5pPr indent="0" lvl="4" marL="0" algn="r">
              <a:spcBef>
                <a:spcPts val="0"/>
              </a:spcBef>
              <a:buNone/>
              <a:defRPr>
                <a:solidFill>
                  <a:srgbClr val="90C226"/>
                </a:solidFill>
              </a:defRPr>
            </a:lvl5pPr>
            <a:lvl6pPr indent="0" lvl="5" marL="0" algn="r">
              <a:spcBef>
                <a:spcPts val="0"/>
              </a:spcBef>
              <a:buNone/>
              <a:defRPr>
                <a:solidFill>
                  <a:srgbClr val="90C226"/>
                </a:solidFill>
              </a:defRPr>
            </a:lvl6pPr>
            <a:lvl7pPr indent="0" lvl="6" marL="0" algn="r">
              <a:spcBef>
                <a:spcPts val="0"/>
              </a:spcBef>
              <a:buNone/>
              <a:defRPr>
                <a:solidFill>
                  <a:srgbClr val="90C226"/>
                </a:solidFill>
              </a:defRPr>
            </a:lvl7pPr>
            <a:lvl8pPr indent="0" lvl="7" marL="0" algn="r">
              <a:spcBef>
                <a:spcPts val="0"/>
              </a:spcBef>
              <a:buNone/>
              <a:defRPr>
                <a:solidFill>
                  <a:srgbClr val="90C226"/>
                </a:solidFill>
              </a:defRPr>
            </a:lvl8pPr>
            <a:lvl9pPr indent="0" lvl="8" marL="0" algn="r">
              <a:spcBef>
                <a:spcPts val="0"/>
              </a:spcBef>
              <a:buNone/>
              <a:defRPr>
                <a:solidFill>
                  <a:srgbClr val="90C226"/>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3" name="Shape 53"/>
        <p:cNvGrpSpPr/>
        <p:nvPr/>
      </p:nvGrpSpPr>
      <p:grpSpPr>
        <a:xfrm>
          <a:off x="0" y="0"/>
          <a:ext cx="0" cy="0"/>
          <a:chOff x="0" y="0"/>
          <a:chExt cx="0" cy="0"/>
        </a:xfrm>
      </p:grpSpPr>
      <p:sp>
        <p:nvSpPr>
          <p:cNvPr id="54" name="Google Shape;54;p26"/>
          <p:cNvSpPr txBox="1"/>
          <p:nvPr>
            <p:ph type="title"/>
          </p:nvPr>
        </p:nvSpPr>
        <p:spPr>
          <a:xfrm>
            <a:off x="812798" y="2700869"/>
            <a:ext cx="8463620" cy="18265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000"/>
              <a:buFont typeface="Trebuchet MS"/>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26"/>
          <p:cNvSpPr txBox="1"/>
          <p:nvPr>
            <p:ph idx="1" type="body"/>
          </p:nvPr>
        </p:nvSpPr>
        <p:spPr>
          <a:xfrm>
            <a:off x="812798" y="4527448"/>
            <a:ext cx="8463620"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56" name="Google Shape;56;p26"/>
          <p:cNvSpPr txBox="1"/>
          <p:nvPr>
            <p:ph idx="10" type="dt"/>
          </p:nvPr>
        </p:nvSpPr>
        <p:spPr>
          <a:xfrm>
            <a:off x="7207011" y="6041364"/>
            <a:ext cx="91217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6"/>
          <p:cNvSpPr txBox="1"/>
          <p:nvPr>
            <p:ph idx="11" type="ftr"/>
          </p:nvPr>
        </p:nvSpPr>
        <p:spPr>
          <a:xfrm>
            <a:off x="812799" y="6041364"/>
            <a:ext cx="616396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6"/>
          <p:cNvSpPr txBox="1"/>
          <p:nvPr>
            <p:ph idx="12" type="sldNum"/>
          </p:nvPr>
        </p:nvSpPr>
        <p:spPr>
          <a:xfrm>
            <a:off x="8592902" y="6041364"/>
            <a:ext cx="6835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90C226"/>
                </a:solidFill>
              </a:defRPr>
            </a:lvl1pPr>
            <a:lvl2pPr indent="0" lvl="1" marL="0" algn="r">
              <a:spcBef>
                <a:spcPts val="0"/>
              </a:spcBef>
              <a:buNone/>
              <a:defRPr>
                <a:solidFill>
                  <a:srgbClr val="90C226"/>
                </a:solidFill>
              </a:defRPr>
            </a:lvl2pPr>
            <a:lvl3pPr indent="0" lvl="2" marL="0" algn="r">
              <a:spcBef>
                <a:spcPts val="0"/>
              </a:spcBef>
              <a:buNone/>
              <a:defRPr>
                <a:solidFill>
                  <a:srgbClr val="90C226"/>
                </a:solidFill>
              </a:defRPr>
            </a:lvl3pPr>
            <a:lvl4pPr indent="0" lvl="3" marL="0" algn="r">
              <a:spcBef>
                <a:spcPts val="0"/>
              </a:spcBef>
              <a:buNone/>
              <a:defRPr>
                <a:solidFill>
                  <a:srgbClr val="90C226"/>
                </a:solidFill>
              </a:defRPr>
            </a:lvl4pPr>
            <a:lvl5pPr indent="0" lvl="4" marL="0" algn="r">
              <a:spcBef>
                <a:spcPts val="0"/>
              </a:spcBef>
              <a:buNone/>
              <a:defRPr>
                <a:solidFill>
                  <a:srgbClr val="90C226"/>
                </a:solidFill>
              </a:defRPr>
            </a:lvl5pPr>
            <a:lvl6pPr indent="0" lvl="5" marL="0" algn="r">
              <a:spcBef>
                <a:spcPts val="0"/>
              </a:spcBef>
              <a:buNone/>
              <a:defRPr>
                <a:solidFill>
                  <a:srgbClr val="90C226"/>
                </a:solidFill>
              </a:defRPr>
            </a:lvl6pPr>
            <a:lvl7pPr indent="0" lvl="6" marL="0" algn="r">
              <a:spcBef>
                <a:spcPts val="0"/>
              </a:spcBef>
              <a:buNone/>
              <a:defRPr>
                <a:solidFill>
                  <a:srgbClr val="90C226"/>
                </a:solidFill>
              </a:defRPr>
            </a:lvl7pPr>
            <a:lvl8pPr indent="0" lvl="7" marL="0" algn="r">
              <a:spcBef>
                <a:spcPts val="0"/>
              </a:spcBef>
              <a:buNone/>
              <a:defRPr>
                <a:solidFill>
                  <a:srgbClr val="90C226"/>
                </a:solidFill>
              </a:defRPr>
            </a:lvl8pPr>
            <a:lvl9pPr indent="0" lvl="8" marL="0" algn="r">
              <a:spcBef>
                <a:spcPts val="0"/>
              </a:spcBef>
              <a:buNone/>
              <a:defRPr>
                <a:solidFill>
                  <a:srgbClr val="90C226"/>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9" name="Shape 59"/>
        <p:cNvGrpSpPr/>
        <p:nvPr/>
      </p:nvGrpSpPr>
      <p:grpSpPr>
        <a:xfrm>
          <a:off x="0" y="0"/>
          <a:ext cx="0" cy="0"/>
          <a:chOff x="0" y="0"/>
          <a:chExt cx="0" cy="0"/>
        </a:xfrm>
      </p:grpSpPr>
      <p:sp>
        <p:nvSpPr>
          <p:cNvPr id="60" name="Google Shape;60;p27"/>
          <p:cNvSpPr txBox="1"/>
          <p:nvPr>
            <p:ph type="title"/>
          </p:nvPr>
        </p:nvSpPr>
        <p:spPr>
          <a:xfrm>
            <a:off x="812800" y="609600"/>
            <a:ext cx="8463619"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27"/>
          <p:cNvSpPr txBox="1"/>
          <p:nvPr>
            <p:ph idx="1" type="body"/>
          </p:nvPr>
        </p:nvSpPr>
        <p:spPr>
          <a:xfrm>
            <a:off x="812801" y="2160589"/>
            <a:ext cx="4117479" cy="3880772"/>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62" name="Google Shape;62;p27"/>
          <p:cNvSpPr txBox="1"/>
          <p:nvPr>
            <p:ph idx="2" type="body"/>
          </p:nvPr>
        </p:nvSpPr>
        <p:spPr>
          <a:xfrm>
            <a:off x="5158939" y="2160590"/>
            <a:ext cx="4117480"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63" name="Google Shape;63;p27"/>
          <p:cNvSpPr txBox="1"/>
          <p:nvPr>
            <p:ph idx="10" type="dt"/>
          </p:nvPr>
        </p:nvSpPr>
        <p:spPr>
          <a:xfrm>
            <a:off x="7207011" y="6041364"/>
            <a:ext cx="91217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7"/>
          <p:cNvSpPr txBox="1"/>
          <p:nvPr>
            <p:ph idx="11" type="ftr"/>
          </p:nvPr>
        </p:nvSpPr>
        <p:spPr>
          <a:xfrm>
            <a:off x="812799" y="6041364"/>
            <a:ext cx="616396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7"/>
          <p:cNvSpPr txBox="1"/>
          <p:nvPr>
            <p:ph idx="12" type="sldNum"/>
          </p:nvPr>
        </p:nvSpPr>
        <p:spPr>
          <a:xfrm>
            <a:off x="8592902" y="6041364"/>
            <a:ext cx="6835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90C226"/>
                </a:solidFill>
              </a:defRPr>
            </a:lvl1pPr>
            <a:lvl2pPr indent="0" lvl="1" marL="0" algn="r">
              <a:spcBef>
                <a:spcPts val="0"/>
              </a:spcBef>
              <a:buNone/>
              <a:defRPr>
                <a:solidFill>
                  <a:srgbClr val="90C226"/>
                </a:solidFill>
              </a:defRPr>
            </a:lvl2pPr>
            <a:lvl3pPr indent="0" lvl="2" marL="0" algn="r">
              <a:spcBef>
                <a:spcPts val="0"/>
              </a:spcBef>
              <a:buNone/>
              <a:defRPr>
                <a:solidFill>
                  <a:srgbClr val="90C226"/>
                </a:solidFill>
              </a:defRPr>
            </a:lvl3pPr>
            <a:lvl4pPr indent="0" lvl="3" marL="0" algn="r">
              <a:spcBef>
                <a:spcPts val="0"/>
              </a:spcBef>
              <a:buNone/>
              <a:defRPr>
                <a:solidFill>
                  <a:srgbClr val="90C226"/>
                </a:solidFill>
              </a:defRPr>
            </a:lvl4pPr>
            <a:lvl5pPr indent="0" lvl="4" marL="0" algn="r">
              <a:spcBef>
                <a:spcPts val="0"/>
              </a:spcBef>
              <a:buNone/>
              <a:defRPr>
                <a:solidFill>
                  <a:srgbClr val="90C226"/>
                </a:solidFill>
              </a:defRPr>
            </a:lvl5pPr>
            <a:lvl6pPr indent="0" lvl="5" marL="0" algn="r">
              <a:spcBef>
                <a:spcPts val="0"/>
              </a:spcBef>
              <a:buNone/>
              <a:defRPr>
                <a:solidFill>
                  <a:srgbClr val="90C226"/>
                </a:solidFill>
              </a:defRPr>
            </a:lvl6pPr>
            <a:lvl7pPr indent="0" lvl="6" marL="0" algn="r">
              <a:spcBef>
                <a:spcPts val="0"/>
              </a:spcBef>
              <a:buNone/>
              <a:defRPr>
                <a:solidFill>
                  <a:srgbClr val="90C226"/>
                </a:solidFill>
              </a:defRPr>
            </a:lvl7pPr>
            <a:lvl8pPr indent="0" lvl="7" marL="0" algn="r">
              <a:spcBef>
                <a:spcPts val="0"/>
              </a:spcBef>
              <a:buNone/>
              <a:defRPr>
                <a:solidFill>
                  <a:srgbClr val="90C226"/>
                </a:solidFill>
              </a:defRPr>
            </a:lvl8pPr>
            <a:lvl9pPr indent="0" lvl="8" marL="0" algn="r">
              <a:spcBef>
                <a:spcPts val="0"/>
              </a:spcBef>
              <a:buNone/>
              <a:defRPr>
                <a:solidFill>
                  <a:srgbClr val="90C226"/>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6" name="Shape 66"/>
        <p:cNvGrpSpPr/>
        <p:nvPr/>
      </p:nvGrpSpPr>
      <p:grpSpPr>
        <a:xfrm>
          <a:off x="0" y="0"/>
          <a:ext cx="0" cy="0"/>
          <a:chOff x="0" y="0"/>
          <a:chExt cx="0" cy="0"/>
        </a:xfrm>
      </p:grpSpPr>
      <p:sp>
        <p:nvSpPr>
          <p:cNvPr id="67" name="Google Shape;67;p28"/>
          <p:cNvSpPr txBox="1"/>
          <p:nvPr>
            <p:ph type="title"/>
          </p:nvPr>
        </p:nvSpPr>
        <p:spPr>
          <a:xfrm>
            <a:off x="812800" y="609600"/>
            <a:ext cx="8463617"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28"/>
          <p:cNvSpPr txBox="1"/>
          <p:nvPr>
            <p:ph idx="1" type="body"/>
          </p:nvPr>
        </p:nvSpPr>
        <p:spPr>
          <a:xfrm>
            <a:off x="812799" y="2160983"/>
            <a:ext cx="4120896"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69" name="Google Shape;69;p28"/>
          <p:cNvSpPr txBox="1"/>
          <p:nvPr>
            <p:ph idx="2" type="body"/>
          </p:nvPr>
        </p:nvSpPr>
        <p:spPr>
          <a:xfrm>
            <a:off x="812799" y="2737247"/>
            <a:ext cx="4120896"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70" name="Google Shape;70;p28"/>
          <p:cNvSpPr txBox="1"/>
          <p:nvPr>
            <p:ph idx="3" type="body"/>
          </p:nvPr>
        </p:nvSpPr>
        <p:spPr>
          <a:xfrm>
            <a:off x="5155520" y="2160983"/>
            <a:ext cx="4120896"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71" name="Google Shape;71;p28"/>
          <p:cNvSpPr txBox="1"/>
          <p:nvPr>
            <p:ph idx="4" type="body"/>
          </p:nvPr>
        </p:nvSpPr>
        <p:spPr>
          <a:xfrm>
            <a:off x="5155520" y="2737247"/>
            <a:ext cx="4120896"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72" name="Google Shape;72;p28"/>
          <p:cNvSpPr txBox="1"/>
          <p:nvPr>
            <p:ph idx="10" type="dt"/>
          </p:nvPr>
        </p:nvSpPr>
        <p:spPr>
          <a:xfrm>
            <a:off x="7207011" y="6041364"/>
            <a:ext cx="91217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8"/>
          <p:cNvSpPr txBox="1"/>
          <p:nvPr>
            <p:ph idx="11" type="ftr"/>
          </p:nvPr>
        </p:nvSpPr>
        <p:spPr>
          <a:xfrm>
            <a:off x="812799" y="6041364"/>
            <a:ext cx="616396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8"/>
          <p:cNvSpPr txBox="1"/>
          <p:nvPr>
            <p:ph idx="12" type="sldNum"/>
          </p:nvPr>
        </p:nvSpPr>
        <p:spPr>
          <a:xfrm>
            <a:off x="8592902" y="6041364"/>
            <a:ext cx="6835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90C226"/>
                </a:solidFill>
              </a:defRPr>
            </a:lvl1pPr>
            <a:lvl2pPr indent="0" lvl="1" marL="0" algn="r">
              <a:spcBef>
                <a:spcPts val="0"/>
              </a:spcBef>
              <a:buNone/>
              <a:defRPr>
                <a:solidFill>
                  <a:srgbClr val="90C226"/>
                </a:solidFill>
              </a:defRPr>
            </a:lvl2pPr>
            <a:lvl3pPr indent="0" lvl="2" marL="0" algn="r">
              <a:spcBef>
                <a:spcPts val="0"/>
              </a:spcBef>
              <a:buNone/>
              <a:defRPr>
                <a:solidFill>
                  <a:srgbClr val="90C226"/>
                </a:solidFill>
              </a:defRPr>
            </a:lvl3pPr>
            <a:lvl4pPr indent="0" lvl="3" marL="0" algn="r">
              <a:spcBef>
                <a:spcPts val="0"/>
              </a:spcBef>
              <a:buNone/>
              <a:defRPr>
                <a:solidFill>
                  <a:srgbClr val="90C226"/>
                </a:solidFill>
              </a:defRPr>
            </a:lvl4pPr>
            <a:lvl5pPr indent="0" lvl="4" marL="0" algn="r">
              <a:spcBef>
                <a:spcPts val="0"/>
              </a:spcBef>
              <a:buNone/>
              <a:defRPr>
                <a:solidFill>
                  <a:srgbClr val="90C226"/>
                </a:solidFill>
              </a:defRPr>
            </a:lvl5pPr>
            <a:lvl6pPr indent="0" lvl="5" marL="0" algn="r">
              <a:spcBef>
                <a:spcPts val="0"/>
              </a:spcBef>
              <a:buNone/>
              <a:defRPr>
                <a:solidFill>
                  <a:srgbClr val="90C226"/>
                </a:solidFill>
              </a:defRPr>
            </a:lvl6pPr>
            <a:lvl7pPr indent="0" lvl="6" marL="0" algn="r">
              <a:spcBef>
                <a:spcPts val="0"/>
              </a:spcBef>
              <a:buNone/>
              <a:defRPr>
                <a:solidFill>
                  <a:srgbClr val="90C226"/>
                </a:solidFill>
              </a:defRPr>
            </a:lvl7pPr>
            <a:lvl8pPr indent="0" lvl="7" marL="0" algn="r">
              <a:spcBef>
                <a:spcPts val="0"/>
              </a:spcBef>
              <a:buNone/>
              <a:defRPr>
                <a:solidFill>
                  <a:srgbClr val="90C226"/>
                </a:solidFill>
              </a:defRPr>
            </a:lvl8pPr>
            <a:lvl9pPr indent="0" lvl="8" marL="0" algn="r">
              <a:spcBef>
                <a:spcPts val="0"/>
              </a:spcBef>
              <a:buNone/>
              <a:defRPr>
                <a:solidFill>
                  <a:srgbClr val="90C226"/>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5" name="Shape 75"/>
        <p:cNvGrpSpPr/>
        <p:nvPr/>
      </p:nvGrpSpPr>
      <p:grpSpPr>
        <a:xfrm>
          <a:off x="0" y="0"/>
          <a:ext cx="0" cy="0"/>
          <a:chOff x="0" y="0"/>
          <a:chExt cx="0" cy="0"/>
        </a:xfrm>
      </p:grpSpPr>
      <p:sp>
        <p:nvSpPr>
          <p:cNvPr id="76" name="Google Shape;76;p29"/>
          <p:cNvSpPr txBox="1"/>
          <p:nvPr>
            <p:ph type="title"/>
          </p:nvPr>
        </p:nvSpPr>
        <p:spPr>
          <a:xfrm>
            <a:off x="812799" y="609600"/>
            <a:ext cx="8463619"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9"/>
          <p:cNvSpPr txBox="1"/>
          <p:nvPr>
            <p:ph idx="10" type="dt"/>
          </p:nvPr>
        </p:nvSpPr>
        <p:spPr>
          <a:xfrm>
            <a:off x="7207011" y="6041364"/>
            <a:ext cx="91217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9"/>
          <p:cNvSpPr txBox="1"/>
          <p:nvPr>
            <p:ph idx="11" type="ftr"/>
          </p:nvPr>
        </p:nvSpPr>
        <p:spPr>
          <a:xfrm>
            <a:off x="812799" y="6041364"/>
            <a:ext cx="616396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9"/>
          <p:cNvSpPr txBox="1"/>
          <p:nvPr>
            <p:ph idx="12" type="sldNum"/>
          </p:nvPr>
        </p:nvSpPr>
        <p:spPr>
          <a:xfrm>
            <a:off x="8592902" y="6041364"/>
            <a:ext cx="6835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90C226"/>
                </a:solidFill>
              </a:defRPr>
            </a:lvl1pPr>
            <a:lvl2pPr indent="0" lvl="1" marL="0" algn="r">
              <a:spcBef>
                <a:spcPts val="0"/>
              </a:spcBef>
              <a:buNone/>
              <a:defRPr>
                <a:solidFill>
                  <a:srgbClr val="90C226"/>
                </a:solidFill>
              </a:defRPr>
            </a:lvl2pPr>
            <a:lvl3pPr indent="0" lvl="2" marL="0" algn="r">
              <a:spcBef>
                <a:spcPts val="0"/>
              </a:spcBef>
              <a:buNone/>
              <a:defRPr>
                <a:solidFill>
                  <a:srgbClr val="90C226"/>
                </a:solidFill>
              </a:defRPr>
            </a:lvl3pPr>
            <a:lvl4pPr indent="0" lvl="3" marL="0" algn="r">
              <a:spcBef>
                <a:spcPts val="0"/>
              </a:spcBef>
              <a:buNone/>
              <a:defRPr>
                <a:solidFill>
                  <a:srgbClr val="90C226"/>
                </a:solidFill>
              </a:defRPr>
            </a:lvl4pPr>
            <a:lvl5pPr indent="0" lvl="4" marL="0" algn="r">
              <a:spcBef>
                <a:spcPts val="0"/>
              </a:spcBef>
              <a:buNone/>
              <a:defRPr>
                <a:solidFill>
                  <a:srgbClr val="90C226"/>
                </a:solidFill>
              </a:defRPr>
            </a:lvl5pPr>
            <a:lvl6pPr indent="0" lvl="5" marL="0" algn="r">
              <a:spcBef>
                <a:spcPts val="0"/>
              </a:spcBef>
              <a:buNone/>
              <a:defRPr>
                <a:solidFill>
                  <a:srgbClr val="90C226"/>
                </a:solidFill>
              </a:defRPr>
            </a:lvl6pPr>
            <a:lvl7pPr indent="0" lvl="6" marL="0" algn="r">
              <a:spcBef>
                <a:spcPts val="0"/>
              </a:spcBef>
              <a:buNone/>
              <a:defRPr>
                <a:solidFill>
                  <a:srgbClr val="90C226"/>
                </a:solidFill>
              </a:defRPr>
            </a:lvl7pPr>
            <a:lvl8pPr indent="0" lvl="7" marL="0" algn="r">
              <a:spcBef>
                <a:spcPts val="0"/>
              </a:spcBef>
              <a:buNone/>
              <a:defRPr>
                <a:solidFill>
                  <a:srgbClr val="90C226"/>
                </a:solidFill>
              </a:defRPr>
            </a:lvl8pPr>
            <a:lvl9pPr indent="0" lvl="8" marL="0" algn="r">
              <a:spcBef>
                <a:spcPts val="0"/>
              </a:spcBef>
              <a:buNone/>
              <a:defRPr>
                <a:solidFill>
                  <a:srgbClr val="90C226"/>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0" name="Shape 80"/>
        <p:cNvGrpSpPr/>
        <p:nvPr/>
      </p:nvGrpSpPr>
      <p:grpSpPr>
        <a:xfrm>
          <a:off x="0" y="0"/>
          <a:ext cx="0" cy="0"/>
          <a:chOff x="0" y="0"/>
          <a:chExt cx="0" cy="0"/>
        </a:xfrm>
      </p:grpSpPr>
      <p:sp>
        <p:nvSpPr>
          <p:cNvPr id="81" name="Google Shape;81;p30"/>
          <p:cNvSpPr txBox="1"/>
          <p:nvPr>
            <p:ph type="title"/>
          </p:nvPr>
        </p:nvSpPr>
        <p:spPr>
          <a:xfrm>
            <a:off x="812799" y="1498604"/>
            <a:ext cx="3720243" cy="1278466"/>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0"/>
          <p:cNvSpPr txBox="1"/>
          <p:nvPr>
            <p:ph idx="1" type="body"/>
          </p:nvPr>
        </p:nvSpPr>
        <p:spPr>
          <a:xfrm>
            <a:off x="4761701" y="514926"/>
            <a:ext cx="4514716" cy="552643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83" name="Google Shape;83;p30"/>
          <p:cNvSpPr txBox="1"/>
          <p:nvPr>
            <p:ph idx="2" type="body"/>
          </p:nvPr>
        </p:nvSpPr>
        <p:spPr>
          <a:xfrm>
            <a:off x="812799" y="2777069"/>
            <a:ext cx="3720243" cy="258444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840"/>
              <a:buNone/>
              <a:defRPr sz="1050"/>
            </a:lvl2pPr>
            <a:lvl3pPr indent="-228600" lvl="2" marL="1371600" algn="l">
              <a:spcBef>
                <a:spcPts val="1000"/>
              </a:spcBef>
              <a:spcAft>
                <a:spcPts val="0"/>
              </a:spcAft>
              <a:buSzPts val="720"/>
              <a:buNone/>
              <a:defRPr sz="900"/>
            </a:lvl3pPr>
            <a:lvl4pPr indent="-228600" lvl="3" marL="1828800" algn="l">
              <a:spcBef>
                <a:spcPts val="1000"/>
              </a:spcBef>
              <a:spcAft>
                <a:spcPts val="0"/>
              </a:spcAft>
              <a:buSzPts val="600"/>
              <a:buNone/>
              <a:defRPr sz="750"/>
            </a:lvl4pPr>
            <a:lvl5pPr indent="-228600" lvl="4" marL="2286000" algn="l">
              <a:spcBef>
                <a:spcPts val="1000"/>
              </a:spcBef>
              <a:spcAft>
                <a:spcPts val="0"/>
              </a:spcAft>
              <a:buSzPts val="600"/>
              <a:buNone/>
              <a:defRPr sz="750"/>
            </a:lvl5pPr>
            <a:lvl6pPr indent="-228600" lvl="5" marL="2743200" algn="l">
              <a:spcBef>
                <a:spcPts val="1000"/>
              </a:spcBef>
              <a:spcAft>
                <a:spcPts val="0"/>
              </a:spcAft>
              <a:buSzPts val="600"/>
              <a:buNone/>
              <a:defRPr sz="750"/>
            </a:lvl6pPr>
            <a:lvl7pPr indent="-228600" lvl="6" marL="3200400" algn="l">
              <a:spcBef>
                <a:spcPts val="1000"/>
              </a:spcBef>
              <a:spcAft>
                <a:spcPts val="0"/>
              </a:spcAft>
              <a:buSzPts val="600"/>
              <a:buNone/>
              <a:defRPr sz="750"/>
            </a:lvl7pPr>
            <a:lvl8pPr indent="-228600" lvl="7" marL="3657600" algn="l">
              <a:spcBef>
                <a:spcPts val="1000"/>
              </a:spcBef>
              <a:spcAft>
                <a:spcPts val="0"/>
              </a:spcAft>
              <a:buSzPts val="600"/>
              <a:buNone/>
              <a:defRPr sz="750"/>
            </a:lvl8pPr>
            <a:lvl9pPr indent="-228600" lvl="8" marL="4114800" algn="l">
              <a:spcBef>
                <a:spcPts val="1000"/>
              </a:spcBef>
              <a:spcAft>
                <a:spcPts val="0"/>
              </a:spcAft>
              <a:buSzPts val="600"/>
              <a:buNone/>
              <a:defRPr sz="750"/>
            </a:lvl9pPr>
          </a:lstStyle>
          <a:p/>
        </p:txBody>
      </p:sp>
      <p:sp>
        <p:nvSpPr>
          <p:cNvPr id="84" name="Google Shape;84;p30"/>
          <p:cNvSpPr txBox="1"/>
          <p:nvPr>
            <p:ph idx="10" type="dt"/>
          </p:nvPr>
        </p:nvSpPr>
        <p:spPr>
          <a:xfrm>
            <a:off x="7207011" y="6041364"/>
            <a:ext cx="91217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30"/>
          <p:cNvSpPr txBox="1"/>
          <p:nvPr>
            <p:ph idx="11" type="ftr"/>
          </p:nvPr>
        </p:nvSpPr>
        <p:spPr>
          <a:xfrm>
            <a:off x="812799" y="6041364"/>
            <a:ext cx="616396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30"/>
          <p:cNvSpPr txBox="1"/>
          <p:nvPr>
            <p:ph idx="12" type="sldNum"/>
          </p:nvPr>
        </p:nvSpPr>
        <p:spPr>
          <a:xfrm>
            <a:off x="8592902" y="6041364"/>
            <a:ext cx="6835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90C226"/>
                </a:solidFill>
              </a:defRPr>
            </a:lvl1pPr>
            <a:lvl2pPr indent="0" lvl="1" marL="0" algn="r">
              <a:spcBef>
                <a:spcPts val="0"/>
              </a:spcBef>
              <a:buNone/>
              <a:defRPr>
                <a:solidFill>
                  <a:srgbClr val="90C226"/>
                </a:solidFill>
              </a:defRPr>
            </a:lvl2pPr>
            <a:lvl3pPr indent="0" lvl="2" marL="0" algn="r">
              <a:spcBef>
                <a:spcPts val="0"/>
              </a:spcBef>
              <a:buNone/>
              <a:defRPr>
                <a:solidFill>
                  <a:srgbClr val="90C226"/>
                </a:solidFill>
              </a:defRPr>
            </a:lvl3pPr>
            <a:lvl4pPr indent="0" lvl="3" marL="0" algn="r">
              <a:spcBef>
                <a:spcPts val="0"/>
              </a:spcBef>
              <a:buNone/>
              <a:defRPr>
                <a:solidFill>
                  <a:srgbClr val="90C226"/>
                </a:solidFill>
              </a:defRPr>
            </a:lvl4pPr>
            <a:lvl5pPr indent="0" lvl="4" marL="0" algn="r">
              <a:spcBef>
                <a:spcPts val="0"/>
              </a:spcBef>
              <a:buNone/>
              <a:defRPr>
                <a:solidFill>
                  <a:srgbClr val="90C226"/>
                </a:solidFill>
              </a:defRPr>
            </a:lvl5pPr>
            <a:lvl6pPr indent="0" lvl="5" marL="0" algn="r">
              <a:spcBef>
                <a:spcPts val="0"/>
              </a:spcBef>
              <a:buNone/>
              <a:defRPr>
                <a:solidFill>
                  <a:srgbClr val="90C226"/>
                </a:solidFill>
              </a:defRPr>
            </a:lvl6pPr>
            <a:lvl7pPr indent="0" lvl="6" marL="0" algn="r">
              <a:spcBef>
                <a:spcPts val="0"/>
              </a:spcBef>
              <a:buNone/>
              <a:defRPr>
                <a:solidFill>
                  <a:srgbClr val="90C226"/>
                </a:solidFill>
              </a:defRPr>
            </a:lvl7pPr>
            <a:lvl8pPr indent="0" lvl="7" marL="0" algn="r">
              <a:spcBef>
                <a:spcPts val="0"/>
              </a:spcBef>
              <a:buNone/>
              <a:defRPr>
                <a:solidFill>
                  <a:srgbClr val="90C226"/>
                </a:solidFill>
              </a:defRPr>
            </a:lvl8pPr>
            <a:lvl9pPr indent="0" lvl="8" marL="0" algn="r">
              <a:spcBef>
                <a:spcPts val="0"/>
              </a:spcBef>
              <a:buNone/>
              <a:defRPr>
                <a:solidFill>
                  <a:srgbClr val="90C226"/>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7" name="Shape 87"/>
        <p:cNvGrpSpPr/>
        <p:nvPr/>
      </p:nvGrpSpPr>
      <p:grpSpPr>
        <a:xfrm>
          <a:off x="0" y="0"/>
          <a:ext cx="0" cy="0"/>
          <a:chOff x="0" y="0"/>
          <a:chExt cx="0" cy="0"/>
        </a:xfrm>
      </p:grpSpPr>
      <p:sp>
        <p:nvSpPr>
          <p:cNvPr id="88" name="Google Shape;88;p31"/>
          <p:cNvSpPr txBox="1"/>
          <p:nvPr>
            <p:ph type="title"/>
          </p:nvPr>
        </p:nvSpPr>
        <p:spPr>
          <a:xfrm>
            <a:off x="812799" y="4800600"/>
            <a:ext cx="8463619"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400"/>
              <a:buFont typeface="Trebuchet MS"/>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31"/>
          <p:cNvSpPr/>
          <p:nvPr>
            <p:ph idx="2" type="pic"/>
          </p:nvPr>
        </p:nvSpPr>
        <p:spPr>
          <a:xfrm>
            <a:off x="812799" y="609600"/>
            <a:ext cx="8463619" cy="3845718"/>
          </a:xfrm>
          <a:prstGeom prst="rect">
            <a:avLst/>
          </a:prstGeom>
          <a:noFill/>
          <a:ln>
            <a:noFill/>
          </a:ln>
        </p:spPr>
      </p:sp>
      <p:sp>
        <p:nvSpPr>
          <p:cNvPr id="90" name="Google Shape;90;p31"/>
          <p:cNvSpPr txBox="1"/>
          <p:nvPr>
            <p:ph idx="1" type="body"/>
          </p:nvPr>
        </p:nvSpPr>
        <p:spPr>
          <a:xfrm>
            <a:off x="812799" y="5367338"/>
            <a:ext cx="8463619" cy="67402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91" name="Google Shape;91;p31"/>
          <p:cNvSpPr txBox="1"/>
          <p:nvPr>
            <p:ph idx="10" type="dt"/>
          </p:nvPr>
        </p:nvSpPr>
        <p:spPr>
          <a:xfrm>
            <a:off x="7207011" y="6041364"/>
            <a:ext cx="91217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31"/>
          <p:cNvSpPr txBox="1"/>
          <p:nvPr>
            <p:ph idx="11" type="ftr"/>
          </p:nvPr>
        </p:nvSpPr>
        <p:spPr>
          <a:xfrm>
            <a:off x="812799" y="6041364"/>
            <a:ext cx="616396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31"/>
          <p:cNvSpPr txBox="1"/>
          <p:nvPr>
            <p:ph idx="12" type="sldNum"/>
          </p:nvPr>
        </p:nvSpPr>
        <p:spPr>
          <a:xfrm>
            <a:off x="8592902" y="6041364"/>
            <a:ext cx="6835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90C226"/>
                </a:solidFill>
              </a:defRPr>
            </a:lvl1pPr>
            <a:lvl2pPr indent="0" lvl="1" marL="0" algn="r">
              <a:spcBef>
                <a:spcPts val="0"/>
              </a:spcBef>
              <a:buNone/>
              <a:defRPr>
                <a:solidFill>
                  <a:srgbClr val="90C226"/>
                </a:solidFill>
              </a:defRPr>
            </a:lvl2pPr>
            <a:lvl3pPr indent="0" lvl="2" marL="0" algn="r">
              <a:spcBef>
                <a:spcPts val="0"/>
              </a:spcBef>
              <a:buNone/>
              <a:defRPr>
                <a:solidFill>
                  <a:srgbClr val="90C226"/>
                </a:solidFill>
              </a:defRPr>
            </a:lvl3pPr>
            <a:lvl4pPr indent="0" lvl="3" marL="0" algn="r">
              <a:spcBef>
                <a:spcPts val="0"/>
              </a:spcBef>
              <a:buNone/>
              <a:defRPr>
                <a:solidFill>
                  <a:srgbClr val="90C226"/>
                </a:solidFill>
              </a:defRPr>
            </a:lvl4pPr>
            <a:lvl5pPr indent="0" lvl="4" marL="0" algn="r">
              <a:spcBef>
                <a:spcPts val="0"/>
              </a:spcBef>
              <a:buNone/>
              <a:defRPr>
                <a:solidFill>
                  <a:srgbClr val="90C226"/>
                </a:solidFill>
              </a:defRPr>
            </a:lvl5pPr>
            <a:lvl6pPr indent="0" lvl="5" marL="0" algn="r">
              <a:spcBef>
                <a:spcPts val="0"/>
              </a:spcBef>
              <a:buNone/>
              <a:defRPr>
                <a:solidFill>
                  <a:srgbClr val="90C226"/>
                </a:solidFill>
              </a:defRPr>
            </a:lvl6pPr>
            <a:lvl7pPr indent="0" lvl="6" marL="0" algn="r">
              <a:spcBef>
                <a:spcPts val="0"/>
              </a:spcBef>
              <a:buNone/>
              <a:defRPr>
                <a:solidFill>
                  <a:srgbClr val="90C226"/>
                </a:solidFill>
              </a:defRPr>
            </a:lvl7pPr>
            <a:lvl8pPr indent="0" lvl="7" marL="0" algn="r">
              <a:spcBef>
                <a:spcPts val="0"/>
              </a:spcBef>
              <a:buNone/>
              <a:defRPr>
                <a:solidFill>
                  <a:srgbClr val="90C226"/>
                </a:solidFill>
              </a:defRPr>
            </a:lvl8pPr>
            <a:lvl9pPr indent="0" lvl="8" marL="0" algn="r">
              <a:spcBef>
                <a:spcPts val="0"/>
              </a:spcBef>
              <a:buNone/>
              <a:defRPr>
                <a:solidFill>
                  <a:srgbClr val="90C226"/>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94" name="Shape 94"/>
        <p:cNvGrpSpPr/>
        <p:nvPr/>
      </p:nvGrpSpPr>
      <p:grpSpPr>
        <a:xfrm>
          <a:off x="0" y="0"/>
          <a:ext cx="0" cy="0"/>
          <a:chOff x="0" y="0"/>
          <a:chExt cx="0" cy="0"/>
        </a:xfrm>
      </p:grpSpPr>
      <p:sp>
        <p:nvSpPr>
          <p:cNvPr id="95" name="Google Shape;95;p32"/>
          <p:cNvSpPr txBox="1"/>
          <p:nvPr>
            <p:ph type="title"/>
          </p:nvPr>
        </p:nvSpPr>
        <p:spPr>
          <a:xfrm>
            <a:off x="812800" y="609600"/>
            <a:ext cx="8463619" cy="3403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32"/>
          <p:cNvSpPr txBox="1"/>
          <p:nvPr>
            <p:ph idx="1" type="body"/>
          </p:nvPr>
        </p:nvSpPr>
        <p:spPr>
          <a:xfrm>
            <a:off x="812800" y="4470400"/>
            <a:ext cx="8463619"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97" name="Google Shape;97;p32"/>
          <p:cNvSpPr txBox="1"/>
          <p:nvPr>
            <p:ph idx="10" type="dt"/>
          </p:nvPr>
        </p:nvSpPr>
        <p:spPr>
          <a:xfrm>
            <a:off x="7207011" y="6041364"/>
            <a:ext cx="91217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32"/>
          <p:cNvSpPr txBox="1"/>
          <p:nvPr>
            <p:ph idx="11" type="ftr"/>
          </p:nvPr>
        </p:nvSpPr>
        <p:spPr>
          <a:xfrm>
            <a:off x="812799" y="6041364"/>
            <a:ext cx="616396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32"/>
          <p:cNvSpPr txBox="1"/>
          <p:nvPr>
            <p:ph idx="12" type="sldNum"/>
          </p:nvPr>
        </p:nvSpPr>
        <p:spPr>
          <a:xfrm>
            <a:off x="8592902" y="6041364"/>
            <a:ext cx="6835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90C226"/>
                </a:solidFill>
              </a:defRPr>
            </a:lvl1pPr>
            <a:lvl2pPr indent="0" lvl="1" marL="0" algn="r">
              <a:spcBef>
                <a:spcPts val="0"/>
              </a:spcBef>
              <a:buNone/>
              <a:defRPr>
                <a:solidFill>
                  <a:srgbClr val="90C226"/>
                </a:solidFill>
              </a:defRPr>
            </a:lvl2pPr>
            <a:lvl3pPr indent="0" lvl="2" marL="0" algn="r">
              <a:spcBef>
                <a:spcPts val="0"/>
              </a:spcBef>
              <a:buNone/>
              <a:defRPr>
                <a:solidFill>
                  <a:srgbClr val="90C226"/>
                </a:solidFill>
              </a:defRPr>
            </a:lvl3pPr>
            <a:lvl4pPr indent="0" lvl="3" marL="0" algn="r">
              <a:spcBef>
                <a:spcPts val="0"/>
              </a:spcBef>
              <a:buNone/>
              <a:defRPr>
                <a:solidFill>
                  <a:srgbClr val="90C226"/>
                </a:solidFill>
              </a:defRPr>
            </a:lvl4pPr>
            <a:lvl5pPr indent="0" lvl="4" marL="0" algn="r">
              <a:spcBef>
                <a:spcPts val="0"/>
              </a:spcBef>
              <a:buNone/>
              <a:defRPr>
                <a:solidFill>
                  <a:srgbClr val="90C226"/>
                </a:solidFill>
              </a:defRPr>
            </a:lvl5pPr>
            <a:lvl6pPr indent="0" lvl="5" marL="0" algn="r">
              <a:spcBef>
                <a:spcPts val="0"/>
              </a:spcBef>
              <a:buNone/>
              <a:defRPr>
                <a:solidFill>
                  <a:srgbClr val="90C226"/>
                </a:solidFill>
              </a:defRPr>
            </a:lvl6pPr>
            <a:lvl7pPr indent="0" lvl="6" marL="0" algn="r">
              <a:spcBef>
                <a:spcPts val="0"/>
              </a:spcBef>
              <a:buNone/>
              <a:defRPr>
                <a:solidFill>
                  <a:srgbClr val="90C226"/>
                </a:solidFill>
              </a:defRPr>
            </a:lvl7pPr>
            <a:lvl8pPr indent="0" lvl="7" marL="0" algn="r">
              <a:spcBef>
                <a:spcPts val="0"/>
              </a:spcBef>
              <a:buNone/>
              <a:defRPr>
                <a:solidFill>
                  <a:srgbClr val="90C226"/>
                </a:solidFill>
              </a:defRPr>
            </a:lvl8pPr>
            <a:lvl9pPr indent="0" lvl="8" marL="0" algn="r">
              <a:spcBef>
                <a:spcPts val="0"/>
              </a:spcBef>
              <a:buNone/>
              <a:defRPr>
                <a:solidFill>
                  <a:srgbClr val="90C226"/>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00" name="Shape 100"/>
        <p:cNvGrpSpPr/>
        <p:nvPr/>
      </p:nvGrpSpPr>
      <p:grpSpPr>
        <a:xfrm>
          <a:off x="0" y="0"/>
          <a:ext cx="0" cy="0"/>
          <a:chOff x="0" y="0"/>
          <a:chExt cx="0" cy="0"/>
        </a:xfrm>
      </p:grpSpPr>
      <p:sp>
        <p:nvSpPr>
          <p:cNvPr id="101" name="Google Shape;101;p33"/>
          <p:cNvSpPr txBox="1"/>
          <p:nvPr>
            <p:ph type="title"/>
          </p:nvPr>
        </p:nvSpPr>
        <p:spPr>
          <a:xfrm>
            <a:off x="1033180" y="609600"/>
            <a:ext cx="8096243"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33"/>
          <p:cNvSpPr txBox="1"/>
          <p:nvPr>
            <p:ph idx="1" type="body"/>
          </p:nvPr>
        </p:nvSpPr>
        <p:spPr>
          <a:xfrm>
            <a:off x="1468099" y="3632200"/>
            <a:ext cx="7226405"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280"/>
              <a:buFont typeface="Trebuchet MS"/>
              <a:buNone/>
              <a:defRPr sz="1600">
                <a:solidFill>
                  <a:srgbClr val="7F7F7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03" name="Google Shape;103;p33"/>
          <p:cNvSpPr txBox="1"/>
          <p:nvPr>
            <p:ph idx="2" type="body"/>
          </p:nvPr>
        </p:nvSpPr>
        <p:spPr>
          <a:xfrm>
            <a:off x="812798" y="4470400"/>
            <a:ext cx="8463620"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04" name="Google Shape;104;p33"/>
          <p:cNvSpPr txBox="1"/>
          <p:nvPr>
            <p:ph idx="10" type="dt"/>
          </p:nvPr>
        </p:nvSpPr>
        <p:spPr>
          <a:xfrm>
            <a:off x="7207011" y="6041364"/>
            <a:ext cx="91217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33"/>
          <p:cNvSpPr txBox="1"/>
          <p:nvPr>
            <p:ph idx="11" type="ftr"/>
          </p:nvPr>
        </p:nvSpPr>
        <p:spPr>
          <a:xfrm>
            <a:off x="812799" y="6041364"/>
            <a:ext cx="616396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33"/>
          <p:cNvSpPr txBox="1"/>
          <p:nvPr>
            <p:ph idx="12" type="sldNum"/>
          </p:nvPr>
        </p:nvSpPr>
        <p:spPr>
          <a:xfrm>
            <a:off x="8592902" y="6041364"/>
            <a:ext cx="6835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90C226"/>
                </a:solidFill>
              </a:defRPr>
            </a:lvl1pPr>
            <a:lvl2pPr indent="0" lvl="1" marL="0" algn="r">
              <a:spcBef>
                <a:spcPts val="0"/>
              </a:spcBef>
              <a:buNone/>
              <a:defRPr>
                <a:solidFill>
                  <a:srgbClr val="90C226"/>
                </a:solidFill>
              </a:defRPr>
            </a:lvl2pPr>
            <a:lvl3pPr indent="0" lvl="2" marL="0" algn="r">
              <a:spcBef>
                <a:spcPts val="0"/>
              </a:spcBef>
              <a:buNone/>
              <a:defRPr>
                <a:solidFill>
                  <a:srgbClr val="90C226"/>
                </a:solidFill>
              </a:defRPr>
            </a:lvl3pPr>
            <a:lvl4pPr indent="0" lvl="3" marL="0" algn="r">
              <a:spcBef>
                <a:spcPts val="0"/>
              </a:spcBef>
              <a:buNone/>
              <a:defRPr>
                <a:solidFill>
                  <a:srgbClr val="90C226"/>
                </a:solidFill>
              </a:defRPr>
            </a:lvl4pPr>
            <a:lvl5pPr indent="0" lvl="4" marL="0" algn="r">
              <a:spcBef>
                <a:spcPts val="0"/>
              </a:spcBef>
              <a:buNone/>
              <a:defRPr>
                <a:solidFill>
                  <a:srgbClr val="90C226"/>
                </a:solidFill>
              </a:defRPr>
            </a:lvl5pPr>
            <a:lvl6pPr indent="0" lvl="5" marL="0" algn="r">
              <a:spcBef>
                <a:spcPts val="0"/>
              </a:spcBef>
              <a:buNone/>
              <a:defRPr>
                <a:solidFill>
                  <a:srgbClr val="90C226"/>
                </a:solidFill>
              </a:defRPr>
            </a:lvl6pPr>
            <a:lvl7pPr indent="0" lvl="6" marL="0" algn="r">
              <a:spcBef>
                <a:spcPts val="0"/>
              </a:spcBef>
              <a:buNone/>
              <a:defRPr>
                <a:solidFill>
                  <a:srgbClr val="90C226"/>
                </a:solidFill>
              </a:defRPr>
            </a:lvl7pPr>
            <a:lvl8pPr indent="0" lvl="7" marL="0" algn="r">
              <a:spcBef>
                <a:spcPts val="0"/>
              </a:spcBef>
              <a:buNone/>
              <a:defRPr>
                <a:solidFill>
                  <a:srgbClr val="90C226"/>
                </a:solidFill>
              </a:defRPr>
            </a:lvl8pPr>
            <a:lvl9pPr indent="0" lvl="8" marL="0" algn="r">
              <a:spcBef>
                <a:spcPts val="0"/>
              </a:spcBef>
              <a:buNone/>
              <a:defRPr>
                <a:solidFill>
                  <a:srgbClr val="90C226"/>
                </a:solidFill>
              </a:defRPr>
            </a:lvl9pPr>
          </a:lstStyle>
          <a:p>
            <a:pPr indent="0" lvl="0" marL="0" rtl="0" algn="r">
              <a:spcBef>
                <a:spcPts val="0"/>
              </a:spcBef>
              <a:spcAft>
                <a:spcPts val="0"/>
              </a:spcAft>
              <a:buNone/>
            </a:pPr>
            <a:fld id="{00000000-1234-1234-1234-123412341234}" type="slidenum">
              <a:rPr lang="en-US"/>
              <a:t>‹#›</a:t>
            </a:fld>
            <a:endParaRPr/>
          </a:p>
        </p:txBody>
      </p:sp>
      <p:sp>
        <p:nvSpPr>
          <p:cNvPr id="107" name="Google Shape;107;p33"/>
          <p:cNvSpPr txBox="1"/>
          <p:nvPr/>
        </p:nvSpPr>
        <p:spPr>
          <a:xfrm>
            <a:off x="643615" y="790378"/>
            <a:ext cx="609759"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rgbClr val="BFE471"/>
                </a:solidFill>
                <a:latin typeface="Arial"/>
                <a:ea typeface="Arial"/>
                <a:cs typeface="Arial"/>
                <a:sym typeface="Arial"/>
              </a:rPr>
              <a:t>“</a:t>
            </a:r>
            <a:endParaRPr/>
          </a:p>
        </p:txBody>
      </p:sp>
      <p:sp>
        <p:nvSpPr>
          <p:cNvPr id="108" name="Google Shape;108;p33"/>
          <p:cNvSpPr txBox="1"/>
          <p:nvPr/>
        </p:nvSpPr>
        <p:spPr>
          <a:xfrm>
            <a:off x="8996933" y="2886556"/>
            <a:ext cx="609759"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BFE471"/>
                </a:solidFill>
                <a:latin typeface="Arial"/>
                <a:ea typeface="Arial"/>
                <a:cs typeface="Arial"/>
                <a:sym typeface="Arial"/>
              </a:rPr>
              <a:t>”</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9" name="Shape 109"/>
        <p:cNvGrpSpPr/>
        <p:nvPr/>
      </p:nvGrpSpPr>
      <p:grpSpPr>
        <a:xfrm>
          <a:off x="0" y="0"/>
          <a:ext cx="0" cy="0"/>
          <a:chOff x="0" y="0"/>
          <a:chExt cx="0" cy="0"/>
        </a:xfrm>
      </p:grpSpPr>
      <p:sp>
        <p:nvSpPr>
          <p:cNvPr id="110" name="Google Shape;110;p34"/>
          <p:cNvSpPr txBox="1"/>
          <p:nvPr>
            <p:ph type="title"/>
          </p:nvPr>
        </p:nvSpPr>
        <p:spPr>
          <a:xfrm>
            <a:off x="812798" y="1931988"/>
            <a:ext cx="8463620" cy="25954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34"/>
          <p:cNvSpPr txBox="1"/>
          <p:nvPr>
            <p:ph idx="1" type="body"/>
          </p:nvPr>
        </p:nvSpPr>
        <p:spPr>
          <a:xfrm>
            <a:off x="812798" y="4527448"/>
            <a:ext cx="8463620"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12" name="Google Shape;112;p34"/>
          <p:cNvSpPr txBox="1"/>
          <p:nvPr>
            <p:ph idx="10" type="dt"/>
          </p:nvPr>
        </p:nvSpPr>
        <p:spPr>
          <a:xfrm>
            <a:off x="7207011" y="6041364"/>
            <a:ext cx="91217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34"/>
          <p:cNvSpPr txBox="1"/>
          <p:nvPr>
            <p:ph idx="11" type="ftr"/>
          </p:nvPr>
        </p:nvSpPr>
        <p:spPr>
          <a:xfrm>
            <a:off x="812799" y="6041364"/>
            <a:ext cx="616396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34"/>
          <p:cNvSpPr txBox="1"/>
          <p:nvPr>
            <p:ph idx="12" type="sldNum"/>
          </p:nvPr>
        </p:nvSpPr>
        <p:spPr>
          <a:xfrm>
            <a:off x="8592902" y="6041364"/>
            <a:ext cx="6835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90C226"/>
                </a:solidFill>
              </a:defRPr>
            </a:lvl1pPr>
            <a:lvl2pPr indent="0" lvl="1" marL="0" algn="r">
              <a:spcBef>
                <a:spcPts val="0"/>
              </a:spcBef>
              <a:buNone/>
              <a:defRPr>
                <a:solidFill>
                  <a:srgbClr val="90C226"/>
                </a:solidFill>
              </a:defRPr>
            </a:lvl2pPr>
            <a:lvl3pPr indent="0" lvl="2" marL="0" algn="r">
              <a:spcBef>
                <a:spcPts val="0"/>
              </a:spcBef>
              <a:buNone/>
              <a:defRPr>
                <a:solidFill>
                  <a:srgbClr val="90C226"/>
                </a:solidFill>
              </a:defRPr>
            </a:lvl3pPr>
            <a:lvl4pPr indent="0" lvl="3" marL="0" algn="r">
              <a:spcBef>
                <a:spcPts val="0"/>
              </a:spcBef>
              <a:buNone/>
              <a:defRPr>
                <a:solidFill>
                  <a:srgbClr val="90C226"/>
                </a:solidFill>
              </a:defRPr>
            </a:lvl4pPr>
            <a:lvl5pPr indent="0" lvl="4" marL="0" algn="r">
              <a:spcBef>
                <a:spcPts val="0"/>
              </a:spcBef>
              <a:buNone/>
              <a:defRPr>
                <a:solidFill>
                  <a:srgbClr val="90C226"/>
                </a:solidFill>
              </a:defRPr>
            </a:lvl5pPr>
            <a:lvl6pPr indent="0" lvl="5" marL="0" algn="r">
              <a:spcBef>
                <a:spcPts val="0"/>
              </a:spcBef>
              <a:buNone/>
              <a:defRPr>
                <a:solidFill>
                  <a:srgbClr val="90C226"/>
                </a:solidFill>
              </a:defRPr>
            </a:lvl6pPr>
            <a:lvl7pPr indent="0" lvl="6" marL="0" algn="r">
              <a:spcBef>
                <a:spcPts val="0"/>
              </a:spcBef>
              <a:buNone/>
              <a:defRPr>
                <a:solidFill>
                  <a:srgbClr val="90C226"/>
                </a:solidFill>
              </a:defRPr>
            </a:lvl7pPr>
            <a:lvl8pPr indent="0" lvl="7" marL="0" algn="r">
              <a:spcBef>
                <a:spcPts val="0"/>
              </a:spcBef>
              <a:buNone/>
              <a:defRPr>
                <a:solidFill>
                  <a:srgbClr val="90C226"/>
                </a:solidFill>
              </a:defRPr>
            </a:lvl8pPr>
            <a:lvl9pPr indent="0" lvl="8" marL="0" algn="r">
              <a:spcBef>
                <a:spcPts val="0"/>
              </a:spcBef>
              <a:buNone/>
              <a:defRPr>
                <a:solidFill>
                  <a:srgbClr val="90C226"/>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5" name="Shape 115"/>
        <p:cNvGrpSpPr/>
        <p:nvPr/>
      </p:nvGrpSpPr>
      <p:grpSpPr>
        <a:xfrm>
          <a:off x="0" y="0"/>
          <a:ext cx="0" cy="0"/>
          <a:chOff x="0" y="0"/>
          <a:chExt cx="0" cy="0"/>
        </a:xfrm>
      </p:grpSpPr>
      <p:sp>
        <p:nvSpPr>
          <p:cNvPr id="116" name="Google Shape;116;p35"/>
          <p:cNvSpPr txBox="1"/>
          <p:nvPr>
            <p:ph type="title"/>
          </p:nvPr>
        </p:nvSpPr>
        <p:spPr>
          <a:xfrm>
            <a:off x="1033180" y="609600"/>
            <a:ext cx="8096243"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35"/>
          <p:cNvSpPr txBox="1"/>
          <p:nvPr>
            <p:ph idx="1" type="body"/>
          </p:nvPr>
        </p:nvSpPr>
        <p:spPr>
          <a:xfrm>
            <a:off x="812796" y="4013200"/>
            <a:ext cx="8463621"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rgbClr val="3F3F3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8" name="Google Shape;118;p35"/>
          <p:cNvSpPr txBox="1"/>
          <p:nvPr>
            <p:ph idx="2" type="body"/>
          </p:nvPr>
        </p:nvSpPr>
        <p:spPr>
          <a:xfrm>
            <a:off x="812798" y="4527448"/>
            <a:ext cx="8463620"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19" name="Google Shape;119;p35"/>
          <p:cNvSpPr txBox="1"/>
          <p:nvPr>
            <p:ph idx="10" type="dt"/>
          </p:nvPr>
        </p:nvSpPr>
        <p:spPr>
          <a:xfrm>
            <a:off x="7207011" y="6041364"/>
            <a:ext cx="91217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35"/>
          <p:cNvSpPr txBox="1"/>
          <p:nvPr>
            <p:ph idx="11" type="ftr"/>
          </p:nvPr>
        </p:nvSpPr>
        <p:spPr>
          <a:xfrm>
            <a:off x="812799" y="6041364"/>
            <a:ext cx="616396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35"/>
          <p:cNvSpPr txBox="1"/>
          <p:nvPr>
            <p:ph idx="12" type="sldNum"/>
          </p:nvPr>
        </p:nvSpPr>
        <p:spPr>
          <a:xfrm>
            <a:off x="8592902" y="6041364"/>
            <a:ext cx="6835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90C226"/>
                </a:solidFill>
              </a:defRPr>
            </a:lvl1pPr>
            <a:lvl2pPr indent="0" lvl="1" marL="0" algn="r">
              <a:spcBef>
                <a:spcPts val="0"/>
              </a:spcBef>
              <a:buNone/>
              <a:defRPr>
                <a:solidFill>
                  <a:srgbClr val="90C226"/>
                </a:solidFill>
              </a:defRPr>
            </a:lvl2pPr>
            <a:lvl3pPr indent="0" lvl="2" marL="0" algn="r">
              <a:spcBef>
                <a:spcPts val="0"/>
              </a:spcBef>
              <a:buNone/>
              <a:defRPr>
                <a:solidFill>
                  <a:srgbClr val="90C226"/>
                </a:solidFill>
              </a:defRPr>
            </a:lvl3pPr>
            <a:lvl4pPr indent="0" lvl="3" marL="0" algn="r">
              <a:spcBef>
                <a:spcPts val="0"/>
              </a:spcBef>
              <a:buNone/>
              <a:defRPr>
                <a:solidFill>
                  <a:srgbClr val="90C226"/>
                </a:solidFill>
              </a:defRPr>
            </a:lvl4pPr>
            <a:lvl5pPr indent="0" lvl="4" marL="0" algn="r">
              <a:spcBef>
                <a:spcPts val="0"/>
              </a:spcBef>
              <a:buNone/>
              <a:defRPr>
                <a:solidFill>
                  <a:srgbClr val="90C226"/>
                </a:solidFill>
              </a:defRPr>
            </a:lvl5pPr>
            <a:lvl6pPr indent="0" lvl="5" marL="0" algn="r">
              <a:spcBef>
                <a:spcPts val="0"/>
              </a:spcBef>
              <a:buNone/>
              <a:defRPr>
                <a:solidFill>
                  <a:srgbClr val="90C226"/>
                </a:solidFill>
              </a:defRPr>
            </a:lvl6pPr>
            <a:lvl7pPr indent="0" lvl="6" marL="0" algn="r">
              <a:spcBef>
                <a:spcPts val="0"/>
              </a:spcBef>
              <a:buNone/>
              <a:defRPr>
                <a:solidFill>
                  <a:srgbClr val="90C226"/>
                </a:solidFill>
              </a:defRPr>
            </a:lvl7pPr>
            <a:lvl8pPr indent="0" lvl="7" marL="0" algn="r">
              <a:spcBef>
                <a:spcPts val="0"/>
              </a:spcBef>
              <a:buNone/>
              <a:defRPr>
                <a:solidFill>
                  <a:srgbClr val="90C226"/>
                </a:solidFill>
              </a:defRPr>
            </a:lvl8pPr>
            <a:lvl9pPr indent="0" lvl="8" marL="0" algn="r">
              <a:spcBef>
                <a:spcPts val="0"/>
              </a:spcBef>
              <a:buNone/>
              <a:defRPr>
                <a:solidFill>
                  <a:srgbClr val="90C226"/>
                </a:solidFill>
              </a:defRPr>
            </a:lvl9pPr>
          </a:lstStyle>
          <a:p>
            <a:pPr indent="0" lvl="0" marL="0" rtl="0" algn="r">
              <a:spcBef>
                <a:spcPts val="0"/>
              </a:spcBef>
              <a:spcAft>
                <a:spcPts val="0"/>
              </a:spcAft>
              <a:buNone/>
            </a:pPr>
            <a:fld id="{00000000-1234-1234-1234-123412341234}" type="slidenum">
              <a:rPr lang="en-US"/>
              <a:t>‹#›</a:t>
            </a:fld>
            <a:endParaRPr/>
          </a:p>
        </p:txBody>
      </p:sp>
      <p:sp>
        <p:nvSpPr>
          <p:cNvPr id="122" name="Google Shape;122;p35"/>
          <p:cNvSpPr txBox="1"/>
          <p:nvPr/>
        </p:nvSpPr>
        <p:spPr>
          <a:xfrm>
            <a:off x="643615" y="790378"/>
            <a:ext cx="609759"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BFE471"/>
                </a:solidFill>
                <a:latin typeface="Arial"/>
                <a:ea typeface="Arial"/>
                <a:cs typeface="Arial"/>
                <a:sym typeface="Arial"/>
              </a:rPr>
              <a:t>“</a:t>
            </a:r>
            <a:endParaRPr/>
          </a:p>
        </p:txBody>
      </p:sp>
      <p:sp>
        <p:nvSpPr>
          <p:cNvPr id="123" name="Google Shape;123;p35"/>
          <p:cNvSpPr txBox="1"/>
          <p:nvPr/>
        </p:nvSpPr>
        <p:spPr>
          <a:xfrm>
            <a:off x="8996933" y="2886556"/>
            <a:ext cx="609759"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BFE471"/>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24" name="Shape 124"/>
        <p:cNvGrpSpPr/>
        <p:nvPr/>
      </p:nvGrpSpPr>
      <p:grpSpPr>
        <a:xfrm>
          <a:off x="0" y="0"/>
          <a:ext cx="0" cy="0"/>
          <a:chOff x="0" y="0"/>
          <a:chExt cx="0" cy="0"/>
        </a:xfrm>
      </p:grpSpPr>
      <p:sp>
        <p:nvSpPr>
          <p:cNvPr id="125" name="Google Shape;125;p36"/>
          <p:cNvSpPr txBox="1"/>
          <p:nvPr>
            <p:ph type="title"/>
          </p:nvPr>
        </p:nvSpPr>
        <p:spPr>
          <a:xfrm>
            <a:off x="821131" y="609600"/>
            <a:ext cx="8455287"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36"/>
          <p:cNvSpPr txBox="1"/>
          <p:nvPr>
            <p:ph idx="1" type="body"/>
          </p:nvPr>
        </p:nvSpPr>
        <p:spPr>
          <a:xfrm>
            <a:off x="812796" y="4013200"/>
            <a:ext cx="8463621"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chemeClr val="accent1"/>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27" name="Google Shape;127;p36"/>
          <p:cNvSpPr txBox="1"/>
          <p:nvPr>
            <p:ph idx="2" type="body"/>
          </p:nvPr>
        </p:nvSpPr>
        <p:spPr>
          <a:xfrm>
            <a:off x="812798" y="4527448"/>
            <a:ext cx="8463620"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28" name="Google Shape;128;p36"/>
          <p:cNvSpPr txBox="1"/>
          <p:nvPr>
            <p:ph idx="10" type="dt"/>
          </p:nvPr>
        </p:nvSpPr>
        <p:spPr>
          <a:xfrm>
            <a:off x="7207011" y="6041364"/>
            <a:ext cx="91217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36"/>
          <p:cNvSpPr txBox="1"/>
          <p:nvPr>
            <p:ph idx="11" type="ftr"/>
          </p:nvPr>
        </p:nvSpPr>
        <p:spPr>
          <a:xfrm>
            <a:off x="812799" y="6041364"/>
            <a:ext cx="616396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36"/>
          <p:cNvSpPr txBox="1"/>
          <p:nvPr>
            <p:ph idx="12" type="sldNum"/>
          </p:nvPr>
        </p:nvSpPr>
        <p:spPr>
          <a:xfrm>
            <a:off x="8592902" y="6041364"/>
            <a:ext cx="6835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90C226"/>
                </a:solidFill>
              </a:defRPr>
            </a:lvl1pPr>
            <a:lvl2pPr indent="0" lvl="1" marL="0" algn="r">
              <a:spcBef>
                <a:spcPts val="0"/>
              </a:spcBef>
              <a:buNone/>
              <a:defRPr>
                <a:solidFill>
                  <a:srgbClr val="90C226"/>
                </a:solidFill>
              </a:defRPr>
            </a:lvl2pPr>
            <a:lvl3pPr indent="0" lvl="2" marL="0" algn="r">
              <a:spcBef>
                <a:spcPts val="0"/>
              </a:spcBef>
              <a:buNone/>
              <a:defRPr>
                <a:solidFill>
                  <a:srgbClr val="90C226"/>
                </a:solidFill>
              </a:defRPr>
            </a:lvl3pPr>
            <a:lvl4pPr indent="0" lvl="3" marL="0" algn="r">
              <a:spcBef>
                <a:spcPts val="0"/>
              </a:spcBef>
              <a:buNone/>
              <a:defRPr>
                <a:solidFill>
                  <a:srgbClr val="90C226"/>
                </a:solidFill>
              </a:defRPr>
            </a:lvl4pPr>
            <a:lvl5pPr indent="0" lvl="4" marL="0" algn="r">
              <a:spcBef>
                <a:spcPts val="0"/>
              </a:spcBef>
              <a:buNone/>
              <a:defRPr>
                <a:solidFill>
                  <a:srgbClr val="90C226"/>
                </a:solidFill>
              </a:defRPr>
            </a:lvl5pPr>
            <a:lvl6pPr indent="0" lvl="5" marL="0" algn="r">
              <a:spcBef>
                <a:spcPts val="0"/>
              </a:spcBef>
              <a:buNone/>
              <a:defRPr>
                <a:solidFill>
                  <a:srgbClr val="90C226"/>
                </a:solidFill>
              </a:defRPr>
            </a:lvl6pPr>
            <a:lvl7pPr indent="0" lvl="6" marL="0" algn="r">
              <a:spcBef>
                <a:spcPts val="0"/>
              </a:spcBef>
              <a:buNone/>
              <a:defRPr>
                <a:solidFill>
                  <a:srgbClr val="90C226"/>
                </a:solidFill>
              </a:defRPr>
            </a:lvl7pPr>
            <a:lvl8pPr indent="0" lvl="7" marL="0" algn="r">
              <a:spcBef>
                <a:spcPts val="0"/>
              </a:spcBef>
              <a:buNone/>
              <a:defRPr>
                <a:solidFill>
                  <a:srgbClr val="90C226"/>
                </a:solidFill>
              </a:defRPr>
            </a:lvl8pPr>
            <a:lvl9pPr indent="0" lvl="8" marL="0" algn="r">
              <a:spcBef>
                <a:spcPts val="0"/>
              </a:spcBef>
              <a:buNone/>
              <a:defRPr>
                <a:solidFill>
                  <a:srgbClr val="90C226"/>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1" name="Shape 131"/>
        <p:cNvGrpSpPr/>
        <p:nvPr/>
      </p:nvGrpSpPr>
      <p:grpSpPr>
        <a:xfrm>
          <a:off x="0" y="0"/>
          <a:ext cx="0" cy="0"/>
          <a:chOff x="0" y="0"/>
          <a:chExt cx="0" cy="0"/>
        </a:xfrm>
      </p:grpSpPr>
      <p:sp>
        <p:nvSpPr>
          <p:cNvPr id="132" name="Google Shape;132;p37"/>
          <p:cNvSpPr txBox="1"/>
          <p:nvPr>
            <p:ph type="title"/>
          </p:nvPr>
        </p:nvSpPr>
        <p:spPr>
          <a:xfrm>
            <a:off x="812800" y="609600"/>
            <a:ext cx="8463617"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37"/>
          <p:cNvSpPr txBox="1"/>
          <p:nvPr>
            <p:ph idx="1" type="body"/>
          </p:nvPr>
        </p:nvSpPr>
        <p:spPr>
          <a:xfrm rot="5400000">
            <a:off x="3104222" y="-130833"/>
            <a:ext cx="3880773" cy="8463619"/>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34" name="Google Shape;134;p37"/>
          <p:cNvSpPr txBox="1"/>
          <p:nvPr>
            <p:ph idx="10" type="dt"/>
          </p:nvPr>
        </p:nvSpPr>
        <p:spPr>
          <a:xfrm>
            <a:off x="7207011" y="6041364"/>
            <a:ext cx="91217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37"/>
          <p:cNvSpPr txBox="1"/>
          <p:nvPr>
            <p:ph idx="11" type="ftr"/>
          </p:nvPr>
        </p:nvSpPr>
        <p:spPr>
          <a:xfrm>
            <a:off x="812799" y="6041364"/>
            <a:ext cx="616396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37"/>
          <p:cNvSpPr txBox="1"/>
          <p:nvPr>
            <p:ph idx="12" type="sldNum"/>
          </p:nvPr>
        </p:nvSpPr>
        <p:spPr>
          <a:xfrm>
            <a:off x="8592902" y="6041364"/>
            <a:ext cx="6835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90C226"/>
                </a:solidFill>
              </a:defRPr>
            </a:lvl1pPr>
            <a:lvl2pPr indent="0" lvl="1" marL="0" algn="r">
              <a:spcBef>
                <a:spcPts val="0"/>
              </a:spcBef>
              <a:buNone/>
              <a:defRPr>
                <a:solidFill>
                  <a:srgbClr val="90C226"/>
                </a:solidFill>
              </a:defRPr>
            </a:lvl2pPr>
            <a:lvl3pPr indent="0" lvl="2" marL="0" algn="r">
              <a:spcBef>
                <a:spcPts val="0"/>
              </a:spcBef>
              <a:buNone/>
              <a:defRPr>
                <a:solidFill>
                  <a:srgbClr val="90C226"/>
                </a:solidFill>
              </a:defRPr>
            </a:lvl3pPr>
            <a:lvl4pPr indent="0" lvl="3" marL="0" algn="r">
              <a:spcBef>
                <a:spcPts val="0"/>
              </a:spcBef>
              <a:buNone/>
              <a:defRPr>
                <a:solidFill>
                  <a:srgbClr val="90C226"/>
                </a:solidFill>
              </a:defRPr>
            </a:lvl4pPr>
            <a:lvl5pPr indent="0" lvl="4" marL="0" algn="r">
              <a:spcBef>
                <a:spcPts val="0"/>
              </a:spcBef>
              <a:buNone/>
              <a:defRPr>
                <a:solidFill>
                  <a:srgbClr val="90C226"/>
                </a:solidFill>
              </a:defRPr>
            </a:lvl5pPr>
            <a:lvl6pPr indent="0" lvl="5" marL="0" algn="r">
              <a:spcBef>
                <a:spcPts val="0"/>
              </a:spcBef>
              <a:buNone/>
              <a:defRPr>
                <a:solidFill>
                  <a:srgbClr val="90C226"/>
                </a:solidFill>
              </a:defRPr>
            </a:lvl6pPr>
            <a:lvl7pPr indent="0" lvl="6" marL="0" algn="r">
              <a:spcBef>
                <a:spcPts val="0"/>
              </a:spcBef>
              <a:buNone/>
              <a:defRPr>
                <a:solidFill>
                  <a:srgbClr val="90C226"/>
                </a:solidFill>
              </a:defRPr>
            </a:lvl7pPr>
            <a:lvl8pPr indent="0" lvl="7" marL="0" algn="r">
              <a:spcBef>
                <a:spcPts val="0"/>
              </a:spcBef>
              <a:buNone/>
              <a:defRPr>
                <a:solidFill>
                  <a:srgbClr val="90C226"/>
                </a:solidFill>
              </a:defRPr>
            </a:lvl8pPr>
            <a:lvl9pPr indent="0" lvl="8" marL="0" algn="r">
              <a:spcBef>
                <a:spcPts val="0"/>
              </a:spcBef>
              <a:buNone/>
              <a:defRPr>
                <a:solidFill>
                  <a:srgbClr val="90C226"/>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7" name="Shape 137"/>
        <p:cNvGrpSpPr/>
        <p:nvPr/>
      </p:nvGrpSpPr>
      <p:grpSpPr>
        <a:xfrm>
          <a:off x="0" y="0"/>
          <a:ext cx="0" cy="0"/>
          <a:chOff x="0" y="0"/>
          <a:chExt cx="0" cy="0"/>
        </a:xfrm>
      </p:grpSpPr>
      <p:sp>
        <p:nvSpPr>
          <p:cNvPr id="138" name="Google Shape;138;p38"/>
          <p:cNvSpPr txBox="1"/>
          <p:nvPr>
            <p:ph type="title"/>
          </p:nvPr>
        </p:nvSpPr>
        <p:spPr>
          <a:xfrm rot="5400000">
            <a:off x="5996565" y="2582785"/>
            <a:ext cx="5251451" cy="130508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38"/>
          <p:cNvSpPr txBox="1"/>
          <p:nvPr>
            <p:ph idx="1" type="body"/>
          </p:nvPr>
        </p:nvSpPr>
        <p:spPr>
          <a:xfrm rot="5400000">
            <a:off x="1650424" y="-228024"/>
            <a:ext cx="5251451" cy="6926701"/>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40" name="Google Shape;140;p38"/>
          <p:cNvSpPr txBox="1"/>
          <p:nvPr>
            <p:ph idx="10" type="dt"/>
          </p:nvPr>
        </p:nvSpPr>
        <p:spPr>
          <a:xfrm>
            <a:off x="7207011" y="6041364"/>
            <a:ext cx="91217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38"/>
          <p:cNvSpPr txBox="1"/>
          <p:nvPr>
            <p:ph idx="11" type="ftr"/>
          </p:nvPr>
        </p:nvSpPr>
        <p:spPr>
          <a:xfrm>
            <a:off x="812799" y="6041364"/>
            <a:ext cx="616396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38"/>
          <p:cNvSpPr txBox="1"/>
          <p:nvPr>
            <p:ph idx="12" type="sldNum"/>
          </p:nvPr>
        </p:nvSpPr>
        <p:spPr>
          <a:xfrm>
            <a:off x="8592902" y="6041364"/>
            <a:ext cx="6835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90C226"/>
                </a:solidFill>
              </a:defRPr>
            </a:lvl1pPr>
            <a:lvl2pPr indent="0" lvl="1" marL="0" algn="r">
              <a:spcBef>
                <a:spcPts val="0"/>
              </a:spcBef>
              <a:buNone/>
              <a:defRPr>
                <a:solidFill>
                  <a:srgbClr val="90C226"/>
                </a:solidFill>
              </a:defRPr>
            </a:lvl2pPr>
            <a:lvl3pPr indent="0" lvl="2" marL="0" algn="r">
              <a:spcBef>
                <a:spcPts val="0"/>
              </a:spcBef>
              <a:buNone/>
              <a:defRPr>
                <a:solidFill>
                  <a:srgbClr val="90C226"/>
                </a:solidFill>
              </a:defRPr>
            </a:lvl3pPr>
            <a:lvl4pPr indent="0" lvl="3" marL="0" algn="r">
              <a:spcBef>
                <a:spcPts val="0"/>
              </a:spcBef>
              <a:buNone/>
              <a:defRPr>
                <a:solidFill>
                  <a:srgbClr val="90C226"/>
                </a:solidFill>
              </a:defRPr>
            </a:lvl4pPr>
            <a:lvl5pPr indent="0" lvl="4" marL="0" algn="r">
              <a:spcBef>
                <a:spcPts val="0"/>
              </a:spcBef>
              <a:buNone/>
              <a:defRPr>
                <a:solidFill>
                  <a:srgbClr val="90C226"/>
                </a:solidFill>
              </a:defRPr>
            </a:lvl5pPr>
            <a:lvl6pPr indent="0" lvl="5" marL="0" algn="r">
              <a:spcBef>
                <a:spcPts val="0"/>
              </a:spcBef>
              <a:buNone/>
              <a:defRPr>
                <a:solidFill>
                  <a:srgbClr val="90C226"/>
                </a:solidFill>
              </a:defRPr>
            </a:lvl6pPr>
            <a:lvl7pPr indent="0" lvl="6" marL="0" algn="r">
              <a:spcBef>
                <a:spcPts val="0"/>
              </a:spcBef>
              <a:buNone/>
              <a:defRPr>
                <a:solidFill>
                  <a:srgbClr val="90C226"/>
                </a:solidFill>
              </a:defRPr>
            </a:lvl7pPr>
            <a:lvl8pPr indent="0" lvl="7" marL="0" algn="r">
              <a:spcBef>
                <a:spcPts val="0"/>
              </a:spcBef>
              <a:buNone/>
              <a:defRPr>
                <a:solidFill>
                  <a:srgbClr val="90C226"/>
                </a:solidFill>
              </a:defRPr>
            </a:lvl8pPr>
            <a:lvl9pPr indent="0" lvl="8" marL="0" algn="r">
              <a:spcBef>
                <a:spcPts val="0"/>
              </a:spcBef>
              <a:buNone/>
              <a:defRPr>
                <a:solidFill>
                  <a:srgbClr val="90C226"/>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22"/>
          <p:cNvGrpSpPr/>
          <p:nvPr/>
        </p:nvGrpSpPr>
        <p:grpSpPr>
          <a:xfrm>
            <a:off x="-11289" y="-8468"/>
            <a:ext cx="12226407" cy="6874935"/>
            <a:chOff x="-8467" y="-8468"/>
            <a:chExt cx="9169805" cy="6874935"/>
          </a:xfrm>
        </p:grpSpPr>
        <p:sp>
          <p:nvSpPr>
            <p:cNvPr id="11" name="Google Shape;11;p22"/>
            <p:cNvSpPr/>
            <p:nvPr/>
          </p:nvSpPr>
          <p:spPr>
            <a:xfrm>
              <a:off x="-8467" y="4013200"/>
              <a:ext cx="457200" cy="2853267"/>
            </a:xfrm>
            <a:custGeom>
              <a:rect b="b" l="l" r="r" t="t"/>
              <a:pathLst>
                <a:path extrusionOk="0" h="2853267" w="457200">
                  <a:moveTo>
                    <a:pt x="0" y="0"/>
                  </a:moveTo>
                  <a:lnTo>
                    <a:pt x="457200" y="2853267"/>
                  </a:lnTo>
                  <a:lnTo>
                    <a:pt x="0" y="2844800"/>
                  </a:lnTo>
                  <a:cubicBezTo>
                    <a:pt x="2822" y="1905000"/>
                    <a:pt x="5645" y="965200"/>
                    <a:pt x="0" y="0"/>
                  </a:cubicBezTo>
                  <a:close/>
                </a:path>
              </a:pathLst>
            </a:custGeom>
            <a:solidFill>
              <a:schemeClr val="accent1">
                <a:alpha val="84705"/>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 name="Google Shape;12;p22"/>
            <p:cNvCxnSpPr/>
            <p:nvPr/>
          </p:nvCxnSpPr>
          <p:spPr>
            <a:xfrm flipH="1" rot="10800000">
              <a:off x="5130830" y="4175605"/>
              <a:ext cx="4022475" cy="2682396"/>
            </a:xfrm>
            <a:prstGeom prst="straightConnector1">
              <a:avLst/>
            </a:prstGeom>
            <a:noFill/>
            <a:ln cap="flat" cmpd="sng" w="9525">
              <a:solidFill>
                <a:srgbClr val="D8D8D8"/>
              </a:solidFill>
              <a:prstDash val="solid"/>
              <a:round/>
              <a:headEnd len="sm" w="sm" type="none"/>
              <a:tailEnd len="sm" w="sm" type="none"/>
            </a:ln>
          </p:spPr>
        </p:cxnSp>
        <p:cxnSp>
          <p:nvCxnSpPr>
            <p:cNvPr id="13" name="Google Shape;13;p22"/>
            <p:cNvCxnSpPr/>
            <p:nvPr/>
          </p:nvCxnSpPr>
          <p:spPr>
            <a:xfrm>
              <a:off x="7042707" y="0"/>
              <a:ext cx="1219200" cy="6858000"/>
            </a:xfrm>
            <a:prstGeom prst="straightConnector1">
              <a:avLst/>
            </a:prstGeom>
            <a:noFill/>
            <a:ln cap="flat" cmpd="sng" w="9525">
              <a:solidFill>
                <a:srgbClr val="BFBFBF"/>
              </a:solidFill>
              <a:prstDash val="solid"/>
              <a:round/>
              <a:headEnd len="sm" w="sm" type="none"/>
              <a:tailEnd len="sm" w="sm" type="none"/>
            </a:ln>
          </p:spPr>
        </p:cxnSp>
        <p:sp>
          <p:nvSpPr>
            <p:cNvPr id="14" name="Google Shape;14;p22"/>
            <p:cNvSpPr/>
            <p:nvPr/>
          </p:nvSpPr>
          <p:spPr>
            <a:xfrm>
              <a:off x="6891896" y="1"/>
              <a:ext cx="2269442" cy="6866466"/>
            </a:xfrm>
            <a:custGeom>
              <a:rect b="b" l="l" r="r" t="t"/>
              <a:pathLst>
                <a:path extrusionOk="0" h="6866466" w="2269442">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29803"/>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2"/>
            <p:cNvSpPr/>
            <p:nvPr/>
          </p:nvSpPr>
          <p:spPr>
            <a:xfrm>
              <a:off x="7205158" y="-8467"/>
              <a:ext cx="1948147" cy="6866467"/>
            </a:xfrm>
            <a:custGeom>
              <a:rect b="b" l="l" r="r" t="t"/>
              <a:pathLst>
                <a:path extrusionOk="0" h="6866467" w="194814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2"/>
            <p:cNvSpPr/>
            <p:nvPr/>
          </p:nvSpPr>
          <p:spPr>
            <a:xfrm>
              <a:off x="6637896" y="3920066"/>
              <a:ext cx="2513565" cy="2937933"/>
            </a:xfrm>
            <a:custGeom>
              <a:rect b="b" l="l" r="r" t="t"/>
              <a:pathLst>
                <a:path extrusionOk="0" h="3810000" w="3259667">
                  <a:moveTo>
                    <a:pt x="0" y="3810000"/>
                  </a:moveTo>
                  <a:lnTo>
                    <a:pt x="3251200" y="0"/>
                  </a:lnTo>
                  <a:cubicBezTo>
                    <a:pt x="3254022" y="1270000"/>
                    <a:pt x="3256845" y="2540000"/>
                    <a:pt x="3259667" y="3810000"/>
                  </a:cubicBezTo>
                  <a:lnTo>
                    <a:pt x="0" y="3810000"/>
                  </a:lnTo>
                  <a:close/>
                </a:path>
              </a:pathLst>
            </a:custGeom>
            <a:solidFill>
              <a:schemeClr val="accent2">
                <a:alpha val="71764"/>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2"/>
            <p:cNvSpPr/>
            <p:nvPr/>
          </p:nvSpPr>
          <p:spPr>
            <a:xfrm>
              <a:off x="7010429" y="-8467"/>
              <a:ext cx="2142876" cy="6866467"/>
            </a:xfrm>
            <a:custGeom>
              <a:rect b="b" l="l" r="r" t="t"/>
              <a:pathLst>
                <a:path extrusionOk="0" h="6866467" w="2853267">
                  <a:moveTo>
                    <a:pt x="0" y="0"/>
                  </a:moveTo>
                  <a:lnTo>
                    <a:pt x="2472267" y="6866467"/>
                  </a:lnTo>
                  <a:lnTo>
                    <a:pt x="2853267" y="6858000"/>
                  </a:lnTo>
                  <a:lnTo>
                    <a:pt x="2853267" y="0"/>
                  </a:lnTo>
                  <a:lnTo>
                    <a:pt x="0" y="0"/>
                  </a:lnTo>
                  <a:close/>
                </a:path>
              </a:pathLst>
            </a:custGeom>
            <a:solidFill>
              <a:srgbClr val="3F7818">
                <a:alpha val="69803"/>
              </a:srgbClr>
            </a:solidFill>
            <a:ln>
              <a:noFill/>
            </a:ln>
          </p:spPr>
        </p:sp>
        <p:sp>
          <p:nvSpPr>
            <p:cNvPr id="18" name="Google Shape;18;p22"/>
            <p:cNvSpPr/>
            <p:nvPr/>
          </p:nvSpPr>
          <p:spPr>
            <a:xfrm>
              <a:off x="8295776" y="-8467"/>
              <a:ext cx="857530" cy="6866467"/>
            </a:xfrm>
            <a:custGeom>
              <a:rect b="b" l="l" r="r" t="t"/>
              <a:pathLst>
                <a:path extrusionOk="0" h="6866467" w="1286933">
                  <a:moveTo>
                    <a:pt x="1016000" y="0"/>
                  </a:moveTo>
                  <a:lnTo>
                    <a:pt x="0" y="6866467"/>
                  </a:lnTo>
                  <a:lnTo>
                    <a:pt x="1286933" y="6866467"/>
                  </a:lnTo>
                  <a:cubicBezTo>
                    <a:pt x="1284111" y="4577645"/>
                    <a:pt x="1281288" y="2288822"/>
                    <a:pt x="1278466" y="0"/>
                  </a:cubicBezTo>
                  <a:lnTo>
                    <a:pt x="1016000" y="0"/>
                  </a:lnTo>
                  <a:close/>
                </a:path>
              </a:pathLst>
            </a:custGeom>
            <a:solidFill>
              <a:srgbClr val="BFE471">
                <a:alpha val="6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2"/>
            <p:cNvSpPr/>
            <p:nvPr/>
          </p:nvSpPr>
          <p:spPr>
            <a:xfrm>
              <a:off x="8077231" y="-8468"/>
              <a:ext cx="1066770" cy="6866467"/>
            </a:xfrm>
            <a:custGeom>
              <a:rect b="b" l="l" r="r" t="t"/>
              <a:pathLst>
                <a:path extrusionOk="0" h="6866467" w="1270244">
                  <a:moveTo>
                    <a:pt x="0" y="0"/>
                  </a:moveTo>
                  <a:lnTo>
                    <a:pt x="1117600" y="6866467"/>
                  </a:lnTo>
                  <a:lnTo>
                    <a:pt x="1270000" y="6866467"/>
                  </a:lnTo>
                  <a:cubicBezTo>
                    <a:pt x="1272822" y="4574822"/>
                    <a:pt x="1250245" y="2291645"/>
                    <a:pt x="1253067" y="0"/>
                  </a:cubicBezTo>
                  <a:lnTo>
                    <a:pt x="0" y="0"/>
                  </a:lnTo>
                  <a:close/>
                </a:path>
              </a:pathLst>
            </a:custGeom>
            <a:solidFill>
              <a:schemeClr val="accent1">
                <a:alpha val="64705"/>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2"/>
            <p:cNvSpPr/>
            <p:nvPr/>
          </p:nvSpPr>
          <p:spPr>
            <a:xfrm>
              <a:off x="8060297" y="4893733"/>
              <a:ext cx="1094086" cy="1964267"/>
            </a:xfrm>
            <a:custGeom>
              <a:rect b="b" l="l" r="r" t="t"/>
              <a:pathLst>
                <a:path extrusionOk="0" h="3268133" w="18203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22"/>
          <p:cNvSpPr txBox="1"/>
          <p:nvPr>
            <p:ph type="title"/>
          </p:nvPr>
        </p:nvSpPr>
        <p:spPr>
          <a:xfrm>
            <a:off x="812800" y="609600"/>
            <a:ext cx="8463617" cy="132080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chemeClr val="accent1"/>
              </a:buClr>
              <a:buSzPts val="3600"/>
              <a:buFont typeface="Trebuchet MS"/>
              <a:buNone/>
              <a:defRPr b="0" i="0" sz="3600" u="none" cap="none" strike="noStrike">
                <a:solidFill>
                  <a:schemeClr val="accent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2" name="Google Shape;22;p22"/>
          <p:cNvSpPr txBox="1"/>
          <p:nvPr>
            <p:ph idx="1" type="body"/>
          </p:nvPr>
        </p:nvSpPr>
        <p:spPr>
          <a:xfrm>
            <a:off x="812799" y="2160590"/>
            <a:ext cx="8463619" cy="3880773"/>
          </a:xfrm>
          <a:prstGeom prst="rect">
            <a:avLst/>
          </a:prstGeom>
          <a:noFill/>
          <a:ln>
            <a:noFill/>
          </a:ln>
        </p:spPr>
        <p:txBody>
          <a:bodyPr anchorCtr="0" anchor="t" bIns="45700" lIns="91425" spcFirstLastPara="1" rIns="91425" wrap="square" tIns="45700">
            <a:normAutofit/>
          </a:bodyPr>
          <a:lstStyle>
            <a:lvl1pPr indent="-320040" lvl="0" marL="457200" marR="0" rtl="0" algn="l">
              <a:spcBef>
                <a:spcPts val="1000"/>
              </a:spcBef>
              <a:spcAft>
                <a:spcPts val="0"/>
              </a:spcAft>
              <a:buClr>
                <a:schemeClr val="accent1"/>
              </a:buClr>
              <a:buSzPts val="1440"/>
              <a:buFont typeface="Noto Sans Symbols"/>
              <a:buChar char="►"/>
              <a:defRPr b="0" i="0" sz="1800" u="none" cap="none" strike="noStrike">
                <a:solidFill>
                  <a:srgbClr val="3F3F3F"/>
                </a:solidFill>
                <a:latin typeface="Trebuchet MS"/>
                <a:ea typeface="Trebuchet MS"/>
                <a:cs typeface="Trebuchet MS"/>
                <a:sym typeface="Trebuchet MS"/>
              </a:defRPr>
            </a:lvl1pPr>
            <a:lvl2pPr indent="-309880" lvl="1" marL="914400" marR="0" rtl="0" algn="l">
              <a:spcBef>
                <a:spcPts val="1000"/>
              </a:spcBef>
              <a:spcAft>
                <a:spcPts val="0"/>
              </a:spcAft>
              <a:buClr>
                <a:schemeClr val="accent1"/>
              </a:buClr>
              <a:buSzPts val="1280"/>
              <a:buFont typeface="Noto Sans Symbols"/>
              <a:buChar char="►"/>
              <a:defRPr b="0" i="0" sz="1600" u="none" cap="none" strike="noStrike">
                <a:solidFill>
                  <a:srgbClr val="3F3F3F"/>
                </a:solidFill>
                <a:latin typeface="Trebuchet MS"/>
                <a:ea typeface="Trebuchet MS"/>
                <a:cs typeface="Trebuchet MS"/>
                <a:sym typeface="Trebuchet MS"/>
              </a:defRPr>
            </a:lvl2pPr>
            <a:lvl3pPr indent="-299719" lvl="2" marL="1371600" marR="0" rtl="0" algn="l">
              <a:spcBef>
                <a:spcPts val="1000"/>
              </a:spcBef>
              <a:spcAft>
                <a:spcPts val="0"/>
              </a:spcAft>
              <a:buClr>
                <a:schemeClr val="accent1"/>
              </a:buClr>
              <a:buSzPts val="1120"/>
              <a:buFont typeface="Noto Sans Symbols"/>
              <a:buChar char="►"/>
              <a:defRPr b="0" i="0" sz="1400" u="none" cap="none" strike="noStrike">
                <a:solidFill>
                  <a:srgbClr val="3F3F3F"/>
                </a:solidFill>
                <a:latin typeface="Trebuchet MS"/>
                <a:ea typeface="Trebuchet MS"/>
                <a:cs typeface="Trebuchet MS"/>
                <a:sym typeface="Trebuchet MS"/>
              </a:defRPr>
            </a:lvl3pPr>
            <a:lvl4pPr indent="-289560" lvl="3" marL="1828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4pPr>
            <a:lvl5pPr indent="-289560" lvl="4" marL="22860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5pPr>
            <a:lvl6pPr indent="-289560" lvl="5" marL="27432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6pPr>
            <a:lvl7pPr indent="-289560" lvl="6" marL="32004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7pPr>
            <a:lvl8pPr indent="-289559" lvl="7" marL="36576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8pPr>
            <a:lvl9pPr indent="-289559" lvl="8" marL="4114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9pPr>
          </a:lstStyle>
          <a:p/>
        </p:txBody>
      </p:sp>
      <p:sp>
        <p:nvSpPr>
          <p:cNvPr id="23" name="Google Shape;23;p22"/>
          <p:cNvSpPr txBox="1"/>
          <p:nvPr>
            <p:ph idx="10" type="dt"/>
          </p:nvPr>
        </p:nvSpPr>
        <p:spPr>
          <a:xfrm>
            <a:off x="7207011" y="6041364"/>
            <a:ext cx="912176"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4" name="Google Shape;24;p22"/>
          <p:cNvSpPr txBox="1"/>
          <p:nvPr>
            <p:ph idx="11" type="ftr"/>
          </p:nvPr>
        </p:nvSpPr>
        <p:spPr>
          <a:xfrm>
            <a:off x="812799" y="6041364"/>
            <a:ext cx="6163964"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5" name="Google Shape;25;p22"/>
          <p:cNvSpPr txBox="1"/>
          <p:nvPr>
            <p:ph idx="12" type="sldNum"/>
          </p:nvPr>
        </p:nvSpPr>
        <p:spPr>
          <a:xfrm>
            <a:off x="8592902" y="6041364"/>
            <a:ext cx="683517"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90C226"/>
                </a:solidFill>
                <a:latin typeface="Trebuchet MS"/>
                <a:ea typeface="Trebuchet MS"/>
                <a:cs typeface="Trebuchet MS"/>
                <a:sym typeface="Trebuchet MS"/>
              </a:defRPr>
            </a:lvl1pPr>
            <a:lvl2pPr indent="0" lvl="1" marL="0" marR="0" rtl="0" algn="r">
              <a:spcBef>
                <a:spcPts val="0"/>
              </a:spcBef>
              <a:buNone/>
              <a:defRPr b="0" i="0" sz="900" u="none" cap="none" strike="noStrike">
                <a:solidFill>
                  <a:srgbClr val="90C226"/>
                </a:solidFill>
                <a:latin typeface="Trebuchet MS"/>
                <a:ea typeface="Trebuchet MS"/>
                <a:cs typeface="Trebuchet MS"/>
                <a:sym typeface="Trebuchet MS"/>
              </a:defRPr>
            </a:lvl2pPr>
            <a:lvl3pPr indent="0" lvl="2" marL="0" marR="0" rtl="0" algn="r">
              <a:spcBef>
                <a:spcPts val="0"/>
              </a:spcBef>
              <a:buNone/>
              <a:defRPr b="0" i="0" sz="900" u="none" cap="none" strike="noStrike">
                <a:solidFill>
                  <a:srgbClr val="90C226"/>
                </a:solidFill>
                <a:latin typeface="Trebuchet MS"/>
                <a:ea typeface="Trebuchet MS"/>
                <a:cs typeface="Trebuchet MS"/>
                <a:sym typeface="Trebuchet MS"/>
              </a:defRPr>
            </a:lvl3pPr>
            <a:lvl4pPr indent="0" lvl="3" marL="0" marR="0" rtl="0" algn="r">
              <a:spcBef>
                <a:spcPts val="0"/>
              </a:spcBef>
              <a:buNone/>
              <a:defRPr b="0" i="0" sz="900" u="none" cap="none" strike="noStrike">
                <a:solidFill>
                  <a:srgbClr val="90C226"/>
                </a:solidFill>
                <a:latin typeface="Trebuchet MS"/>
                <a:ea typeface="Trebuchet MS"/>
                <a:cs typeface="Trebuchet MS"/>
                <a:sym typeface="Trebuchet MS"/>
              </a:defRPr>
            </a:lvl4pPr>
            <a:lvl5pPr indent="0" lvl="4" marL="0" marR="0" rtl="0" algn="r">
              <a:spcBef>
                <a:spcPts val="0"/>
              </a:spcBef>
              <a:buNone/>
              <a:defRPr b="0" i="0" sz="900" u="none" cap="none" strike="noStrike">
                <a:solidFill>
                  <a:srgbClr val="90C226"/>
                </a:solidFill>
                <a:latin typeface="Trebuchet MS"/>
                <a:ea typeface="Trebuchet MS"/>
                <a:cs typeface="Trebuchet MS"/>
                <a:sym typeface="Trebuchet MS"/>
              </a:defRPr>
            </a:lvl5pPr>
            <a:lvl6pPr indent="0" lvl="5" marL="0" marR="0" rtl="0" algn="r">
              <a:spcBef>
                <a:spcPts val="0"/>
              </a:spcBef>
              <a:buNone/>
              <a:defRPr b="0" i="0" sz="900" u="none" cap="none" strike="noStrike">
                <a:solidFill>
                  <a:srgbClr val="90C226"/>
                </a:solidFill>
                <a:latin typeface="Trebuchet MS"/>
                <a:ea typeface="Trebuchet MS"/>
                <a:cs typeface="Trebuchet MS"/>
                <a:sym typeface="Trebuchet MS"/>
              </a:defRPr>
            </a:lvl6pPr>
            <a:lvl7pPr indent="0" lvl="6" marL="0" marR="0" rtl="0" algn="r">
              <a:spcBef>
                <a:spcPts val="0"/>
              </a:spcBef>
              <a:buNone/>
              <a:defRPr b="0" i="0" sz="900" u="none" cap="none" strike="noStrike">
                <a:solidFill>
                  <a:srgbClr val="90C226"/>
                </a:solidFill>
                <a:latin typeface="Trebuchet MS"/>
                <a:ea typeface="Trebuchet MS"/>
                <a:cs typeface="Trebuchet MS"/>
                <a:sym typeface="Trebuchet MS"/>
              </a:defRPr>
            </a:lvl7pPr>
            <a:lvl8pPr indent="0" lvl="7" marL="0" marR="0" rtl="0" algn="r">
              <a:spcBef>
                <a:spcPts val="0"/>
              </a:spcBef>
              <a:buNone/>
              <a:defRPr b="0" i="0" sz="900" u="none" cap="none" strike="noStrike">
                <a:solidFill>
                  <a:srgbClr val="90C226"/>
                </a:solidFill>
                <a:latin typeface="Trebuchet MS"/>
                <a:ea typeface="Trebuchet MS"/>
                <a:cs typeface="Trebuchet MS"/>
                <a:sym typeface="Trebuchet MS"/>
              </a:defRPr>
            </a:lvl8pPr>
            <a:lvl9pPr indent="0" lvl="8" marL="0" marR="0" rtl="0" algn="r">
              <a:spcBef>
                <a:spcPts val="0"/>
              </a:spcBef>
              <a:buNone/>
              <a:defRPr b="0" i="0" sz="900" u="none" cap="none" strike="noStrike">
                <a:solidFill>
                  <a:srgbClr val="90C226"/>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www.investopedia.com/terms/v/valuation.asp" TargetMode="External"/><Relationship Id="rId4" Type="http://schemas.openxmlformats.org/officeDocument/2006/relationships/hyperlink" Target="https://www.investopedia.com/terms/c/cashflow.asp" TargetMode="External"/><Relationship Id="rId5" Type="http://schemas.openxmlformats.org/officeDocument/2006/relationships/hyperlink" Target="https://www.investopedia.com/ask/answers/010715/how-do-you-use-dcf-real-estate-valuation.asp"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corporatefinanceinstitute.com/resources/valuation/net-present-value-npv/" TargetMode="External"/><Relationship Id="rId4"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
          <p:cNvSpPr txBox="1"/>
          <p:nvPr>
            <p:ph type="ctrTitle"/>
          </p:nvPr>
        </p:nvSpPr>
        <p:spPr>
          <a:xfrm>
            <a:off x="1981200" y="1585916"/>
            <a:ext cx="6850634" cy="1841304"/>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accent1"/>
              </a:buClr>
              <a:buSzPts val="4800"/>
              <a:buFont typeface="Trebuchet MS"/>
              <a:buNone/>
            </a:pPr>
            <a:r>
              <a:rPr lang="en-US" sz="4800"/>
              <a:t>CS4001- Professional Practices in IT</a:t>
            </a:r>
            <a:endParaRPr/>
          </a:p>
        </p:txBody>
      </p:sp>
      <p:sp>
        <p:nvSpPr>
          <p:cNvPr id="148" name="Google Shape;148;p1"/>
          <p:cNvSpPr txBox="1"/>
          <p:nvPr>
            <p:ph idx="1" type="subTitle"/>
          </p:nvPr>
        </p:nvSpPr>
        <p:spPr>
          <a:xfrm>
            <a:off x="2682249" y="4407451"/>
            <a:ext cx="5826719" cy="1096899"/>
          </a:xfrm>
          <a:prstGeom prst="rect">
            <a:avLst/>
          </a:prstGeom>
          <a:noFill/>
          <a:ln>
            <a:noFill/>
          </a:ln>
        </p:spPr>
        <p:txBody>
          <a:bodyPr anchorCtr="0" anchor="t" bIns="45700" lIns="91425" spcFirstLastPara="1" rIns="91425" wrap="square" tIns="45700">
            <a:normAutofit/>
          </a:bodyPr>
          <a:lstStyle/>
          <a:p>
            <a:pPr indent="0" lvl="0" marL="0" rtl="0" algn="r">
              <a:spcBef>
                <a:spcPts val="0"/>
              </a:spcBef>
              <a:spcAft>
                <a:spcPts val="0"/>
              </a:spcAft>
              <a:buSzPts val="1440"/>
              <a:buNone/>
            </a:pPr>
            <a:r>
              <a:rPr lang="en-US"/>
              <a:t>Course Instructor: Anaum Hamid</a:t>
            </a:r>
            <a:endParaRPr/>
          </a:p>
          <a:p>
            <a:pPr indent="0" lvl="0" marL="0" rtl="0" algn="r">
              <a:spcBef>
                <a:spcPts val="1000"/>
              </a:spcBef>
              <a:spcAft>
                <a:spcPts val="0"/>
              </a:spcAft>
              <a:buSzPts val="1440"/>
              <a:buNone/>
            </a:pPr>
            <a:r>
              <a:rPr lang="en-US"/>
              <a:t>Email address: anaum.hamid@nu.edu.pk</a:t>
            </a:r>
            <a:endParaRPr/>
          </a:p>
        </p:txBody>
      </p:sp>
      <p:sp>
        <p:nvSpPr>
          <p:cNvPr id="149" name="Google Shape;149;p1"/>
          <p:cNvSpPr txBox="1"/>
          <p:nvPr/>
        </p:nvSpPr>
        <p:spPr>
          <a:xfrm>
            <a:off x="2739151" y="3427220"/>
            <a:ext cx="6713697" cy="76940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4400" u="none" cap="none" strike="noStrike">
                <a:solidFill>
                  <a:schemeClr val="dk1"/>
                </a:solidFill>
                <a:latin typeface="Trebuchet MS"/>
                <a:ea typeface="Trebuchet MS"/>
                <a:cs typeface="Trebuchet MS"/>
                <a:sym typeface="Trebuchet MS"/>
              </a:rPr>
              <a:t>Investment Appraisal</a:t>
            </a:r>
            <a:endParaRPr b="0" i="1" sz="4400" u="none" cap="none" strike="noStrike">
              <a:solidFill>
                <a:schemeClr val="dk1"/>
              </a:solidFill>
              <a:latin typeface="Trebuchet MS"/>
              <a:ea typeface="Trebuchet MS"/>
              <a:cs typeface="Trebuchet MS"/>
              <a:sym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
          <p:cNvSpPr txBox="1"/>
          <p:nvPr>
            <p:ph type="title"/>
          </p:nvPr>
        </p:nvSpPr>
        <p:spPr>
          <a:xfrm>
            <a:off x="812800" y="609600"/>
            <a:ext cx="8463617"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US"/>
              <a:t>Investment Appraisal</a:t>
            </a:r>
            <a:endParaRPr/>
          </a:p>
        </p:txBody>
      </p:sp>
      <p:sp>
        <p:nvSpPr>
          <p:cNvPr id="156" name="Google Shape;156;p2"/>
          <p:cNvSpPr txBox="1"/>
          <p:nvPr>
            <p:ph idx="1" type="body"/>
          </p:nvPr>
        </p:nvSpPr>
        <p:spPr>
          <a:xfrm>
            <a:off x="812799" y="2160590"/>
            <a:ext cx="8463619" cy="3880773"/>
          </a:xfrm>
          <a:prstGeom prst="rect">
            <a:avLst/>
          </a:prstGeom>
          <a:noFill/>
          <a:ln>
            <a:noFill/>
          </a:ln>
        </p:spPr>
        <p:txBody>
          <a:bodyPr anchorCtr="0" anchor="t" bIns="45700" lIns="91425" spcFirstLastPara="1" rIns="91425" wrap="square" tIns="45700">
            <a:normAutofit lnSpcReduction="20000"/>
          </a:bodyPr>
          <a:lstStyle/>
          <a:p>
            <a:pPr indent="0" lvl="0" marL="0" rtl="0" algn="l">
              <a:spcBef>
                <a:spcPts val="0"/>
              </a:spcBef>
              <a:spcAft>
                <a:spcPts val="0"/>
              </a:spcAft>
              <a:buSzPts val="2240"/>
              <a:buNone/>
            </a:pPr>
            <a:r>
              <a:rPr b="0" i="0" lang="en-US" sz="2800">
                <a:solidFill>
                  <a:schemeClr val="dk1"/>
                </a:solidFill>
                <a:latin typeface="Arial"/>
                <a:ea typeface="Arial"/>
                <a:cs typeface="Arial"/>
                <a:sym typeface="Arial"/>
              </a:rPr>
              <a:t>Investment appraisal is the analysis done to consider the profitability of an investment over the life of an asset alongside considerations of affordability and strategic fit.</a:t>
            </a:r>
            <a:endParaRPr>
              <a:solidFill>
                <a:schemeClr val="dk1"/>
              </a:solidFill>
            </a:endParaRPr>
          </a:p>
          <a:p>
            <a:pPr indent="0" lvl="0" marL="0" rtl="0" algn="l">
              <a:spcBef>
                <a:spcPts val="1000"/>
              </a:spcBef>
              <a:spcAft>
                <a:spcPts val="0"/>
              </a:spcAft>
              <a:buSzPts val="2240"/>
              <a:buNone/>
            </a:pPr>
            <a:r>
              <a:t/>
            </a:r>
            <a:endParaRPr sz="2800">
              <a:solidFill>
                <a:schemeClr val="dk1"/>
              </a:solidFill>
              <a:latin typeface="Arial"/>
              <a:ea typeface="Arial"/>
              <a:cs typeface="Arial"/>
              <a:sym typeface="Arial"/>
            </a:endParaRPr>
          </a:p>
          <a:p>
            <a:pPr indent="0" lvl="0" marL="0" rtl="0" algn="l">
              <a:spcBef>
                <a:spcPts val="1000"/>
              </a:spcBef>
              <a:spcAft>
                <a:spcPts val="0"/>
              </a:spcAft>
              <a:buSzPts val="2240"/>
              <a:buNone/>
            </a:pPr>
            <a:r>
              <a:rPr lang="en-US" sz="2800">
                <a:solidFill>
                  <a:schemeClr val="dk1"/>
                </a:solidFill>
                <a:latin typeface="Arial"/>
                <a:ea typeface="Arial"/>
                <a:cs typeface="Arial"/>
                <a:sym typeface="Arial"/>
              </a:rPr>
              <a:t>Fewer</a:t>
            </a:r>
            <a:r>
              <a:rPr lang="en-US" sz="2800">
                <a:solidFill>
                  <a:schemeClr val="dk1"/>
                </a:solidFill>
                <a:latin typeface="Arial"/>
                <a:ea typeface="Arial"/>
                <a:cs typeface="Arial"/>
                <a:sym typeface="Arial"/>
              </a:rPr>
              <a:t> resources and a greater number of proposals lead company owners and investors to decide which proposal to </a:t>
            </a:r>
            <a:r>
              <a:rPr lang="en-US" sz="2800">
                <a:solidFill>
                  <a:schemeClr val="dk1"/>
                </a:solidFill>
                <a:latin typeface="Arial"/>
                <a:ea typeface="Arial"/>
                <a:cs typeface="Arial"/>
                <a:sym typeface="Arial"/>
              </a:rPr>
              <a:t>drop and</a:t>
            </a:r>
            <a:r>
              <a:rPr lang="en-US" sz="2800">
                <a:solidFill>
                  <a:schemeClr val="dk1"/>
                </a:solidFill>
                <a:latin typeface="Arial"/>
                <a:ea typeface="Arial"/>
                <a:cs typeface="Arial"/>
                <a:sym typeface="Arial"/>
              </a:rPr>
              <a:t> which to pick.</a:t>
            </a:r>
            <a:endParaRPr>
              <a:solidFill>
                <a:schemeClr val="dk1"/>
              </a:solidFill>
            </a:endParaRPr>
          </a:p>
          <a:p>
            <a:pPr indent="0" lvl="0" marL="0" rtl="0" algn="l">
              <a:spcBef>
                <a:spcPts val="1000"/>
              </a:spcBef>
              <a:spcAft>
                <a:spcPts val="0"/>
              </a:spcAft>
              <a:buSzPts val="2240"/>
              <a:buNone/>
            </a:pPr>
            <a:r>
              <a:t/>
            </a:r>
            <a:endParaRPr sz="2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
          <p:cNvSpPr txBox="1"/>
          <p:nvPr>
            <p:ph type="title"/>
          </p:nvPr>
        </p:nvSpPr>
        <p:spPr>
          <a:xfrm>
            <a:off x="812800" y="609600"/>
            <a:ext cx="8463617"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Investing </a:t>
            </a:r>
            <a:r>
              <a:rPr lang="en-US"/>
              <a:t>in…</a:t>
            </a:r>
            <a:endParaRPr/>
          </a:p>
        </p:txBody>
      </p:sp>
      <p:sp>
        <p:nvSpPr>
          <p:cNvPr id="162" name="Google Shape;162;p3"/>
          <p:cNvSpPr txBox="1"/>
          <p:nvPr>
            <p:ph idx="1" type="body"/>
          </p:nvPr>
        </p:nvSpPr>
        <p:spPr>
          <a:xfrm>
            <a:off x="812799" y="2160590"/>
            <a:ext cx="8463619" cy="388077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None/>
            </a:pPr>
            <a:r>
              <a:rPr lang="en-US" sz="2000"/>
              <a:t>There is no single way of assessing and comparing the different proposals;</a:t>
            </a:r>
            <a:endParaRPr/>
          </a:p>
          <a:p>
            <a:pPr indent="0" lvl="0" marL="0" rtl="0" algn="l">
              <a:spcBef>
                <a:spcPts val="1000"/>
              </a:spcBef>
              <a:spcAft>
                <a:spcPts val="0"/>
              </a:spcAft>
              <a:buSzPts val="1600"/>
              <a:buNone/>
            </a:pPr>
            <a:r>
              <a:rPr lang="en-US" sz="2000"/>
              <a:t>Factors</a:t>
            </a:r>
            <a:r>
              <a:rPr lang="en-US" sz="2000"/>
              <a:t> that must be taken into consideration include, for example:</a:t>
            </a:r>
            <a:endParaRPr/>
          </a:p>
          <a:p>
            <a:pPr indent="-342900" lvl="0" marL="342900" rtl="0" algn="l">
              <a:spcBef>
                <a:spcPts val="1000"/>
              </a:spcBef>
              <a:spcAft>
                <a:spcPts val="0"/>
              </a:spcAft>
              <a:buSzPts val="1600"/>
              <a:buChar char="►"/>
            </a:pPr>
            <a:r>
              <a:rPr lang="en-US" sz="2000"/>
              <a:t> the extent to which the proposals are consistent with the company’s long-term plans;</a:t>
            </a:r>
            <a:endParaRPr/>
          </a:p>
          <a:p>
            <a:pPr indent="-342900" lvl="0" marL="342900" rtl="0" algn="l">
              <a:spcBef>
                <a:spcPts val="1000"/>
              </a:spcBef>
              <a:spcAft>
                <a:spcPts val="0"/>
              </a:spcAft>
              <a:buSzPts val="1600"/>
              <a:buChar char="►"/>
            </a:pPr>
            <a:r>
              <a:rPr lang="en-US" sz="2000"/>
              <a:t> the risk attached to the proposals;</a:t>
            </a:r>
            <a:endParaRPr/>
          </a:p>
          <a:p>
            <a:pPr indent="-342900" lvl="0" marL="342900" rtl="0" algn="l">
              <a:spcBef>
                <a:spcPts val="1000"/>
              </a:spcBef>
              <a:spcAft>
                <a:spcPts val="0"/>
              </a:spcAft>
              <a:buSzPts val="1600"/>
              <a:buChar char="►"/>
            </a:pPr>
            <a:r>
              <a:rPr lang="en-US" sz="2000"/>
              <a:t> the availability of the necessary resources even if the money is available.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4"/>
          <p:cNvSpPr txBox="1"/>
          <p:nvPr>
            <p:ph type="title"/>
          </p:nvPr>
        </p:nvSpPr>
        <p:spPr>
          <a:xfrm>
            <a:off x="812800" y="609600"/>
            <a:ext cx="8463617"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DCF (discounted</a:t>
            </a:r>
            <a:r>
              <a:rPr lang="en-US"/>
              <a:t> cash flow)</a:t>
            </a:r>
            <a:endParaRPr/>
          </a:p>
        </p:txBody>
      </p:sp>
      <p:sp>
        <p:nvSpPr>
          <p:cNvPr id="168" name="Google Shape;168;p4"/>
          <p:cNvSpPr txBox="1"/>
          <p:nvPr>
            <p:ph idx="1" type="body"/>
          </p:nvPr>
        </p:nvSpPr>
        <p:spPr>
          <a:xfrm>
            <a:off x="812799" y="2160590"/>
            <a:ext cx="8463619"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240"/>
              <a:buChar char="►"/>
            </a:pPr>
            <a:r>
              <a:rPr lang="en-US" sz="2800">
                <a:solidFill>
                  <a:srgbClr val="1F1F1F"/>
                </a:solidFill>
                <a:latin typeface="Arial"/>
                <a:ea typeface="Arial"/>
                <a:cs typeface="Arial"/>
                <a:sym typeface="Arial"/>
              </a:rPr>
              <a:t>One important criterion to choose which of the proposals will give the best return on the investment? </a:t>
            </a:r>
            <a:endParaRPr/>
          </a:p>
          <a:p>
            <a:pPr indent="-200660" lvl="0" marL="342900" rtl="0" algn="l">
              <a:spcBef>
                <a:spcPts val="1000"/>
              </a:spcBef>
              <a:spcAft>
                <a:spcPts val="0"/>
              </a:spcAft>
              <a:buSzPts val="2240"/>
              <a:buNone/>
            </a:pPr>
            <a:r>
              <a:t/>
            </a:r>
            <a:endParaRPr sz="2800">
              <a:solidFill>
                <a:srgbClr val="1F1F1F"/>
              </a:solidFill>
              <a:latin typeface="Arial"/>
              <a:ea typeface="Arial"/>
              <a:cs typeface="Arial"/>
              <a:sym typeface="Arial"/>
            </a:endParaRPr>
          </a:p>
          <a:p>
            <a:pPr indent="-342900" lvl="0" marL="342900" rtl="0" algn="l">
              <a:spcBef>
                <a:spcPts val="1000"/>
              </a:spcBef>
              <a:spcAft>
                <a:spcPts val="0"/>
              </a:spcAft>
              <a:buSzPts val="2240"/>
              <a:buChar char="►"/>
            </a:pPr>
            <a:r>
              <a:rPr lang="en-US" sz="2800">
                <a:solidFill>
                  <a:srgbClr val="1F1F1F"/>
                </a:solidFill>
                <a:latin typeface="Arial"/>
                <a:ea typeface="Arial"/>
                <a:cs typeface="Arial"/>
                <a:sym typeface="Arial"/>
              </a:rPr>
              <a:t>The financial way of determining this, is to use the method known as discounted cash flow (DCF)</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5"/>
          <p:cNvSpPr txBox="1"/>
          <p:nvPr>
            <p:ph type="title"/>
          </p:nvPr>
        </p:nvSpPr>
        <p:spPr>
          <a:xfrm>
            <a:off x="812800" y="609600"/>
            <a:ext cx="8463617"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DCF(Discounted cash flow)</a:t>
            </a:r>
            <a:endParaRPr/>
          </a:p>
        </p:txBody>
      </p:sp>
      <p:sp>
        <p:nvSpPr>
          <p:cNvPr id="174" name="Google Shape;174;p5"/>
          <p:cNvSpPr txBox="1"/>
          <p:nvPr>
            <p:ph idx="1" type="body"/>
          </p:nvPr>
        </p:nvSpPr>
        <p:spPr>
          <a:xfrm>
            <a:off x="812799" y="2160590"/>
            <a:ext cx="8463619"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920"/>
              <a:buChar char="►"/>
            </a:pPr>
            <a:r>
              <a:rPr b="0" i="0" lang="en-US" sz="2400">
                <a:solidFill>
                  <a:srgbClr val="111111"/>
                </a:solidFill>
                <a:latin typeface="Arial"/>
                <a:ea typeface="Arial"/>
                <a:cs typeface="Arial"/>
                <a:sym typeface="Arial"/>
              </a:rPr>
              <a:t>Discounted cash flow (DCF) is a </a:t>
            </a:r>
            <a:r>
              <a:rPr b="0" i="0" lang="en-US" sz="2400" u="sng">
                <a:solidFill>
                  <a:srgbClr val="2C40D0"/>
                </a:solidFill>
                <a:latin typeface="Arial"/>
                <a:ea typeface="Arial"/>
                <a:cs typeface="Arial"/>
                <a:sym typeface="Arial"/>
                <a:hlinkClick r:id="rId3">
                  <a:extLst>
                    <a:ext uri="{A12FA001-AC4F-418D-AE19-62706E023703}">
                      <ahyp:hlinkClr val="tx"/>
                    </a:ext>
                  </a:extLst>
                </a:hlinkClick>
              </a:rPr>
              <a:t>valuation</a:t>
            </a:r>
            <a:r>
              <a:rPr b="0" i="0" lang="en-US" sz="2400">
                <a:solidFill>
                  <a:srgbClr val="111111"/>
                </a:solidFill>
                <a:latin typeface="Arial"/>
                <a:ea typeface="Arial"/>
                <a:cs typeface="Arial"/>
                <a:sym typeface="Arial"/>
              </a:rPr>
              <a:t> method that estimates the value of an investment using its expected future </a:t>
            </a:r>
            <a:r>
              <a:rPr b="0" i="0" lang="en-US" sz="2400" u="sng">
                <a:solidFill>
                  <a:srgbClr val="2C40D0"/>
                </a:solidFill>
                <a:latin typeface="Arial"/>
                <a:ea typeface="Arial"/>
                <a:cs typeface="Arial"/>
                <a:sym typeface="Arial"/>
                <a:hlinkClick r:id="rId4">
                  <a:extLst>
                    <a:ext uri="{A12FA001-AC4F-418D-AE19-62706E023703}">
                      <ahyp:hlinkClr val="tx"/>
                    </a:ext>
                  </a:extLst>
                </a:hlinkClick>
              </a:rPr>
              <a:t>cash flows</a:t>
            </a:r>
            <a:r>
              <a:rPr b="0" i="0" lang="en-US" sz="2400">
                <a:solidFill>
                  <a:srgbClr val="111111"/>
                </a:solidFill>
                <a:latin typeface="Arial"/>
                <a:ea typeface="Arial"/>
                <a:cs typeface="Arial"/>
                <a:sym typeface="Arial"/>
              </a:rPr>
              <a:t>. Analysts use DCF to determine the </a:t>
            </a:r>
            <a:r>
              <a:rPr b="0" i="0" lang="en-US" sz="2400" u="sng">
                <a:solidFill>
                  <a:srgbClr val="2C40D0"/>
                </a:solidFill>
                <a:latin typeface="Arial"/>
                <a:ea typeface="Arial"/>
                <a:cs typeface="Arial"/>
                <a:sym typeface="Arial"/>
                <a:hlinkClick r:id="rId5">
                  <a:extLst>
                    <a:ext uri="{A12FA001-AC4F-418D-AE19-62706E023703}">
                      <ahyp:hlinkClr val="tx"/>
                    </a:ext>
                  </a:extLst>
                </a:hlinkClick>
              </a:rPr>
              <a:t>value of an investment today</a:t>
            </a:r>
            <a:r>
              <a:rPr b="0" i="0" lang="en-US" sz="2400">
                <a:solidFill>
                  <a:srgbClr val="111111"/>
                </a:solidFill>
                <a:latin typeface="Arial"/>
                <a:ea typeface="Arial"/>
                <a:cs typeface="Arial"/>
                <a:sym typeface="Arial"/>
              </a:rPr>
              <a:t>, based on projections of how much money that investment will generate in the future.</a:t>
            </a:r>
            <a:endParaRPr/>
          </a:p>
          <a:p>
            <a:pPr indent="-342900" lvl="0" marL="342900" rtl="0" algn="l">
              <a:spcBef>
                <a:spcPts val="1000"/>
              </a:spcBef>
              <a:spcAft>
                <a:spcPts val="0"/>
              </a:spcAft>
              <a:buSzPts val="1920"/>
              <a:buChar char="►"/>
            </a:pPr>
            <a:r>
              <a:rPr b="0" i="0" lang="en-US" sz="2400">
                <a:solidFill>
                  <a:srgbClr val="111111"/>
                </a:solidFill>
                <a:latin typeface="Arial"/>
                <a:ea typeface="Arial"/>
                <a:cs typeface="Arial"/>
                <a:sym typeface="Arial"/>
              </a:rPr>
              <a:t>Discounted cash flow can help investors who are considering whether to acquire a company or buy securities. Discounted cash flow analysis can also assist business owners and managers in making capital budgeting or operating expenditures decisions.</a:t>
            </a:r>
            <a:endParaRPr/>
          </a:p>
          <a:p>
            <a:pPr indent="0" lvl="0" marL="0" rtl="0" algn="l">
              <a:spcBef>
                <a:spcPts val="1000"/>
              </a:spcBef>
              <a:spcAft>
                <a:spcPts val="0"/>
              </a:spcAft>
              <a:buSzPts val="144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6"/>
          <p:cNvSpPr txBox="1"/>
          <p:nvPr>
            <p:ph type="title"/>
          </p:nvPr>
        </p:nvSpPr>
        <p:spPr>
          <a:xfrm>
            <a:off x="812800" y="609600"/>
            <a:ext cx="8463617" cy="950976"/>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DCF (discounted</a:t>
            </a:r>
            <a:r>
              <a:rPr lang="en-US"/>
              <a:t> cash flow)</a:t>
            </a:r>
            <a:endParaRPr/>
          </a:p>
        </p:txBody>
      </p:sp>
      <p:sp>
        <p:nvSpPr>
          <p:cNvPr id="180" name="Google Shape;180;p6"/>
          <p:cNvSpPr txBox="1"/>
          <p:nvPr>
            <p:ph idx="1" type="body"/>
          </p:nvPr>
        </p:nvSpPr>
        <p:spPr>
          <a:xfrm>
            <a:off x="812799" y="1828800"/>
            <a:ext cx="8463619" cy="42125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en-US"/>
              <a:t>It is important to realize that DCF is a tool that is used for many different</a:t>
            </a:r>
            <a:endParaRPr/>
          </a:p>
          <a:p>
            <a:pPr indent="0" lvl="0" marL="0" rtl="0" algn="l">
              <a:spcBef>
                <a:spcPts val="1000"/>
              </a:spcBef>
              <a:spcAft>
                <a:spcPts val="0"/>
              </a:spcAft>
              <a:buSzPts val="1440"/>
              <a:buNone/>
            </a:pPr>
            <a:r>
              <a:rPr lang="en-US"/>
              <a:t>purposes, for example:</a:t>
            </a:r>
            <a:endParaRPr/>
          </a:p>
          <a:p>
            <a:pPr indent="-342900" lvl="0" marL="342900" rtl="0" algn="l">
              <a:spcBef>
                <a:spcPts val="1000"/>
              </a:spcBef>
              <a:spcAft>
                <a:spcPts val="0"/>
              </a:spcAft>
              <a:buSzPts val="1440"/>
              <a:buChar char="►"/>
            </a:pPr>
            <a:r>
              <a:rPr lang="en-US"/>
              <a:t> by investors on the stock market to assess whether the share price of a company reflects accurately its financial prospects;</a:t>
            </a:r>
            <a:endParaRPr/>
          </a:p>
          <a:p>
            <a:pPr indent="-342900" lvl="0" marL="342900" rtl="0" algn="l">
              <a:spcBef>
                <a:spcPts val="1000"/>
              </a:spcBef>
              <a:spcAft>
                <a:spcPts val="0"/>
              </a:spcAft>
              <a:buSzPts val="1440"/>
              <a:buChar char="►"/>
            </a:pPr>
            <a:r>
              <a:rPr lang="en-US"/>
              <a:t> to assess whether it is better to purchase capital equipment or to lease it;</a:t>
            </a:r>
            <a:endParaRPr/>
          </a:p>
          <a:p>
            <a:pPr indent="-342900" lvl="0" marL="342900" rtl="0" algn="l">
              <a:spcBef>
                <a:spcPts val="1000"/>
              </a:spcBef>
              <a:spcAft>
                <a:spcPts val="0"/>
              </a:spcAft>
              <a:buSzPts val="1440"/>
              <a:buChar char="►"/>
            </a:pPr>
            <a:r>
              <a:rPr lang="en-US"/>
              <a:t> to decide which of several possible projects is the most financially appealing;</a:t>
            </a:r>
            <a:endParaRPr/>
          </a:p>
          <a:p>
            <a:pPr indent="-342900" lvl="0" marL="342900" rtl="0" algn="l">
              <a:spcBef>
                <a:spcPts val="1000"/>
              </a:spcBef>
              <a:spcAft>
                <a:spcPts val="0"/>
              </a:spcAft>
              <a:buSzPts val="1440"/>
              <a:buChar char="►"/>
            </a:pPr>
            <a:r>
              <a:rPr lang="en-US"/>
              <a:t> to decide whether a proposed capital project will be worthwhile.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5" name="Shape 185"/>
        <p:cNvGrpSpPr/>
        <p:nvPr/>
      </p:nvGrpSpPr>
      <p:grpSpPr>
        <a:xfrm>
          <a:off x="0" y="0"/>
          <a:ext cx="0" cy="0"/>
          <a:chOff x="0" y="0"/>
          <a:chExt cx="0" cy="0"/>
        </a:xfrm>
      </p:grpSpPr>
      <p:sp>
        <p:nvSpPr>
          <p:cNvPr id="186" name="Google Shape;186;p7"/>
          <p:cNvSpPr txBox="1"/>
          <p:nvPr>
            <p:ph type="title"/>
          </p:nvPr>
        </p:nvSpPr>
        <p:spPr>
          <a:xfrm>
            <a:off x="676746" y="609600"/>
            <a:ext cx="3729076" cy="13208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US"/>
              <a:t>THE TIME VALUE OF MONEY</a:t>
            </a:r>
            <a:endParaRPr/>
          </a:p>
        </p:txBody>
      </p:sp>
      <p:sp>
        <p:nvSpPr>
          <p:cNvPr id="187" name="Google Shape;187;p7"/>
          <p:cNvSpPr txBox="1"/>
          <p:nvPr>
            <p:ph idx="1" type="body"/>
          </p:nvPr>
        </p:nvSpPr>
        <p:spPr>
          <a:xfrm>
            <a:off x="685167" y="2160589"/>
            <a:ext cx="3720916" cy="3560733"/>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SzPts val="1200"/>
              <a:buChar char="►"/>
            </a:pPr>
            <a:r>
              <a:rPr b="0" i="0" lang="en-US" sz="1500">
                <a:latin typeface="Inter"/>
                <a:ea typeface="Inter"/>
                <a:cs typeface="Inter"/>
                <a:sym typeface="Inter"/>
              </a:rPr>
              <a:t>The time value of money is a basic financial concept that holds that money in the present is worth more than the same sum of money to be received in the future. </a:t>
            </a:r>
            <a:endParaRPr/>
          </a:p>
          <a:p>
            <a:pPr indent="-342900" lvl="0" marL="342900" rtl="0" algn="l">
              <a:lnSpc>
                <a:spcPct val="90000"/>
              </a:lnSpc>
              <a:spcBef>
                <a:spcPts val="1000"/>
              </a:spcBef>
              <a:spcAft>
                <a:spcPts val="0"/>
              </a:spcAft>
              <a:buSzPts val="1200"/>
              <a:buChar char="►"/>
            </a:pPr>
            <a:r>
              <a:rPr b="0" i="0" lang="en-US" sz="1500">
                <a:latin typeface="Inter"/>
                <a:ea typeface="Inter"/>
                <a:cs typeface="Inter"/>
                <a:sym typeface="Inter"/>
              </a:rPr>
              <a:t>This is true because money that you have right now can be invested and earn a return, thus creating a larger amount of money in the future. </a:t>
            </a:r>
            <a:endParaRPr/>
          </a:p>
          <a:p>
            <a:pPr indent="-342900" lvl="0" marL="342900" rtl="0" algn="l">
              <a:lnSpc>
                <a:spcPct val="90000"/>
              </a:lnSpc>
              <a:spcBef>
                <a:spcPts val="1000"/>
              </a:spcBef>
              <a:spcAft>
                <a:spcPts val="0"/>
              </a:spcAft>
              <a:buSzPts val="1200"/>
              <a:buChar char="►"/>
            </a:pPr>
            <a:r>
              <a:rPr b="0" i="0" lang="en-US" sz="1500">
                <a:latin typeface="Inter"/>
                <a:ea typeface="Inter"/>
                <a:cs typeface="Inter"/>
                <a:sym typeface="Inter"/>
              </a:rPr>
              <a:t>The time value of money is sometimes referred to as the </a:t>
            </a:r>
            <a:r>
              <a:rPr b="0" i="0" lang="en-US" sz="1500" u="sng" strike="noStrike">
                <a:solidFill>
                  <a:schemeClr val="hlink"/>
                </a:solidFill>
                <a:latin typeface="Inter"/>
                <a:ea typeface="Inter"/>
                <a:cs typeface="Inter"/>
                <a:sym typeface="Inter"/>
                <a:hlinkClick r:id="rId3"/>
              </a:rPr>
              <a:t>net present value</a:t>
            </a:r>
            <a:r>
              <a:rPr b="0" i="0" lang="en-US" sz="1500">
                <a:latin typeface="Inter"/>
                <a:ea typeface="Inter"/>
                <a:cs typeface="Inter"/>
                <a:sym typeface="Inter"/>
              </a:rPr>
              <a:t> (NPV) of money.</a:t>
            </a:r>
            <a:endParaRPr/>
          </a:p>
          <a:p>
            <a:pPr indent="0" lvl="0" marL="0" rtl="0" algn="l">
              <a:lnSpc>
                <a:spcPct val="90000"/>
              </a:lnSpc>
              <a:spcBef>
                <a:spcPts val="1000"/>
              </a:spcBef>
              <a:spcAft>
                <a:spcPts val="0"/>
              </a:spcAft>
              <a:buSzPts val="1200"/>
              <a:buNone/>
            </a:pPr>
            <a:br>
              <a:rPr lang="en-US" sz="1500"/>
            </a:br>
            <a:endParaRPr sz="1500"/>
          </a:p>
        </p:txBody>
      </p:sp>
      <p:pic>
        <p:nvPicPr>
          <p:cNvPr descr="Time Value of Money - How to Calculate the PV and FV of Money" id="188" name="Google Shape;188;p7"/>
          <p:cNvPicPr preferRelativeResize="0"/>
          <p:nvPr/>
        </p:nvPicPr>
        <p:blipFill rotWithShape="1">
          <a:blip r:embed="rId4">
            <a:alphaModFix/>
          </a:blip>
          <a:srcRect b="0" l="0" r="0" t="0"/>
          <a:stretch/>
        </p:blipFill>
        <p:spPr>
          <a:xfrm>
            <a:off x="4473924" y="1488050"/>
            <a:ext cx="5709165" cy="379659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8"/>
          <p:cNvSpPr txBox="1"/>
          <p:nvPr>
            <p:ph type="title"/>
          </p:nvPr>
        </p:nvSpPr>
        <p:spPr>
          <a:xfrm>
            <a:off x="812800" y="609600"/>
            <a:ext cx="8463617" cy="841248"/>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Purchasing vs Leasing</a:t>
            </a:r>
            <a:endParaRPr/>
          </a:p>
        </p:txBody>
      </p:sp>
      <p:sp>
        <p:nvSpPr>
          <p:cNvPr id="194" name="Google Shape;194;p8"/>
          <p:cNvSpPr txBox="1"/>
          <p:nvPr>
            <p:ph idx="1" type="body"/>
          </p:nvPr>
        </p:nvSpPr>
        <p:spPr>
          <a:xfrm>
            <a:off x="812799" y="1743456"/>
            <a:ext cx="8463619" cy="429790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en-US"/>
              <a:t>Suppose you want to get a car worth Rs.10,00,000/- and you have that amount. The car finance department offers you to lease the car providing you pay a down payment of 20% that is Rs.2,00,000/- and a monthly payment of Rs.20,000 for 5 years(60 months).</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rPr lang="en-US"/>
              <a:t>Thus, </a:t>
            </a:r>
            <a:endParaRPr/>
          </a:p>
          <a:p>
            <a:pPr indent="0" lvl="0" marL="0" rtl="0" algn="l">
              <a:spcBef>
                <a:spcPts val="1000"/>
              </a:spcBef>
              <a:spcAft>
                <a:spcPts val="0"/>
              </a:spcAft>
              <a:buSzPts val="1440"/>
              <a:buNone/>
            </a:pPr>
            <a:r>
              <a:rPr lang="en-US"/>
              <a:t>	(20,000 * 60) + 2,00,000 = 14,00,000</a:t>
            </a:r>
            <a:endParaRPr/>
          </a:p>
          <a:p>
            <a:pPr indent="0" lvl="0" marL="0" rtl="0" algn="l">
              <a:spcBef>
                <a:spcPts val="1000"/>
              </a:spcBef>
              <a:spcAft>
                <a:spcPts val="0"/>
              </a:spcAft>
              <a:buSzPts val="1440"/>
              <a:buNone/>
            </a:pPr>
            <a:r>
              <a:rPr lang="en-US"/>
              <a:t>While if you purchase it, you must pay Rs. 10,00,000/-</a:t>
            </a:r>
            <a:endParaRPr/>
          </a:p>
          <a:p>
            <a:pPr indent="0" lvl="0" marL="0" rtl="0" algn="l">
              <a:spcBef>
                <a:spcPts val="1000"/>
              </a:spcBef>
              <a:spcAft>
                <a:spcPts val="0"/>
              </a:spcAft>
              <a:buSzPts val="1440"/>
              <a:buNone/>
            </a:pPr>
            <a:r>
              <a:rPr lang="en-US"/>
              <a:t>Would you purchase the car or lease it on these terms?</a:t>
            </a:r>
            <a:endParaRPr/>
          </a:p>
          <a:p>
            <a:pPr indent="0" lvl="0" marL="0" rtl="0" algn="l">
              <a:spcBef>
                <a:spcPts val="1000"/>
              </a:spcBef>
              <a:spcAft>
                <a:spcPts val="0"/>
              </a:spcAft>
              <a:buSzPts val="144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9"/>
          <p:cNvSpPr txBox="1"/>
          <p:nvPr>
            <p:ph type="title"/>
          </p:nvPr>
        </p:nvSpPr>
        <p:spPr>
          <a:xfrm>
            <a:off x="812800" y="609600"/>
            <a:ext cx="8463617"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4400"/>
              <a:buFont typeface="Trebuchet MS"/>
              <a:buNone/>
            </a:pPr>
            <a:r>
              <a:rPr lang="en-US" sz="4400"/>
              <a:t>Interest Rate</a:t>
            </a:r>
            <a:endParaRPr/>
          </a:p>
        </p:txBody>
      </p:sp>
      <p:sp>
        <p:nvSpPr>
          <p:cNvPr id="200" name="Google Shape;200;p9"/>
          <p:cNvSpPr txBox="1"/>
          <p:nvPr>
            <p:ph idx="1" type="body"/>
          </p:nvPr>
        </p:nvSpPr>
        <p:spPr>
          <a:xfrm>
            <a:off x="812799" y="2160590"/>
            <a:ext cx="8463619" cy="388077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920"/>
              <a:buNone/>
            </a:pPr>
            <a:r>
              <a:rPr lang="en-US" sz="2400"/>
              <a:t>Suppose you put your Rs.10,00,000/- in the bank provided the bank gives you an interest of 10% per annum</a:t>
            </a:r>
            <a:endParaRPr/>
          </a:p>
          <a:p>
            <a:pPr indent="0" lvl="0" marL="0" rtl="0" algn="l">
              <a:spcBef>
                <a:spcPts val="1000"/>
              </a:spcBef>
              <a:spcAft>
                <a:spcPts val="0"/>
              </a:spcAft>
              <a:buSzPts val="1920"/>
              <a:buNone/>
            </a:pPr>
            <a:r>
              <a:t/>
            </a:r>
            <a:endParaRPr sz="2400"/>
          </a:p>
          <a:p>
            <a:pPr indent="0" lvl="0" marL="0" rtl="0" algn="l">
              <a:spcBef>
                <a:spcPts val="1000"/>
              </a:spcBef>
              <a:spcAft>
                <a:spcPts val="0"/>
              </a:spcAft>
              <a:buSzPts val="1920"/>
              <a:buNone/>
            </a:pPr>
            <a:r>
              <a:rPr lang="en-US" sz="2400"/>
              <a:t>Thus </a:t>
            </a:r>
            <a:endParaRPr/>
          </a:p>
          <a:p>
            <a:pPr indent="0" lvl="0" marL="0" rtl="0" algn="l">
              <a:spcBef>
                <a:spcPts val="1000"/>
              </a:spcBef>
              <a:spcAft>
                <a:spcPts val="0"/>
              </a:spcAft>
              <a:buSzPts val="1920"/>
              <a:buNone/>
            </a:pPr>
            <a:r>
              <a:rPr lang="en-US" sz="2400"/>
              <a:t>		(10/100) * 10,00,000 = 100,000 per annum</a:t>
            </a:r>
            <a:endParaRPr/>
          </a:p>
          <a:p>
            <a:pPr indent="0" lvl="0" marL="0" rtl="0" algn="l">
              <a:spcBef>
                <a:spcPts val="1000"/>
              </a:spcBef>
              <a:spcAft>
                <a:spcPts val="0"/>
              </a:spcAft>
              <a:buSzPts val="144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0"/>
          <p:cNvSpPr txBox="1"/>
          <p:nvPr>
            <p:ph type="title"/>
          </p:nvPr>
        </p:nvSpPr>
        <p:spPr>
          <a:xfrm>
            <a:off x="812800" y="609600"/>
            <a:ext cx="8463617"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Discount factor</a:t>
            </a:r>
            <a:endParaRPr/>
          </a:p>
        </p:txBody>
      </p:sp>
      <p:sp>
        <p:nvSpPr>
          <p:cNvPr id="206" name="Google Shape;206;p10"/>
          <p:cNvSpPr txBox="1"/>
          <p:nvPr>
            <p:ph idx="1" type="body"/>
          </p:nvPr>
        </p:nvSpPr>
        <p:spPr>
          <a:xfrm>
            <a:off x="812799" y="2160590"/>
            <a:ext cx="8463619" cy="388077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en-US"/>
              <a:t>In general, if the interest rate is r (expressed as a fraction such as 0.03, not a percentage), then the present value of a sum of money X due in t years time is:</a:t>
            </a:r>
            <a:endParaRPr/>
          </a:p>
          <a:p>
            <a:pPr indent="0" lvl="0" marL="0" rtl="0" algn="l">
              <a:spcBef>
                <a:spcPts val="1000"/>
              </a:spcBef>
              <a:spcAft>
                <a:spcPts val="0"/>
              </a:spcAft>
              <a:buSzPts val="1920"/>
              <a:buNone/>
            </a:pPr>
            <a:r>
              <a:rPr lang="en-US" sz="2400"/>
              <a:t>	X ÷ (1 + </a:t>
            </a:r>
            <a:r>
              <a:rPr i="1" lang="en-US" sz="2400"/>
              <a:t>r</a:t>
            </a:r>
            <a:r>
              <a:rPr lang="en-US" sz="2400"/>
              <a:t>)</a:t>
            </a:r>
            <a:r>
              <a:rPr baseline="30000" i="1" lang="en-US" sz="2400"/>
              <a:t>t  </a:t>
            </a:r>
            <a:r>
              <a:rPr i="1" lang="en-US" sz="2400"/>
              <a:t>       OR</a:t>
            </a:r>
            <a:endParaRPr sz="2400"/>
          </a:p>
          <a:p>
            <a:pPr indent="0" lvl="0" marL="0" rtl="0" algn="l">
              <a:spcBef>
                <a:spcPts val="1000"/>
              </a:spcBef>
              <a:spcAft>
                <a:spcPts val="0"/>
              </a:spcAft>
              <a:buSzPts val="1440"/>
              <a:buNone/>
            </a:pPr>
            <a:r>
              <a:t/>
            </a:r>
            <a:endParaRPr i="1"/>
          </a:p>
          <a:p>
            <a:pPr indent="0" lvl="0" marL="0" rtl="0" algn="l">
              <a:spcBef>
                <a:spcPts val="1000"/>
              </a:spcBef>
              <a:spcAft>
                <a:spcPts val="0"/>
              </a:spcAft>
              <a:buSzPts val="1440"/>
              <a:buNone/>
            </a:pPr>
            <a:r>
              <a:t/>
            </a:r>
            <a:endParaRPr i="1"/>
          </a:p>
          <a:p>
            <a:pPr indent="0" lvl="0" marL="0" rtl="0" algn="l">
              <a:spcBef>
                <a:spcPts val="1000"/>
              </a:spcBef>
              <a:spcAft>
                <a:spcPts val="0"/>
              </a:spcAft>
              <a:buSzPts val="1440"/>
              <a:buNone/>
            </a:pPr>
            <a:r>
              <a:rPr lang="en-US"/>
              <a:t>	The quantity 1 ÷ (1 + </a:t>
            </a:r>
            <a:r>
              <a:rPr i="1" lang="en-US"/>
              <a:t>r</a:t>
            </a:r>
            <a:r>
              <a:rPr lang="en-US"/>
              <a:t>)</a:t>
            </a:r>
            <a:r>
              <a:rPr baseline="30000" i="1" lang="en-US"/>
              <a:t>t</a:t>
            </a:r>
            <a:r>
              <a:rPr i="1" lang="en-US"/>
              <a:t> </a:t>
            </a:r>
            <a:r>
              <a:rPr lang="en-US"/>
              <a:t>is known as the </a:t>
            </a:r>
            <a:r>
              <a:rPr i="1" lang="en-US"/>
              <a:t>discount factor</a:t>
            </a:r>
            <a:r>
              <a:rPr lang="en-US"/>
              <a:t>.</a:t>
            </a:r>
            <a:endParaRPr/>
          </a:p>
        </p:txBody>
      </p:sp>
      <p:pic>
        <p:nvPicPr>
          <p:cNvPr id="207" name="Google Shape;207;p10"/>
          <p:cNvPicPr preferRelativeResize="0"/>
          <p:nvPr/>
        </p:nvPicPr>
        <p:blipFill rotWithShape="1">
          <a:blip r:embed="rId3">
            <a:alphaModFix/>
          </a:blip>
          <a:srcRect b="0" l="0" r="0" t="0"/>
          <a:stretch/>
        </p:blipFill>
        <p:spPr>
          <a:xfrm>
            <a:off x="4485719" y="2823080"/>
            <a:ext cx="1117778" cy="76849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
                                        </p:tgtEl>
                                        <p:attrNameLst>
                                          <p:attrName>style.visibility</p:attrName>
                                        </p:attrNameLst>
                                      </p:cBhvr>
                                      <p:to>
                                        <p:strVal val="visible"/>
                                      </p:to>
                                    </p:set>
                                    <p:animEffect filter="fade" transition="in">
                                      <p:cBhvr>
                                        <p:cTn dur="1000"/>
                                        <p:tgtEl>
                                          <p:spTgt spid="2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pic>
        <p:nvPicPr>
          <p:cNvPr id="212" name="Google Shape;212;p11"/>
          <p:cNvPicPr preferRelativeResize="0"/>
          <p:nvPr/>
        </p:nvPicPr>
        <p:blipFill rotWithShape="1">
          <a:blip r:embed="rId3">
            <a:alphaModFix/>
          </a:blip>
          <a:srcRect b="0" l="0" r="0" t="0"/>
          <a:stretch/>
        </p:blipFill>
        <p:spPr>
          <a:xfrm>
            <a:off x="622256" y="916714"/>
            <a:ext cx="9458325" cy="50768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2"/>
          <p:cNvSpPr txBox="1"/>
          <p:nvPr>
            <p:ph type="title"/>
          </p:nvPr>
        </p:nvSpPr>
        <p:spPr>
          <a:xfrm>
            <a:off x="812800" y="609600"/>
            <a:ext cx="8463617"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Calculating values from DCF table</a:t>
            </a:r>
            <a:endParaRPr/>
          </a:p>
        </p:txBody>
      </p:sp>
      <p:sp>
        <p:nvSpPr>
          <p:cNvPr id="218" name="Google Shape;218;p12"/>
          <p:cNvSpPr txBox="1"/>
          <p:nvPr>
            <p:ph idx="1" type="body"/>
          </p:nvPr>
        </p:nvSpPr>
        <p:spPr>
          <a:xfrm>
            <a:off x="812799" y="2160590"/>
            <a:ext cx="8463619"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560"/>
              <a:buChar char="►"/>
            </a:pPr>
            <a:r>
              <a:rPr lang="en-US" sz="3200"/>
              <a:t>The discount</a:t>
            </a:r>
            <a:r>
              <a:rPr lang="en-US" sz="3200"/>
              <a:t> factor for a discount rate of 8 </a:t>
            </a:r>
            <a:r>
              <a:rPr lang="en-US" sz="3200"/>
              <a:t>percent</a:t>
            </a:r>
            <a:r>
              <a:rPr lang="en-US" sz="3200"/>
              <a:t> over a period of four years is 0.7350. This means that, if the discount rate is 8 </a:t>
            </a:r>
            <a:r>
              <a:rPr lang="en-US" sz="3200"/>
              <a:t>percent,</a:t>
            </a:r>
            <a:r>
              <a:rPr lang="en-US" sz="3200"/>
              <a:t> the present value of a sum of £1,000 payable in four </a:t>
            </a:r>
            <a:r>
              <a:rPr lang="en-US" sz="3200"/>
              <a:t>years'</a:t>
            </a:r>
            <a:r>
              <a:rPr lang="en-US" sz="3200"/>
              <a:t> time is </a:t>
            </a:r>
            <a:endParaRPr/>
          </a:p>
          <a:p>
            <a:pPr indent="0" lvl="0" marL="0" rtl="0" algn="l">
              <a:spcBef>
                <a:spcPts val="1000"/>
              </a:spcBef>
              <a:spcAft>
                <a:spcPts val="0"/>
              </a:spcAft>
              <a:buSzPts val="2560"/>
              <a:buNone/>
            </a:pPr>
            <a:r>
              <a:rPr lang="en-US" sz="3200"/>
              <a:t>    £1000 × 0.7350 = £735.</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3"/>
          <p:cNvSpPr txBox="1"/>
          <p:nvPr>
            <p:ph idx="1" type="body"/>
          </p:nvPr>
        </p:nvSpPr>
        <p:spPr>
          <a:xfrm>
            <a:off x="1055395" y="1325341"/>
            <a:ext cx="8463619" cy="5332236"/>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SzPts val="2240"/>
              <a:buNone/>
            </a:pPr>
            <a:r>
              <a:rPr lang="en-US" sz="2800">
                <a:solidFill>
                  <a:schemeClr val="dk1"/>
                </a:solidFill>
              </a:rPr>
              <a:t>A new van will cost £10,000. There will be annual costs of £500 for insurance and £150 for road tax. The cost of maintenance is estimated to be £200 in each of the first two years, £300 in year 3, £400 in year 4 and £500 in y</a:t>
            </a:r>
            <a:r>
              <a:rPr lang="en-US" sz="2800">
                <a:solidFill>
                  <a:schemeClr val="dk1"/>
                </a:solidFill>
              </a:rPr>
              <a:t>ear 5. </a:t>
            </a:r>
            <a:endParaRPr/>
          </a:p>
          <a:p>
            <a:pPr indent="0" lvl="0" marL="0" rtl="0" algn="just">
              <a:spcBef>
                <a:spcPts val="1000"/>
              </a:spcBef>
              <a:spcAft>
                <a:spcPts val="0"/>
              </a:spcAft>
              <a:buSzPts val="2240"/>
              <a:buNone/>
            </a:pPr>
            <a:r>
              <a:rPr lang="en-US" sz="2800">
                <a:solidFill>
                  <a:schemeClr val="dk1"/>
                </a:solidFill>
              </a:rPr>
              <a:t>At the end of the fifth year, it is expected that the van will be sold for around £2,000. The interest rate that the company pays on its borrowings is 10 percent.</a:t>
            </a:r>
            <a:endParaRPr sz="2800"/>
          </a:p>
        </p:txBody>
      </p:sp>
      <p:sp>
        <p:nvSpPr>
          <p:cNvPr id="224" name="Google Shape;224;p13"/>
          <p:cNvSpPr txBox="1"/>
          <p:nvPr>
            <p:ph type="title"/>
          </p:nvPr>
        </p:nvSpPr>
        <p:spPr>
          <a:xfrm>
            <a:off x="812800" y="200165"/>
            <a:ext cx="8463617"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Example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4"/>
          <p:cNvSpPr txBox="1"/>
          <p:nvPr>
            <p:ph idx="1" type="body"/>
          </p:nvPr>
        </p:nvSpPr>
        <p:spPr>
          <a:xfrm>
            <a:off x="744560" y="1924333"/>
            <a:ext cx="8463619" cy="430810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920"/>
              <a:buNone/>
            </a:pPr>
            <a:r>
              <a:rPr lang="en-US" sz="2400">
                <a:solidFill>
                  <a:schemeClr val="dk1"/>
                </a:solidFill>
              </a:rPr>
              <a:t>Van hire costs £35 per </a:t>
            </a:r>
            <a:r>
              <a:rPr lang="en-US" sz="2400">
                <a:solidFill>
                  <a:schemeClr val="dk1"/>
                </a:solidFill>
              </a:rPr>
              <a:t>day,</a:t>
            </a:r>
            <a:r>
              <a:rPr lang="en-US" sz="2400">
                <a:solidFill>
                  <a:schemeClr val="dk1"/>
                </a:solidFill>
              </a:rPr>
              <a:t> and it hires a van for about 100 days a year. All the costs are subject to inflation, which is judged to be around 5 </a:t>
            </a:r>
            <a:r>
              <a:rPr lang="en-US" sz="2400">
                <a:solidFill>
                  <a:schemeClr val="dk1"/>
                </a:solidFill>
              </a:rPr>
              <a:t>percent</a:t>
            </a:r>
            <a:r>
              <a:rPr lang="en-US" sz="2400">
                <a:solidFill>
                  <a:schemeClr val="dk1"/>
                </a:solidFill>
              </a:rPr>
              <a:t> over the period, but the resale value of the van is the cash figure expected at the</a:t>
            </a:r>
            <a:endParaRPr/>
          </a:p>
          <a:p>
            <a:pPr indent="0" lvl="0" marL="0" rtl="0" algn="l">
              <a:spcBef>
                <a:spcPts val="1000"/>
              </a:spcBef>
              <a:spcAft>
                <a:spcPts val="0"/>
              </a:spcAft>
              <a:buSzPts val="1920"/>
              <a:buNone/>
            </a:pPr>
            <a:r>
              <a:rPr lang="en-US" sz="2400">
                <a:solidFill>
                  <a:schemeClr val="dk1"/>
                </a:solidFill>
              </a:rPr>
              <a:t>time.</a:t>
            </a:r>
            <a:endParaRPr/>
          </a:p>
          <a:p>
            <a:pPr indent="0" lvl="0" marL="0" rtl="0" algn="l">
              <a:spcBef>
                <a:spcPts val="1000"/>
              </a:spcBef>
              <a:spcAft>
                <a:spcPts val="0"/>
              </a:spcAft>
              <a:buSzPts val="1920"/>
              <a:buNone/>
            </a:pPr>
            <a:r>
              <a:t/>
            </a:r>
            <a:endParaRPr sz="2400">
              <a:solidFill>
                <a:schemeClr val="dk1"/>
              </a:solidFill>
            </a:endParaRPr>
          </a:p>
          <a:p>
            <a:pPr indent="-251459" lvl="0" marL="342900" rtl="0" algn="l">
              <a:spcBef>
                <a:spcPts val="1000"/>
              </a:spcBef>
              <a:spcAft>
                <a:spcPts val="0"/>
              </a:spcAft>
              <a:buSzPts val="1440"/>
              <a:buNone/>
            </a:pPr>
            <a:r>
              <a:t/>
            </a:r>
            <a:endParaRPr/>
          </a:p>
        </p:txBody>
      </p:sp>
      <p:sp>
        <p:nvSpPr>
          <p:cNvPr id="231" name="Google Shape;231;p14"/>
          <p:cNvSpPr txBox="1"/>
          <p:nvPr>
            <p:ph type="title"/>
          </p:nvPr>
        </p:nvSpPr>
        <p:spPr>
          <a:xfrm>
            <a:off x="812800" y="691486"/>
            <a:ext cx="8463617" cy="959895"/>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If the van is </a:t>
            </a:r>
            <a:r>
              <a:rPr lang="en-US"/>
              <a:t>hired (rented)</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pic>
        <p:nvPicPr>
          <p:cNvPr id="237" name="Google Shape;237;p15"/>
          <p:cNvPicPr preferRelativeResize="0"/>
          <p:nvPr/>
        </p:nvPicPr>
        <p:blipFill rotWithShape="1">
          <a:blip r:embed="rId3">
            <a:alphaModFix/>
          </a:blip>
          <a:srcRect b="0" l="0" r="0" t="0"/>
          <a:stretch/>
        </p:blipFill>
        <p:spPr>
          <a:xfrm>
            <a:off x="1125852" y="928688"/>
            <a:ext cx="9391650" cy="50006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6"/>
          <p:cNvSpPr txBox="1"/>
          <p:nvPr>
            <p:ph type="title"/>
          </p:nvPr>
        </p:nvSpPr>
        <p:spPr>
          <a:xfrm>
            <a:off x="812800" y="609600"/>
            <a:ext cx="8463617"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US"/>
              <a:t>Cost of capital</a:t>
            </a:r>
            <a:endParaRPr/>
          </a:p>
        </p:txBody>
      </p:sp>
      <p:sp>
        <p:nvSpPr>
          <p:cNvPr id="243" name="Google Shape;243;p16"/>
          <p:cNvSpPr txBox="1"/>
          <p:nvPr>
            <p:ph idx="1" type="body"/>
          </p:nvPr>
        </p:nvSpPr>
        <p:spPr>
          <a:xfrm>
            <a:off x="812799" y="1593274"/>
            <a:ext cx="8816110" cy="444809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760"/>
              <a:buChar char="►"/>
            </a:pPr>
            <a:r>
              <a:rPr i="1" lang="en-US" sz="2200"/>
              <a:t>Even if the company has the cash available to buy the van outright, there is still a cost because the company will lose the income it could have received by investing the money somewhere else, in a suitable interest-bearing account. Such a cost is known as an </a:t>
            </a:r>
            <a:r>
              <a:rPr i="1" lang="en-US" sz="2200">
                <a:highlight>
                  <a:srgbClr val="FFFF00"/>
                </a:highlight>
              </a:rPr>
              <a:t>opportunity cost</a:t>
            </a:r>
            <a:r>
              <a:rPr i="1" lang="en-US" sz="2200"/>
              <a:t>.</a:t>
            </a:r>
            <a:endParaRPr/>
          </a:p>
          <a:p>
            <a:pPr indent="-342900" lvl="0" marL="342900" rtl="0" algn="l">
              <a:spcBef>
                <a:spcPts val="1000"/>
              </a:spcBef>
              <a:spcAft>
                <a:spcPts val="0"/>
              </a:spcAft>
              <a:buSzPts val="1760"/>
              <a:buChar char="►"/>
            </a:pPr>
            <a:r>
              <a:rPr i="1" lang="en-US" sz="2200"/>
              <a:t>Opportunity cost is the cost of the investment/opportunity you miss out on over the cost of the investment/opportunity you choose. </a:t>
            </a:r>
            <a:endParaRPr/>
          </a:p>
          <a:p>
            <a:pPr indent="-342900" lvl="0" marL="342900" rtl="0" algn="l">
              <a:spcBef>
                <a:spcPts val="1000"/>
              </a:spcBef>
              <a:spcAft>
                <a:spcPts val="0"/>
              </a:spcAft>
              <a:buSzPts val="1760"/>
              <a:buChar char="►"/>
            </a:pPr>
            <a:r>
              <a:rPr i="1" lang="en-US" sz="2200"/>
              <a:t>If the company can pay cash for the van, this is the interest rate it would be appropriate to use in the DCF analysis.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7"/>
          <p:cNvSpPr txBox="1"/>
          <p:nvPr>
            <p:ph type="title"/>
          </p:nvPr>
        </p:nvSpPr>
        <p:spPr>
          <a:xfrm>
            <a:off x="812800" y="609600"/>
            <a:ext cx="8463617"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US"/>
              <a:t>Inflation</a:t>
            </a:r>
            <a:endParaRPr/>
          </a:p>
        </p:txBody>
      </p:sp>
      <p:sp>
        <p:nvSpPr>
          <p:cNvPr id="250" name="Google Shape;250;p17"/>
          <p:cNvSpPr txBox="1"/>
          <p:nvPr>
            <p:ph idx="1" type="body"/>
          </p:nvPr>
        </p:nvSpPr>
        <p:spPr>
          <a:xfrm>
            <a:off x="812799" y="2160590"/>
            <a:ext cx="8463619"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240"/>
              <a:buChar char="►"/>
            </a:pPr>
            <a:r>
              <a:rPr lang="en-US" sz="2800"/>
              <a:t>Inflation in a financial context means the fall in the value of money over time.</a:t>
            </a:r>
            <a:endParaRPr/>
          </a:p>
          <a:p>
            <a:pPr indent="-342900" lvl="0" marL="342900" rtl="0" algn="l">
              <a:spcBef>
                <a:spcPts val="1000"/>
              </a:spcBef>
              <a:spcAft>
                <a:spcPts val="0"/>
              </a:spcAft>
              <a:buSzPts val="2240"/>
              <a:buChar char="►"/>
            </a:pPr>
            <a:r>
              <a:rPr lang="en-US" sz="2800"/>
              <a:t>It is usually expressed as an annual percentage. Thus, for example, an inflation rate of 5 per cent means that in a year’s time goods that today cost £100 will cost £105. In two years, they will cost £100 × 1.05 × 1.05 = £110.25.</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8"/>
          <p:cNvSpPr txBox="1"/>
          <p:nvPr>
            <p:ph type="title"/>
          </p:nvPr>
        </p:nvSpPr>
        <p:spPr>
          <a:xfrm>
            <a:off x="812800" y="609600"/>
            <a:ext cx="8463617"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US"/>
              <a:t>Handling Inflation</a:t>
            </a:r>
            <a:endParaRPr/>
          </a:p>
        </p:txBody>
      </p:sp>
      <p:sp>
        <p:nvSpPr>
          <p:cNvPr id="256" name="Google Shape;256;p18"/>
          <p:cNvSpPr txBox="1"/>
          <p:nvPr>
            <p:ph idx="1" type="body"/>
          </p:nvPr>
        </p:nvSpPr>
        <p:spPr>
          <a:xfrm>
            <a:off x="812799" y="1717964"/>
            <a:ext cx="8996219" cy="432339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920"/>
              <a:buChar char="►"/>
            </a:pPr>
            <a:r>
              <a:rPr lang="en-US" sz="2400"/>
              <a:t>Initially estimate all costs in today’s money. </a:t>
            </a:r>
            <a:endParaRPr/>
          </a:p>
          <a:p>
            <a:pPr indent="-342900" lvl="0" marL="342900" rtl="0" algn="l">
              <a:spcBef>
                <a:spcPts val="1000"/>
              </a:spcBef>
              <a:spcAft>
                <a:spcPts val="0"/>
              </a:spcAft>
              <a:buSzPts val="1920"/>
              <a:buChar char="►"/>
            </a:pPr>
            <a:r>
              <a:rPr lang="en-US" sz="2400"/>
              <a:t>Then estimate an inflation rate of 5 </a:t>
            </a:r>
            <a:r>
              <a:rPr lang="en-US" sz="2400"/>
              <a:t>percent</a:t>
            </a:r>
            <a:r>
              <a:rPr lang="en-US" sz="2400"/>
              <a:t> and </a:t>
            </a:r>
            <a:r>
              <a:rPr lang="en-US" sz="2400"/>
              <a:t>adjust</a:t>
            </a:r>
            <a:r>
              <a:rPr lang="en-US" sz="2400"/>
              <a:t> the cash flows for future years to take this into account. </a:t>
            </a:r>
            <a:endParaRPr/>
          </a:p>
          <a:p>
            <a:pPr indent="-342900" lvl="0" marL="342900" rtl="0" algn="l">
              <a:spcBef>
                <a:spcPts val="1000"/>
              </a:spcBef>
              <a:spcAft>
                <a:spcPts val="0"/>
              </a:spcAft>
              <a:buSzPts val="1920"/>
              <a:buChar char="►"/>
            </a:pPr>
            <a:r>
              <a:rPr lang="en-US" sz="2400"/>
              <a:t>Used the ‘monetary’ rate of interest rather than the ‘real’ rate. </a:t>
            </a:r>
            <a:endParaRPr/>
          </a:p>
          <a:p>
            <a:pPr indent="-342900" lvl="0" marL="342900" rtl="0" algn="l">
              <a:spcBef>
                <a:spcPts val="1000"/>
              </a:spcBef>
              <a:spcAft>
                <a:spcPts val="0"/>
              </a:spcAft>
              <a:buSzPts val="1920"/>
              <a:buChar char="►"/>
            </a:pPr>
            <a:r>
              <a:rPr lang="en-US" sz="2400"/>
              <a:t>In normal economic conditions this is the simplest way to carry out a DCF analysis.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9"/>
          <p:cNvSpPr txBox="1"/>
          <p:nvPr>
            <p:ph type="title"/>
          </p:nvPr>
        </p:nvSpPr>
        <p:spPr>
          <a:xfrm>
            <a:off x="812800" y="609600"/>
            <a:ext cx="8463617"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Software House</a:t>
            </a:r>
            <a:r>
              <a:rPr lang="en-US"/>
              <a:t>—Example</a:t>
            </a:r>
            <a:endParaRPr/>
          </a:p>
        </p:txBody>
      </p:sp>
      <p:sp>
        <p:nvSpPr>
          <p:cNvPr id="262" name="Google Shape;262;p19"/>
          <p:cNvSpPr txBox="1"/>
          <p:nvPr>
            <p:ph idx="1" type="body"/>
          </p:nvPr>
        </p:nvSpPr>
        <p:spPr>
          <a:xfrm>
            <a:off x="697746" y="1550990"/>
            <a:ext cx="9523897" cy="469741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SzPts val="1760"/>
              <a:buNone/>
            </a:pPr>
            <a:r>
              <a:rPr lang="en-US" sz="2200"/>
              <a:t>Consider a company that is assessing a proposal for the development of a software product. It is estimated that three people will be required for development in the first year and a further person and a half in the second year; suitable staff cost £35,000 per year, including the employer’s pension and national insurance costs. The product will be released in the second year. After the second year, maintenance is expected to require one person</a:t>
            </a:r>
            <a:r>
              <a:rPr lang="en-US" sz="2200"/>
              <a:t> full-time.</a:t>
            </a:r>
            <a:r>
              <a:rPr lang="en-US" sz="2200"/>
              <a:t> Sales and marketing costs are estimated to be £10,000 in the first year, rising to £20,000 for each of the next four years.</a:t>
            </a:r>
            <a:endParaRPr/>
          </a:p>
          <a:p>
            <a:pPr indent="0" lvl="0" marL="0" rtl="0" algn="just">
              <a:spcBef>
                <a:spcPts val="1000"/>
              </a:spcBef>
              <a:spcAft>
                <a:spcPts val="0"/>
              </a:spcAft>
              <a:buSzPts val="1760"/>
              <a:buNone/>
            </a:pPr>
            <a:r>
              <a:rPr lang="en-US" sz="2200"/>
              <a:t>The product itself is a fairly high-value but specialized product. It is expected that about 100 copies will be sold over this period, at around £5,000 a copy.</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id="267" name="Google Shape;267;p20"/>
          <p:cNvPicPr preferRelativeResize="0"/>
          <p:nvPr/>
        </p:nvPicPr>
        <p:blipFill rotWithShape="1">
          <a:blip r:embed="rId3">
            <a:alphaModFix/>
          </a:blip>
          <a:srcRect b="0" l="0" r="0" t="0"/>
          <a:stretch/>
        </p:blipFill>
        <p:spPr>
          <a:xfrm>
            <a:off x="942152" y="939293"/>
            <a:ext cx="10386841" cy="502418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1"/>
          <p:cNvSpPr txBox="1"/>
          <p:nvPr>
            <p:ph type="title"/>
          </p:nvPr>
        </p:nvSpPr>
        <p:spPr>
          <a:xfrm>
            <a:off x="812800" y="609600"/>
            <a:ext cx="8463617"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US"/>
              <a:t>PITFALLS OF DCF</a:t>
            </a:r>
            <a:endParaRPr/>
          </a:p>
        </p:txBody>
      </p:sp>
      <p:sp>
        <p:nvSpPr>
          <p:cNvPr id="273" name="Google Shape;273;p21"/>
          <p:cNvSpPr txBox="1"/>
          <p:nvPr>
            <p:ph idx="1" type="body"/>
          </p:nvPr>
        </p:nvSpPr>
        <p:spPr>
          <a:xfrm>
            <a:off x="812799" y="1468582"/>
            <a:ext cx="9287165" cy="457278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en-US"/>
              <a:t>DCF analysis to assess a proposal for developing a software product, as the sources of uncertainty are very much greater. Although an NPV of £52,993 and an IRR of 23 </a:t>
            </a:r>
            <a:r>
              <a:rPr lang="en-US"/>
              <a:t>percent</a:t>
            </a:r>
            <a:r>
              <a:rPr lang="en-US"/>
              <a:t> look attractive,</a:t>
            </a:r>
            <a:endParaRPr/>
          </a:p>
          <a:p>
            <a:pPr indent="0" lvl="0" marL="0" rtl="0" algn="l">
              <a:spcBef>
                <a:spcPts val="1000"/>
              </a:spcBef>
              <a:spcAft>
                <a:spcPts val="0"/>
              </a:spcAft>
              <a:buSzPts val="1440"/>
              <a:buNone/>
            </a:pPr>
            <a:r>
              <a:rPr lang="en-US"/>
              <a:t>we must consider that:</a:t>
            </a:r>
            <a:endParaRPr/>
          </a:p>
          <a:p>
            <a:pPr indent="-342900" lvl="0" marL="342900" rtl="0" algn="l">
              <a:spcBef>
                <a:spcPts val="1000"/>
              </a:spcBef>
              <a:spcAft>
                <a:spcPts val="0"/>
              </a:spcAft>
              <a:buSzPts val="1440"/>
              <a:buChar char="►"/>
            </a:pPr>
            <a:r>
              <a:rPr lang="en-US"/>
              <a:t>Most</a:t>
            </a:r>
            <a:r>
              <a:rPr lang="en-US"/>
              <a:t> software projects take more effort than expected;</a:t>
            </a:r>
            <a:endParaRPr/>
          </a:p>
          <a:p>
            <a:pPr indent="-342900" lvl="0" marL="342900" rtl="0" algn="l">
              <a:spcBef>
                <a:spcPts val="1000"/>
              </a:spcBef>
              <a:spcAft>
                <a:spcPts val="0"/>
              </a:spcAft>
              <a:buSzPts val="1440"/>
              <a:buChar char="►"/>
            </a:pPr>
            <a:r>
              <a:rPr lang="en-US"/>
              <a:t> most software doesn’t work very well when it’s first released;</a:t>
            </a:r>
            <a:endParaRPr/>
          </a:p>
          <a:p>
            <a:pPr indent="-342900" lvl="0" marL="342900" rtl="0" algn="l">
              <a:spcBef>
                <a:spcPts val="1000"/>
              </a:spcBef>
              <a:spcAft>
                <a:spcPts val="0"/>
              </a:spcAft>
              <a:buSzPts val="1440"/>
              <a:buChar char="►"/>
            </a:pPr>
            <a:r>
              <a:rPr lang="en-US"/>
              <a:t> we may not manage to sell as many copies as we expected;</a:t>
            </a:r>
            <a:endParaRPr/>
          </a:p>
          <a:p>
            <a:pPr indent="-342900" lvl="0" marL="342900" rtl="0" algn="l">
              <a:spcBef>
                <a:spcPts val="1000"/>
              </a:spcBef>
              <a:spcAft>
                <a:spcPts val="0"/>
              </a:spcAft>
              <a:buSzPts val="1440"/>
              <a:buChar char="►"/>
            </a:pPr>
            <a:r>
              <a:rPr lang="en-US"/>
              <a:t> there is a considerable risk that a competitor will launch a similar product before ours is ready.</a:t>
            </a:r>
            <a:endParaRPr/>
          </a:p>
          <a:p>
            <a:pPr indent="0" lvl="0" marL="0" rtl="0" algn="l">
              <a:spcBef>
                <a:spcPts val="1000"/>
              </a:spcBef>
              <a:spcAft>
                <a:spcPts val="0"/>
              </a:spcAft>
              <a:buSzPts val="1440"/>
              <a:buNone/>
            </a:pPr>
            <a:r>
              <a:rPr lang="en-US"/>
              <a:t>The way is to carry out a series of DCF analyses with different estimates of the cash</a:t>
            </a:r>
            <a:endParaRPr/>
          </a:p>
          <a:p>
            <a:pPr indent="0" lvl="0" marL="0" rtl="0" algn="l">
              <a:spcBef>
                <a:spcPts val="1000"/>
              </a:spcBef>
              <a:spcAft>
                <a:spcPts val="0"/>
              </a:spcAft>
              <a:buSzPts val="1440"/>
              <a:buNone/>
            </a:pPr>
            <a:r>
              <a:rPr lang="en-US"/>
              <a:t>flows and the discount rate and see how the results change.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2015-09-07T04:32:31Z</dcterms:created>
  <dc:creator>SHAHAR BANO</dc:creator>
</cp:coreProperties>
</file>