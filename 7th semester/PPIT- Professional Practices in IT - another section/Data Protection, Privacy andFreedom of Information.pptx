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7010400" cy="9296400"/>
  <p:embeddedFontLst>
    <p:embeddedFont>
      <p:font typeface="Corbel"/>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7" roundtripDataSignature="AMtx7mg8TpewzmZxvv/+S9tIyQywNYTT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orbel-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orbel-italic.fntdata"/><Relationship Id="rId12" Type="http://schemas.openxmlformats.org/officeDocument/2006/relationships/slide" Target="slides/slide7.xml"/><Relationship Id="rId34" Type="http://schemas.openxmlformats.org/officeDocument/2006/relationships/font" Target="fonts/Corbel-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Corbel-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25" y="4415775"/>
            <a:ext cx="5608300" cy="41833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0: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3: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5: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7: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8: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9: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9: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0: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0: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1: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2: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2: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3: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3: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4: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5: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6: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7: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2" name="Shape 12"/>
        <p:cNvGrpSpPr/>
        <p:nvPr/>
      </p:nvGrpSpPr>
      <p:grpSpPr>
        <a:xfrm>
          <a:off x="0" y="0"/>
          <a:ext cx="0" cy="0"/>
          <a:chOff x="0" y="0"/>
          <a:chExt cx="0" cy="0"/>
        </a:xfrm>
      </p:grpSpPr>
      <p:sp>
        <p:nvSpPr>
          <p:cNvPr id="13" name="Google Shape;13;p29"/>
          <p:cNvSpPr/>
          <p:nvPr/>
        </p:nvSpPr>
        <p:spPr>
          <a:xfrm>
            <a:off x="-6843" y="2059012"/>
            <a:ext cx="12195668" cy="1828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9"/>
          <p:cNvSpPr txBox="1"/>
          <p:nvPr>
            <p:ph type="ctrTitle"/>
          </p:nvPr>
        </p:nvSpPr>
        <p:spPr>
          <a:xfrm>
            <a:off x="365759" y="2166364"/>
            <a:ext cx="11471565" cy="1739347"/>
          </a:xfrm>
          <a:prstGeom prst="rect">
            <a:avLst/>
          </a:prstGeom>
          <a:noFill/>
          <a:ln>
            <a:noFill/>
          </a:ln>
        </p:spPr>
        <p:txBody>
          <a:bodyPr anchorCtr="0" anchor="ctr" bIns="45700" lIns="91425" spcFirstLastPara="1" rIns="91425" wrap="square" tIns="45700">
            <a:normAutofit/>
          </a:bodyPr>
          <a:lstStyle>
            <a:lvl1pPr lvl="0" algn="ctr">
              <a:lnSpc>
                <a:spcPct val="80000"/>
              </a:lnSpc>
              <a:spcBef>
                <a:spcPts val="0"/>
              </a:spcBef>
              <a:spcAft>
                <a:spcPts val="0"/>
              </a:spcAft>
              <a:buClr>
                <a:schemeClr val="dk2"/>
              </a:buClr>
              <a:buSzPts val="6000"/>
              <a:buFont typeface="Corbe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9"/>
          <p:cNvSpPr txBox="1"/>
          <p:nvPr>
            <p:ph idx="1" type="subTitle"/>
          </p:nvPr>
        </p:nvSpPr>
        <p:spPr>
          <a:xfrm>
            <a:off x="1524000" y="3996250"/>
            <a:ext cx="9144000" cy="1309255"/>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200"/>
              </a:spcBef>
              <a:spcAft>
                <a:spcPts val="0"/>
              </a:spcAft>
              <a:buSzPts val="2000"/>
              <a:buNone/>
              <a:defRPr sz="2000"/>
            </a:lvl1pPr>
            <a:lvl2pPr lvl="1" algn="ctr">
              <a:lnSpc>
                <a:spcPct val="90000"/>
              </a:lnSpc>
              <a:spcBef>
                <a:spcPts val="200"/>
              </a:spcBef>
              <a:spcAft>
                <a:spcPts val="0"/>
              </a:spcAft>
              <a:buSzPts val="2000"/>
              <a:buNone/>
              <a:defRPr sz="2000"/>
            </a:lvl2pPr>
            <a:lvl3pPr lvl="2" algn="ctr">
              <a:lnSpc>
                <a:spcPct val="90000"/>
              </a:lnSpc>
              <a:spcBef>
                <a:spcPts val="400"/>
              </a:spcBef>
              <a:spcAft>
                <a:spcPts val="0"/>
              </a:spcAft>
              <a:buSzPts val="2000"/>
              <a:buNone/>
              <a:defRPr sz="20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6" name="Google Shape;16;p29"/>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9"/>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9"/>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rgbClr val="90C226"/>
              </a:buClr>
              <a:buSzPts val="900"/>
              <a:buFont typeface="Trebuchet MS"/>
              <a:buNone/>
              <a:defRPr/>
            </a:lvl1pPr>
            <a:lvl2pPr indent="0" lvl="1" marL="0" marR="0" algn="r">
              <a:lnSpc>
                <a:spcPct val="100000"/>
              </a:lnSpc>
              <a:spcBef>
                <a:spcPts val="0"/>
              </a:spcBef>
              <a:spcAft>
                <a:spcPts val="0"/>
              </a:spcAft>
              <a:buClr>
                <a:srgbClr val="90C226"/>
              </a:buClr>
              <a:buSzPts val="900"/>
              <a:buFont typeface="Trebuchet MS"/>
              <a:buNone/>
              <a:defRPr/>
            </a:lvl2pPr>
            <a:lvl3pPr indent="0" lvl="2" marL="0" marR="0" algn="r">
              <a:lnSpc>
                <a:spcPct val="100000"/>
              </a:lnSpc>
              <a:spcBef>
                <a:spcPts val="0"/>
              </a:spcBef>
              <a:spcAft>
                <a:spcPts val="0"/>
              </a:spcAft>
              <a:buClr>
                <a:srgbClr val="90C226"/>
              </a:buClr>
              <a:buSzPts val="900"/>
              <a:buFont typeface="Trebuchet MS"/>
              <a:buNone/>
              <a:defRPr/>
            </a:lvl3pPr>
            <a:lvl4pPr indent="0" lvl="3" marL="0" marR="0" algn="r">
              <a:lnSpc>
                <a:spcPct val="100000"/>
              </a:lnSpc>
              <a:spcBef>
                <a:spcPts val="0"/>
              </a:spcBef>
              <a:spcAft>
                <a:spcPts val="0"/>
              </a:spcAft>
              <a:buClr>
                <a:srgbClr val="90C226"/>
              </a:buClr>
              <a:buSzPts val="900"/>
              <a:buFont typeface="Trebuchet MS"/>
              <a:buNone/>
              <a:defRPr/>
            </a:lvl4pPr>
            <a:lvl5pPr indent="0" lvl="4" marL="0" marR="0" algn="r">
              <a:lnSpc>
                <a:spcPct val="100000"/>
              </a:lnSpc>
              <a:spcBef>
                <a:spcPts val="0"/>
              </a:spcBef>
              <a:spcAft>
                <a:spcPts val="0"/>
              </a:spcAft>
              <a:buClr>
                <a:srgbClr val="90C226"/>
              </a:buClr>
              <a:buSzPts val="900"/>
              <a:buFont typeface="Trebuchet MS"/>
              <a:buNone/>
              <a:defRPr/>
            </a:lvl5pPr>
            <a:lvl6pPr indent="0" lvl="5" marL="0" marR="0" algn="r">
              <a:lnSpc>
                <a:spcPct val="100000"/>
              </a:lnSpc>
              <a:spcBef>
                <a:spcPts val="0"/>
              </a:spcBef>
              <a:spcAft>
                <a:spcPts val="0"/>
              </a:spcAft>
              <a:buClr>
                <a:srgbClr val="90C226"/>
              </a:buClr>
              <a:buSzPts val="900"/>
              <a:buFont typeface="Trebuchet MS"/>
              <a:buNone/>
              <a:defRPr/>
            </a:lvl6pPr>
            <a:lvl7pPr indent="0" lvl="6" marL="0" marR="0" algn="r">
              <a:lnSpc>
                <a:spcPct val="100000"/>
              </a:lnSpc>
              <a:spcBef>
                <a:spcPts val="0"/>
              </a:spcBef>
              <a:spcAft>
                <a:spcPts val="0"/>
              </a:spcAft>
              <a:buClr>
                <a:srgbClr val="90C226"/>
              </a:buClr>
              <a:buSzPts val="900"/>
              <a:buFont typeface="Trebuchet MS"/>
              <a:buNone/>
              <a:defRPr/>
            </a:lvl7pPr>
            <a:lvl8pPr indent="0" lvl="7" marL="0" marR="0" algn="r">
              <a:lnSpc>
                <a:spcPct val="100000"/>
              </a:lnSpc>
              <a:spcBef>
                <a:spcPts val="0"/>
              </a:spcBef>
              <a:spcAft>
                <a:spcPts val="0"/>
              </a:spcAft>
              <a:buClr>
                <a:srgbClr val="90C226"/>
              </a:buClr>
              <a:buSzPts val="900"/>
              <a:buFont typeface="Trebuchet MS"/>
              <a:buNone/>
              <a:defRPr/>
            </a:lvl8pPr>
            <a:lvl9pPr indent="0" lvl="8" marL="0" marR="0" algn="r">
              <a:lnSpc>
                <a:spcPct val="100000"/>
              </a:lnSpc>
              <a:spcBef>
                <a:spcPts val="0"/>
              </a:spcBef>
              <a:spcAft>
                <a:spcPts val="0"/>
              </a:spcAft>
              <a:buClr>
                <a:srgbClr val="90C226"/>
              </a:buClr>
              <a:buSzPts val="9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0"/>
          <p:cNvSpPr txBox="1"/>
          <p:nvPr>
            <p:ph type="title"/>
          </p:nvPr>
        </p:nvSpPr>
        <p:spPr>
          <a:xfrm>
            <a:off x="1202919" y="284176"/>
            <a:ext cx="9784080" cy="150876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0"/>
          <p:cNvSpPr txBox="1"/>
          <p:nvPr>
            <p:ph idx="1" type="body"/>
          </p:nvPr>
        </p:nvSpPr>
        <p:spPr>
          <a:xfrm>
            <a:off x="1202919" y="2011680"/>
            <a:ext cx="9784080" cy="420624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2" name="Google Shape;22;p30"/>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0"/>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0"/>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rgbClr val="90C226"/>
              </a:buClr>
              <a:buSzPts val="900"/>
              <a:buFont typeface="Trebuchet MS"/>
              <a:buNone/>
              <a:defRPr/>
            </a:lvl1pPr>
            <a:lvl2pPr indent="0" lvl="1" marL="0" marR="0" algn="r">
              <a:lnSpc>
                <a:spcPct val="100000"/>
              </a:lnSpc>
              <a:spcBef>
                <a:spcPts val="0"/>
              </a:spcBef>
              <a:spcAft>
                <a:spcPts val="0"/>
              </a:spcAft>
              <a:buClr>
                <a:srgbClr val="90C226"/>
              </a:buClr>
              <a:buSzPts val="900"/>
              <a:buFont typeface="Trebuchet MS"/>
              <a:buNone/>
              <a:defRPr/>
            </a:lvl2pPr>
            <a:lvl3pPr indent="0" lvl="2" marL="0" marR="0" algn="r">
              <a:lnSpc>
                <a:spcPct val="100000"/>
              </a:lnSpc>
              <a:spcBef>
                <a:spcPts val="0"/>
              </a:spcBef>
              <a:spcAft>
                <a:spcPts val="0"/>
              </a:spcAft>
              <a:buClr>
                <a:srgbClr val="90C226"/>
              </a:buClr>
              <a:buSzPts val="900"/>
              <a:buFont typeface="Trebuchet MS"/>
              <a:buNone/>
              <a:defRPr/>
            </a:lvl3pPr>
            <a:lvl4pPr indent="0" lvl="3" marL="0" marR="0" algn="r">
              <a:lnSpc>
                <a:spcPct val="100000"/>
              </a:lnSpc>
              <a:spcBef>
                <a:spcPts val="0"/>
              </a:spcBef>
              <a:spcAft>
                <a:spcPts val="0"/>
              </a:spcAft>
              <a:buClr>
                <a:srgbClr val="90C226"/>
              </a:buClr>
              <a:buSzPts val="900"/>
              <a:buFont typeface="Trebuchet MS"/>
              <a:buNone/>
              <a:defRPr/>
            </a:lvl4pPr>
            <a:lvl5pPr indent="0" lvl="4" marL="0" marR="0" algn="r">
              <a:lnSpc>
                <a:spcPct val="100000"/>
              </a:lnSpc>
              <a:spcBef>
                <a:spcPts val="0"/>
              </a:spcBef>
              <a:spcAft>
                <a:spcPts val="0"/>
              </a:spcAft>
              <a:buClr>
                <a:srgbClr val="90C226"/>
              </a:buClr>
              <a:buSzPts val="900"/>
              <a:buFont typeface="Trebuchet MS"/>
              <a:buNone/>
              <a:defRPr/>
            </a:lvl5pPr>
            <a:lvl6pPr indent="0" lvl="5" marL="0" marR="0" algn="r">
              <a:lnSpc>
                <a:spcPct val="100000"/>
              </a:lnSpc>
              <a:spcBef>
                <a:spcPts val="0"/>
              </a:spcBef>
              <a:spcAft>
                <a:spcPts val="0"/>
              </a:spcAft>
              <a:buClr>
                <a:srgbClr val="90C226"/>
              </a:buClr>
              <a:buSzPts val="900"/>
              <a:buFont typeface="Trebuchet MS"/>
              <a:buNone/>
              <a:defRPr/>
            </a:lvl6pPr>
            <a:lvl7pPr indent="0" lvl="6" marL="0" marR="0" algn="r">
              <a:lnSpc>
                <a:spcPct val="100000"/>
              </a:lnSpc>
              <a:spcBef>
                <a:spcPts val="0"/>
              </a:spcBef>
              <a:spcAft>
                <a:spcPts val="0"/>
              </a:spcAft>
              <a:buClr>
                <a:srgbClr val="90C226"/>
              </a:buClr>
              <a:buSzPts val="900"/>
              <a:buFont typeface="Trebuchet MS"/>
              <a:buNone/>
              <a:defRPr/>
            </a:lvl7pPr>
            <a:lvl8pPr indent="0" lvl="7" marL="0" marR="0" algn="r">
              <a:lnSpc>
                <a:spcPct val="100000"/>
              </a:lnSpc>
              <a:spcBef>
                <a:spcPts val="0"/>
              </a:spcBef>
              <a:spcAft>
                <a:spcPts val="0"/>
              </a:spcAft>
              <a:buClr>
                <a:srgbClr val="90C226"/>
              </a:buClr>
              <a:buSzPts val="900"/>
              <a:buFont typeface="Trebuchet MS"/>
              <a:buNone/>
              <a:defRPr/>
            </a:lvl8pPr>
            <a:lvl9pPr indent="0" lvl="8" marL="0" marR="0" algn="r">
              <a:lnSpc>
                <a:spcPct val="100000"/>
              </a:lnSpc>
              <a:spcBef>
                <a:spcPts val="0"/>
              </a:spcBef>
              <a:spcAft>
                <a:spcPts val="0"/>
              </a:spcAft>
              <a:buClr>
                <a:srgbClr val="90C226"/>
              </a:buClr>
              <a:buSzPts val="9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25" name="Shape 25"/>
        <p:cNvGrpSpPr/>
        <p:nvPr/>
      </p:nvGrpSpPr>
      <p:grpSpPr>
        <a:xfrm>
          <a:off x="0" y="0"/>
          <a:ext cx="0" cy="0"/>
          <a:chOff x="0" y="0"/>
          <a:chExt cx="0" cy="0"/>
        </a:xfrm>
      </p:grpSpPr>
      <p:sp>
        <p:nvSpPr>
          <p:cNvPr id="26" name="Google Shape;26;p31"/>
          <p:cNvSpPr/>
          <p:nvPr/>
        </p:nvSpPr>
        <p:spPr>
          <a:xfrm>
            <a:off x="-6843" y="2059012"/>
            <a:ext cx="12195668" cy="1828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1"/>
          <p:cNvSpPr txBox="1"/>
          <p:nvPr>
            <p:ph type="title"/>
          </p:nvPr>
        </p:nvSpPr>
        <p:spPr>
          <a:xfrm>
            <a:off x="833191" y="2208879"/>
            <a:ext cx="10515600" cy="1676400"/>
          </a:xfrm>
          <a:prstGeom prst="rect">
            <a:avLst/>
          </a:prstGeom>
          <a:noFill/>
          <a:ln>
            <a:noFill/>
          </a:ln>
        </p:spPr>
        <p:txBody>
          <a:bodyPr anchorCtr="0" anchor="ctr" bIns="45700" lIns="91425" spcFirstLastPara="1" rIns="91425" wrap="square" tIns="45700">
            <a:noAutofit/>
          </a:bodyPr>
          <a:lstStyle>
            <a:lvl1pPr lvl="0" algn="ctr">
              <a:lnSpc>
                <a:spcPct val="80000"/>
              </a:lnSpc>
              <a:spcBef>
                <a:spcPts val="0"/>
              </a:spcBef>
              <a:spcAft>
                <a:spcPts val="0"/>
              </a:spcAft>
              <a:buClr>
                <a:schemeClr val="lt1"/>
              </a:buClr>
              <a:buSzPts val="6000"/>
              <a:buFont typeface="Corbel"/>
              <a:buNone/>
              <a:defRPr b="0"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1"/>
          <p:cNvSpPr txBox="1"/>
          <p:nvPr>
            <p:ph idx="1" type="body"/>
          </p:nvPr>
        </p:nvSpPr>
        <p:spPr>
          <a:xfrm>
            <a:off x="833191" y="4010334"/>
            <a:ext cx="10515600" cy="1174639"/>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200"/>
              </a:spcBef>
              <a:spcAft>
                <a:spcPts val="0"/>
              </a:spcAft>
              <a:buSzPts val="2000"/>
              <a:buNone/>
              <a:defRPr sz="2000">
                <a:solidFill>
                  <a:schemeClr val="dk2"/>
                </a:solidFill>
              </a:defRPr>
            </a:lvl1pPr>
            <a:lvl2pPr indent="-228600" lvl="1" marL="914400" algn="l">
              <a:lnSpc>
                <a:spcPct val="90000"/>
              </a:lnSpc>
              <a:spcBef>
                <a:spcPts val="200"/>
              </a:spcBef>
              <a:spcAft>
                <a:spcPts val="0"/>
              </a:spcAft>
              <a:buSzPts val="1800"/>
              <a:buNone/>
              <a:defRPr sz="1800">
                <a:solidFill>
                  <a:srgbClr val="8C8C8C"/>
                </a:solidFill>
              </a:defRPr>
            </a:lvl2pPr>
            <a:lvl3pPr indent="-228600" lvl="2" marL="1371600" algn="l">
              <a:lnSpc>
                <a:spcPct val="90000"/>
              </a:lnSpc>
              <a:spcBef>
                <a:spcPts val="400"/>
              </a:spcBef>
              <a:spcAft>
                <a:spcPts val="0"/>
              </a:spcAft>
              <a:buSzPts val="1600"/>
              <a:buNone/>
              <a:defRPr sz="1600">
                <a:solidFill>
                  <a:srgbClr val="8C8C8C"/>
                </a:solidFill>
              </a:defRPr>
            </a:lvl3pPr>
            <a:lvl4pPr indent="-228600" lvl="3" marL="1828800" algn="l">
              <a:lnSpc>
                <a:spcPct val="90000"/>
              </a:lnSpc>
              <a:spcBef>
                <a:spcPts val="400"/>
              </a:spcBef>
              <a:spcAft>
                <a:spcPts val="0"/>
              </a:spcAft>
              <a:buSzPts val="1400"/>
              <a:buNone/>
              <a:defRPr sz="1400">
                <a:solidFill>
                  <a:srgbClr val="8C8C8C"/>
                </a:solidFill>
              </a:defRPr>
            </a:lvl4pPr>
            <a:lvl5pPr indent="-228600" lvl="4" marL="2286000" algn="l">
              <a:lnSpc>
                <a:spcPct val="90000"/>
              </a:lnSpc>
              <a:spcBef>
                <a:spcPts val="400"/>
              </a:spcBef>
              <a:spcAft>
                <a:spcPts val="0"/>
              </a:spcAft>
              <a:buSzPts val="1400"/>
              <a:buNone/>
              <a:defRPr sz="1400">
                <a:solidFill>
                  <a:srgbClr val="8C8C8C"/>
                </a:solidFill>
              </a:defRPr>
            </a:lvl5pPr>
            <a:lvl6pPr indent="-228600" lvl="5" marL="2743200" algn="l">
              <a:lnSpc>
                <a:spcPct val="90000"/>
              </a:lnSpc>
              <a:spcBef>
                <a:spcPts val="400"/>
              </a:spcBef>
              <a:spcAft>
                <a:spcPts val="0"/>
              </a:spcAft>
              <a:buSzPts val="1400"/>
              <a:buNone/>
              <a:defRPr sz="1400">
                <a:solidFill>
                  <a:srgbClr val="8C8C8C"/>
                </a:solidFill>
              </a:defRPr>
            </a:lvl6pPr>
            <a:lvl7pPr indent="-228600" lvl="6" marL="3200400" algn="l">
              <a:lnSpc>
                <a:spcPct val="90000"/>
              </a:lnSpc>
              <a:spcBef>
                <a:spcPts val="400"/>
              </a:spcBef>
              <a:spcAft>
                <a:spcPts val="0"/>
              </a:spcAft>
              <a:buSzPts val="1400"/>
              <a:buNone/>
              <a:defRPr sz="1400">
                <a:solidFill>
                  <a:srgbClr val="8C8C8C"/>
                </a:solidFill>
              </a:defRPr>
            </a:lvl7pPr>
            <a:lvl8pPr indent="-228600" lvl="7" marL="3657600" algn="l">
              <a:lnSpc>
                <a:spcPct val="90000"/>
              </a:lnSpc>
              <a:spcBef>
                <a:spcPts val="400"/>
              </a:spcBef>
              <a:spcAft>
                <a:spcPts val="0"/>
              </a:spcAft>
              <a:buSzPts val="1400"/>
              <a:buNone/>
              <a:defRPr sz="1400">
                <a:solidFill>
                  <a:srgbClr val="8C8C8C"/>
                </a:solidFill>
              </a:defRPr>
            </a:lvl8pPr>
            <a:lvl9pPr indent="-228600" lvl="8" marL="4114800" algn="l">
              <a:lnSpc>
                <a:spcPct val="90000"/>
              </a:lnSpc>
              <a:spcBef>
                <a:spcPts val="400"/>
              </a:spcBef>
              <a:spcAft>
                <a:spcPts val="400"/>
              </a:spcAft>
              <a:buSzPts val="1400"/>
              <a:buNone/>
              <a:defRPr sz="1400">
                <a:solidFill>
                  <a:srgbClr val="8C8C8C"/>
                </a:solidFill>
              </a:defRPr>
            </a:lvl9pPr>
          </a:lstStyle>
          <a:p/>
        </p:txBody>
      </p:sp>
      <p:sp>
        <p:nvSpPr>
          <p:cNvPr id="29" name="Google Shape;29;p31"/>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1"/>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chemeClr val="dk2"/>
              </a:buClr>
              <a:buSzPts val="1200"/>
              <a:buFont typeface="Corbel"/>
              <a:buNone/>
              <a:defRPr b="0" sz="1200">
                <a:solidFill>
                  <a:schemeClr val="dk2"/>
                </a:solidFill>
                <a:latin typeface="Corbel"/>
                <a:ea typeface="Corbel"/>
                <a:cs typeface="Corbel"/>
                <a:sym typeface="Corbel"/>
              </a:defRPr>
            </a:lvl1pPr>
            <a:lvl2pPr indent="0" lvl="1" marL="0" marR="0" algn="r">
              <a:lnSpc>
                <a:spcPct val="100000"/>
              </a:lnSpc>
              <a:spcBef>
                <a:spcPts val="0"/>
              </a:spcBef>
              <a:spcAft>
                <a:spcPts val="0"/>
              </a:spcAft>
              <a:buClr>
                <a:schemeClr val="dk2"/>
              </a:buClr>
              <a:buSzPts val="1200"/>
              <a:buFont typeface="Corbel"/>
              <a:buNone/>
              <a:defRPr b="0" sz="1200">
                <a:solidFill>
                  <a:schemeClr val="dk2"/>
                </a:solidFill>
                <a:latin typeface="Corbel"/>
                <a:ea typeface="Corbel"/>
                <a:cs typeface="Corbel"/>
                <a:sym typeface="Corbel"/>
              </a:defRPr>
            </a:lvl2pPr>
            <a:lvl3pPr indent="0" lvl="2" marL="0" marR="0" algn="r">
              <a:lnSpc>
                <a:spcPct val="100000"/>
              </a:lnSpc>
              <a:spcBef>
                <a:spcPts val="0"/>
              </a:spcBef>
              <a:spcAft>
                <a:spcPts val="0"/>
              </a:spcAft>
              <a:buClr>
                <a:schemeClr val="dk2"/>
              </a:buClr>
              <a:buSzPts val="1200"/>
              <a:buFont typeface="Corbel"/>
              <a:buNone/>
              <a:defRPr b="0" sz="1200">
                <a:solidFill>
                  <a:schemeClr val="dk2"/>
                </a:solidFill>
                <a:latin typeface="Corbel"/>
                <a:ea typeface="Corbel"/>
                <a:cs typeface="Corbel"/>
                <a:sym typeface="Corbel"/>
              </a:defRPr>
            </a:lvl3pPr>
            <a:lvl4pPr indent="0" lvl="3" marL="0" marR="0" algn="r">
              <a:lnSpc>
                <a:spcPct val="100000"/>
              </a:lnSpc>
              <a:spcBef>
                <a:spcPts val="0"/>
              </a:spcBef>
              <a:spcAft>
                <a:spcPts val="0"/>
              </a:spcAft>
              <a:buClr>
                <a:schemeClr val="dk2"/>
              </a:buClr>
              <a:buSzPts val="1200"/>
              <a:buFont typeface="Corbel"/>
              <a:buNone/>
              <a:defRPr b="0" sz="1200">
                <a:solidFill>
                  <a:schemeClr val="dk2"/>
                </a:solidFill>
                <a:latin typeface="Corbel"/>
                <a:ea typeface="Corbel"/>
                <a:cs typeface="Corbel"/>
                <a:sym typeface="Corbel"/>
              </a:defRPr>
            </a:lvl4pPr>
            <a:lvl5pPr indent="0" lvl="4" marL="0" marR="0" algn="r">
              <a:lnSpc>
                <a:spcPct val="100000"/>
              </a:lnSpc>
              <a:spcBef>
                <a:spcPts val="0"/>
              </a:spcBef>
              <a:spcAft>
                <a:spcPts val="0"/>
              </a:spcAft>
              <a:buClr>
                <a:schemeClr val="dk2"/>
              </a:buClr>
              <a:buSzPts val="1200"/>
              <a:buFont typeface="Corbel"/>
              <a:buNone/>
              <a:defRPr b="0" sz="1200">
                <a:solidFill>
                  <a:schemeClr val="dk2"/>
                </a:solidFill>
                <a:latin typeface="Corbel"/>
                <a:ea typeface="Corbel"/>
                <a:cs typeface="Corbel"/>
                <a:sym typeface="Corbel"/>
              </a:defRPr>
            </a:lvl5pPr>
            <a:lvl6pPr indent="0" lvl="5" marL="0" marR="0" algn="r">
              <a:lnSpc>
                <a:spcPct val="100000"/>
              </a:lnSpc>
              <a:spcBef>
                <a:spcPts val="0"/>
              </a:spcBef>
              <a:spcAft>
                <a:spcPts val="0"/>
              </a:spcAft>
              <a:buClr>
                <a:schemeClr val="dk2"/>
              </a:buClr>
              <a:buSzPts val="1200"/>
              <a:buFont typeface="Corbel"/>
              <a:buNone/>
              <a:defRPr b="0" sz="1200">
                <a:solidFill>
                  <a:schemeClr val="dk2"/>
                </a:solidFill>
                <a:latin typeface="Corbel"/>
                <a:ea typeface="Corbel"/>
                <a:cs typeface="Corbel"/>
                <a:sym typeface="Corbel"/>
              </a:defRPr>
            </a:lvl6pPr>
            <a:lvl7pPr indent="0" lvl="6" marL="0" marR="0" algn="r">
              <a:lnSpc>
                <a:spcPct val="100000"/>
              </a:lnSpc>
              <a:spcBef>
                <a:spcPts val="0"/>
              </a:spcBef>
              <a:spcAft>
                <a:spcPts val="0"/>
              </a:spcAft>
              <a:buClr>
                <a:schemeClr val="dk2"/>
              </a:buClr>
              <a:buSzPts val="1200"/>
              <a:buFont typeface="Corbel"/>
              <a:buNone/>
              <a:defRPr b="0" sz="1200">
                <a:solidFill>
                  <a:schemeClr val="dk2"/>
                </a:solidFill>
                <a:latin typeface="Corbel"/>
                <a:ea typeface="Corbel"/>
                <a:cs typeface="Corbel"/>
                <a:sym typeface="Corbel"/>
              </a:defRPr>
            </a:lvl7pPr>
            <a:lvl8pPr indent="0" lvl="7" marL="0" marR="0" algn="r">
              <a:lnSpc>
                <a:spcPct val="100000"/>
              </a:lnSpc>
              <a:spcBef>
                <a:spcPts val="0"/>
              </a:spcBef>
              <a:spcAft>
                <a:spcPts val="0"/>
              </a:spcAft>
              <a:buClr>
                <a:schemeClr val="dk2"/>
              </a:buClr>
              <a:buSzPts val="1200"/>
              <a:buFont typeface="Corbel"/>
              <a:buNone/>
              <a:defRPr b="0" sz="1200">
                <a:solidFill>
                  <a:schemeClr val="dk2"/>
                </a:solidFill>
                <a:latin typeface="Corbel"/>
                <a:ea typeface="Corbel"/>
                <a:cs typeface="Corbel"/>
                <a:sym typeface="Corbel"/>
              </a:defRPr>
            </a:lvl8pPr>
            <a:lvl9pPr indent="0" lvl="8" marL="0" marR="0" algn="r">
              <a:lnSpc>
                <a:spcPct val="100000"/>
              </a:lnSpc>
              <a:spcBef>
                <a:spcPts val="0"/>
              </a:spcBef>
              <a:spcAft>
                <a:spcPts val="0"/>
              </a:spcAft>
              <a:buClr>
                <a:schemeClr val="dk2"/>
              </a:buClr>
              <a:buSzPts val="1200"/>
              <a:buFont typeface="Corbel"/>
              <a:buNone/>
              <a:defRPr b="0" sz="1200">
                <a:solidFill>
                  <a:schemeClr val="dk2"/>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32"/>
          <p:cNvSpPr txBox="1"/>
          <p:nvPr>
            <p:ph type="title"/>
          </p:nvPr>
        </p:nvSpPr>
        <p:spPr>
          <a:xfrm>
            <a:off x="1202919" y="284176"/>
            <a:ext cx="9784080" cy="150876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2"/>
          <p:cNvSpPr txBox="1"/>
          <p:nvPr>
            <p:ph idx="1" type="body"/>
          </p:nvPr>
        </p:nvSpPr>
        <p:spPr>
          <a:xfrm>
            <a:off x="1205344" y="2011680"/>
            <a:ext cx="4754880" cy="4206240"/>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1200"/>
              </a:spcBef>
              <a:spcAft>
                <a:spcPts val="0"/>
              </a:spcAft>
              <a:buSzPts val="2200"/>
              <a:buChar char="▪"/>
              <a:defRPr sz="2200"/>
            </a:lvl1pPr>
            <a:lvl2pPr indent="-355600" lvl="1" marL="914400" algn="l">
              <a:lnSpc>
                <a:spcPct val="90000"/>
              </a:lnSpc>
              <a:spcBef>
                <a:spcPts val="200"/>
              </a:spcBef>
              <a:spcAft>
                <a:spcPts val="0"/>
              </a:spcAft>
              <a:buSzPts val="2000"/>
              <a:buChar char="▪"/>
              <a:defRPr sz="2000"/>
            </a:lvl2pPr>
            <a:lvl3pPr indent="-342900" lvl="2" marL="1371600" algn="l">
              <a:lnSpc>
                <a:spcPct val="90000"/>
              </a:lnSpc>
              <a:spcBef>
                <a:spcPts val="400"/>
              </a:spcBef>
              <a:spcAft>
                <a:spcPts val="0"/>
              </a:spcAft>
              <a:buSzPts val="1800"/>
              <a:buChar char="▪"/>
              <a:defRPr sz="18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35" name="Google Shape;35;p32"/>
          <p:cNvSpPr txBox="1"/>
          <p:nvPr>
            <p:ph idx="2" type="body"/>
          </p:nvPr>
        </p:nvSpPr>
        <p:spPr>
          <a:xfrm>
            <a:off x="6230391" y="2011680"/>
            <a:ext cx="4754880" cy="4206240"/>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1200"/>
              </a:spcBef>
              <a:spcAft>
                <a:spcPts val="0"/>
              </a:spcAft>
              <a:buSzPts val="2200"/>
              <a:buChar char="▪"/>
              <a:defRPr sz="2200"/>
            </a:lvl1pPr>
            <a:lvl2pPr indent="-355600" lvl="1" marL="914400" algn="l">
              <a:lnSpc>
                <a:spcPct val="90000"/>
              </a:lnSpc>
              <a:spcBef>
                <a:spcPts val="200"/>
              </a:spcBef>
              <a:spcAft>
                <a:spcPts val="0"/>
              </a:spcAft>
              <a:buSzPts val="2000"/>
              <a:buChar char="▪"/>
              <a:defRPr sz="2000"/>
            </a:lvl2pPr>
            <a:lvl3pPr indent="-342900" lvl="2" marL="1371600" algn="l">
              <a:lnSpc>
                <a:spcPct val="90000"/>
              </a:lnSpc>
              <a:spcBef>
                <a:spcPts val="400"/>
              </a:spcBef>
              <a:spcAft>
                <a:spcPts val="0"/>
              </a:spcAft>
              <a:buSzPts val="1800"/>
              <a:buChar char="▪"/>
              <a:defRPr sz="18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36" name="Google Shape;36;p32"/>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2"/>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rgbClr val="90C226"/>
              </a:buClr>
              <a:buSzPts val="900"/>
              <a:buFont typeface="Trebuchet MS"/>
              <a:buNone/>
              <a:defRPr/>
            </a:lvl1pPr>
            <a:lvl2pPr indent="0" lvl="1" marL="0" marR="0" algn="r">
              <a:lnSpc>
                <a:spcPct val="100000"/>
              </a:lnSpc>
              <a:spcBef>
                <a:spcPts val="0"/>
              </a:spcBef>
              <a:spcAft>
                <a:spcPts val="0"/>
              </a:spcAft>
              <a:buClr>
                <a:srgbClr val="90C226"/>
              </a:buClr>
              <a:buSzPts val="900"/>
              <a:buFont typeface="Trebuchet MS"/>
              <a:buNone/>
              <a:defRPr/>
            </a:lvl2pPr>
            <a:lvl3pPr indent="0" lvl="2" marL="0" marR="0" algn="r">
              <a:lnSpc>
                <a:spcPct val="100000"/>
              </a:lnSpc>
              <a:spcBef>
                <a:spcPts val="0"/>
              </a:spcBef>
              <a:spcAft>
                <a:spcPts val="0"/>
              </a:spcAft>
              <a:buClr>
                <a:srgbClr val="90C226"/>
              </a:buClr>
              <a:buSzPts val="900"/>
              <a:buFont typeface="Trebuchet MS"/>
              <a:buNone/>
              <a:defRPr/>
            </a:lvl3pPr>
            <a:lvl4pPr indent="0" lvl="3" marL="0" marR="0" algn="r">
              <a:lnSpc>
                <a:spcPct val="100000"/>
              </a:lnSpc>
              <a:spcBef>
                <a:spcPts val="0"/>
              </a:spcBef>
              <a:spcAft>
                <a:spcPts val="0"/>
              </a:spcAft>
              <a:buClr>
                <a:srgbClr val="90C226"/>
              </a:buClr>
              <a:buSzPts val="900"/>
              <a:buFont typeface="Trebuchet MS"/>
              <a:buNone/>
              <a:defRPr/>
            </a:lvl4pPr>
            <a:lvl5pPr indent="0" lvl="4" marL="0" marR="0" algn="r">
              <a:lnSpc>
                <a:spcPct val="100000"/>
              </a:lnSpc>
              <a:spcBef>
                <a:spcPts val="0"/>
              </a:spcBef>
              <a:spcAft>
                <a:spcPts val="0"/>
              </a:spcAft>
              <a:buClr>
                <a:srgbClr val="90C226"/>
              </a:buClr>
              <a:buSzPts val="900"/>
              <a:buFont typeface="Trebuchet MS"/>
              <a:buNone/>
              <a:defRPr/>
            </a:lvl5pPr>
            <a:lvl6pPr indent="0" lvl="5" marL="0" marR="0" algn="r">
              <a:lnSpc>
                <a:spcPct val="100000"/>
              </a:lnSpc>
              <a:spcBef>
                <a:spcPts val="0"/>
              </a:spcBef>
              <a:spcAft>
                <a:spcPts val="0"/>
              </a:spcAft>
              <a:buClr>
                <a:srgbClr val="90C226"/>
              </a:buClr>
              <a:buSzPts val="900"/>
              <a:buFont typeface="Trebuchet MS"/>
              <a:buNone/>
              <a:defRPr/>
            </a:lvl6pPr>
            <a:lvl7pPr indent="0" lvl="6" marL="0" marR="0" algn="r">
              <a:lnSpc>
                <a:spcPct val="100000"/>
              </a:lnSpc>
              <a:spcBef>
                <a:spcPts val="0"/>
              </a:spcBef>
              <a:spcAft>
                <a:spcPts val="0"/>
              </a:spcAft>
              <a:buClr>
                <a:srgbClr val="90C226"/>
              </a:buClr>
              <a:buSzPts val="900"/>
              <a:buFont typeface="Trebuchet MS"/>
              <a:buNone/>
              <a:defRPr/>
            </a:lvl7pPr>
            <a:lvl8pPr indent="0" lvl="7" marL="0" marR="0" algn="r">
              <a:lnSpc>
                <a:spcPct val="100000"/>
              </a:lnSpc>
              <a:spcBef>
                <a:spcPts val="0"/>
              </a:spcBef>
              <a:spcAft>
                <a:spcPts val="0"/>
              </a:spcAft>
              <a:buClr>
                <a:srgbClr val="90C226"/>
              </a:buClr>
              <a:buSzPts val="900"/>
              <a:buFont typeface="Trebuchet MS"/>
              <a:buNone/>
              <a:defRPr/>
            </a:lvl8pPr>
            <a:lvl9pPr indent="0" lvl="8" marL="0" marR="0" algn="r">
              <a:lnSpc>
                <a:spcPct val="100000"/>
              </a:lnSpc>
              <a:spcBef>
                <a:spcPts val="0"/>
              </a:spcBef>
              <a:spcAft>
                <a:spcPts val="0"/>
              </a:spcAft>
              <a:buClr>
                <a:srgbClr val="90C226"/>
              </a:buClr>
              <a:buSzPts val="9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33"/>
          <p:cNvSpPr txBox="1"/>
          <p:nvPr>
            <p:ph type="title"/>
          </p:nvPr>
        </p:nvSpPr>
        <p:spPr>
          <a:xfrm>
            <a:off x="1202919" y="284176"/>
            <a:ext cx="9784080" cy="150876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33"/>
          <p:cNvSpPr txBox="1"/>
          <p:nvPr>
            <p:ph idx="1" type="body"/>
          </p:nvPr>
        </p:nvSpPr>
        <p:spPr>
          <a:xfrm>
            <a:off x="1207008" y="1913470"/>
            <a:ext cx="4754880" cy="7430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100"/>
              <a:buNone/>
              <a:defRPr b="1" sz="2100"/>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2" name="Google Shape;42;p33"/>
          <p:cNvSpPr txBox="1"/>
          <p:nvPr>
            <p:ph idx="2" type="body"/>
          </p:nvPr>
        </p:nvSpPr>
        <p:spPr>
          <a:xfrm>
            <a:off x="1207008" y="2656566"/>
            <a:ext cx="4754880" cy="3566160"/>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1200"/>
              </a:spcBef>
              <a:spcAft>
                <a:spcPts val="0"/>
              </a:spcAft>
              <a:buSzPts val="2200"/>
              <a:buChar char="▪"/>
              <a:defRPr sz="2200"/>
            </a:lvl1pPr>
            <a:lvl2pPr indent="-355600" lvl="1" marL="914400" algn="l">
              <a:lnSpc>
                <a:spcPct val="90000"/>
              </a:lnSpc>
              <a:spcBef>
                <a:spcPts val="200"/>
              </a:spcBef>
              <a:spcAft>
                <a:spcPts val="0"/>
              </a:spcAft>
              <a:buSzPts val="2000"/>
              <a:buChar char="▪"/>
              <a:defRPr sz="2000"/>
            </a:lvl2pPr>
            <a:lvl3pPr indent="-342900" lvl="2" marL="1371600" algn="l">
              <a:lnSpc>
                <a:spcPct val="90000"/>
              </a:lnSpc>
              <a:spcBef>
                <a:spcPts val="400"/>
              </a:spcBef>
              <a:spcAft>
                <a:spcPts val="0"/>
              </a:spcAft>
              <a:buSzPts val="1800"/>
              <a:buChar char="▪"/>
              <a:defRPr sz="18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43" name="Google Shape;43;p33"/>
          <p:cNvSpPr txBox="1"/>
          <p:nvPr>
            <p:ph idx="3" type="body"/>
          </p:nvPr>
        </p:nvSpPr>
        <p:spPr>
          <a:xfrm>
            <a:off x="6231230" y="1913470"/>
            <a:ext cx="4754880" cy="7430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100"/>
              <a:buNone/>
              <a:defRPr b="1" sz="2100"/>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4" name="Google Shape;44;p33"/>
          <p:cNvSpPr txBox="1"/>
          <p:nvPr>
            <p:ph idx="4" type="body"/>
          </p:nvPr>
        </p:nvSpPr>
        <p:spPr>
          <a:xfrm>
            <a:off x="6231230" y="2656564"/>
            <a:ext cx="4754880" cy="3566160"/>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1200"/>
              </a:spcBef>
              <a:spcAft>
                <a:spcPts val="0"/>
              </a:spcAft>
              <a:buSzPts val="2200"/>
              <a:buChar char="▪"/>
              <a:defRPr sz="2200"/>
            </a:lvl1pPr>
            <a:lvl2pPr indent="-355600" lvl="1" marL="914400" algn="l">
              <a:lnSpc>
                <a:spcPct val="90000"/>
              </a:lnSpc>
              <a:spcBef>
                <a:spcPts val="200"/>
              </a:spcBef>
              <a:spcAft>
                <a:spcPts val="0"/>
              </a:spcAft>
              <a:buSzPts val="2000"/>
              <a:buChar char="▪"/>
              <a:defRPr sz="2000"/>
            </a:lvl2pPr>
            <a:lvl3pPr indent="-342900" lvl="2" marL="1371600" algn="l">
              <a:lnSpc>
                <a:spcPct val="90000"/>
              </a:lnSpc>
              <a:spcBef>
                <a:spcPts val="400"/>
              </a:spcBef>
              <a:spcAft>
                <a:spcPts val="0"/>
              </a:spcAft>
              <a:buSzPts val="1800"/>
              <a:buChar char="▪"/>
              <a:defRPr sz="18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45" name="Google Shape;45;p33"/>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3"/>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rgbClr val="90C226"/>
              </a:buClr>
              <a:buSzPts val="900"/>
              <a:buFont typeface="Trebuchet MS"/>
              <a:buNone/>
              <a:defRPr/>
            </a:lvl1pPr>
            <a:lvl2pPr indent="0" lvl="1" marL="0" marR="0" algn="r">
              <a:lnSpc>
                <a:spcPct val="100000"/>
              </a:lnSpc>
              <a:spcBef>
                <a:spcPts val="0"/>
              </a:spcBef>
              <a:spcAft>
                <a:spcPts val="0"/>
              </a:spcAft>
              <a:buClr>
                <a:srgbClr val="90C226"/>
              </a:buClr>
              <a:buSzPts val="900"/>
              <a:buFont typeface="Trebuchet MS"/>
              <a:buNone/>
              <a:defRPr/>
            </a:lvl2pPr>
            <a:lvl3pPr indent="0" lvl="2" marL="0" marR="0" algn="r">
              <a:lnSpc>
                <a:spcPct val="100000"/>
              </a:lnSpc>
              <a:spcBef>
                <a:spcPts val="0"/>
              </a:spcBef>
              <a:spcAft>
                <a:spcPts val="0"/>
              </a:spcAft>
              <a:buClr>
                <a:srgbClr val="90C226"/>
              </a:buClr>
              <a:buSzPts val="900"/>
              <a:buFont typeface="Trebuchet MS"/>
              <a:buNone/>
              <a:defRPr/>
            </a:lvl3pPr>
            <a:lvl4pPr indent="0" lvl="3" marL="0" marR="0" algn="r">
              <a:lnSpc>
                <a:spcPct val="100000"/>
              </a:lnSpc>
              <a:spcBef>
                <a:spcPts val="0"/>
              </a:spcBef>
              <a:spcAft>
                <a:spcPts val="0"/>
              </a:spcAft>
              <a:buClr>
                <a:srgbClr val="90C226"/>
              </a:buClr>
              <a:buSzPts val="900"/>
              <a:buFont typeface="Trebuchet MS"/>
              <a:buNone/>
              <a:defRPr/>
            </a:lvl4pPr>
            <a:lvl5pPr indent="0" lvl="4" marL="0" marR="0" algn="r">
              <a:lnSpc>
                <a:spcPct val="100000"/>
              </a:lnSpc>
              <a:spcBef>
                <a:spcPts val="0"/>
              </a:spcBef>
              <a:spcAft>
                <a:spcPts val="0"/>
              </a:spcAft>
              <a:buClr>
                <a:srgbClr val="90C226"/>
              </a:buClr>
              <a:buSzPts val="900"/>
              <a:buFont typeface="Trebuchet MS"/>
              <a:buNone/>
              <a:defRPr/>
            </a:lvl5pPr>
            <a:lvl6pPr indent="0" lvl="5" marL="0" marR="0" algn="r">
              <a:lnSpc>
                <a:spcPct val="100000"/>
              </a:lnSpc>
              <a:spcBef>
                <a:spcPts val="0"/>
              </a:spcBef>
              <a:spcAft>
                <a:spcPts val="0"/>
              </a:spcAft>
              <a:buClr>
                <a:srgbClr val="90C226"/>
              </a:buClr>
              <a:buSzPts val="900"/>
              <a:buFont typeface="Trebuchet MS"/>
              <a:buNone/>
              <a:defRPr/>
            </a:lvl6pPr>
            <a:lvl7pPr indent="0" lvl="6" marL="0" marR="0" algn="r">
              <a:lnSpc>
                <a:spcPct val="100000"/>
              </a:lnSpc>
              <a:spcBef>
                <a:spcPts val="0"/>
              </a:spcBef>
              <a:spcAft>
                <a:spcPts val="0"/>
              </a:spcAft>
              <a:buClr>
                <a:srgbClr val="90C226"/>
              </a:buClr>
              <a:buSzPts val="900"/>
              <a:buFont typeface="Trebuchet MS"/>
              <a:buNone/>
              <a:defRPr/>
            </a:lvl7pPr>
            <a:lvl8pPr indent="0" lvl="7" marL="0" marR="0" algn="r">
              <a:lnSpc>
                <a:spcPct val="100000"/>
              </a:lnSpc>
              <a:spcBef>
                <a:spcPts val="0"/>
              </a:spcBef>
              <a:spcAft>
                <a:spcPts val="0"/>
              </a:spcAft>
              <a:buClr>
                <a:srgbClr val="90C226"/>
              </a:buClr>
              <a:buSzPts val="900"/>
              <a:buFont typeface="Trebuchet MS"/>
              <a:buNone/>
              <a:defRPr/>
            </a:lvl8pPr>
            <a:lvl9pPr indent="0" lvl="8" marL="0" marR="0" algn="r">
              <a:lnSpc>
                <a:spcPct val="100000"/>
              </a:lnSpc>
              <a:spcBef>
                <a:spcPts val="0"/>
              </a:spcBef>
              <a:spcAft>
                <a:spcPts val="0"/>
              </a:spcAft>
              <a:buClr>
                <a:srgbClr val="90C226"/>
              </a:buClr>
              <a:buSzPts val="9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34"/>
          <p:cNvSpPr txBox="1"/>
          <p:nvPr>
            <p:ph type="title"/>
          </p:nvPr>
        </p:nvSpPr>
        <p:spPr>
          <a:xfrm>
            <a:off x="1202919" y="284176"/>
            <a:ext cx="9784080" cy="150876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34"/>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4"/>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rgbClr val="90C226"/>
              </a:buClr>
              <a:buSzPts val="900"/>
              <a:buFont typeface="Trebuchet MS"/>
              <a:buNone/>
              <a:defRPr/>
            </a:lvl1pPr>
            <a:lvl2pPr indent="0" lvl="1" marL="0" marR="0" algn="r">
              <a:lnSpc>
                <a:spcPct val="100000"/>
              </a:lnSpc>
              <a:spcBef>
                <a:spcPts val="0"/>
              </a:spcBef>
              <a:spcAft>
                <a:spcPts val="0"/>
              </a:spcAft>
              <a:buClr>
                <a:srgbClr val="90C226"/>
              </a:buClr>
              <a:buSzPts val="900"/>
              <a:buFont typeface="Trebuchet MS"/>
              <a:buNone/>
              <a:defRPr/>
            </a:lvl2pPr>
            <a:lvl3pPr indent="0" lvl="2" marL="0" marR="0" algn="r">
              <a:lnSpc>
                <a:spcPct val="100000"/>
              </a:lnSpc>
              <a:spcBef>
                <a:spcPts val="0"/>
              </a:spcBef>
              <a:spcAft>
                <a:spcPts val="0"/>
              </a:spcAft>
              <a:buClr>
                <a:srgbClr val="90C226"/>
              </a:buClr>
              <a:buSzPts val="900"/>
              <a:buFont typeface="Trebuchet MS"/>
              <a:buNone/>
              <a:defRPr/>
            </a:lvl3pPr>
            <a:lvl4pPr indent="0" lvl="3" marL="0" marR="0" algn="r">
              <a:lnSpc>
                <a:spcPct val="100000"/>
              </a:lnSpc>
              <a:spcBef>
                <a:spcPts val="0"/>
              </a:spcBef>
              <a:spcAft>
                <a:spcPts val="0"/>
              </a:spcAft>
              <a:buClr>
                <a:srgbClr val="90C226"/>
              </a:buClr>
              <a:buSzPts val="900"/>
              <a:buFont typeface="Trebuchet MS"/>
              <a:buNone/>
              <a:defRPr/>
            </a:lvl4pPr>
            <a:lvl5pPr indent="0" lvl="4" marL="0" marR="0" algn="r">
              <a:lnSpc>
                <a:spcPct val="100000"/>
              </a:lnSpc>
              <a:spcBef>
                <a:spcPts val="0"/>
              </a:spcBef>
              <a:spcAft>
                <a:spcPts val="0"/>
              </a:spcAft>
              <a:buClr>
                <a:srgbClr val="90C226"/>
              </a:buClr>
              <a:buSzPts val="900"/>
              <a:buFont typeface="Trebuchet MS"/>
              <a:buNone/>
              <a:defRPr/>
            </a:lvl5pPr>
            <a:lvl6pPr indent="0" lvl="5" marL="0" marR="0" algn="r">
              <a:lnSpc>
                <a:spcPct val="100000"/>
              </a:lnSpc>
              <a:spcBef>
                <a:spcPts val="0"/>
              </a:spcBef>
              <a:spcAft>
                <a:spcPts val="0"/>
              </a:spcAft>
              <a:buClr>
                <a:srgbClr val="90C226"/>
              </a:buClr>
              <a:buSzPts val="900"/>
              <a:buFont typeface="Trebuchet MS"/>
              <a:buNone/>
              <a:defRPr/>
            </a:lvl6pPr>
            <a:lvl7pPr indent="0" lvl="6" marL="0" marR="0" algn="r">
              <a:lnSpc>
                <a:spcPct val="100000"/>
              </a:lnSpc>
              <a:spcBef>
                <a:spcPts val="0"/>
              </a:spcBef>
              <a:spcAft>
                <a:spcPts val="0"/>
              </a:spcAft>
              <a:buClr>
                <a:srgbClr val="90C226"/>
              </a:buClr>
              <a:buSzPts val="900"/>
              <a:buFont typeface="Trebuchet MS"/>
              <a:buNone/>
              <a:defRPr/>
            </a:lvl7pPr>
            <a:lvl8pPr indent="0" lvl="7" marL="0" marR="0" algn="r">
              <a:lnSpc>
                <a:spcPct val="100000"/>
              </a:lnSpc>
              <a:spcBef>
                <a:spcPts val="0"/>
              </a:spcBef>
              <a:spcAft>
                <a:spcPts val="0"/>
              </a:spcAft>
              <a:buClr>
                <a:srgbClr val="90C226"/>
              </a:buClr>
              <a:buSzPts val="900"/>
              <a:buFont typeface="Trebuchet MS"/>
              <a:buNone/>
              <a:defRPr/>
            </a:lvl8pPr>
            <a:lvl9pPr indent="0" lvl="8" marL="0" marR="0" algn="r">
              <a:lnSpc>
                <a:spcPct val="100000"/>
              </a:lnSpc>
              <a:spcBef>
                <a:spcPts val="0"/>
              </a:spcBef>
              <a:spcAft>
                <a:spcPts val="0"/>
              </a:spcAft>
              <a:buClr>
                <a:srgbClr val="90C226"/>
              </a:buClr>
              <a:buSzPts val="9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3" name="Shape 53"/>
        <p:cNvGrpSpPr/>
        <p:nvPr/>
      </p:nvGrpSpPr>
      <p:grpSpPr>
        <a:xfrm>
          <a:off x="0" y="0"/>
          <a:ext cx="0" cy="0"/>
          <a:chOff x="0" y="0"/>
          <a:chExt cx="0" cy="0"/>
        </a:xfrm>
      </p:grpSpPr>
      <p:sp>
        <p:nvSpPr>
          <p:cNvPr id="54" name="Google Shape;54;p35"/>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5"/>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5"/>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rgbClr val="90C226"/>
              </a:buClr>
              <a:buSzPts val="900"/>
              <a:buFont typeface="Trebuchet MS"/>
              <a:buNone/>
              <a:defRPr/>
            </a:lvl1pPr>
            <a:lvl2pPr indent="0" lvl="1" marL="0" marR="0" algn="r">
              <a:lnSpc>
                <a:spcPct val="100000"/>
              </a:lnSpc>
              <a:spcBef>
                <a:spcPts val="0"/>
              </a:spcBef>
              <a:spcAft>
                <a:spcPts val="0"/>
              </a:spcAft>
              <a:buClr>
                <a:srgbClr val="90C226"/>
              </a:buClr>
              <a:buSzPts val="900"/>
              <a:buFont typeface="Trebuchet MS"/>
              <a:buNone/>
              <a:defRPr/>
            </a:lvl2pPr>
            <a:lvl3pPr indent="0" lvl="2" marL="0" marR="0" algn="r">
              <a:lnSpc>
                <a:spcPct val="100000"/>
              </a:lnSpc>
              <a:spcBef>
                <a:spcPts val="0"/>
              </a:spcBef>
              <a:spcAft>
                <a:spcPts val="0"/>
              </a:spcAft>
              <a:buClr>
                <a:srgbClr val="90C226"/>
              </a:buClr>
              <a:buSzPts val="900"/>
              <a:buFont typeface="Trebuchet MS"/>
              <a:buNone/>
              <a:defRPr/>
            </a:lvl3pPr>
            <a:lvl4pPr indent="0" lvl="3" marL="0" marR="0" algn="r">
              <a:lnSpc>
                <a:spcPct val="100000"/>
              </a:lnSpc>
              <a:spcBef>
                <a:spcPts val="0"/>
              </a:spcBef>
              <a:spcAft>
                <a:spcPts val="0"/>
              </a:spcAft>
              <a:buClr>
                <a:srgbClr val="90C226"/>
              </a:buClr>
              <a:buSzPts val="900"/>
              <a:buFont typeface="Trebuchet MS"/>
              <a:buNone/>
              <a:defRPr/>
            </a:lvl4pPr>
            <a:lvl5pPr indent="0" lvl="4" marL="0" marR="0" algn="r">
              <a:lnSpc>
                <a:spcPct val="100000"/>
              </a:lnSpc>
              <a:spcBef>
                <a:spcPts val="0"/>
              </a:spcBef>
              <a:spcAft>
                <a:spcPts val="0"/>
              </a:spcAft>
              <a:buClr>
                <a:srgbClr val="90C226"/>
              </a:buClr>
              <a:buSzPts val="900"/>
              <a:buFont typeface="Trebuchet MS"/>
              <a:buNone/>
              <a:defRPr/>
            </a:lvl5pPr>
            <a:lvl6pPr indent="0" lvl="5" marL="0" marR="0" algn="r">
              <a:lnSpc>
                <a:spcPct val="100000"/>
              </a:lnSpc>
              <a:spcBef>
                <a:spcPts val="0"/>
              </a:spcBef>
              <a:spcAft>
                <a:spcPts val="0"/>
              </a:spcAft>
              <a:buClr>
                <a:srgbClr val="90C226"/>
              </a:buClr>
              <a:buSzPts val="900"/>
              <a:buFont typeface="Trebuchet MS"/>
              <a:buNone/>
              <a:defRPr/>
            </a:lvl6pPr>
            <a:lvl7pPr indent="0" lvl="6" marL="0" marR="0" algn="r">
              <a:lnSpc>
                <a:spcPct val="100000"/>
              </a:lnSpc>
              <a:spcBef>
                <a:spcPts val="0"/>
              </a:spcBef>
              <a:spcAft>
                <a:spcPts val="0"/>
              </a:spcAft>
              <a:buClr>
                <a:srgbClr val="90C226"/>
              </a:buClr>
              <a:buSzPts val="900"/>
              <a:buFont typeface="Trebuchet MS"/>
              <a:buNone/>
              <a:defRPr/>
            </a:lvl7pPr>
            <a:lvl8pPr indent="0" lvl="7" marL="0" marR="0" algn="r">
              <a:lnSpc>
                <a:spcPct val="100000"/>
              </a:lnSpc>
              <a:spcBef>
                <a:spcPts val="0"/>
              </a:spcBef>
              <a:spcAft>
                <a:spcPts val="0"/>
              </a:spcAft>
              <a:buClr>
                <a:srgbClr val="90C226"/>
              </a:buClr>
              <a:buSzPts val="900"/>
              <a:buFont typeface="Trebuchet MS"/>
              <a:buNone/>
              <a:defRPr/>
            </a:lvl8pPr>
            <a:lvl9pPr indent="0" lvl="8" marL="0" marR="0" algn="r">
              <a:lnSpc>
                <a:spcPct val="100000"/>
              </a:lnSpc>
              <a:spcBef>
                <a:spcPts val="0"/>
              </a:spcBef>
              <a:spcAft>
                <a:spcPts val="0"/>
              </a:spcAft>
              <a:buClr>
                <a:srgbClr val="90C226"/>
              </a:buClr>
              <a:buSzPts val="9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36"/>
          <p:cNvSpPr txBox="1"/>
          <p:nvPr>
            <p:ph type="title"/>
          </p:nvPr>
        </p:nvSpPr>
        <p:spPr>
          <a:xfrm>
            <a:off x="1202919" y="284176"/>
            <a:ext cx="9784080" cy="150876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36"/>
          <p:cNvSpPr txBox="1"/>
          <p:nvPr>
            <p:ph idx="1" type="body"/>
          </p:nvPr>
        </p:nvSpPr>
        <p:spPr>
          <a:xfrm>
            <a:off x="1207008" y="2120054"/>
            <a:ext cx="6126480" cy="41148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200"/>
              </a:spcBef>
              <a:spcAft>
                <a:spcPts val="0"/>
              </a:spcAft>
              <a:buSzPts val="3200"/>
              <a:buChar char="▪"/>
              <a:defRPr sz="3200"/>
            </a:lvl1pPr>
            <a:lvl2pPr indent="-406400" lvl="1" marL="914400" algn="l">
              <a:lnSpc>
                <a:spcPct val="90000"/>
              </a:lnSpc>
              <a:spcBef>
                <a:spcPts val="200"/>
              </a:spcBef>
              <a:spcAft>
                <a:spcPts val="0"/>
              </a:spcAft>
              <a:buSzPts val="2800"/>
              <a:buChar char="▪"/>
              <a:defRPr sz="2800"/>
            </a:lvl2pPr>
            <a:lvl3pPr indent="-381000" lvl="2" marL="1371600" algn="l">
              <a:lnSpc>
                <a:spcPct val="90000"/>
              </a:lnSpc>
              <a:spcBef>
                <a:spcPts val="400"/>
              </a:spcBef>
              <a:spcAft>
                <a:spcPts val="0"/>
              </a:spcAft>
              <a:buSzPts val="2400"/>
              <a:buChar char="▪"/>
              <a:defRPr sz="2400"/>
            </a:lvl3pPr>
            <a:lvl4pPr indent="-355600" lvl="3" marL="1828800" algn="l">
              <a:lnSpc>
                <a:spcPct val="90000"/>
              </a:lnSpc>
              <a:spcBef>
                <a:spcPts val="400"/>
              </a:spcBef>
              <a:spcAft>
                <a:spcPts val="0"/>
              </a:spcAft>
              <a:buSzPts val="2000"/>
              <a:buChar char="▪"/>
              <a:defRPr sz="2000"/>
            </a:lvl4pPr>
            <a:lvl5pPr indent="-355600" lvl="4" marL="2286000" algn="l">
              <a:lnSpc>
                <a:spcPct val="90000"/>
              </a:lnSpc>
              <a:spcBef>
                <a:spcPts val="400"/>
              </a:spcBef>
              <a:spcAft>
                <a:spcPts val="0"/>
              </a:spcAft>
              <a:buSzPts val="2000"/>
              <a:buChar char="▪"/>
              <a:defRPr sz="2000"/>
            </a:lvl5pPr>
            <a:lvl6pPr indent="-355600" lvl="5" marL="2743200" algn="l">
              <a:lnSpc>
                <a:spcPct val="90000"/>
              </a:lnSpc>
              <a:spcBef>
                <a:spcPts val="400"/>
              </a:spcBef>
              <a:spcAft>
                <a:spcPts val="0"/>
              </a:spcAft>
              <a:buSzPts val="2000"/>
              <a:buChar char="▪"/>
              <a:defRPr sz="2000"/>
            </a:lvl6pPr>
            <a:lvl7pPr indent="-355600" lvl="6" marL="3200400" algn="l">
              <a:lnSpc>
                <a:spcPct val="90000"/>
              </a:lnSpc>
              <a:spcBef>
                <a:spcPts val="400"/>
              </a:spcBef>
              <a:spcAft>
                <a:spcPts val="0"/>
              </a:spcAft>
              <a:buSzPts val="2000"/>
              <a:buChar char="▪"/>
              <a:defRPr sz="2000"/>
            </a:lvl7pPr>
            <a:lvl8pPr indent="-355600" lvl="7" marL="3657600" algn="l">
              <a:lnSpc>
                <a:spcPct val="90000"/>
              </a:lnSpc>
              <a:spcBef>
                <a:spcPts val="400"/>
              </a:spcBef>
              <a:spcAft>
                <a:spcPts val="0"/>
              </a:spcAft>
              <a:buSzPts val="2000"/>
              <a:buChar char="▪"/>
              <a:defRPr sz="2000"/>
            </a:lvl8pPr>
            <a:lvl9pPr indent="-355600" lvl="8" marL="4114800" algn="l">
              <a:lnSpc>
                <a:spcPct val="90000"/>
              </a:lnSpc>
              <a:spcBef>
                <a:spcPts val="400"/>
              </a:spcBef>
              <a:spcAft>
                <a:spcPts val="400"/>
              </a:spcAft>
              <a:buSzPts val="2000"/>
              <a:buChar char="▪"/>
              <a:defRPr sz="2000"/>
            </a:lvl9pPr>
          </a:lstStyle>
          <a:p/>
        </p:txBody>
      </p:sp>
      <p:sp>
        <p:nvSpPr>
          <p:cNvPr id="60" name="Google Shape;60;p36"/>
          <p:cNvSpPr txBox="1"/>
          <p:nvPr>
            <p:ph idx="2" type="body"/>
          </p:nvPr>
        </p:nvSpPr>
        <p:spPr>
          <a:xfrm>
            <a:off x="7789023" y="2147486"/>
            <a:ext cx="3200400" cy="3432319"/>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1800"/>
              <a:buNone/>
              <a:defRPr sz="18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1" name="Google Shape;61;p36"/>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6"/>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6"/>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rgbClr val="90C226"/>
              </a:buClr>
              <a:buSzPts val="900"/>
              <a:buFont typeface="Trebuchet MS"/>
              <a:buNone/>
              <a:defRPr/>
            </a:lvl1pPr>
            <a:lvl2pPr indent="0" lvl="1" marL="0" marR="0" algn="r">
              <a:lnSpc>
                <a:spcPct val="100000"/>
              </a:lnSpc>
              <a:spcBef>
                <a:spcPts val="0"/>
              </a:spcBef>
              <a:spcAft>
                <a:spcPts val="0"/>
              </a:spcAft>
              <a:buClr>
                <a:srgbClr val="90C226"/>
              </a:buClr>
              <a:buSzPts val="900"/>
              <a:buFont typeface="Trebuchet MS"/>
              <a:buNone/>
              <a:defRPr/>
            </a:lvl2pPr>
            <a:lvl3pPr indent="0" lvl="2" marL="0" marR="0" algn="r">
              <a:lnSpc>
                <a:spcPct val="100000"/>
              </a:lnSpc>
              <a:spcBef>
                <a:spcPts val="0"/>
              </a:spcBef>
              <a:spcAft>
                <a:spcPts val="0"/>
              </a:spcAft>
              <a:buClr>
                <a:srgbClr val="90C226"/>
              </a:buClr>
              <a:buSzPts val="900"/>
              <a:buFont typeface="Trebuchet MS"/>
              <a:buNone/>
              <a:defRPr/>
            </a:lvl3pPr>
            <a:lvl4pPr indent="0" lvl="3" marL="0" marR="0" algn="r">
              <a:lnSpc>
                <a:spcPct val="100000"/>
              </a:lnSpc>
              <a:spcBef>
                <a:spcPts val="0"/>
              </a:spcBef>
              <a:spcAft>
                <a:spcPts val="0"/>
              </a:spcAft>
              <a:buClr>
                <a:srgbClr val="90C226"/>
              </a:buClr>
              <a:buSzPts val="900"/>
              <a:buFont typeface="Trebuchet MS"/>
              <a:buNone/>
              <a:defRPr/>
            </a:lvl4pPr>
            <a:lvl5pPr indent="0" lvl="4" marL="0" marR="0" algn="r">
              <a:lnSpc>
                <a:spcPct val="100000"/>
              </a:lnSpc>
              <a:spcBef>
                <a:spcPts val="0"/>
              </a:spcBef>
              <a:spcAft>
                <a:spcPts val="0"/>
              </a:spcAft>
              <a:buClr>
                <a:srgbClr val="90C226"/>
              </a:buClr>
              <a:buSzPts val="900"/>
              <a:buFont typeface="Trebuchet MS"/>
              <a:buNone/>
              <a:defRPr/>
            </a:lvl5pPr>
            <a:lvl6pPr indent="0" lvl="5" marL="0" marR="0" algn="r">
              <a:lnSpc>
                <a:spcPct val="100000"/>
              </a:lnSpc>
              <a:spcBef>
                <a:spcPts val="0"/>
              </a:spcBef>
              <a:spcAft>
                <a:spcPts val="0"/>
              </a:spcAft>
              <a:buClr>
                <a:srgbClr val="90C226"/>
              </a:buClr>
              <a:buSzPts val="900"/>
              <a:buFont typeface="Trebuchet MS"/>
              <a:buNone/>
              <a:defRPr/>
            </a:lvl6pPr>
            <a:lvl7pPr indent="0" lvl="6" marL="0" marR="0" algn="r">
              <a:lnSpc>
                <a:spcPct val="100000"/>
              </a:lnSpc>
              <a:spcBef>
                <a:spcPts val="0"/>
              </a:spcBef>
              <a:spcAft>
                <a:spcPts val="0"/>
              </a:spcAft>
              <a:buClr>
                <a:srgbClr val="90C226"/>
              </a:buClr>
              <a:buSzPts val="900"/>
              <a:buFont typeface="Trebuchet MS"/>
              <a:buNone/>
              <a:defRPr/>
            </a:lvl7pPr>
            <a:lvl8pPr indent="0" lvl="7" marL="0" marR="0" algn="r">
              <a:lnSpc>
                <a:spcPct val="100000"/>
              </a:lnSpc>
              <a:spcBef>
                <a:spcPts val="0"/>
              </a:spcBef>
              <a:spcAft>
                <a:spcPts val="0"/>
              </a:spcAft>
              <a:buClr>
                <a:srgbClr val="90C226"/>
              </a:buClr>
              <a:buSzPts val="900"/>
              <a:buFont typeface="Trebuchet MS"/>
              <a:buNone/>
              <a:defRPr/>
            </a:lvl8pPr>
            <a:lvl9pPr indent="0" lvl="8" marL="0" marR="0" algn="r">
              <a:lnSpc>
                <a:spcPct val="100000"/>
              </a:lnSpc>
              <a:spcBef>
                <a:spcPts val="0"/>
              </a:spcBef>
              <a:spcAft>
                <a:spcPts val="0"/>
              </a:spcAft>
              <a:buClr>
                <a:srgbClr val="90C226"/>
              </a:buClr>
              <a:buSzPts val="9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37"/>
          <p:cNvSpPr txBox="1"/>
          <p:nvPr>
            <p:ph type="title"/>
          </p:nvPr>
        </p:nvSpPr>
        <p:spPr>
          <a:xfrm>
            <a:off x="1202919" y="284176"/>
            <a:ext cx="9784080" cy="150876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37"/>
          <p:cNvSpPr/>
          <p:nvPr>
            <p:ph idx="2" type="pic"/>
          </p:nvPr>
        </p:nvSpPr>
        <p:spPr>
          <a:xfrm>
            <a:off x="1280160" y="2211494"/>
            <a:ext cx="6126480" cy="3931920"/>
          </a:xfrm>
          <a:prstGeom prst="rect">
            <a:avLst/>
          </a:prstGeom>
          <a:solidFill>
            <a:srgbClr val="F7F7F7"/>
          </a:solidFill>
          <a:ln>
            <a:noFill/>
          </a:ln>
        </p:spPr>
      </p:sp>
      <p:sp>
        <p:nvSpPr>
          <p:cNvPr id="67" name="Google Shape;67;p37"/>
          <p:cNvSpPr txBox="1"/>
          <p:nvPr>
            <p:ph idx="1" type="body"/>
          </p:nvPr>
        </p:nvSpPr>
        <p:spPr>
          <a:xfrm>
            <a:off x="7790688" y="2150621"/>
            <a:ext cx="3200400" cy="34290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1800"/>
              <a:buNone/>
              <a:defRPr sz="18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8" name="Google Shape;68;p37"/>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7"/>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7"/>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rgbClr val="90C226"/>
              </a:buClr>
              <a:buSzPts val="900"/>
              <a:buFont typeface="Trebuchet MS"/>
              <a:buNone/>
              <a:defRPr/>
            </a:lvl1pPr>
            <a:lvl2pPr indent="0" lvl="1" marL="0" marR="0" algn="r">
              <a:lnSpc>
                <a:spcPct val="100000"/>
              </a:lnSpc>
              <a:spcBef>
                <a:spcPts val="0"/>
              </a:spcBef>
              <a:spcAft>
                <a:spcPts val="0"/>
              </a:spcAft>
              <a:buClr>
                <a:srgbClr val="90C226"/>
              </a:buClr>
              <a:buSzPts val="900"/>
              <a:buFont typeface="Trebuchet MS"/>
              <a:buNone/>
              <a:defRPr/>
            </a:lvl2pPr>
            <a:lvl3pPr indent="0" lvl="2" marL="0" marR="0" algn="r">
              <a:lnSpc>
                <a:spcPct val="100000"/>
              </a:lnSpc>
              <a:spcBef>
                <a:spcPts val="0"/>
              </a:spcBef>
              <a:spcAft>
                <a:spcPts val="0"/>
              </a:spcAft>
              <a:buClr>
                <a:srgbClr val="90C226"/>
              </a:buClr>
              <a:buSzPts val="900"/>
              <a:buFont typeface="Trebuchet MS"/>
              <a:buNone/>
              <a:defRPr/>
            </a:lvl3pPr>
            <a:lvl4pPr indent="0" lvl="3" marL="0" marR="0" algn="r">
              <a:lnSpc>
                <a:spcPct val="100000"/>
              </a:lnSpc>
              <a:spcBef>
                <a:spcPts val="0"/>
              </a:spcBef>
              <a:spcAft>
                <a:spcPts val="0"/>
              </a:spcAft>
              <a:buClr>
                <a:srgbClr val="90C226"/>
              </a:buClr>
              <a:buSzPts val="900"/>
              <a:buFont typeface="Trebuchet MS"/>
              <a:buNone/>
              <a:defRPr/>
            </a:lvl4pPr>
            <a:lvl5pPr indent="0" lvl="4" marL="0" marR="0" algn="r">
              <a:lnSpc>
                <a:spcPct val="100000"/>
              </a:lnSpc>
              <a:spcBef>
                <a:spcPts val="0"/>
              </a:spcBef>
              <a:spcAft>
                <a:spcPts val="0"/>
              </a:spcAft>
              <a:buClr>
                <a:srgbClr val="90C226"/>
              </a:buClr>
              <a:buSzPts val="900"/>
              <a:buFont typeface="Trebuchet MS"/>
              <a:buNone/>
              <a:defRPr/>
            </a:lvl5pPr>
            <a:lvl6pPr indent="0" lvl="5" marL="0" marR="0" algn="r">
              <a:lnSpc>
                <a:spcPct val="100000"/>
              </a:lnSpc>
              <a:spcBef>
                <a:spcPts val="0"/>
              </a:spcBef>
              <a:spcAft>
                <a:spcPts val="0"/>
              </a:spcAft>
              <a:buClr>
                <a:srgbClr val="90C226"/>
              </a:buClr>
              <a:buSzPts val="900"/>
              <a:buFont typeface="Trebuchet MS"/>
              <a:buNone/>
              <a:defRPr/>
            </a:lvl6pPr>
            <a:lvl7pPr indent="0" lvl="6" marL="0" marR="0" algn="r">
              <a:lnSpc>
                <a:spcPct val="100000"/>
              </a:lnSpc>
              <a:spcBef>
                <a:spcPts val="0"/>
              </a:spcBef>
              <a:spcAft>
                <a:spcPts val="0"/>
              </a:spcAft>
              <a:buClr>
                <a:srgbClr val="90C226"/>
              </a:buClr>
              <a:buSzPts val="900"/>
              <a:buFont typeface="Trebuchet MS"/>
              <a:buNone/>
              <a:defRPr/>
            </a:lvl7pPr>
            <a:lvl8pPr indent="0" lvl="7" marL="0" marR="0" algn="r">
              <a:lnSpc>
                <a:spcPct val="100000"/>
              </a:lnSpc>
              <a:spcBef>
                <a:spcPts val="0"/>
              </a:spcBef>
              <a:spcAft>
                <a:spcPts val="0"/>
              </a:spcAft>
              <a:buClr>
                <a:srgbClr val="90C226"/>
              </a:buClr>
              <a:buSzPts val="900"/>
              <a:buFont typeface="Trebuchet MS"/>
              <a:buNone/>
              <a:defRPr/>
            </a:lvl8pPr>
            <a:lvl9pPr indent="0" lvl="8" marL="0" marR="0" algn="r">
              <a:lnSpc>
                <a:spcPct val="100000"/>
              </a:lnSpc>
              <a:spcBef>
                <a:spcPts val="0"/>
              </a:spcBef>
              <a:spcAft>
                <a:spcPts val="0"/>
              </a:spcAft>
              <a:buClr>
                <a:srgbClr val="90C226"/>
              </a:buClr>
              <a:buSzPts val="9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38"/>
          <p:cNvSpPr txBox="1"/>
          <p:nvPr>
            <p:ph type="title"/>
          </p:nvPr>
        </p:nvSpPr>
        <p:spPr>
          <a:xfrm>
            <a:off x="1202919" y="284176"/>
            <a:ext cx="9784080" cy="150876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8"/>
          <p:cNvSpPr txBox="1"/>
          <p:nvPr>
            <p:ph idx="1" type="body"/>
          </p:nvPr>
        </p:nvSpPr>
        <p:spPr>
          <a:xfrm rot="5400000">
            <a:off x="3991839" y="-777240"/>
            <a:ext cx="4206240" cy="97840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38"/>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8"/>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8"/>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rgbClr val="90C226"/>
              </a:buClr>
              <a:buSzPts val="900"/>
              <a:buFont typeface="Trebuchet MS"/>
              <a:buNone/>
              <a:defRPr/>
            </a:lvl1pPr>
            <a:lvl2pPr indent="0" lvl="1" marL="0" marR="0" algn="r">
              <a:lnSpc>
                <a:spcPct val="100000"/>
              </a:lnSpc>
              <a:spcBef>
                <a:spcPts val="0"/>
              </a:spcBef>
              <a:spcAft>
                <a:spcPts val="0"/>
              </a:spcAft>
              <a:buClr>
                <a:srgbClr val="90C226"/>
              </a:buClr>
              <a:buSzPts val="900"/>
              <a:buFont typeface="Trebuchet MS"/>
              <a:buNone/>
              <a:defRPr/>
            </a:lvl2pPr>
            <a:lvl3pPr indent="0" lvl="2" marL="0" marR="0" algn="r">
              <a:lnSpc>
                <a:spcPct val="100000"/>
              </a:lnSpc>
              <a:spcBef>
                <a:spcPts val="0"/>
              </a:spcBef>
              <a:spcAft>
                <a:spcPts val="0"/>
              </a:spcAft>
              <a:buClr>
                <a:srgbClr val="90C226"/>
              </a:buClr>
              <a:buSzPts val="900"/>
              <a:buFont typeface="Trebuchet MS"/>
              <a:buNone/>
              <a:defRPr/>
            </a:lvl3pPr>
            <a:lvl4pPr indent="0" lvl="3" marL="0" marR="0" algn="r">
              <a:lnSpc>
                <a:spcPct val="100000"/>
              </a:lnSpc>
              <a:spcBef>
                <a:spcPts val="0"/>
              </a:spcBef>
              <a:spcAft>
                <a:spcPts val="0"/>
              </a:spcAft>
              <a:buClr>
                <a:srgbClr val="90C226"/>
              </a:buClr>
              <a:buSzPts val="900"/>
              <a:buFont typeface="Trebuchet MS"/>
              <a:buNone/>
              <a:defRPr/>
            </a:lvl4pPr>
            <a:lvl5pPr indent="0" lvl="4" marL="0" marR="0" algn="r">
              <a:lnSpc>
                <a:spcPct val="100000"/>
              </a:lnSpc>
              <a:spcBef>
                <a:spcPts val="0"/>
              </a:spcBef>
              <a:spcAft>
                <a:spcPts val="0"/>
              </a:spcAft>
              <a:buClr>
                <a:srgbClr val="90C226"/>
              </a:buClr>
              <a:buSzPts val="900"/>
              <a:buFont typeface="Trebuchet MS"/>
              <a:buNone/>
              <a:defRPr/>
            </a:lvl5pPr>
            <a:lvl6pPr indent="0" lvl="5" marL="0" marR="0" algn="r">
              <a:lnSpc>
                <a:spcPct val="100000"/>
              </a:lnSpc>
              <a:spcBef>
                <a:spcPts val="0"/>
              </a:spcBef>
              <a:spcAft>
                <a:spcPts val="0"/>
              </a:spcAft>
              <a:buClr>
                <a:srgbClr val="90C226"/>
              </a:buClr>
              <a:buSzPts val="900"/>
              <a:buFont typeface="Trebuchet MS"/>
              <a:buNone/>
              <a:defRPr/>
            </a:lvl6pPr>
            <a:lvl7pPr indent="0" lvl="6" marL="0" marR="0" algn="r">
              <a:lnSpc>
                <a:spcPct val="100000"/>
              </a:lnSpc>
              <a:spcBef>
                <a:spcPts val="0"/>
              </a:spcBef>
              <a:spcAft>
                <a:spcPts val="0"/>
              </a:spcAft>
              <a:buClr>
                <a:srgbClr val="90C226"/>
              </a:buClr>
              <a:buSzPts val="900"/>
              <a:buFont typeface="Trebuchet MS"/>
              <a:buNone/>
              <a:defRPr/>
            </a:lvl7pPr>
            <a:lvl8pPr indent="0" lvl="7" marL="0" marR="0" algn="r">
              <a:lnSpc>
                <a:spcPct val="100000"/>
              </a:lnSpc>
              <a:spcBef>
                <a:spcPts val="0"/>
              </a:spcBef>
              <a:spcAft>
                <a:spcPts val="0"/>
              </a:spcAft>
              <a:buClr>
                <a:srgbClr val="90C226"/>
              </a:buClr>
              <a:buSzPts val="900"/>
              <a:buFont typeface="Trebuchet MS"/>
              <a:buNone/>
              <a:defRPr/>
            </a:lvl8pPr>
            <a:lvl9pPr indent="0" lvl="8" marL="0" marR="0" algn="r">
              <a:lnSpc>
                <a:spcPct val="100000"/>
              </a:lnSpc>
              <a:spcBef>
                <a:spcPts val="0"/>
              </a:spcBef>
              <a:spcAft>
                <a:spcPts val="0"/>
              </a:spcAft>
              <a:buClr>
                <a:srgbClr val="90C226"/>
              </a:buClr>
              <a:buSzPts val="9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77" name="Shape 77"/>
        <p:cNvGrpSpPr/>
        <p:nvPr/>
      </p:nvGrpSpPr>
      <p:grpSpPr>
        <a:xfrm>
          <a:off x="0" y="0"/>
          <a:ext cx="0" cy="0"/>
          <a:chOff x="0" y="0"/>
          <a:chExt cx="0" cy="0"/>
        </a:xfrm>
      </p:grpSpPr>
      <p:sp>
        <p:nvSpPr>
          <p:cNvPr id="78" name="Google Shape;78;p39"/>
          <p:cNvSpPr/>
          <p:nvPr/>
        </p:nvSpPr>
        <p:spPr>
          <a:xfrm>
            <a:off x="9019312" y="0"/>
            <a:ext cx="2743200" cy="6858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9"/>
          <p:cNvSpPr txBox="1"/>
          <p:nvPr>
            <p:ph type="title"/>
          </p:nvPr>
        </p:nvSpPr>
        <p:spPr>
          <a:xfrm rot="5400000">
            <a:off x="7413033" y="2022229"/>
            <a:ext cx="5897562" cy="240238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9"/>
          <p:cNvSpPr txBox="1"/>
          <p:nvPr>
            <p:ph idx="1" type="body"/>
          </p:nvPr>
        </p:nvSpPr>
        <p:spPr>
          <a:xfrm rot="5400000">
            <a:off x="1876064" y="-763226"/>
            <a:ext cx="5897562" cy="797329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1" name="Google Shape;81;p39"/>
          <p:cNvSpPr txBox="1"/>
          <p:nvPr>
            <p:ph idx="10" type="dt"/>
          </p:nvPr>
        </p:nvSpPr>
        <p:spPr>
          <a:xfrm>
            <a:off x="838200" y="6422854"/>
            <a:ext cx="2743196" cy="365125"/>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9"/>
          <p:cNvSpPr txBox="1"/>
          <p:nvPr>
            <p:ph idx="11" type="ftr"/>
          </p:nvPr>
        </p:nvSpPr>
        <p:spPr>
          <a:xfrm>
            <a:off x="3776135" y="6422854"/>
            <a:ext cx="427966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9"/>
          <p:cNvSpPr txBox="1"/>
          <p:nvPr>
            <p:ph idx="12" type="sldNum"/>
          </p:nvPr>
        </p:nvSpPr>
        <p:spPr>
          <a:xfrm>
            <a:off x="8073048" y="6422854"/>
            <a:ext cx="879759" cy="365125"/>
          </a:xfrm>
          <a:prstGeom prst="rect">
            <a:avLst/>
          </a:prstGeom>
          <a:noFill/>
          <a:ln>
            <a:noFill/>
          </a:ln>
        </p:spPr>
        <p:txBody>
          <a:bodyPr anchorCtr="0" anchor="ctr" bIns="45700" lIns="45700" spcFirstLastPara="1" rIns="91425" wrap="square" tIns="45700">
            <a:noAutofit/>
          </a:bodyPr>
          <a:lstStyle>
            <a:lvl1pPr indent="0" lvl="0" marL="0" marR="0" algn="r">
              <a:lnSpc>
                <a:spcPct val="100000"/>
              </a:lnSpc>
              <a:spcBef>
                <a:spcPts val="0"/>
              </a:spcBef>
              <a:spcAft>
                <a:spcPts val="0"/>
              </a:spcAft>
              <a:buClr>
                <a:srgbClr val="90C226"/>
              </a:buClr>
              <a:buSzPts val="900"/>
              <a:buFont typeface="Trebuchet MS"/>
              <a:buNone/>
              <a:defRPr/>
            </a:lvl1pPr>
            <a:lvl2pPr indent="0" lvl="1" marL="0" marR="0" algn="r">
              <a:lnSpc>
                <a:spcPct val="100000"/>
              </a:lnSpc>
              <a:spcBef>
                <a:spcPts val="0"/>
              </a:spcBef>
              <a:spcAft>
                <a:spcPts val="0"/>
              </a:spcAft>
              <a:buClr>
                <a:srgbClr val="90C226"/>
              </a:buClr>
              <a:buSzPts val="900"/>
              <a:buFont typeface="Trebuchet MS"/>
              <a:buNone/>
              <a:defRPr/>
            </a:lvl2pPr>
            <a:lvl3pPr indent="0" lvl="2" marL="0" marR="0" algn="r">
              <a:lnSpc>
                <a:spcPct val="100000"/>
              </a:lnSpc>
              <a:spcBef>
                <a:spcPts val="0"/>
              </a:spcBef>
              <a:spcAft>
                <a:spcPts val="0"/>
              </a:spcAft>
              <a:buClr>
                <a:srgbClr val="90C226"/>
              </a:buClr>
              <a:buSzPts val="900"/>
              <a:buFont typeface="Trebuchet MS"/>
              <a:buNone/>
              <a:defRPr/>
            </a:lvl3pPr>
            <a:lvl4pPr indent="0" lvl="3" marL="0" marR="0" algn="r">
              <a:lnSpc>
                <a:spcPct val="100000"/>
              </a:lnSpc>
              <a:spcBef>
                <a:spcPts val="0"/>
              </a:spcBef>
              <a:spcAft>
                <a:spcPts val="0"/>
              </a:spcAft>
              <a:buClr>
                <a:srgbClr val="90C226"/>
              </a:buClr>
              <a:buSzPts val="900"/>
              <a:buFont typeface="Trebuchet MS"/>
              <a:buNone/>
              <a:defRPr/>
            </a:lvl4pPr>
            <a:lvl5pPr indent="0" lvl="4" marL="0" marR="0" algn="r">
              <a:lnSpc>
                <a:spcPct val="100000"/>
              </a:lnSpc>
              <a:spcBef>
                <a:spcPts val="0"/>
              </a:spcBef>
              <a:spcAft>
                <a:spcPts val="0"/>
              </a:spcAft>
              <a:buClr>
                <a:srgbClr val="90C226"/>
              </a:buClr>
              <a:buSzPts val="900"/>
              <a:buFont typeface="Trebuchet MS"/>
              <a:buNone/>
              <a:defRPr/>
            </a:lvl5pPr>
            <a:lvl6pPr indent="0" lvl="5" marL="0" marR="0" algn="r">
              <a:lnSpc>
                <a:spcPct val="100000"/>
              </a:lnSpc>
              <a:spcBef>
                <a:spcPts val="0"/>
              </a:spcBef>
              <a:spcAft>
                <a:spcPts val="0"/>
              </a:spcAft>
              <a:buClr>
                <a:srgbClr val="90C226"/>
              </a:buClr>
              <a:buSzPts val="900"/>
              <a:buFont typeface="Trebuchet MS"/>
              <a:buNone/>
              <a:defRPr/>
            </a:lvl6pPr>
            <a:lvl7pPr indent="0" lvl="6" marL="0" marR="0" algn="r">
              <a:lnSpc>
                <a:spcPct val="100000"/>
              </a:lnSpc>
              <a:spcBef>
                <a:spcPts val="0"/>
              </a:spcBef>
              <a:spcAft>
                <a:spcPts val="0"/>
              </a:spcAft>
              <a:buClr>
                <a:srgbClr val="90C226"/>
              </a:buClr>
              <a:buSzPts val="900"/>
              <a:buFont typeface="Trebuchet MS"/>
              <a:buNone/>
              <a:defRPr/>
            </a:lvl7pPr>
            <a:lvl8pPr indent="0" lvl="7" marL="0" marR="0" algn="r">
              <a:lnSpc>
                <a:spcPct val="100000"/>
              </a:lnSpc>
              <a:spcBef>
                <a:spcPts val="0"/>
              </a:spcBef>
              <a:spcAft>
                <a:spcPts val="0"/>
              </a:spcAft>
              <a:buClr>
                <a:srgbClr val="90C226"/>
              </a:buClr>
              <a:buSzPts val="900"/>
              <a:buFont typeface="Trebuchet MS"/>
              <a:buNone/>
              <a:defRPr/>
            </a:lvl8pPr>
            <a:lvl9pPr indent="0" lvl="8" marL="0" marR="0" algn="r">
              <a:lnSpc>
                <a:spcPct val="100000"/>
              </a:lnSpc>
              <a:spcBef>
                <a:spcPts val="0"/>
              </a:spcBef>
              <a:spcAft>
                <a:spcPts val="0"/>
              </a:spcAft>
              <a:buClr>
                <a:srgbClr val="90C226"/>
              </a:buClr>
              <a:buSzPts val="9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28"/>
          <p:cNvSpPr/>
          <p:nvPr/>
        </p:nvSpPr>
        <p:spPr>
          <a:xfrm>
            <a:off x="483" y="176109"/>
            <a:ext cx="12188952" cy="1645919"/>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28"/>
          <p:cNvSpPr txBox="1"/>
          <p:nvPr>
            <p:ph type="title"/>
          </p:nvPr>
        </p:nvSpPr>
        <p:spPr>
          <a:xfrm>
            <a:off x="1202919" y="284176"/>
            <a:ext cx="9784080" cy="1508760"/>
          </a:xfrm>
          <a:prstGeom prst="rect">
            <a:avLst/>
          </a:prstGeom>
          <a:noFill/>
          <a:ln>
            <a:noFill/>
          </a:ln>
        </p:spPr>
        <p:txBody>
          <a:bodyPr anchorCtr="0" anchor="ctr" bIns="45700" lIns="91425" spcFirstLastPara="1" rIns="91425" wrap="square" tIns="45700">
            <a:normAutofit/>
          </a:bodyPr>
          <a:lstStyle>
            <a:lvl1pPr lvl="0" marR="0" rtl="0" algn="l">
              <a:lnSpc>
                <a:spcPct val="85000"/>
              </a:lnSpc>
              <a:spcBef>
                <a:spcPts val="0"/>
              </a:spcBef>
              <a:spcAft>
                <a:spcPts val="0"/>
              </a:spcAft>
              <a:buClr>
                <a:schemeClr val="dk2"/>
              </a:buClr>
              <a:buSzPts val="4000"/>
              <a:buFont typeface="Corbel"/>
              <a:buNone/>
              <a:defRPr b="0" i="0" sz="4000" u="none" cap="none" strike="noStrike">
                <a:solidFill>
                  <a:schemeClr val="dk2"/>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28"/>
          <p:cNvSpPr txBox="1"/>
          <p:nvPr>
            <p:ph idx="1" type="body"/>
          </p:nvPr>
        </p:nvSpPr>
        <p:spPr>
          <a:xfrm>
            <a:off x="1202919" y="2011680"/>
            <a:ext cx="9784080" cy="4206240"/>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200"/>
              </a:spcBef>
              <a:spcAft>
                <a:spcPts val="0"/>
              </a:spcAft>
              <a:buClr>
                <a:schemeClr val="lt1"/>
              </a:buClr>
              <a:buSzPts val="2200"/>
              <a:buFont typeface="Noto Sans Symbols"/>
              <a:buChar char="▪"/>
              <a:defRPr b="0" i="0" sz="2200" u="none" cap="none" strike="noStrike">
                <a:solidFill>
                  <a:schemeClr val="lt1"/>
                </a:solidFill>
                <a:latin typeface="Corbel"/>
                <a:ea typeface="Corbel"/>
                <a:cs typeface="Corbel"/>
                <a:sym typeface="Corbel"/>
              </a:defRPr>
            </a:lvl1pPr>
            <a:lvl2pPr indent="-355600" lvl="1" marL="914400" marR="0" rtl="0" algn="l">
              <a:lnSpc>
                <a:spcPct val="90000"/>
              </a:lnSpc>
              <a:spcBef>
                <a:spcPts val="200"/>
              </a:spcBef>
              <a:spcAft>
                <a:spcPts val="0"/>
              </a:spcAft>
              <a:buClr>
                <a:schemeClr val="lt1"/>
              </a:buClr>
              <a:buSzPts val="2000"/>
              <a:buFont typeface="Noto Sans Symbols"/>
              <a:buChar char="▪"/>
              <a:defRPr b="0" i="0" sz="2000" u="none" cap="none" strike="noStrike">
                <a:solidFill>
                  <a:schemeClr val="lt1"/>
                </a:solidFill>
                <a:latin typeface="Corbel"/>
                <a:ea typeface="Corbel"/>
                <a:cs typeface="Corbel"/>
                <a:sym typeface="Corbel"/>
              </a:defRPr>
            </a:lvl2pPr>
            <a:lvl3pPr indent="-342900" lvl="2" marL="1371600" marR="0" rtl="0" algn="l">
              <a:lnSpc>
                <a:spcPct val="90000"/>
              </a:lnSpc>
              <a:spcBef>
                <a:spcPts val="400"/>
              </a:spcBef>
              <a:spcAft>
                <a:spcPts val="0"/>
              </a:spcAft>
              <a:buClr>
                <a:schemeClr val="lt1"/>
              </a:buClr>
              <a:buSzPts val="1800"/>
              <a:buFont typeface="Noto Sans Symbols"/>
              <a:buChar char="▪"/>
              <a:defRPr b="0" i="0" sz="1800" u="none" cap="none" strike="noStrike">
                <a:solidFill>
                  <a:schemeClr val="lt1"/>
                </a:solidFill>
                <a:latin typeface="Corbel"/>
                <a:ea typeface="Corbel"/>
                <a:cs typeface="Corbel"/>
                <a:sym typeface="Corbel"/>
              </a:defRPr>
            </a:lvl3pPr>
            <a:lvl4pPr indent="-330200" lvl="3" marL="1828800" marR="0" rtl="0" algn="l">
              <a:lnSpc>
                <a:spcPct val="90000"/>
              </a:lnSpc>
              <a:spcBef>
                <a:spcPts val="400"/>
              </a:spcBef>
              <a:spcAft>
                <a:spcPts val="0"/>
              </a:spcAft>
              <a:buClr>
                <a:schemeClr val="lt1"/>
              </a:buClr>
              <a:buSzPts val="1600"/>
              <a:buFont typeface="Noto Sans Symbols"/>
              <a:buChar char="▪"/>
              <a:defRPr b="0" i="0" sz="1600" u="none" cap="none" strike="noStrike">
                <a:solidFill>
                  <a:schemeClr val="lt1"/>
                </a:solidFill>
                <a:latin typeface="Corbel"/>
                <a:ea typeface="Corbel"/>
                <a:cs typeface="Corbel"/>
                <a:sym typeface="Corbel"/>
              </a:defRPr>
            </a:lvl4pPr>
            <a:lvl5pPr indent="-330200" lvl="4" marL="2286000" marR="0" rtl="0" algn="l">
              <a:lnSpc>
                <a:spcPct val="90000"/>
              </a:lnSpc>
              <a:spcBef>
                <a:spcPts val="400"/>
              </a:spcBef>
              <a:spcAft>
                <a:spcPts val="0"/>
              </a:spcAft>
              <a:buClr>
                <a:schemeClr val="lt1"/>
              </a:buClr>
              <a:buSzPts val="1600"/>
              <a:buFont typeface="Noto Sans Symbols"/>
              <a:buChar char="▪"/>
              <a:defRPr b="0" i="0" sz="1600" u="none" cap="none" strike="noStrike">
                <a:solidFill>
                  <a:schemeClr val="lt1"/>
                </a:solidFill>
                <a:latin typeface="Corbel"/>
                <a:ea typeface="Corbel"/>
                <a:cs typeface="Corbel"/>
                <a:sym typeface="Corbel"/>
              </a:defRPr>
            </a:lvl5pPr>
            <a:lvl6pPr indent="-330200" lvl="5" marL="2743200" marR="0" rtl="0" algn="l">
              <a:lnSpc>
                <a:spcPct val="90000"/>
              </a:lnSpc>
              <a:spcBef>
                <a:spcPts val="400"/>
              </a:spcBef>
              <a:spcAft>
                <a:spcPts val="0"/>
              </a:spcAft>
              <a:buClr>
                <a:schemeClr val="lt1"/>
              </a:buClr>
              <a:buSzPts val="1600"/>
              <a:buFont typeface="Noto Sans Symbols"/>
              <a:buChar char="▪"/>
              <a:defRPr b="0" i="0" sz="1600" u="none" cap="none" strike="noStrike">
                <a:solidFill>
                  <a:schemeClr val="lt1"/>
                </a:solidFill>
                <a:latin typeface="Corbel"/>
                <a:ea typeface="Corbel"/>
                <a:cs typeface="Corbel"/>
                <a:sym typeface="Corbel"/>
              </a:defRPr>
            </a:lvl6pPr>
            <a:lvl7pPr indent="-330200" lvl="6" marL="3200400" marR="0" rtl="0" algn="l">
              <a:lnSpc>
                <a:spcPct val="90000"/>
              </a:lnSpc>
              <a:spcBef>
                <a:spcPts val="400"/>
              </a:spcBef>
              <a:spcAft>
                <a:spcPts val="0"/>
              </a:spcAft>
              <a:buClr>
                <a:schemeClr val="lt1"/>
              </a:buClr>
              <a:buSzPts val="1600"/>
              <a:buFont typeface="Noto Sans Symbols"/>
              <a:buChar char="▪"/>
              <a:defRPr b="0" i="0" sz="1600" u="none" cap="none" strike="noStrike">
                <a:solidFill>
                  <a:schemeClr val="lt1"/>
                </a:solidFill>
                <a:latin typeface="Corbel"/>
                <a:ea typeface="Corbel"/>
                <a:cs typeface="Corbel"/>
                <a:sym typeface="Corbel"/>
              </a:defRPr>
            </a:lvl7pPr>
            <a:lvl8pPr indent="-330200" lvl="7" marL="3657600" marR="0" rtl="0" algn="l">
              <a:lnSpc>
                <a:spcPct val="90000"/>
              </a:lnSpc>
              <a:spcBef>
                <a:spcPts val="400"/>
              </a:spcBef>
              <a:spcAft>
                <a:spcPts val="0"/>
              </a:spcAft>
              <a:buClr>
                <a:schemeClr val="lt1"/>
              </a:buClr>
              <a:buSzPts val="1600"/>
              <a:buFont typeface="Noto Sans Symbols"/>
              <a:buChar char="▪"/>
              <a:defRPr b="0" i="0" sz="1600" u="none" cap="none" strike="noStrike">
                <a:solidFill>
                  <a:schemeClr val="lt1"/>
                </a:solidFill>
                <a:latin typeface="Corbel"/>
                <a:ea typeface="Corbel"/>
                <a:cs typeface="Corbel"/>
                <a:sym typeface="Corbel"/>
              </a:defRPr>
            </a:lvl8pPr>
            <a:lvl9pPr indent="-330200" lvl="8" marL="4114800" marR="0" rtl="0" algn="l">
              <a:lnSpc>
                <a:spcPct val="90000"/>
              </a:lnSpc>
              <a:spcBef>
                <a:spcPts val="400"/>
              </a:spcBef>
              <a:spcAft>
                <a:spcPts val="400"/>
              </a:spcAft>
              <a:buClr>
                <a:schemeClr val="lt1"/>
              </a:buClr>
              <a:buSzPts val="1600"/>
              <a:buFont typeface="Noto Sans Symbols"/>
              <a:buChar char="▪"/>
              <a:defRPr b="0" i="0" sz="1600" u="none" cap="none" strike="noStrike">
                <a:solidFill>
                  <a:schemeClr val="lt1"/>
                </a:solidFill>
                <a:latin typeface="Corbel"/>
                <a:ea typeface="Corbel"/>
                <a:cs typeface="Corbel"/>
                <a:sym typeface="Corbel"/>
              </a:defRPr>
            </a:lvl9pPr>
          </a:lstStyle>
          <a:p/>
        </p:txBody>
      </p:sp>
      <p:sp>
        <p:nvSpPr>
          <p:cNvPr id="9" name="Google Shape;9;p28"/>
          <p:cNvSpPr txBox="1"/>
          <p:nvPr>
            <p:ph idx="10" type="dt"/>
          </p:nvPr>
        </p:nvSpPr>
        <p:spPr>
          <a:xfrm>
            <a:off x="1202266" y="6422854"/>
            <a:ext cx="3000894" cy="365125"/>
          </a:xfrm>
          <a:prstGeom prst="rect">
            <a:avLst/>
          </a:prstGeom>
          <a:noFill/>
          <a:ln>
            <a:noFill/>
          </a:ln>
        </p:spPr>
        <p:txBody>
          <a:bodyPr anchorCtr="0" anchor="ctr" bIns="45700" lIns="91425" spcFirstLastPara="1" rIns="45700" wrap="square" tIns="45700">
            <a:noAutofit/>
          </a:bodyPr>
          <a:lstStyle>
            <a:lvl1pPr lvl="0" marR="0" rtl="0" algn="l">
              <a:spcBef>
                <a:spcPts val="0"/>
              </a:spcBef>
              <a:spcAft>
                <a:spcPts val="0"/>
              </a:spcAft>
              <a:buSzPts val="1400"/>
              <a:buNone/>
              <a:defRPr b="0" i="0" sz="105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0" name="Google Shape;10;p28"/>
          <p:cNvSpPr txBox="1"/>
          <p:nvPr>
            <p:ph idx="11" type="ftr"/>
          </p:nvPr>
        </p:nvSpPr>
        <p:spPr>
          <a:xfrm>
            <a:off x="5596471" y="6422854"/>
            <a:ext cx="504444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1" name="Google Shape;11;p28"/>
          <p:cNvSpPr txBox="1"/>
          <p:nvPr>
            <p:ph idx="12" type="sldNum"/>
          </p:nvPr>
        </p:nvSpPr>
        <p:spPr>
          <a:xfrm>
            <a:off x="10658927" y="6422854"/>
            <a:ext cx="946264" cy="365125"/>
          </a:xfrm>
          <a:prstGeom prst="rect">
            <a:avLst/>
          </a:prstGeom>
          <a:noFill/>
          <a:ln>
            <a:noFill/>
          </a:ln>
        </p:spPr>
        <p:txBody>
          <a:bodyPr anchorCtr="0" anchor="ctr" bIns="45700" lIns="45700" spcFirstLastPara="1" rIns="91425" wrap="square" tIns="45700">
            <a:noAutofit/>
          </a:bodyPr>
          <a:lstStyle>
            <a:lvl1pPr indent="0" lvl="0" marL="0" marR="0" rtl="0" algn="r">
              <a:lnSpc>
                <a:spcPct val="100000"/>
              </a:lnSpc>
              <a:spcBef>
                <a:spcPts val="0"/>
              </a:spcBef>
              <a:spcAft>
                <a:spcPts val="0"/>
              </a:spcAft>
              <a:buClr>
                <a:schemeClr val="lt1"/>
              </a:buClr>
              <a:buSzPts val="900"/>
              <a:buFont typeface="Corbel"/>
              <a:buNone/>
              <a:defRPr b="0" i="0" sz="900" u="none" cap="none" strike="noStrike">
                <a:solidFill>
                  <a:schemeClr val="lt1"/>
                </a:solidFill>
                <a:latin typeface="Corbel"/>
                <a:ea typeface="Corbel"/>
                <a:cs typeface="Corbel"/>
                <a:sym typeface="Corbel"/>
              </a:defRPr>
            </a:lvl1pPr>
            <a:lvl2pPr indent="0" lvl="1" marL="0" marR="0" rtl="0" algn="r">
              <a:lnSpc>
                <a:spcPct val="100000"/>
              </a:lnSpc>
              <a:spcBef>
                <a:spcPts val="0"/>
              </a:spcBef>
              <a:spcAft>
                <a:spcPts val="0"/>
              </a:spcAft>
              <a:buClr>
                <a:schemeClr val="lt1"/>
              </a:buClr>
              <a:buSzPts val="900"/>
              <a:buFont typeface="Corbel"/>
              <a:buNone/>
              <a:defRPr b="0" i="0" sz="900" u="none" cap="none" strike="noStrike">
                <a:solidFill>
                  <a:schemeClr val="lt1"/>
                </a:solidFill>
                <a:latin typeface="Corbel"/>
                <a:ea typeface="Corbel"/>
                <a:cs typeface="Corbel"/>
                <a:sym typeface="Corbel"/>
              </a:defRPr>
            </a:lvl2pPr>
            <a:lvl3pPr indent="0" lvl="2" marL="0" marR="0" rtl="0" algn="r">
              <a:lnSpc>
                <a:spcPct val="100000"/>
              </a:lnSpc>
              <a:spcBef>
                <a:spcPts val="0"/>
              </a:spcBef>
              <a:spcAft>
                <a:spcPts val="0"/>
              </a:spcAft>
              <a:buClr>
                <a:schemeClr val="lt1"/>
              </a:buClr>
              <a:buSzPts val="900"/>
              <a:buFont typeface="Corbel"/>
              <a:buNone/>
              <a:defRPr b="0" i="0" sz="900" u="none" cap="none" strike="noStrike">
                <a:solidFill>
                  <a:schemeClr val="lt1"/>
                </a:solidFill>
                <a:latin typeface="Corbel"/>
                <a:ea typeface="Corbel"/>
                <a:cs typeface="Corbel"/>
                <a:sym typeface="Corbel"/>
              </a:defRPr>
            </a:lvl3pPr>
            <a:lvl4pPr indent="0" lvl="3" marL="0" marR="0" rtl="0" algn="r">
              <a:lnSpc>
                <a:spcPct val="100000"/>
              </a:lnSpc>
              <a:spcBef>
                <a:spcPts val="0"/>
              </a:spcBef>
              <a:spcAft>
                <a:spcPts val="0"/>
              </a:spcAft>
              <a:buClr>
                <a:schemeClr val="lt1"/>
              </a:buClr>
              <a:buSzPts val="900"/>
              <a:buFont typeface="Corbel"/>
              <a:buNone/>
              <a:defRPr b="0" i="0" sz="900" u="none" cap="none" strike="noStrike">
                <a:solidFill>
                  <a:schemeClr val="lt1"/>
                </a:solidFill>
                <a:latin typeface="Corbel"/>
                <a:ea typeface="Corbel"/>
                <a:cs typeface="Corbel"/>
                <a:sym typeface="Corbel"/>
              </a:defRPr>
            </a:lvl4pPr>
            <a:lvl5pPr indent="0" lvl="4" marL="0" marR="0" rtl="0" algn="r">
              <a:lnSpc>
                <a:spcPct val="100000"/>
              </a:lnSpc>
              <a:spcBef>
                <a:spcPts val="0"/>
              </a:spcBef>
              <a:spcAft>
                <a:spcPts val="0"/>
              </a:spcAft>
              <a:buClr>
                <a:schemeClr val="lt1"/>
              </a:buClr>
              <a:buSzPts val="900"/>
              <a:buFont typeface="Corbel"/>
              <a:buNone/>
              <a:defRPr b="0" i="0" sz="900" u="none" cap="none" strike="noStrike">
                <a:solidFill>
                  <a:schemeClr val="lt1"/>
                </a:solidFill>
                <a:latin typeface="Corbel"/>
                <a:ea typeface="Corbel"/>
                <a:cs typeface="Corbel"/>
                <a:sym typeface="Corbel"/>
              </a:defRPr>
            </a:lvl5pPr>
            <a:lvl6pPr indent="0" lvl="5" marL="0" marR="0" rtl="0" algn="r">
              <a:lnSpc>
                <a:spcPct val="100000"/>
              </a:lnSpc>
              <a:spcBef>
                <a:spcPts val="0"/>
              </a:spcBef>
              <a:spcAft>
                <a:spcPts val="0"/>
              </a:spcAft>
              <a:buClr>
                <a:schemeClr val="lt1"/>
              </a:buClr>
              <a:buSzPts val="900"/>
              <a:buFont typeface="Corbel"/>
              <a:buNone/>
              <a:defRPr b="0" i="0" sz="900" u="none" cap="none" strike="noStrike">
                <a:solidFill>
                  <a:schemeClr val="lt1"/>
                </a:solidFill>
                <a:latin typeface="Corbel"/>
                <a:ea typeface="Corbel"/>
                <a:cs typeface="Corbel"/>
                <a:sym typeface="Corbel"/>
              </a:defRPr>
            </a:lvl6pPr>
            <a:lvl7pPr indent="0" lvl="6" marL="0" marR="0" rtl="0" algn="r">
              <a:lnSpc>
                <a:spcPct val="100000"/>
              </a:lnSpc>
              <a:spcBef>
                <a:spcPts val="0"/>
              </a:spcBef>
              <a:spcAft>
                <a:spcPts val="0"/>
              </a:spcAft>
              <a:buClr>
                <a:schemeClr val="lt1"/>
              </a:buClr>
              <a:buSzPts val="900"/>
              <a:buFont typeface="Corbel"/>
              <a:buNone/>
              <a:defRPr b="0" i="0" sz="900" u="none" cap="none" strike="noStrike">
                <a:solidFill>
                  <a:schemeClr val="lt1"/>
                </a:solidFill>
                <a:latin typeface="Corbel"/>
                <a:ea typeface="Corbel"/>
                <a:cs typeface="Corbel"/>
                <a:sym typeface="Corbel"/>
              </a:defRPr>
            </a:lvl7pPr>
            <a:lvl8pPr indent="0" lvl="7" marL="0" marR="0" rtl="0" algn="r">
              <a:lnSpc>
                <a:spcPct val="100000"/>
              </a:lnSpc>
              <a:spcBef>
                <a:spcPts val="0"/>
              </a:spcBef>
              <a:spcAft>
                <a:spcPts val="0"/>
              </a:spcAft>
              <a:buClr>
                <a:schemeClr val="lt1"/>
              </a:buClr>
              <a:buSzPts val="900"/>
              <a:buFont typeface="Corbel"/>
              <a:buNone/>
              <a:defRPr b="0" i="0" sz="900" u="none" cap="none" strike="noStrike">
                <a:solidFill>
                  <a:schemeClr val="lt1"/>
                </a:solidFill>
                <a:latin typeface="Corbel"/>
                <a:ea typeface="Corbel"/>
                <a:cs typeface="Corbel"/>
                <a:sym typeface="Corbel"/>
              </a:defRPr>
            </a:lvl8pPr>
            <a:lvl9pPr indent="0" lvl="8" marL="0" marR="0" rtl="0" algn="r">
              <a:lnSpc>
                <a:spcPct val="100000"/>
              </a:lnSpc>
              <a:spcBef>
                <a:spcPts val="0"/>
              </a:spcBef>
              <a:spcAft>
                <a:spcPts val="0"/>
              </a:spcAft>
              <a:buClr>
                <a:schemeClr val="lt1"/>
              </a:buClr>
              <a:buSzPts val="900"/>
              <a:buFont typeface="Corbel"/>
              <a:buNone/>
              <a:defRPr b="0" i="0" sz="9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200"/>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 name="Shape 87"/>
        <p:cNvGrpSpPr/>
        <p:nvPr/>
      </p:nvGrpSpPr>
      <p:grpSpPr>
        <a:xfrm>
          <a:off x="0" y="0"/>
          <a:ext cx="0" cy="0"/>
          <a:chOff x="0" y="0"/>
          <a:chExt cx="0" cy="0"/>
        </a:xfrm>
      </p:grpSpPr>
      <p:grpSp>
        <p:nvGrpSpPr>
          <p:cNvPr id="88" name="Google Shape;88;p1"/>
          <p:cNvGrpSpPr/>
          <p:nvPr/>
        </p:nvGrpSpPr>
        <p:grpSpPr>
          <a:xfrm>
            <a:off x="0" y="-8255"/>
            <a:ext cx="12192000" cy="6866255"/>
            <a:chOff x="0" y="-8255"/>
            <a:chExt cx="12192000" cy="6866255"/>
          </a:xfrm>
        </p:grpSpPr>
        <p:cxnSp>
          <p:nvCxnSpPr>
            <p:cNvPr id="89" name="Google Shape;89;p1"/>
            <p:cNvCxnSpPr/>
            <p:nvPr/>
          </p:nvCxnSpPr>
          <p:spPr>
            <a:xfrm>
              <a:off x="9370695" y="0"/>
              <a:ext cx="1219200" cy="6858000"/>
            </a:xfrm>
            <a:prstGeom prst="straightConnector1">
              <a:avLst/>
            </a:prstGeom>
            <a:noFill/>
            <a:ln cap="flat" cmpd="sng" w="9525">
              <a:solidFill>
                <a:srgbClr val="262626"/>
              </a:solidFill>
              <a:prstDash val="solid"/>
              <a:miter lim="800000"/>
              <a:headEnd len="sm" w="sm" type="none"/>
              <a:tailEnd len="sm" w="sm" type="none"/>
            </a:ln>
          </p:spPr>
        </p:cxnSp>
        <p:cxnSp>
          <p:nvCxnSpPr>
            <p:cNvPr id="90" name="Google Shape;90;p1"/>
            <p:cNvCxnSpPr/>
            <p:nvPr/>
          </p:nvCxnSpPr>
          <p:spPr>
            <a:xfrm flipH="1">
              <a:off x="7425055" y="3681730"/>
              <a:ext cx="4763135" cy="3176270"/>
            </a:xfrm>
            <a:prstGeom prst="straightConnector1">
              <a:avLst/>
            </a:prstGeom>
            <a:noFill/>
            <a:ln cap="flat" cmpd="sng" w="9525">
              <a:solidFill>
                <a:srgbClr val="262626"/>
              </a:solidFill>
              <a:prstDash val="solid"/>
              <a:miter lim="800000"/>
              <a:headEnd len="sm" w="sm" type="none"/>
              <a:tailEnd len="sm" w="sm" type="none"/>
            </a:ln>
          </p:spPr>
        </p:cxnSp>
        <p:sp>
          <p:nvSpPr>
            <p:cNvPr id="91" name="Google Shape;91;p1"/>
            <p:cNvSpPr/>
            <p:nvPr/>
          </p:nvSpPr>
          <p:spPr>
            <a:xfrm>
              <a:off x="9182100" y="-8255"/>
              <a:ext cx="3006090" cy="6866255"/>
            </a:xfrm>
            <a:custGeom>
              <a:rect b="b" l="l" r="r" t="t"/>
              <a:pathLst>
                <a:path extrusionOk="0" h="6866255" w="3006090">
                  <a:moveTo>
                    <a:pt x="2044592" y="0"/>
                  </a:moveTo>
                  <a:lnTo>
                    <a:pt x="3006090" y="0"/>
                  </a:lnTo>
                  <a:lnTo>
                    <a:pt x="3006090" y="6866255"/>
                  </a:lnTo>
                  <a:lnTo>
                    <a:pt x="0" y="6866255"/>
                  </a:lnTo>
                  <a:lnTo>
                    <a:pt x="2044592" y="0"/>
                  </a:lnTo>
                  <a:close/>
                </a:path>
              </a:pathLst>
            </a:custGeom>
            <a:solidFill>
              <a:schemeClr val="accent1">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2" name="Google Shape;92;p1"/>
            <p:cNvSpPr/>
            <p:nvPr/>
          </p:nvSpPr>
          <p:spPr>
            <a:xfrm>
              <a:off x="9603740" y="-8255"/>
              <a:ext cx="2588260" cy="6866255"/>
            </a:xfrm>
            <a:custGeom>
              <a:rect b="b" l="l" r="r" t="t"/>
              <a:pathLst>
                <a:path extrusionOk="0" h="6866255" w="2588260">
                  <a:moveTo>
                    <a:pt x="0" y="0"/>
                  </a:moveTo>
                  <a:lnTo>
                    <a:pt x="2588260" y="0"/>
                  </a:lnTo>
                  <a:lnTo>
                    <a:pt x="2588260" y="6866255"/>
                  </a:lnTo>
                  <a:lnTo>
                    <a:pt x="1209235" y="6866255"/>
                  </a:lnTo>
                  <a:lnTo>
                    <a:pt x="0" y="0"/>
                  </a:lnTo>
                  <a:close/>
                </a:path>
              </a:pathLst>
            </a:custGeom>
            <a:solidFill>
              <a:schemeClr val="accent1">
                <a:alpha val="1882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3" name="Google Shape;93;p1"/>
            <p:cNvSpPr/>
            <p:nvPr/>
          </p:nvSpPr>
          <p:spPr>
            <a:xfrm>
              <a:off x="8931910" y="3048000"/>
              <a:ext cx="3260090" cy="3810000"/>
            </a:xfrm>
            <a:prstGeom prst="triangle">
              <a:avLst>
                <a:gd fmla="val 100000" name="adj"/>
              </a:avLst>
            </a:prstGeom>
            <a:solidFill>
              <a:schemeClr val="accent2">
                <a:alpha val="7098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4" name="Google Shape;94;p1"/>
            <p:cNvSpPr/>
            <p:nvPr/>
          </p:nvSpPr>
          <p:spPr>
            <a:xfrm>
              <a:off x="9334500" y="-8255"/>
              <a:ext cx="2853690" cy="6866255"/>
            </a:xfrm>
            <a:custGeom>
              <a:rect b="b" l="l" r="r" t="t"/>
              <a:pathLst>
                <a:path extrusionOk="0" h="6866255" w="2853690">
                  <a:moveTo>
                    <a:pt x="0" y="0"/>
                  </a:moveTo>
                  <a:lnTo>
                    <a:pt x="2853690" y="0"/>
                  </a:lnTo>
                  <a:lnTo>
                    <a:pt x="2853690" y="6866255"/>
                  </a:lnTo>
                  <a:lnTo>
                    <a:pt x="2470154" y="6866255"/>
                  </a:lnTo>
                  <a:lnTo>
                    <a:pt x="2470154" y="0"/>
                  </a:lnTo>
                  <a:lnTo>
                    <a:pt x="0" y="0"/>
                  </a:lnTo>
                  <a:close/>
                </a:path>
              </a:pathLst>
            </a:custGeom>
            <a:solidFill>
              <a:srgbClr val="3F7818">
                <a:alpha val="68627"/>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5" name="Google Shape;95;p1"/>
            <p:cNvSpPr/>
            <p:nvPr/>
          </p:nvSpPr>
          <p:spPr>
            <a:xfrm>
              <a:off x="10898505" y="-8255"/>
              <a:ext cx="1289685" cy="6866255"/>
            </a:xfrm>
            <a:custGeom>
              <a:rect b="b" l="l" r="r" t="t"/>
              <a:pathLst>
                <a:path extrusionOk="0" h="6866255" w="1289685">
                  <a:moveTo>
                    <a:pt x="1019367" y="0"/>
                  </a:moveTo>
                  <a:lnTo>
                    <a:pt x="1289685" y="0"/>
                  </a:lnTo>
                  <a:lnTo>
                    <a:pt x="1289685" y="6866255"/>
                  </a:lnTo>
                  <a:lnTo>
                    <a:pt x="0" y="6866255"/>
                  </a:lnTo>
                  <a:lnTo>
                    <a:pt x="1019367" y="0"/>
                  </a:lnTo>
                  <a:close/>
                </a:path>
              </a:pathLst>
            </a:custGeom>
            <a:solidFill>
              <a:srgbClr val="BFE472">
                <a:alpha val="68627"/>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6" name="Google Shape;96;p1"/>
            <p:cNvSpPr/>
            <p:nvPr/>
          </p:nvSpPr>
          <p:spPr>
            <a:xfrm>
              <a:off x="10938510" y="-8255"/>
              <a:ext cx="1249680" cy="6866255"/>
            </a:xfrm>
            <a:custGeom>
              <a:rect b="b" l="l" r="r" t="t"/>
              <a:pathLst>
                <a:path extrusionOk="0" h="6866255" w="1249680">
                  <a:moveTo>
                    <a:pt x="0" y="0"/>
                  </a:moveTo>
                  <a:lnTo>
                    <a:pt x="1249680" y="0"/>
                  </a:lnTo>
                  <a:lnTo>
                    <a:pt x="1249680" y="6866255"/>
                  </a:lnTo>
                  <a:lnTo>
                    <a:pt x="1109216" y="6866255"/>
                  </a:lnTo>
                  <a:lnTo>
                    <a:pt x="0" y="0"/>
                  </a:lnTo>
                  <a:close/>
                </a:path>
              </a:pathLst>
            </a:custGeom>
            <a:solidFill>
              <a:schemeClr val="accent1">
                <a:alpha val="6392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7" name="Google Shape;97;p1"/>
            <p:cNvSpPr/>
            <p:nvPr/>
          </p:nvSpPr>
          <p:spPr>
            <a:xfrm>
              <a:off x="10371455" y="3589655"/>
              <a:ext cx="1816735" cy="3268345"/>
            </a:xfrm>
            <a:prstGeom prst="triangle">
              <a:avLst>
                <a:gd fmla="val 100000" name="adj"/>
              </a:avLst>
            </a:prstGeom>
            <a:solidFill>
              <a:schemeClr val="accent1">
                <a:alpha val="7882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98" name="Google Shape;98;p1"/>
            <p:cNvSpPr/>
            <p:nvPr/>
          </p:nvSpPr>
          <p:spPr>
            <a:xfrm rot="10800000">
              <a:off x="0" y="0"/>
              <a:ext cx="842645" cy="5666105"/>
            </a:xfrm>
            <a:prstGeom prst="triangle">
              <a:avLst>
                <a:gd fmla="val 100000" name="adj"/>
              </a:avLst>
            </a:prstGeom>
            <a:solidFill>
              <a:schemeClr val="accent1">
                <a:alpha val="83921"/>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99" name="Google Shape;99;p1"/>
          <p:cNvSpPr txBox="1"/>
          <p:nvPr>
            <p:ph type="ctrTitle"/>
          </p:nvPr>
        </p:nvSpPr>
        <p:spPr>
          <a:xfrm>
            <a:off x="29105" y="6231890"/>
            <a:ext cx="6352298" cy="578485"/>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1800"/>
              <a:buFont typeface="Corbel"/>
              <a:buNone/>
            </a:pPr>
            <a:r>
              <a:rPr lang="en-US" sz="1800">
                <a:solidFill>
                  <a:schemeClr val="lt1"/>
                </a:solidFill>
              </a:rPr>
              <a:t>PROFESSIONAL ISSUES IN IT</a:t>
            </a:r>
            <a:endParaRPr/>
          </a:p>
        </p:txBody>
      </p:sp>
      <p:sp>
        <p:nvSpPr>
          <p:cNvPr id="100" name="Google Shape;100;p1"/>
          <p:cNvSpPr txBox="1"/>
          <p:nvPr>
            <p:ph idx="1" type="subTitle"/>
          </p:nvPr>
        </p:nvSpPr>
        <p:spPr>
          <a:xfrm>
            <a:off x="120938" y="5182998"/>
            <a:ext cx="7767320" cy="109728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lt1"/>
              </a:buClr>
              <a:buSzPts val="1800"/>
              <a:buFont typeface="Noto Sans Symbols"/>
              <a:buNone/>
            </a:pPr>
            <a:r>
              <a:rPr b="0" i="0" lang="en-US" sz="1800" u="none" cap="none" strike="noStrike">
                <a:solidFill>
                  <a:srgbClr val="FFFFFF"/>
                </a:solidFill>
                <a:latin typeface="Trebuchet MS"/>
                <a:ea typeface="Trebuchet MS"/>
                <a:cs typeface="Trebuchet MS"/>
                <a:sym typeface="Trebuchet MS"/>
              </a:rPr>
              <a:t>Course Instructor: Anaum Hamid</a:t>
            </a:r>
            <a:endParaRPr b="0" i="0" sz="1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1000"/>
              </a:spcBef>
              <a:spcAft>
                <a:spcPts val="0"/>
              </a:spcAft>
              <a:buClr>
                <a:schemeClr val="lt1"/>
              </a:buClr>
              <a:buSzPts val="1800"/>
              <a:buFont typeface="Noto Sans Symbols"/>
              <a:buNone/>
            </a:pPr>
            <a:r>
              <a:rPr b="0" i="0" lang="en-US" sz="1800" u="none" cap="none" strike="noStrike">
                <a:solidFill>
                  <a:srgbClr val="FFFFFF"/>
                </a:solidFill>
                <a:latin typeface="Trebuchet MS"/>
                <a:ea typeface="Trebuchet MS"/>
                <a:cs typeface="Trebuchet MS"/>
                <a:sym typeface="Trebuchet MS"/>
              </a:rPr>
              <a:t>Email address: anaum.hamid@nu.edu.pk</a:t>
            </a:r>
            <a:endParaRPr/>
          </a:p>
        </p:txBody>
      </p:sp>
      <p:sp>
        <p:nvSpPr>
          <p:cNvPr id="101" name="Google Shape;101;p1"/>
          <p:cNvSpPr txBox="1"/>
          <p:nvPr/>
        </p:nvSpPr>
        <p:spPr>
          <a:xfrm>
            <a:off x="649419" y="2146935"/>
            <a:ext cx="9280899" cy="1802130"/>
          </a:xfrm>
          <a:prstGeom prst="rect">
            <a:avLst/>
          </a:prstGeom>
          <a:noFill/>
          <a:ln>
            <a:noFill/>
          </a:ln>
        </p:spPr>
        <p:txBody>
          <a:bodyPr anchorCtr="0" anchor="b" bIns="45700" lIns="91425" spcFirstLastPara="1" rIns="91425" wrap="square" tIns="45700">
            <a:normAutofit fontScale="82500" lnSpcReduction="10000"/>
          </a:bodyPr>
          <a:lstStyle/>
          <a:p>
            <a:pPr indent="0" lvl="0" marL="0" marR="0" rtl="0" algn="l">
              <a:lnSpc>
                <a:spcPct val="80000"/>
              </a:lnSpc>
              <a:spcBef>
                <a:spcPts val="0"/>
              </a:spcBef>
              <a:spcAft>
                <a:spcPts val="0"/>
              </a:spcAft>
              <a:buClr>
                <a:srgbClr val="FEE599"/>
              </a:buClr>
              <a:buSzPct val="100000"/>
              <a:buFont typeface="Corbel"/>
              <a:buNone/>
            </a:pPr>
            <a:r>
              <a:rPr b="1" lang="en-US" sz="6000" u="none" cap="none">
                <a:solidFill>
                  <a:srgbClr val="FEE599"/>
                </a:solidFill>
                <a:latin typeface="Corbel"/>
                <a:ea typeface="Corbel"/>
                <a:cs typeface="Corbel"/>
                <a:sym typeface="Corbel"/>
              </a:rPr>
              <a:t>DATA PROTECTION, PRIVACY AND</a:t>
            </a:r>
            <a:endParaRPr/>
          </a:p>
          <a:p>
            <a:pPr indent="0" lvl="0" marL="0" marR="0" rtl="0" algn="l">
              <a:lnSpc>
                <a:spcPct val="80000"/>
              </a:lnSpc>
              <a:spcBef>
                <a:spcPts val="0"/>
              </a:spcBef>
              <a:spcAft>
                <a:spcPts val="0"/>
              </a:spcAft>
              <a:buClr>
                <a:srgbClr val="FEE599"/>
              </a:buClr>
              <a:buSzPct val="100000"/>
              <a:buFont typeface="Corbel"/>
              <a:buNone/>
            </a:pPr>
            <a:r>
              <a:rPr b="1" lang="en-US" sz="6000" u="none" cap="none">
                <a:solidFill>
                  <a:srgbClr val="FEE599"/>
                </a:solidFill>
                <a:latin typeface="Corbel"/>
                <a:ea typeface="Corbel"/>
                <a:cs typeface="Corbel"/>
                <a:sym typeface="Corbel"/>
              </a:rPr>
              <a:t>FREEDOM OF INFORMATION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677545" y="609600"/>
            <a:ext cx="8596630" cy="1320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lang="en-US"/>
              <a:t>DATA PROTECTION, PRIVACY AND</a:t>
            </a:r>
            <a:br>
              <a:rPr b="1" lang="en-US"/>
            </a:br>
            <a:r>
              <a:rPr b="1" lang="en-US"/>
              <a:t>FREEDOM OF INFORMATION</a:t>
            </a:r>
            <a:endParaRPr/>
          </a:p>
        </p:txBody>
      </p:sp>
      <p:sp>
        <p:nvSpPr>
          <p:cNvPr id="107" name="Google Shape;107;p2"/>
          <p:cNvSpPr txBox="1"/>
          <p:nvPr>
            <p:ph idx="1" type="body"/>
          </p:nvPr>
        </p:nvSpPr>
        <p:spPr>
          <a:xfrm>
            <a:off x="677545" y="2160905"/>
            <a:ext cx="8596630" cy="388048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2800"/>
              <a:buNone/>
            </a:pPr>
            <a:r>
              <a:rPr lang="en-US" sz="2800"/>
              <a:t>Background :</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Public concern about data protection was first aroused when it was realized</a:t>
            </a:r>
            <a:endParaRPr/>
          </a:p>
          <a:p>
            <a:pPr indent="0" lvl="0" marL="0" marR="0" rtl="0" algn="l">
              <a:lnSpc>
                <a:spcPct val="100000"/>
              </a:lnSpc>
              <a:spcBef>
                <a:spcPts val="1000"/>
              </a:spcBef>
              <a:spcAft>
                <a:spcPts val="0"/>
              </a:spcAft>
              <a:buSzPts val="1800"/>
              <a:buNone/>
            </a:pPr>
            <a:r>
              <a:rPr lang="en-US"/>
              <a:t>that a very large amount of data about individuals was being collected and</a:t>
            </a:r>
            <a:endParaRPr/>
          </a:p>
          <a:p>
            <a:pPr indent="0" lvl="0" marL="0" marR="0" rtl="0" algn="l">
              <a:lnSpc>
                <a:spcPct val="100000"/>
              </a:lnSpc>
              <a:spcBef>
                <a:spcPts val="1000"/>
              </a:spcBef>
              <a:spcAft>
                <a:spcPts val="0"/>
              </a:spcAft>
              <a:buSzPts val="1800"/>
              <a:buNone/>
            </a:pPr>
            <a:r>
              <a:rPr lang="en-US"/>
              <a:t>stored in computers and then used for purposes that were not only different</a:t>
            </a:r>
            <a:endParaRPr/>
          </a:p>
          <a:p>
            <a:pPr indent="0" lvl="0" marL="0" marR="0" rtl="0" algn="l">
              <a:lnSpc>
                <a:spcPct val="100000"/>
              </a:lnSpc>
              <a:spcBef>
                <a:spcPts val="1000"/>
              </a:spcBef>
              <a:spcAft>
                <a:spcPts val="0"/>
              </a:spcAft>
              <a:buSzPts val="1800"/>
              <a:buNone/>
            </a:pPr>
            <a:r>
              <a:rPr lang="en-US"/>
              <a:t>from those intended when the data was collected, but also unacceptable.</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There were also concerns that unauthorized people could access such data</a:t>
            </a:r>
            <a:endParaRPr/>
          </a:p>
          <a:p>
            <a:pPr indent="0" lvl="0" marL="0" marR="0" rtl="0" algn="l">
              <a:lnSpc>
                <a:spcPct val="100000"/>
              </a:lnSpc>
              <a:spcBef>
                <a:spcPts val="1000"/>
              </a:spcBef>
              <a:spcAft>
                <a:spcPts val="0"/>
              </a:spcAft>
              <a:buSzPts val="1800"/>
              <a:buNone/>
            </a:pPr>
            <a:r>
              <a:rPr lang="en-US"/>
              <a:t>and that the data might be out of date, incomplete or just plain wrong.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677545" y="609600"/>
            <a:ext cx="8596630" cy="1320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0" i="0" lang="en-US" sz="3600" u="none" strike="noStrike">
                <a:solidFill>
                  <a:schemeClr val="accent1"/>
                </a:solidFill>
                <a:latin typeface="Trebuchet MS"/>
                <a:ea typeface="Trebuchet MS"/>
                <a:cs typeface="Trebuchet MS"/>
                <a:sym typeface="Trebuchet MS"/>
              </a:rPr>
              <a:t>DATA PROTECTION ACT 1984</a:t>
            </a:r>
            <a:endParaRPr/>
          </a:p>
        </p:txBody>
      </p:sp>
      <p:sp>
        <p:nvSpPr>
          <p:cNvPr id="113" name="Google Shape;113;p3"/>
          <p:cNvSpPr txBox="1"/>
          <p:nvPr>
            <p:ph idx="1" type="body"/>
          </p:nvPr>
        </p:nvSpPr>
        <p:spPr>
          <a:xfrm>
            <a:off x="677545" y="2160905"/>
            <a:ext cx="8596630" cy="388048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1800"/>
              <a:buNone/>
            </a:pPr>
            <a:r>
              <a:rPr b="0" i="0" lang="en-US" sz="1800" u="none" strike="noStrike">
                <a:solidFill>
                  <a:srgbClr val="FFFFFF"/>
                </a:solidFill>
                <a:latin typeface="Trebuchet MS"/>
                <a:ea typeface="Trebuchet MS"/>
                <a:cs typeface="Trebuchet MS"/>
                <a:sym typeface="Trebuchet MS"/>
              </a:rPr>
              <a:t>These concerns surfaced in the 1970s. </a:t>
            </a:r>
            <a:endParaRPr/>
          </a:p>
          <a:p>
            <a:pPr indent="0" lvl="0" marL="0" marR="0" rtl="0" algn="l">
              <a:lnSpc>
                <a:spcPct val="100000"/>
              </a:lnSpc>
              <a:spcBef>
                <a:spcPts val="1000"/>
              </a:spcBef>
              <a:spcAft>
                <a:spcPts val="0"/>
              </a:spcAft>
              <a:buSzPts val="1800"/>
              <a:buNone/>
            </a:pPr>
            <a:r>
              <a:rPr b="0" i="0" lang="en-US" sz="1800" u="none" strike="noStrike">
                <a:solidFill>
                  <a:srgbClr val="FFFFFF"/>
                </a:solidFill>
                <a:latin typeface="Trebuchet MS"/>
                <a:ea typeface="Trebuchet MS"/>
                <a:cs typeface="Trebuchet MS"/>
                <a:sym typeface="Trebuchet MS"/>
              </a:rPr>
              <a:t>They were particularly strong in the UK and the rest of Europe and led to a Council of Europe Convention on the subject.</a:t>
            </a:r>
            <a:endParaRPr/>
          </a:p>
          <a:p>
            <a:pPr indent="0" lvl="0" marL="0" marR="0" rtl="0" algn="l">
              <a:lnSpc>
                <a:spcPct val="100000"/>
              </a:lnSpc>
              <a:spcBef>
                <a:spcPts val="1000"/>
              </a:spcBef>
              <a:spcAft>
                <a:spcPts val="0"/>
              </a:spcAft>
              <a:buSzPts val="1800"/>
              <a:buNone/>
            </a:pPr>
            <a:r>
              <a:rPr b="0" i="0" lang="en-US" sz="1800" u="none" strike="noStrike">
                <a:solidFill>
                  <a:srgbClr val="FFFFFF"/>
                </a:solidFill>
                <a:latin typeface="Trebuchet MS"/>
                <a:ea typeface="Trebuchet MS"/>
                <a:cs typeface="Trebuchet MS"/>
                <a:sym typeface="Trebuchet MS"/>
              </a:rPr>
              <a:t>The first UK Data Protection Act, passed in 1984, was designed to implement the provisions of the Convention.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677545" y="609600"/>
            <a:ext cx="8596630" cy="87757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0" i="0" lang="en-US" sz="3600" u="none" strike="noStrike">
                <a:solidFill>
                  <a:schemeClr val="accent1"/>
                </a:solidFill>
                <a:latin typeface="Trebuchet MS"/>
                <a:ea typeface="Trebuchet MS"/>
                <a:cs typeface="Trebuchet MS"/>
                <a:sym typeface="Trebuchet MS"/>
              </a:rPr>
              <a:t>THE DATA PROTECTION ACT 1984</a:t>
            </a:r>
            <a:endParaRPr/>
          </a:p>
        </p:txBody>
      </p:sp>
      <p:sp>
        <p:nvSpPr>
          <p:cNvPr id="119" name="Google Shape;119;p4"/>
          <p:cNvSpPr txBox="1"/>
          <p:nvPr>
            <p:ph idx="1" type="body"/>
          </p:nvPr>
        </p:nvSpPr>
        <p:spPr>
          <a:xfrm>
            <a:off x="1139272" y="2023135"/>
            <a:ext cx="8596630" cy="437134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1800"/>
              <a:buNone/>
            </a:pPr>
            <a:r>
              <a:rPr lang="en-US"/>
              <a:t>It was designed to protect individuals from:</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 the use of inaccurate personal information or information that is incomplete or irrelevant;</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 the use of personal information by unauthorized persons;</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 the use of personal information for purposes other than that for which it was collected.</a:t>
            </a:r>
            <a:endParaRPr/>
          </a:p>
          <a:p>
            <a:pPr indent="0" lvl="0" marL="0" marR="0" rtl="0" algn="l">
              <a:lnSpc>
                <a:spcPct val="100000"/>
              </a:lnSpc>
              <a:spcBef>
                <a:spcPts val="1000"/>
              </a:spcBef>
              <a:spcAft>
                <a:spcPts val="0"/>
              </a:spcAft>
              <a:buSzPts val="22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677545" y="609600"/>
            <a:ext cx="8596630" cy="99949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0" i="0" lang="en-US" sz="3600" u="none" strike="noStrike">
                <a:solidFill>
                  <a:schemeClr val="accent1"/>
                </a:solidFill>
                <a:latin typeface="Trebuchet MS"/>
                <a:ea typeface="Trebuchet MS"/>
                <a:cs typeface="Trebuchet MS"/>
                <a:sym typeface="Trebuchet MS"/>
              </a:rPr>
              <a:t>KEY RESPONSIBILITIES </a:t>
            </a:r>
            <a:endParaRPr/>
          </a:p>
        </p:txBody>
      </p:sp>
      <p:sp>
        <p:nvSpPr>
          <p:cNvPr id="125" name="Google Shape;125;p5"/>
          <p:cNvSpPr txBox="1"/>
          <p:nvPr>
            <p:ph idx="1" type="body"/>
          </p:nvPr>
        </p:nvSpPr>
        <p:spPr>
          <a:xfrm>
            <a:off x="1057791" y="2079871"/>
            <a:ext cx="8596630" cy="44323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1800"/>
              <a:buFont typeface="Noto Sans Symbols"/>
              <a:buChar char="►"/>
            </a:pPr>
            <a:r>
              <a:rPr lang="en-US"/>
              <a:t>It was meant primarily to protect individuals against the misuse of personal data by large organizations, public or private.</a:t>
            </a:r>
            <a:endParaRPr/>
          </a:p>
          <a:p>
            <a:pPr indent="0" lvl="0" marL="0" marR="0" rtl="0" algn="l">
              <a:lnSpc>
                <a:spcPct val="100000"/>
              </a:lnSpc>
              <a:spcBef>
                <a:spcPts val="1000"/>
              </a:spcBef>
              <a:spcAft>
                <a:spcPts val="0"/>
              </a:spcAft>
              <a:buSzPts val="1800"/>
              <a:buNone/>
            </a:pPr>
            <a:r>
              <a:rPr lang="en-US"/>
              <a:t>Example :</a:t>
            </a:r>
            <a:endParaRPr/>
          </a:p>
          <a:p>
            <a:pPr indent="0" lvl="0" marL="0" marR="0" rtl="0" algn="l">
              <a:lnSpc>
                <a:spcPct val="100000"/>
              </a:lnSpc>
              <a:spcBef>
                <a:spcPts val="1000"/>
              </a:spcBef>
              <a:spcAft>
                <a:spcPts val="0"/>
              </a:spcAft>
              <a:buSzPts val="1800"/>
              <a:buNone/>
            </a:pPr>
            <a:r>
              <a:rPr lang="en-US"/>
              <a:t>Such misuse might occur, for example, if data-matching techniques are used on credit card records to build up a picture of a person’s movements over an extended period. </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Further, errors can often creep into data that has been collected or data may be interpreted in a misleading way, and it was difficult to persuade the holders of the data to correct these.</a:t>
            </a:r>
            <a:endParaRPr/>
          </a:p>
          <a:p>
            <a:pPr indent="0" lvl="0" marL="0" marR="0" rtl="0" algn="l">
              <a:lnSpc>
                <a:spcPct val="100000"/>
              </a:lnSpc>
              <a:spcBef>
                <a:spcPts val="1000"/>
              </a:spcBef>
              <a:spcAft>
                <a:spcPts val="0"/>
              </a:spcAft>
              <a:buSzPts val="1800"/>
              <a:buNone/>
            </a:pPr>
            <a:r>
              <a:rPr lang="en-US"/>
              <a:t>Example:</a:t>
            </a:r>
            <a:endParaRPr/>
          </a:p>
          <a:p>
            <a:pPr indent="0" lvl="0" marL="0" marR="0" rtl="0" algn="l">
              <a:lnSpc>
                <a:spcPct val="100000"/>
              </a:lnSpc>
              <a:spcBef>
                <a:spcPts val="1000"/>
              </a:spcBef>
              <a:spcAft>
                <a:spcPts val="0"/>
              </a:spcAft>
              <a:buSzPts val="1800"/>
              <a:buNone/>
            </a:pPr>
            <a:r>
              <a:rPr lang="en-US"/>
              <a:t>Credit rating agencies might advise against giving a person a loan because someone who previously lived at the same address defaulted on a loan.</a:t>
            </a:r>
            <a:endParaRPr/>
          </a:p>
          <a:p>
            <a:pPr indent="-203200" lvl="0" marL="342900" marR="0" rtl="0" algn="l">
              <a:lnSpc>
                <a:spcPct val="100000"/>
              </a:lnSpc>
              <a:spcBef>
                <a:spcPts val="1000"/>
              </a:spcBef>
              <a:spcAft>
                <a:spcPts val="0"/>
              </a:spcAft>
              <a:buClr>
                <a:schemeClr val="accent1"/>
              </a:buClr>
              <a:buSzPts val="2200"/>
              <a:buFont typeface="Noto Sans Symbols"/>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677545" y="609600"/>
            <a:ext cx="8596630" cy="1320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0" i="0" lang="en-US" sz="3600" u="none" strike="noStrike">
                <a:solidFill>
                  <a:schemeClr val="accent1"/>
                </a:solidFill>
                <a:latin typeface="Trebuchet MS"/>
                <a:ea typeface="Trebuchet MS"/>
                <a:cs typeface="Trebuchet MS"/>
                <a:sym typeface="Trebuchet MS"/>
              </a:rPr>
              <a:t>PROGRESSING OF THE ACT</a:t>
            </a:r>
            <a:endParaRPr/>
          </a:p>
        </p:txBody>
      </p:sp>
      <p:sp>
        <p:nvSpPr>
          <p:cNvPr id="131" name="Google Shape;131;p6"/>
          <p:cNvSpPr txBox="1"/>
          <p:nvPr>
            <p:ph idx="1" type="body"/>
          </p:nvPr>
        </p:nvSpPr>
        <p:spPr>
          <a:xfrm>
            <a:off x="677545" y="2310451"/>
            <a:ext cx="8596630" cy="434657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1800"/>
              <a:buNone/>
            </a:pPr>
            <a:r>
              <a:rPr lang="en-US"/>
              <a:t>By the mid-1990s, a different danger had become apparent.</a:t>
            </a:r>
            <a:endParaRPr/>
          </a:p>
          <a:p>
            <a:pPr indent="0" lvl="0" marL="0" marR="0" rtl="0" algn="l">
              <a:lnSpc>
                <a:spcPct val="100000"/>
              </a:lnSpc>
              <a:spcBef>
                <a:spcPts val="1000"/>
              </a:spcBef>
              <a:spcAft>
                <a:spcPts val="0"/>
              </a:spcAft>
              <a:buSzPts val="1800"/>
              <a:buNone/>
            </a:pPr>
            <a:r>
              <a:rPr lang="en-US"/>
              <a:t> As individuals began to use the internet for an ever wider range of purposes, it became possible to capture information about the way individuals use the internet and to build profiles of their habits that can be used for marketing purposes and also, perhaps, for more sinister purposes such as blackmail. </a:t>
            </a:r>
            <a:endParaRPr/>
          </a:p>
          <a:p>
            <a:pPr indent="0" lvl="0" marL="0" marR="0" rtl="0" algn="l">
              <a:lnSpc>
                <a:spcPct val="100000"/>
              </a:lnSpc>
              <a:spcBef>
                <a:spcPts val="1000"/>
              </a:spcBef>
              <a:spcAft>
                <a:spcPts val="0"/>
              </a:spcAft>
              <a:buSzPts val="1800"/>
              <a:buNone/>
            </a:pPr>
            <a:r>
              <a:rPr lang="en-US"/>
              <a:t>What is more, this can be done by much smaller and much shadowier organizations than those that were the object of the 1984 Act. </a:t>
            </a:r>
            <a:endParaRPr/>
          </a:p>
          <a:p>
            <a:pPr indent="0" lvl="0" marL="0" marR="0" rtl="0" algn="l">
              <a:lnSpc>
                <a:spcPct val="100000"/>
              </a:lnSpc>
              <a:spcBef>
                <a:spcPts val="1000"/>
              </a:spcBef>
              <a:spcAft>
                <a:spcPts val="0"/>
              </a:spcAft>
              <a:buSzPts val="1800"/>
              <a:buNone/>
            </a:pPr>
            <a:r>
              <a:rPr lang="en-US"/>
              <a:t>These and other concerns led in 1995 to the European Directive on Data Protection which, in turn, led to the 1998 Data Protection Act.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ph type="title"/>
          </p:nvPr>
        </p:nvSpPr>
        <p:spPr>
          <a:xfrm>
            <a:off x="677545" y="609600"/>
            <a:ext cx="8596630" cy="80454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lang="en-US"/>
              <a:t>DATA PROTECTION</a:t>
            </a:r>
            <a:endParaRPr/>
          </a:p>
        </p:txBody>
      </p:sp>
      <p:sp>
        <p:nvSpPr>
          <p:cNvPr id="137" name="Google Shape;137;p7"/>
          <p:cNvSpPr txBox="1"/>
          <p:nvPr>
            <p:ph idx="1" type="body"/>
          </p:nvPr>
        </p:nvSpPr>
        <p:spPr>
          <a:xfrm>
            <a:off x="921385" y="2230755"/>
            <a:ext cx="9662116" cy="278486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1800"/>
              <a:buNone/>
            </a:pPr>
            <a:r>
              <a:rPr lang="en-US"/>
              <a:t>The first UK legislation on data protection was the 1984 Data Protection Act. However, this was taken over by the 1998 Act.</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The Act defines a number of terms that are widely used in discussions of data protection issues. In some cases these are different from the terms used in the 1984 Act.</a:t>
            </a:r>
            <a:endParaRPr/>
          </a:p>
          <a:p>
            <a:pPr indent="0" lvl="0" marL="0" marR="0" rtl="0" algn="l">
              <a:lnSpc>
                <a:spcPct val="100000"/>
              </a:lnSpc>
              <a:spcBef>
                <a:spcPts val="1000"/>
              </a:spcBef>
              <a:spcAft>
                <a:spcPts val="0"/>
              </a:spcAft>
              <a:buSzPts val="1800"/>
              <a:buNone/>
            </a:pPr>
            <a:r>
              <a:rPr lang="en-US"/>
              <a:t>To get a clear picture we need to be familiar with some terminologies regarding Data protection</a:t>
            </a:r>
            <a:endParaRPr/>
          </a:p>
          <a:p>
            <a:pPr indent="0" lvl="0" marL="0" marR="0" rtl="0" algn="l">
              <a:lnSpc>
                <a:spcPct val="100000"/>
              </a:lnSpc>
              <a:spcBef>
                <a:spcPts val="1000"/>
              </a:spcBef>
              <a:spcAft>
                <a:spcPts val="0"/>
              </a:spcAft>
              <a:buSzPts val="2200"/>
              <a:buNone/>
            </a:pPr>
            <a:r>
              <a:t/>
            </a:r>
            <a:endParaRPr/>
          </a:p>
          <a:p>
            <a:pPr indent="0" lvl="0" marL="0" marR="0" rtl="0" algn="l">
              <a:lnSpc>
                <a:spcPct val="100000"/>
              </a:lnSpc>
              <a:spcBef>
                <a:spcPts val="1000"/>
              </a:spcBef>
              <a:spcAft>
                <a:spcPts val="0"/>
              </a:spcAft>
              <a:buSzPts val="22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677545" y="609600"/>
            <a:ext cx="8596630" cy="81661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0" i="0" lang="en-US" sz="3600" u="none" strike="noStrike">
                <a:solidFill>
                  <a:schemeClr val="accent1"/>
                </a:solidFill>
                <a:latin typeface="Trebuchet MS"/>
                <a:ea typeface="Trebuchet MS"/>
                <a:cs typeface="Trebuchet MS"/>
                <a:sym typeface="Trebuchet MS"/>
              </a:rPr>
              <a:t>TERMINOLOGY</a:t>
            </a:r>
            <a:endParaRPr/>
          </a:p>
        </p:txBody>
      </p:sp>
      <p:sp>
        <p:nvSpPr>
          <p:cNvPr id="143" name="Google Shape;143;p8"/>
          <p:cNvSpPr txBox="1"/>
          <p:nvPr>
            <p:ph idx="1" type="body"/>
          </p:nvPr>
        </p:nvSpPr>
        <p:spPr>
          <a:xfrm>
            <a:off x="1438036" y="2059952"/>
            <a:ext cx="8596630" cy="461518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1800"/>
              <a:buFont typeface="Noto Sans Symbols"/>
              <a:buChar char="►"/>
            </a:pPr>
            <a:r>
              <a:rPr i="1" lang="en-US"/>
              <a:t>Data </a:t>
            </a:r>
            <a:r>
              <a:rPr lang="en-US"/>
              <a:t>means information that is being processed automatically or is collected with that intention or is recorded as part of a relevant filing system</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i="1" lang="en-US"/>
              <a:t>Data controller </a:t>
            </a:r>
            <a:r>
              <a:rPr lang="en-US"/>
              <a:t>means a person who determines why or how personal data is processed. This may be a legal person or a natural person.</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i="1" lang="en-US"/>
              <a:t>Data processor</a:t>
            </a:r>
            <a:r>
              <a:rPr lang="en-US"/>
              <a:t>, in this context, means anyone who processes personal data on behalf of the data controller and who is not an employee of the data controller. This might include an application service provider, such as a company that provides online hotel booking services.</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i="1" lang="en-US"/>
              <a:t>Personal data </a:t>
            </a:r>
            <a:r>
              <a:rPr lang="en-US"/>
              <a:t>means data which relates to a living person who can be identified from data, possibly taken together with other information the data controller is likely to have r is recorded as part of a relevant filing system.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type="title"/>
          </p:nvPr>
        </p:nvSpPr>
        <p:spPr>
          <a:xfrm>
            <a:off x="677545" y="609600"/>
            <a:ext cx="8596630" cy="1320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0" i="0" lang="en-US" sz="3600" u="none" strike="noStrike">
                <a:solidFill>
                  <a:schemeClr val="accent1"/>
                </a:solidFill>
                <a:latin typeface="Trebuchet MS"/>
                <a:ea typeface="Trebuchet MS"/>
                <a:cs typeface="Trebuchet MS"/>
                <a:sym typeface="Trebuchet MS"/>
              </a:rPr>
              <a:t>TERMINOLOGY ……</a:t>
            </a:r>
            <a:endParaRPr/>
          </a:p>
        </p:txBody>
      </p:sp>
      <p:sp>
        <p:nvSpPr>
          <p:cNvPr id="149" name="Google Shape;149;p9"/>
          <p:cNvSpPr txBox="1"/>
          <p:nvPr>
            <p:ph idx="1" type="body"/>
          </p:nvPr>
        </p:nvSpPr>
        <p:spPr>
          <a:xfrm>
            <a:off x="677545" y="1782445"/>
            <a:ext cx="8596630" cy="388112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2200"/>
              <a:buFont typeface="Noto Sans Symbols"/>
              <a:buChar char="►"/>
            </a:pPr>
            <a:r>
              <a:rPr i="1" lang="en-US" sz="2200"/>
              <a:t>Data subject </a:t>
            </a:r>
            <a:r>
              <a:rPr lang="en-US" sz="2200"/>
              <a:t>means the individual who is the subject of personal data.</a:t>
            </a:r>
            <a:endParaRPr/>
          </a:p>
          <a:p>
            <a:pPr indent="-342900" lvl="0" marL="342900" marR="0" rtl="0" algn="l">
              <a:lnSpc>
                <a:spcPct val="100000"/>
              </a:lnSpc>
              <a:spcBef>
                <a:spcPts val="1000"/>
              </a:spcBef>
              <a:spcAft>
                <a:spcPts val="0"/>
              </a:spcAft>
              <a:buClr>
                <a:schemeClr val="accent1"/>
              </a:buClr>
              <a:buSzPts val="2200"/>
              <a:buFont typeface="Noto Sans Symbols"/>
              <a:buChar char="►"/>
            </a:pPr>
            <a:r>
              <a:rPr i="1" lang="en-US" sz="2200"/>
              <a:t>Sensitive personal data </a:t>
            </a:r>
            <a:r>
              <a:rPr lang="en-US" sz="2200"/>
              <a:t>means personal data relating to the racial or ethnic  origin of data subjects, their political opinions, their religious beliefs, whether they are members of trade unions, their physical or mental health,  their sexual life, or whether they have committed or are alleged to have committed any criminal offence. The rules regarding the processing of sensitive personal data are stricter than for other personal 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677545" y="609600"/>
            <a:ext cx="8596630" cy="90233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0" i="0" lang="en-US" sz="3600" u="none" strike="noStrike">
                <a:solidFill>
                  <a:schemeClr val="accent1"/>
                </a:solidFill>
                <a:latin typeface="Trebuchet MS"/>
                <a:ea typeface="Trebuchet MS"/>
                <a:cs typeface="Trebuchet MS"/>
                <a:sym typeface="Trebuchet MS"/>
              </a:rPr>
              <a:t>PROCESSING</a:t>
            </a:r>
            <a:endParaRPr/>
          </a:p>
        </p:txBody>
      </p:sp>
      <p:sp>
        <p:nvSpPr>
          <p:cNvPr id="155" name="Google Shape;155;p10"/>
          <p:cNvSpPr txBox="1"/>
          <p:nvPr>
            <p:ph idx="1" type="body"/>
          </p:nvPr>
        </p:nvSpPr>
        <p:spPr>
          <a:xfrm>
            <a:off x="831454" y="2064197"/>
            <a:ext cx="8596630" cy="3880485"/>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marR="0" rtl="0" algn="l">
              <a:lnSpc>
                <a:spcPct val="100000"/>
              </a:lnSpc>
              <a:spcBef>
                <a:spcPts val="0"/>
              </a:spcBef>
              <a:spcAft>
                <a:spcPts val="0"/>
              </a:spcAft>
              <a:buClr>
                <a:schemeClr val="accent1"/>
              </a:buClr>
              <a:buSzPct val="100000"/>
              <a:buFont typeface="Noto Sans Symbols"/>
              <a:buChar char="►"/>
            </a:pPr>
            <a:r>
              <a:rPr i="1" lang="en-US" sz="2400"/>
              <a:t>Processing </a:t>
            </a:r>
            <a:r>
              <a:rPr lang="en-US" sz="2400"/>
              <a:t>means obtaining, recording or holding the information or data</a:t>
            </a:r>
            <a:endParaRPr/>
          </a:p>
          <a:p>
            <a:pPr indent="0" lvl="0" marL="0" marR="0" rtl="0" algn="l">
              <a:lnSpc>
                <a:spcPct val="100000"/>
              </a:lnSpc>
              <a:spcBef>
                <a:spcPts val="1000"/>
              </a:spcBef>
              <a:spcAft>
                <a:spcPts val="0"/>
              </a:spcAft>
              <a:buSzPct val="100000"/>
              <a:buNone/>
            </a:pPr>
            <a:r>
              <a:rPr lang="en-US" sz="2400"/>
              <a:t>or carrying out any operations on it, </a:t>
            </a:r>
            <a:r>
              <a:rPr b="1" lang="en-US" sz="2400"/>
              <a:t>including:</a:t>
            </a:r>
            <a:endParaRPr/>
          </a:p>
          <a:p>
            <a:pPr indent="0" lvl="0" marL="0" marR="0" rtl="0" algn="l">
              <a:lnSpc>
                <a:spcPct val="100000"/>
              </a:lnSpc>
              <a:spcBef>
                <a:spcPts val="1000"/>
              </a:spcBef>
              <a:spcAft>
                <a:spcPts val="0"/>
              </a:spcAft>
              <a:buSzPct val="100000"/>
              <a:buNone/>
            </a:pPr>
            <a:r>
              <a:rPr b="1" lang="en-US" sz="2400"/>
              <a:t>(a) organization, adaptation or alteration of the information or data,</a:t>
            </a:r>
            <a:endParaRPr/>
          </a:p>
          <a:p>
            <a:pPr indent="0" lvl="0" marL="0" marR="0" rtl="0" algn="l">
              <a:lnSpc>
                <a:spcPct val="100000"/>
              </a:lnSpc>
              <a:spcBef>
                <a:spcPts val="1000"/>
              </a:spcBef>
              <a:spcAft>
                <a:spcPts val="0"/>
              </a:spcAft>
              <a:buSzPct val="100000"/>
              <a:buNone/>
            </a:pPr>
            <a:r>
              <a:rPr b="1" lang="en-US" sz="2400"/>
              <a:t>(b) retrieval, consultation or use of the information or data,</a:t>
            </a:r>
            <a:endParaRPr/>
          </a:p>
          <a:p>
            <a:pPr indent="0" lvl="0" marL="0" marR="0" rtl="0" algn="l">
              <a:lnSpc>
                <a:spcPct val="100000"/>
              </a:lnSpc>
              <a:spcBef>
                <a:spcPts val="1000"/>
              </a:spcBef>
              <a:spcAft>
                <a:spcPts val="0"/>
              </a:spcAft>
              <a:buSzPct val="100000"/>
              <a:buNone/>
            </a:pPr>
            <a:r>
              <a:rPr b="1" lang="en-US" sz="2400"/>
              <a:t>(c) disclosure of the information or data by transmission, dissemination or otherwise making available, or</a:t>
            </a:r>
            <a:endParaRPr/>
          </a:p>
          <a:p>
            <a:pPr indent="0" lvl="0" marL="0" marR="0" rtl="0" algn="l">
              <a:lnSpc>
                <a:spcPct val="100000"/>
              </a:lnSpc>
              <a:spcBef>
                <a:spcPts val="1000"/>
              </a:spcBef>
              <a:spcAft>
                <a:spcPts val="0"/>
              </a:spcAft>
              <a:buSzPct val="100000"/>
              <a:buNone/>
            </a:pPr>
            <a:r>
              <a:rPr b="1" lang="en-US" sz="2400"/>
              <a:t>(d) alignment, combination, blocking, erasure or destruction of the information or data.</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677545" y="609600"/>
            <a:ext cx="8596630" cy="90233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lang="en-US"/>
              <a:t>DATA PROTECTION PRINCIPLES</a:t>
            </a:r>
            <a:endParaRPr/>
          </a:p>
        </p:txBody>
      </p:sp>
      <p:sp>
        <p:nvSpPr>
          <p:cNvPr id="161" name="Google Shape;161;p11"/>
          <p:cNvSpPr txBox="1"/>
          <p:nvPr>
            <p:ph idx="1" type="body"/>
          </p:nvPr>
        </p:nvSpPr>
        <p:spPr>
          <a:xfrm>
            <a:off x="786187" y="1956749"/>
            <a:ext cx="8596630" cy="427355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2400"/>
              <a:buNone/>
            </a:pPr>
            <a:r>
              <a:rPr lang="en-US" sz="2400"/>
              <a:t>The 1998 Act lays down eight data protection principles, which apply to the collection and processing of personal data of any sort.</a:t>
            </a:r>
            <a:endParaRPr/>
          </a:p>
          <a:p>
            <a:pPr indent="0" lvl="0" marL="0" marR="0" rtl="0" algn="l">
              <a:lnSpc>
                <a:spcPct val="100000"/>
              </a:lnSpc>
              <a:spcBef>
                <a:spcPts val="1000"/>
              </a:spcBef>
              <a:spcAft>
                <a:spcPts val="0"/>
              </a:spcAft>
              <a:buSzPts val="2400"/>
              <a:buNone/>
            </a:pPr>
            <a:r>
              <a:rPr lang="en-US" sz="2400"/>
              <a:t>Data controllers are responsible for ensuring that these principles are complied with in respect of all the personal data for which they are responsible.</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677551" y="609600"/>
            <a:ext cx="10821600" cy="8415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240"/>
              <a:buFont typeface="Trebuchet MS"/>
              <a:buNone/>
            </a:pPr>
            <a:r>
              <a:rPr b="1" i="1" lang="en-US" sz="3200"/>
              <a:t>FIRST DATA PROTECTION PRINCIPLE</a:t>
            </a:r>
            <a:r>
              <a:rPr b="1" i="1" lang="en-US" sz="3200"/>
              <a:t>—</a:t>
            </a:r>
            <a:r>
              <a:rPr b="1" i="1" lang="en-US" sz="3200">
                <a:solidFill>
                  <a:schemeClr val="accent1"/>
                </a:solidFill>
              </a:rPr>
              <a:t>Lawfulness</a:t>
            </a:r>
            <a:endParaRPr sz="3200">
              <a:solidFill>
                <a:schemeClr val="accent1"/>
              </a:solidFill>
            </a:endParaRPr>
          </a:p>
        </p:txBody>
      </p:sp>
      <p:sp>
        <p:nvSpPr>
          <p:cNvPr id="167" name="Google Shape;167;p12"/>
          <p:cNvSpPr txBox="1"/>
          <p:nvPr>
            <p:ph idx="1" type="body"/>
          </p:nvPr>
        </p:nvSpPr>
        <p:spPr>
          <a:xfrm>
            <a:off x="786187" y="2062379"/>
            <a:ext cx="8966200" cy="439547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1800"/>
              <a:buNone/>
            </a:pPr>
            <a:r>
              <a:rPr b="1" lang="en-US"/>
              <a:t>“Personal data shall be processed fairly and lawfully and in particular shall not</a:t>
            </a:r>
            <a:endParaRPr/>
          </a:p>
          <a:p>
            <a:pPr indent="0" lvl="0" marL="0" marR="0" rtl="0" algn="l">
              <a:lnSpc>
                <a:spcPct val="100000"/>
              </a:lnSpc>
              <a:spcBef>
                <a:spcPts val="1000"/>
              </a:spcBef>
              <a:spcAft>
                <a:spcPts val="0"/>
              </a:spcAft>
              <a:buSzPts val="1800"/>
              <a:buNone/>
            </a:pPr>
            <a:r>
              <a:rPr b="1" lang="en-US"/>
              <a:t>be processed unless (a) at least one of the conditions in Schedule 2 is met and</a:t>
            </a:r>
            <a:endParaRPr/>
          </a:p>
          <a:p>
            <a:pPr indent="0" lvl="0" marL="0" marR="0" rtl="0" algn="l">
              <a:lnSpc>
                <a:spcPct val="100000"/>
              </a:lnSpc>
              <a:spcBef>
                <a:spcPts val="1000"/>
              </a:spcBef>
              <a:spcAft>
                <a:spcPts val="0"/>
              </a:spcAft>
              <a:buSzPts val="1800"/>
              <a:buNone/>
            </a:pPr>
            <a:r>
              <a:rPr b="1" lang="en-US"/>
              <a:t>(b) in the case of sensitive personal data, at least one of the conditions in</a:t>
            </a:r>
            <a:endParaRPr/>
          </a:p>
          <a:p>
            <a:pPr indent="0" lvl="0" marL="0" marR="0" rtl="0" algn="l">
              <a:lnSpc>
                <a:spcPct val="100000"/>
              </a:lnSpc>
              <a:spcBef>
                <a:spcPts val="1000"/>
              </a:spcBef>
              <a:spcAft>
                <a:spcPts val="0"/>
              </a:spcAft>
              <a:buSzPts val="1800"/>
              <a:buNone/>
            </a:pPr>
            <a:r>
              <a:rPr b="1" lang="en-US"/>
              <a:t>Schedule 3 is also met.”</a:t>
            </a:r>
            <a:endParaRPr/>
          </a:p>
          <a:p>
            <a:pPr indent="0" lvl="0" marL="0" marR="0" rtl="0" algn="l">
              <a:lnSpc>
                <a:spcPct val="100000"/>
              </a:lnSpc>
              <a:spcBef>
                <a:spcPts val="1000"/>
              </a:spcBef>
              <a:spcAft>
                <a:spcPts val="0"/>
              </a:spcAft>
              <a:buSzPts val="2200"/>
              <a:buNone/>
            </a:pPr>
            <a:r>
              <a:t/>
            </a:r>
            <a:endParaRPr b="1"/>
          </a:p>
          <a:p>
            <a:pPr indent="0" lvl="0" marL="0" marR="0" rtl="0" algn="l">
              <a:lnSpc>
                <a:spcPct val="100000"/>
              </a:lnSpc>
              <a:spcBef>
                <a:spcPts val="1000"/>
              </a:spcBef>
              <a:spcAft>
                <a:spcPts val="0"/>
              </a:spcAft>
              <a:buSzPts val="1800"/>
              <a:buNone/>
            </a:pPr>
            <a:r>
              <a:rPr lang="en-US"/>
              <a:t>The most significant condition in Schedule 2 of the Act is that the data subject has given their consent. If this is not the case, then the data can only be processed if the data controller is under a legal or statutory obligation for which the processing is necessary. </a:t>
            </a:r>
            <a:endParaRPr/>
          </a:p>
          <a:p>
            <a:pPr indent="0" lvl="0" marL="0" marR="0" rtl="0" algn="l">
              <a:lnSpc>
                <a:spcPct val="100000"/>
              </a:lnSpc>
              <a:spcBef>
                <a:spcPts val="1000"/>
              </a:spcBef>
              <a:spcAft>
                <a:spcPts val="0"/>
              </a:spcAft>
              <a:buSzPts val="1800"/>
              <a:buNone/>
            </a:pPr>
            <a:r>
              <a:rPr lang="en-US"/>
              <a:t>For processing sensitive personal information, Schedule 3 requires that the data subject has given explicit consent.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type="title"/>
          </p:nvPr>
        </p:nvSpPr>
        <p:spPr>
          <a:xfrm>
            <a:off x="677551" y="609600"/>
            <a:ext cx="9681900" cy="13209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i="1" lang="en-US" sz="3200"/>
              <a:t>SECOND DATA PROTECTION PRINCIPLE - </a:t>
            </a:r>
            <a:r>
              <a:rPr b="1" i="1" lang="en-US" sz="3200">
                <a:solidFill>
                  <a:schemeClr val="accent1"/>
                </a:solidFill>
              </a:rPr>
              <a:t>Purpose</a:t>
            </a:r>
            <a:endParaRPr sz="3200">
              <a:solidFill>
                <a:schemeClr val="accent1"/>
              </a:solidFill>
            </a:endParaRPr>
          </a:p>
        </p:txBody>
      </p:sp>
      <p:sp>
        <p:nvSpPr>
          <p:cNvPr id="173" name="Google Shape;173;p13"/>
          <p:cNvSpPr txBox="1"/>
          <p:nvPr>
            <p:ph idx="1" type="body"/>
          </p:nvPr>
        </p:nvSpPr>
        <p:spPr>
          <a:xfrm>
            <a:off x="677545" y="2160905"/>
            <a:ext cx="8596630" cy="388048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1800"/>
              <a:buNone/>
            </a:pPr>
            <a:r>
              <a:rPr b="1" lang="en-US"/>
              <a:t>“Personal data shall be obtained only for one or more specified and lawful</a:t>
            </a:r>
            <a:endParaRPr/>
          </a:p>
          <a:p>
            <a:pPr indent="0" lvl="0" marL="0" marR="0" rtl="0" algn="l">
              <a:lnSpc>
                <a:spcPct val="100000"/>
              </a:lnSpc>
              <a:spcBef>
                <a:spcPts val="1000"/>
              </a:spcBef>
              <a:spcAft>
                <a:spcPts val="0"/>
              </a:spcAft>
              <a:buSzPts val="1800"/>
              <a:buNone/>
            </a:pPr>
            <a:r>
              <a:rPr b="1" lang="en-US"/>
              <a:t>purposes, and shall not be further processed in any manner incompatible</a:t>
            </a:r>
            <a:endParaRPr/>
          </a:p>
          <a:p>
            <a:pPr indent="0" lvl="0" marL="0" marR="0" rtl="0" algn="l">
              <a:lnSpc>
                <a:spcPct val="100000"/>
              </a:lnSpc>
              <a:spcBef>
                <a:spcPts val="1000"/>
              </a:spcBef>
              <a:spcAft>
                <a:spcPts val="0"/>
              </a:spcAft>
              <a:buSzPts val="1800"/>
              <a:buNone/>
            </a:pPr>
            <a:r>
              <a:rPr b="1" lang="en-US"/>
              <a:t>with that purpose or those purposes.”</a:t>
            </a:r>
            <a:endParaRPr/>
          </a:p>
          <a:p>
            <a:pPr indent="0" lvl="0" marL="0" marR="0" rtl="0" algn="l">
              <a:lnSpc>
                <a:spcPct val="100000"/>
              </a:lnSpc>
              <a:spcBef>
                <a:spcPts val="1000"/>
              </a:spcBef>
              <a:spcAft>
                <a:spcPts val="0"/>
              </a:spcAft>
              <a:buSzPts val="2200"/>
              <a:buNone/>
            </a:pPr>
            <a:r>
              <a:t/>
            </a:r>
            <a:endParaRPr b="1"/>
          </a:p>
          <a:p>
            <a:pPr indent="0" lvl="0" marL="0" marR="0" rtl="0" algn="l">
              <a:lnSpc>
                <a:spcPct val="100000"/>
              </a:lnSpc>
              <a:spcBef>
                <a:spcPts val="1000"/>
              </a:spcBef>
              <a:spcAft>
                <a:spcPts val="0"/>
              </a:spcAft>
              <a:buSzPts val="1800"/>
              <a:buNone/>
            </a:pPr>
            <a:r>
              <a:rPr b="0" i="0" lang="en-US" sz="1800" u="none" strike="noStrike">
                <a:solidFill>
                  <a:srgbClr val="FFFFFF"/>
                </a:solidFill>
                <a:latin typeface="Trebuchet MS"/>
                <a:ea typeface="Trebuchet MS"/>
                <a:cs typeface="Trebuchet MS"/>
                <a:sym typeface="Trebuchet MS"/>
              </a:rPr>
              <a:t>Data controllers must notify the Information Commissioner of the personal</a:t>
            </a:r>
            <a:endParaRPr/>
          </a:p>
          <a:p>
            <a:pPr indent="0" lvl="0" marL="0" marR="0" rtl="0" algn="l">
              <a:lnSpc>
                <a:spcPct val="100000"/>
              </a:lnSpc>
              <a:spcBef>
                <a:spcPts val="1000"/>
              </a:spcBef>
              <a:spcAft>
                <a:spcPts val="0"/>
              </a:spcAft>
              <a:buSzPts val="1800"/>
              <a:buNone/>
            </a:pPr>
            <a:r>
              <a:rPr b="0" i="0" lang="en-US" sz="1800" u="none" strike="noStrike">
                <a:solidFill>
                  <a:srgbClr val="FFFFFF"/>
                </a:solidFill>
                <a:latin typeface="Trebuchet MS"/>
                <a:ea typeface="Trebuchet MS"/>
                <a:cs typeface="Trebuchet MS"/>
                <a:sym typeface="Trebuchet MS"/>
              </a:rPr>
              <a:t>data they are collecting and the purposes for which it is being collected.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4"/>
          <p:cNvSpPr txBox="1"/>
          <p:nvPr>
            <p:ph type="title"/>
          </p:nvPr>
        </p:nvSpPr>
        <p:spPr>
          <a:xfrm>
            <a:off x="677551" y="609600"/>
            <a:ext cx="9858000" cy="7803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100000"/>
              </a:lnSpc>
              <a:spcBef>
                <a:spcPts val="0"/>
              </a:spcBef>
              <a:spcAft>
                <a:spcPts val="0"/>
              </a:spcAft>
              <a:buClr>
                <a:schemeClr val="accent1"/>
              </a:buClr>
              <a:buSzPct val="112500"/>
              <a:buFont typeface="Trebuchet MS"/>
              <a:buNone/>
            </a:pPr>
            <a:r>
              <a:rPr b="1" i="1" lang="en-US" sz="3200"/>
              <a:t>THIRD DATA PROTECTION PRINCIPLE - </a:t>
            </a:r>
            <a:r>
              <a:rPr b="1" i="1" lang="en-US" sz="3200">
                <a:solidFill>
                  <a:schemeClr val="accent1"/>
                </a:solidFill>
              </a:rPr>
              <a:t>Data minimisation</a:t>
            </a:r>
            <a:endParaRPr sz="3200">
              <a:solidFill>
                <a:schemeClr val="accent1"/>
              </a:solidFill>
            </a:endParaRPr>
          </a:p>
        </p:txBody>
      </p:sp>
      <p:sp>
        <p:nvSpPr>
          <p:cNvPr id="179" name="Google Shape;179;p14"/>
          <p:cNvSpPr txBox="1"/>
          <p:nvPr>
            <p:ph idx="1" type="body"/>
          </p:nvPr>
        </p:nvSpPr>
        <p:spPr>
          <a:xfrm>
            <a:off x="822400" y="1911501"/>
            <a:ext cx="8596630" cy="44196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2400"/>
              <a:buNone/>
            </a:pPr>
            <a:r>
              <a:rPr b="1" lang="en-US" sz="2400"/>
              <a:t>“Personal data shall be adequate, </a:t>
            </a:r>
            <a:r>
              <a:rPr b="1" lang="en-US" sz="2400"/>
              <a:t>relevant,</a:t>
            </a:r>
            <a:r>
              <a:rPr b="1" lang="en-US" sz="2400"/>
              <a:t> and not excessive in relation to the purpose or purposes for which they are processed.”</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5"/>
          <p:cNvSpPr txBox="1"/>
          <p:nvPr>
            <p:ph type="title"/>
          </p:nvPr>
        </p:nvSpPr>
        <p:spPr>
          <a:xfrm>
            <a:off x="677550" y="609600"/>
            <a:ext cx="9433500" cy="13209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i="1" lang="en-US" sz="3200"/>
              <a:t>FOURTH DATA PROTECTION PRINCIPLE -</a:t>
            </a:r>
            <a:r>
              <a:rPr b="1" i="1" lang="en-US" sz="3200">
                <a:solidFill>
                  <a:schemeClr val="accent1"/>
                </a:solidFill>
              </a:rPr>
              <a:t>Accuracy</a:t>
            </a:r>
            <a:endParaRPr sz="3200">
              <a:solidFill>
                <a:schemeClr val="accent1"/>
              </a:solidFill>
            </a:endParaRPr>
          </a:p>
        </p:txBody>
      </p:sp>
      <p:sp>
        <p:nvSpPr>
          <p:cNvPr id="185" name="Google Shape;185;p15"/>
          <p:cNvSpPr txBox="1"/>
          <p:nvPr>
            <p:ph idx="1" type="body"/>
          </p:nvPr>
        </p:nvSpPr>
        <p:spPr>
          <a:xfrm>
            <a:off x="768079" y="1804035"/>
            <a:ext cx="8596630" cy="444436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2400"/>
              <a:buNone/>
            </a:pPr>
            <a:r>
              <a:rPr lang="en-US" sz="2400"/>
              <a:t>“</a:t>
            </a:r>
            <a:r>
              <a:rPr b="1" lang="en-US" sz="2400"/>
              <a:t>Personal data shall be accurate and, where necessary, kept up to date.”</a:t>
            </a:r>
            <a:endParaRPr/>
          </a:p>
          <a:p>
            <a:pPr indent="-215900" lvl="0" marL="342900" marR="0" rtl="0" algn="l">
              <a:lnSpc>
                <a:spcPct val="100000"/>
              </a:lnSpc>
              <a:spcBef>
                <a:spcPts val="1000"/>
              </a:spcBef>
              <a:spcAft>
                <a:spcPts val="0"/>
              </a:spcAft>
              <a:buClr>
                <a:schemeClr val="accent1"/>
              </a:buClr>
              <a:buSzPts val="2000"/>
              <a:buFont typeface="Noto Sans Symbols"/>
              <a:buNone/>
            </a:pPr>
            <a:r>
              <a:t/>
            </a:r>
            <a:endParaRPr sz="2000"/>
          </a:p>
          <a:p>
            <a:pPr indent="-342900" lvl="0" marL="342900" marR="0" rtl="0" algn="l">
              <a:lnSpc>
                <a:spcPct val="100000"/>
              </a:lnSpc>
              <a:spcBef>
                <a:spcPts val="1000"/>
              </a:spcBef>
              <a:spcAft>
                <a:spcPts val="0"/>
              </a:spcAft>
              <a:buClr>
                <a:schemeClr val="accent1"/>
              </a:buClr>
              <a:buSzPts val="2000"/>
              <a:buFont typeface="Noto Sans Symbols"/>
              <a:buChar char="►"/>
            </a:pPr>
            <a:r>
              <a:rPr lang="en-US" sz="2000"/>
              <a:t>While this principle is admirable, it can be extremely difficult comply with.</a:t>
            </a:r>
            <a:endParaRPr/>
          </a:p>
          <a:p>
            <a:pPr indent="0" lvl="0" marL="0" marR="0" rtl="0" algn="l">
              <a:lnSpc>
                <a:spcPct val="100000"/>
              </a:lnSpc>
              <a:spcBef>
                <a:spcPts val="1000"/>
              </a:spcBef>
              <a:spcAft>
                <a:spcPts val="0"/>
              </a:spcAft>
              <a:buSzPts val="2000"/>
              <a:buNone/>
            </a:pPr>
            <a:r>
              <a:rPr lang="en-US" sz="2000"/>
              <a:t>Examples:  In the UK, doctors have great difficulty in maintaining up-to-date data about their patients’ addresses, particularly patients who are students, because students change their addresses frequently and rarely remember to tell their doctor.</a:t>
            </a:r>
            <a:endParaRPr/>
          </a:p>
          <a:p>
            <a:pPr indent="0" lvl="0" marL="0" marR="0" rtl="0" algn="l">
              <a:lnSpc>
                <a:spcPct val="100000"/>
              </a:lnSpc>
              <a:spcBef>
                <a:spcPts val="1000"/>
              </a:spcBef>
              <a:spcAft>
                <a:spcPts val="0"/>
              </a:spcAft>
              <a:buSzPts val="2000"/>
              <a:buNone/>
            </a:pPr>
            <a:r>
              <a:rPr lang="en-US" sz="2000"/>
              <a:t>Universities have similar difficulties.</a:t>
            </a:r>
            <a:endParaRPr b="1"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ph type="title"/>
          </p:nvPr>
        </p:nvSpPr>
        <p:spPr>
          <a:xfrm>
            <a:off x="677551" y="609600"/>
            <a:ext cx="10044600" cy="8904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240"/>
              <a:buFont typeface="Trebuchet MS"/>
              <a:buNone/>
            </a:pPr>
            <a:r>
              <a:rPr b="1" i="1" lang="en-US" sz="3200"/>
              <a:t>FIFTH DATA PROTECTION PRINCIPLE</a:t>
            </a:r>
            <a:r>
              <a:rPr b="1" i="1" lang="en-US" sz="3200"/>
              <a:t>—</a:t>
            </a:r>
            <a:r>
              <a:rPr b="1" i="1" lang="en-US" sz="3200">
                <a:solidFill>
                  <a:schemeClr val="accent1"/>
                </a:solidFill>
              </a:rPr>
              <a:t>Storage</a:t>
            </a:r>
            <a:endParaRPr sz="3200">
              <a:solidFill>
                <a:schemeClr val="accent1"/>
              </a:solidFill>
            </a:endParaRPr>
          </a:p>
        </p:txBody>
      </p:sp>
      <p:sp>
        <p:nvSpPr>
          <p:cNvPr id="191" name="Google Shape;191;p16"/>
          <p:cNvSpPr txBox="1"/>
          <p:nvPr>
            <p:ph idx="1" type="body"/>
          </p:nvPr>
        </p:nvSpPr>
        <p:spPr>
          <a:xfrm>
            <a:off x="768079" y="1871062"/>
            <a:ext cx="8596630" cy="454152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1800"/>
              <a:buNone/>
            </a:pPr>
            <a:r>
              <a:rPr b="1" lang="en-US"/>
              <a:t>“Personal data processed for any purpose or purposes shall not be kept for longer than is necessary for that purpose or those purposes.”</a:t>
            </a:r>
            <a:endParaRPr/>
          </a:p>
          <a:p>
            <a:pPr indent="0" lvl="0" marL="0" marR="0" rtl="0" algn="l">
              <a:lnSpc>
                <a:spcPct val="100000"/>
              </a:lnSpc>
              <a:spcBef>
                <a:spcPts val="1000"/>
              </a:spcBef>
              <a:spcAft>
                <a:spcPts val="0"/>
              </a:spcAft>
              <a:buSzPts val="1800"/>
              <a:buNone/>
            </a:pPr>
            <a:r>
              <a:rPr lang="en-US"/>
              <a:t>This principle raises more difficulties than might be expected:</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 It is necessary to establish how long each item of personal data needs to be kept. Auditors will require that financial data is kept for seven years. Action in the civil courts can be initiated up to six years after the events complained of took place so that it may be prudent to hold data for this length of time. It is appropriate to keep some personal data indefinitely (e.g. university records of graduating students). In all cases, the purpose for which the data is kept must be included in the purposes for which it was collected.</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 Procedures to ensure that all data is erased at the appropriate time are needed, including erasure from backup copies.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7"/>
          <p:cNvSpPr txBox="1"/>
          <p:nvPr>
            <p:ph type="title"/>
          </p:nvPr>
        </p:nvSpPr>
        <p:spPr>
          <a:xfrm>
            <a:off x="677551" y="609600"/>
            <a:ext cx="10655700" cy="8046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100000"/>
              </a:lnSpc>
              <a:spcBef>
                <a:spcPts val="0"/>
              </a:spcBef>
              <a:spcAft>
                <a:spcPts val="0"/>
              </a:spcAft>
              <a:buClr>
                <a:schemeClr val="accent1"/>
              </a:buClr>
              <a:buSzPct val="112500"/>
              <a:buFont typeface="Trebuchet MS"/>
              <a:buNone/>
            </a:pPr>
            <a:r>
              <a:rPr b="1" i="1" lang="en-US" sz="3200"/>
              <a:t>SIXTH DATA PROTECTION PRINCIPLE - </a:t>
            </a:r>
            <a:r>
              <a:rPr b="1" i="1" lang="en-US" sz="3200">
                <a:solidFill>
                  <a:schemeClr val="accent1"/>
                </a:solidFill>
              </a:rPr>
              <a:t>Rights of Data Subjects</a:t>
            </a:r>
            <a:endParaRPr sz="3200">
              <a:solidFill>
                <a:schemeClr val="accent1"/>
              </a:solidFill>
            </a:endParaRPr>
          </a:p>
        </p:txBody>
      </p:sp>
      <p:sp>
        <p:nvSpPr>
          <p:cNvPr id="197" name="Google Shape;197;p17"/>
          <p:cNvSpPr txBox="1"/>
          <p:nvPr>
            <p:ph idx="1" type="body"/>
          </p:nvPr>
        </p:nvSpPr>
        <p:spPr>
          <a:xfrm>
            <a:off x="804293" y="2004449"/>
            <a:ext cx="8596630" cy="448056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2400"/>
              <a:buNone/>
            </a:pPr>
            <a:r>
              <a:rPr b="1" lang="en-US" sz="2400"/>
              <a:t>“Personal data shall be processed in accordance with the rights of data subjects under this Act.”</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txBox="1"/>
          <p:nvPr>
            <p:ph type="title"/>
          </p:nvPr>
        </p:nvSpPr>
        <p:spPr>
          <a:xfrm>
            <a:off x="677545" y="609600"/>
            <a:ext cx="8596630" cy="9144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100000"/>
              </a:lnSpc>
              <a:spcBef>
                <a:spcPts val="0"/>
              </a:spcBef>
              <a:spcAft>
                <a:spcPts val="0"/>
              </a:spcAft>
              <a:buClr>
                <a:schemeClr val="accent1"/>
              </a:buClr>
              <a:buSzPct val="101250"/>
              <a:buFont typeface="Trebuchet MS"/>
              <a:buNone/>
            </a:pPr>
            <a:r>
              <a:rPr b="1" i="1" lang="en-US" sz="3200"/>
              <a:t>SEVENTH DATA PROTECTION PRINCIPLE</a:t>
            </a:r>
            <a:r>
              <a:rPr b="1" i="1" lang="en-US" sz="3200"/>
              <a:t>—</a:t>
            </a:r>
            <a:r>
              <a:rPr b="1" i="1" lang="en-US" sz="3200">
                <a:solidFill>
                  <a:schemeClr val="accent1"/>
                </a:solidFill>
              </a:rPr>
              <a:t>Security</a:t>
            </a:r>
            <a:endParaRPr b="1" sz="3300">
              <a:solidFill>
                <a:schemeClr val="accent1"/>
              </a:solidFill>
            </a:endParaRPr>
          </a:p>
          <a:p>
            <a:pPr indent="0" lvl="0" marL="0" marR="0" rtl="0" algn="l">
              <a:lnSpc>
                <a:spcPct val="100000"/>
              </a:lnSpc>
              <a:spcBef>
                <a:spcPts val="0"/>
              </a:spcBef>
              <a:spcAft>
                <a:spcPts val="0"/>
              </a:spcAft>
              <a:buClr>
                <a:schemeClr val="accent1"/>
              </a:buClr>
              <a:buSzPct val="101250"/>
              <a:buFont typeface="Trebuchet MS"/>
              <a:buNone/>
            </a:pPr>
            <a:r>
              <a:t/>
            </a:r>
            <a:endParaRPr b="1" i="1" sz="3200"/>
          </a:p>
        </p:txBody>
      </p:sp>
      <p:sp>
        <p:nvSpPr>
          <p:cNvPr id="203" name="Google Shape;203;p18"/>
          <p:cNvSpPr txBox="1"/>
          <p:nvPr>
            <p:ph idx="1" type="body"/>
          </p:nvPr>
        </p:nvSpPr>
        <p:spPr>
          <a:xfrm>
            <a:off x="804293" y="2122723"/>
            <a:ext cx="9112885" cy="437134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2000"/>
              <a:buNone/>
            </a:pPr>
            <a:r>
              <a:rPr lang="en-US" sz="2000"/>
              <a:t>“</a:t>
            </a:r>
            <a:r>
              <a:rPr b="1" lang="en-US" sz="2000"/>
              <a:t>Appropriate technical and organizational measures shall be taken against unauthorized or unlawful processing of personal data and against accidental loss or destruction of, or damage to, personal data.</a:t>
            </a:r>
            <a:r>
              <a:rPr lang="en-US" sz="2000"/>
              <a:t>”</a:t>
            </a:r>
            <a:endParaRPr/>
          </a:p>
          <a:p>
            <a:pPr indent="0" lvl="0" marL="0" marR="0" rtl="0" algn="l">
              <a:lnSpc>
                <a:spcPct val="100000"/>
              </a:lnSpc>
              <a:spcBef>
                <a:spcPts val="1000"/>
              </a:spcBef>
              <a:spcAft>
                <a:spcPts val="0"/>
              </a:spcAft>
              <a:buSzPts val="2000"/>
              <a:buNone/>
            </a:pPr>
            <a:r>
              <a:t/>
            </a:r>
            <a:endParaRPr sz="2000"/>
          </a:p>
          <a:p>
            <a:pPr indent="0" lvl="0" marL="0" marR="0" rtl="0" algn="l">
              <a:lnSpc>
                <a:spcPct val="100000"/>
              </a:lnSpc>
              <a:spcBef>
                <a:spcPts val="1000"/>
              </a:spcBef>
              <a:spcAft>
                <a:spcPts val="0"/>
              </a:spcAft>
              <a:buSzPts val="2000"/>
              <a:buNone/>
            </a:pPr>
            <a:r>
              <a:rPr lang="en-US" sz="2000"/>
              <a:t>It implies the need for access control (through passwords or other means), backup procedures, integrity checks on the data, vetting of personnel who have access to the data, and so 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9"/>
          <p:cNvSpPr txBox="1"/>
          <p:nvPr>
            <p:ph type="title"/>
          </p:nvPr>
        </p:nvSpPr>
        <p:spPr>
          <a:xfrm>
            <a:off x="677551" y="609600"/>
            <a:ext cx="10883700" cy="9384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i="1" lang="en-US" sz="3200"/>
              <a:t>EIGHTH DATA PROTECTION PRINCIPLE</a:t>
            </a:r>
            <a:r>
              <a:rPr b="1" i="1" lang="en-US" sz="3200"/>
              <a:t>—</a:t>
            </a:r>
            <a:r>
              <a:rPr b="1" i="1" lang="en-US" sz="3200">
                <a:solidFill>
                  <a:schemeClr val="accent1"/>
                </a:solidFill>
              </a:rPr>
              <a:t>Overseas transfer</a:t>
            </a:r>
            <a:endParaRPr sz="3200">
              <a:solidFill>
                <a:schemeClr val="accent1"/>
              </a:solidFill>
            </a:endParaRPr>
          </a:p>
        </p:txBody>
      </p:sp>
      <p:sp>
        <p:nvSpPr>
          <p:cNvPr id="209" name="Google Shape;209;p19"/>
          <p:cNvSpPr txBox="1"/>
          <p:nvPr>
            <p:ph idx="1" type="body"/>
          </p:nvPr>
        </p:nvSpPr>
        <p:spPr>
          <a:xfrm>
            <a:off x="931050" y="2051500"/>
            <a:ext cx="8516700" cy="4288500"/>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100000"/>
              </a:lnSpc>
              <a:spcBef>
                <a:spcPts val="0"/>
              </a:spcBef>
              <a:spcAft>
                <a:spcPts val="0"/>
              </a:spcAft>
              <a:buSzPct val="81818"/>
              <a:buNone/>
            </a:pPr>
            <a:r>
              <a:rPr b="1" lang="en-US"/>
              <a:t>“Personal data shall not be transferred to a country or territory outside</a:t>
            </a:r>
            <a:endParaRPr/>
          </a:p>
          <a:p>
            <a:pPr indent="0" lvl="0" marL="0" marR="0" rtl="0" algn="l">
              <a:lnSpc>
                <a:spcPct val="100000"/>
              </a:lnSpc>
              <a:spcBef>
                <a:spcPts val="1000"/>
              </a:spcBef>
              <a:spcAft>
                <a:spcPts val="0"/>
              </a:spcAft>
              <a:buSzPct val="81818"/>
              <a:buNone/>
            </a:pPr>
            <a:r>
              <a:rPr b="1" lang="en-US"/>
              <a:t>the European Economic Area unless that country or territory ensures an</a:t>
            </a:r>
            <a:endParaRPr/>
          </a:p>
          <a:p>
            <a:pPr indent="0" lvl="0" marL="0" marR="0" rtl="0" algn="l">
              <a:lnSpc>
                <a:spcPct val="100000"/>
              </a:lnSpc>
              <a:spcBef>
                <a:spcPts val="1000"/>
              </a:spcBef>
              <a:spcAft>
                <a:spcPts val="0"/>
              </a:spcAft>
              <a:buSzPct val="81818"/>
              <a:buNone/>
            </a:pPr>
            <a:r>
              <a:rPr b="1" lang="en-US"/>
              <a:t>adequate level of protection for the rights and freedoms of data subjects in</a:t>
            </a:r>
            <a:endParaRPr/>
          </a:p>
          <a:p>
            <a:pPr indent="0" lvl="0" marL="0" marR="0" rtl="0" algn="l">
              <a:lnSpc>
                <a:spcPct val="100000"/>
              </a:lnSpc>
              <a:spcBef>
                <a:spcPts val="1000"/>
              </a:spcBef>
              <a:spcAft>
                <a:spcPts val="0"/>
              </a:spcAft>
              <a:buSzPct val="81818"/>
              <a:buNone/>
            </a:pPr>
            <a:r>
              <a:rPr b="1" lang="en-US"/>
              <a:t>relation to the processing of personal data.”</a:t>
            </a:r>
            <a:endParaRPr/>
          </a:p>
          <a:p>
            <a:pPr indent="0" lvl="0" marL="0" marR="0" rtl="0" algn="l">
              <a:lnSpc>
                <a:spcPct val="100000"/>
              </a:lnSpc>
              <a:spcBef>
                <a:spcPts val="1000"/>
              </a:spcBef>
              <a:spcAft>
                <a:spcPts val="0"/>
              </a:spcAft>
              <a:buSzPct val="81818"/>
              <a:buNone/>
            </a:pPr>
            <a:r>
              <a:rPr lang="en-US"/>
              <a:t>This principle can be viewed in two ways.</a:t>
            </a:r>
            <a:endParaRPr/>
          </a:p>
          <a:p>
            <a:pPr indent="-334327" lvl="0" marL="342900" marR="0" rtl="0" algn="l">
              <a:lnSpc>
                <a:spcPct val="100000"/>
              </a:lnSpc>
              <a:spcBef>
                <a:spcPts val="1000"/>
              </a:spcBef>
              <a:spcAft>
                <a:spcPts val="0"/>
              </a:spcAft>
              <a:buClr>
                <a:schemeClr val="accent1"/>
              </a:buClr>
              <a:buSzPct val="81818"/>
              <a:buFont typeface="Noto Sans Symbols"/>
              <a:buChar char="►"/>
            </a:pPr>
            <a:r>
              <a:rPr lang="en-US"/>
              <a:t> It can be seen as protecting data subjects from having their personal data transferred to countries where there are no limitations on how it might be used.</a:t>
            </a:r>
            <a:endParaRPr/>
          </a:p>
          <a:p>
            <a:pPr indent="-334327" lvl="0" marL="342900" marR="0" rtl="0" algn="l">
              <a:lnSpc>
                <a:spcPct val="100000"/>
              </a:lnSpc>
              <a:spcBef>
                <a:spcPts val="1000"/>
              </a:spcBef>
              <a:spcAft>
                <a:spcPts val="0"/>
              </a:spcAft>
              <a:buClr>
                <a:schemeClr val="accent1"/>
              </a:buClr>
              <a:buSzPct val="81818"/>
              <a:buFont typeface="Noto Sans Symbols"/>
              <a:buChar char="►"/>
            </a:pPr>
            <a:r>
              <a:rPr lang="en-US"/>
              <a:t> It can also be seen as specifically allowing businesses to transmit personal data across national borders provided there is adequate legislation in the destination country.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0"/>
          <p:cNvSpPr txBox="1"/>
          <p:nvPr>
            <p:ph type="title"/>
          </p:nvPr>
        </p:nvSpPr>
        <p:spPr>
          <a:xfrm>
            <a:off x="677545" y="609600"/>
            <a:ext cx="8596630" cy="79248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lang="en-US"/>
              <a:t>RIGHTS OF DATA SUBJECTS</a:t>
            </a:r>
            <a:endParaRPr/>
          </a:p>
        </p:txBody>
      </p:sp>
      <p:sp>
        <p:nvSpPr>
          <p:cNvPr id="215" name="Google Shape;215;p20"/>
          <p:cNvSpPr txBox="1"/>
          <p:nvPr>
            <p:ph idx="1" type="body"/>
          </p:nvPr>
        </p:nvSpPr>
        <p:spPr>
          <a:xfrm>
            <a:off x="677545" y="2160905"/>
            <a:ext cx="8596630" cy="388048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1800"/>
              <a:buNone/>
            </a:pPr>
            <a:r>
              <a:rPr b="0" i="0" lang="en-US" sz="1800" u="none" strike="noStrike">
                <a:solidFill>
                  <a:srgbClr val="FFFFFF"/>
                </a:solidFill>
                <a:latin typeface="Trebuchet MS"/>
                <a:ea typeface="Trebuchet MS"/>
                <a:cs typeface="Trebuchet MS"/>
                <a:sym typeface="Trebuchet MS"/>
              </a:rPr>
              <a:t>The 1984 Act gave data subjects the right to know whether a data controller held data relating to them, the right to see the data, and the right to have the data erased or corrected if it is inaccurate. </a:t>
            </a:r>
            <a:endParaRPr/>
          </a:p>
          <a:p>
            <a:pPr indent="0" lvl="0" marL="0" marR="0" rtl="0" algn="l">
              <a:lnSpc>
                <a:spcPct val="100000"/>
              </a:lnSpc>
              <a:spcBef>
                <a:spcPts val="1000"/>
              </a:spcBef>
              <a:spcAft>
                <a:spcPts val="0"/>
              </a:spcAft>
              <a:buSzPts val="1800"/>
              <a:buNone/>
            </a:pPr>
            <a:r>
              <a:rPr b="0" i="0" lang="en-US" sz="1800" u="none" strike="noStrike">
                <a:solidFill>
                  <a:srgbClr val="FFFFFF"/>
                </a:solidFill>
                <a:latin typeface="Trebuchet MS"/>
                <a:ea typeface="Trebuchet MS"/>
                <a:cs typeface="Trebuchet MS"/>
                <a:sym typeface="Trebuchet MS"/>
              </a:rPr>
              <a:t>The 1998 Act extends this right of access so that data subjects have the right to receive:</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b="0" i="0" lang="en-US" sz="1800" u="none" strike="noStrike">
                <a:solidFill>
                  <a:srgbClr val="FFFFFF"/>
                </a:solidFill>
                <a:latin typeface="Trebuchet MS"/>
                <a:ea typeface="Trebuchet MS"/>
                <a:cs typeface="Trebuchet MS"/>
                <a:sym typeface="Trebuchet MS"/>
              </a:rPr>
              <a:t>a description of the personal data being held;</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b="0" i="0" lang="en-US" sz="1800" u="none" strike="noStrike">
                <a:solidFill>
                  <a:srgbClr val="FFFFFF"/>
                </a:solidFill>
                <a:latin typeface="Trebuchet MS"/>
                <a:ea typeface="Trebuchet MS"/>
                <a:cs typeface="Trebuchet MS"/>
                <a:sym typeface="Trebuchet MS"/>
              </a:rPr>
              <a:t> an explanation of the purpose for which it is being held and processed;</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b="0" i="0" lang="en-US" sz="1800" u="none" strike="noStrike">
                <a:solidFill>
                  <a:srgbClr val="FFFFFF"/>
                </a:solidFill>
                <a:latin typeface="Trebuchet MS"/>
                <a:ea typeface="Trebuchet MS"/>
                <a:cs typeface="Trebuchet MS"/>
                <a:sym typeface="Trebuchet MS"/>
              </a:rPr>
              <a:t> a description of the people or organizations to which it may be disclosed;</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b="0" i="0" lang="en-US" sz="1800" u="none" strike="noStrike">
                <a:solidFill>
                  <a:srgbClr val="FFFFFF"/>
                </a:solidFill>
                <a:latin typeface="Trebuchet MS"/>
                <a:ea typeface="Trebuchet MS"/>
                <a:cs typeface="Trebuchet MS"/>
                <a:sym typeface="Trebuchet MS"/>
              </a:rPr>
              <a:t> an intelligible statement of the specific data held about them;</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b="0" i="0" lang="en-US" sz="1800" u="none" strike="noStrike">
                <a:solidFill>
                  <a:srgbClr val="FFFFFF"/>
                </a:solidFill>
                <a:latin typeface="Trebuchet MS"/>
                <a:ea typeface="Trebuchet MS"/>
                <a:cs typeface="Trebuchet MS"/>
                <a:sym typeface="Trebuchet MS"/>
              </a:rPr>
              <a:t> a description of the source of the data.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1"/>
          <p:cNvSpPr txBox="1"/>
          <p:nvPr>
            <p:ph type="title"/>
          </p:nvPr>
        </p:nvSpPr>
        <p:spPr>
          <a:xfrm>
            <a:off x="677545" y="609600"/>
            <a:ext cx="8596630" cy="75565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0" i="0" lang="en-US" sz="3600" u="none" strike="noStrike">
                <a:solidFill>
                  <a:schemeClr val="accent1"/>
                </a:solidFill>
                <a:latin typeface="Trebuchet MS"/>
                <a:ea typeface="Trebuchet MS"/>
                <a:cs typeface="Trebuchet MS"/>
                <a:sym typeface="Trebuchet MS"/>
              </a:rPr>
              <a:t>DATA SUBJECT RIGHTS</a:t>
            </a:r>
            <a:endParaRPr/>
          </a:p>
        </p:txBody>
      </p:sp>
      <p:sp>
        <p:nvSpPr>
          <p:cNvPr id="221" name="Google Shape;221;p21"/>
          <p:cNvSpPr txBox="1"/>
          <p:nvPr>
            <p:ph idx="1" type="body"/>
          </p:nvPr>
        </p:nvSpPr>
        <p:spPr>
          <a:xfrm>
            <a:off x="813347" y="1901825"/>
            <a:ext cx="8596630" cy="4346575"/>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SzPts val="2000"/>
              <a:buNone/>
            </a:pPr>
            <a:r>
              <a:rPr lang="en-US" sz="2000"/>
              <a:t>The 1998 Act also gives data subjects the right:</a:t>
            </a:r>
            <a:endParaRPr/>
          </a:p>
          <a:p>
            <a:pPr indent="-342900" lvl="0" marL="342900" marR="0" rtl="0" algn="l">
              <a:lnSpc>
                <a:spcPct val="100000"/>
              </a:lnSpc>
              <a:spcBef>
                <a:spcPts val="1000"/>
              </a:spcBef>
              <a:spcAft>
                <a:spcPts val="0"/>
              </a:spcAft>
              <a:buClr>
                <a:schemeClr val="accent1"/>
              </a:buClr>
              <a:buSzPts val="2000"/>
              <a:buFont typeface="Noto Sans Symbols"/>
              <a:buChar char="►"/>
            </a:pPr>
            <a:r>
              <a:rPr lang="en-US" sz="2000"/>
              <a:t>to prevent processing likely to cause damage and distress;</a:t>
            </a:r>
            <a:endParaRPr/>
          </a:p>
          <a:p>
            <a:pPr indent="-342900" lvl="0" marL="342900" marR="0" rtl="0" algn="l">
              <a:lnSpc>
                <a:spcPct val="100000"/>
              </a:lnSpc>
              <a:spcBef>
                <a:spcPts val="1000"/>
              </a:spcBef>
              <a:spcAft>
                <a:spcPts val="0"/>
              </a:spcAft>
              <a:buClr>
                <a:schemeClr val="accent1"/>
              </a:buClr>
              <a:buSzPts val="2000"/>
              <a:buFont typeface="Noto Sans Symbols"/>
              <a:buChar char="►"/>
            </a:pPr>
            <a:r>
              <a:rPr lang="en-US" sz="2000"/>
              <a:t> to prevent processing for the purposes of direct marketing;</a:t>
            </a:r>
            <a:endParaRPr/>
          </a:p>
          <a:p>
            <a:pPr indent="-342900" lvl="0" marL="342900" marR="0" rtl="0" algn="l">
              <a:lnSpc>
                <a:spcPct val="100000"/>
              </a:lnSpc>
              <a:spcBef>
                <a:spcPts val="1000"/>
              </a:spcBef>
              <a:spcAft>
                <a:spcPts val="0"/>
              </a:spcAft>
              <a:buClr>
                <a:schemeClr val="accent1"/>
              </a:buClr>
              <a:buSzPts val="2000"/>
              <a:buFont typeface="Noto Sans Symbols"/>
              <a:buChar char="►"/>
            </a:pPr>
            <a:r>
              <a:rPr lang="en-US" sz="2000"/>
              <a:t>to compensation in the case of damage caused by processing of personal data in violation of the principles of the Act.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2"/>
          <p:cNvSpPr txBox="1"/>
          <p:nvPr>
            <p:ph type="title"/>
          </p:nvPr>
        </p:nvSpPr>
        <p:spPr>
          <a:xfrm>
            <a:off x="677545" y="609600"/>
            <a:ext cx="8596630" cy="1320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0" i="0" lang="en-US" sz="3600" u="none" strike="noStrike">
                <a:solidFill>
                  <a:schemeClr val="accent1"/>
                </a:solidFill>
                <a:latin typeface="Trebuchet MS"/>
                <a:ea typeface="Trebuchet MS"/>
                <a:cs typeface="Trebuchet MS"/>
                <a:sym typeface="Trebuchet MS"/>
              </a:rPr>
              <a:t>SCOPE OF THE ACT</a:t>
            </a:r>
            <a:endParaRPr/>
          </a:p>
        </p:txBody>
      </p:sp>
      <p:sp>
        <p:nvSpPr>
          <p:cNvPr id="227" name="Google Shape;227;p22"/>
          <p:cNvSpPr txBox="1"/>
          <p:nvPr>
            <p:ph idx="1" type="body"/>
          </p:nvPr>
        </p:nvSpPr>
        <p:spPr>
          <a:xfrm>
            <a:off x="677545" y="2160905"/>
            <a:ext cx="8596630" cy="388048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1800"/>
              <a:buFont typeface="Noto Sans Symbols"/>
              <a:buChar char="►"/>
            </a:pPr>
            <a:r>
              <a:rPr b="0" i="0" lang="en-US" sz="1800" u="none" strike="noStrike">
                <a:solidFill>
                  <a:srgbClr val="FFFFFF"/>
                </a:solidFill>
                <a:latin typeface="Trebuchet MS"/>
                <a:ea typeface="Trebuchet MS"/>
                <a:cs typeface="Trebuchet MS"/>
                <a:sym typeface="Trebuchet MS"/>
              </a:rPr>
              <a:t>There are a number of important exceptions or limitations to the right of subject access, for example: where disclosing the information may result in infringing someone else’s rights; where the data consists of a reference given by the data controller; examination candidates do not have the right of access to their marks until after the results of the examinations have been published;</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b="0" i="0" lang="en-US" sz="1800" u="none" strike="noStrike">
                <a:solidFill>
                  <a:srgbClr val="FFFFFF"/>
                </a:solidFill>
                <a:latin typeface="Trebuchet MS"/>
                <a:ea typeface="Trebuchet MS"/>
                <a:cs typeface="Trebuchet MS"/>
                <a:sym typeface="Trebuchet MS"/>
              </a:rPr>
              <a:t>personal data consisting of information recorded by candidates during an academic, professional or other examination are exempt from the right of access.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txBox="1"/>
          <p:nvPr>
            <p:ph type="title"/>
          </p:nvPr>
        </p:nvSpPr>
        <p:spPr>
          <a:xfrm>
            <a:off x="677545" y="609600"/>
            <a:ext cx="8596630" cy="1320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lang="en-US"/>
              <a:t>PRIVACY</a:t>
            </a:r>
            <a:endParaRPr/>
          </a:p>
        </p:txBody>
      </p:sp>
      <p:sp>
        <p:nvSpPr>
          <p:cNvPr id="233" name="Google Shape;233;p23"/>
          <p:cNvSpPr txBox="1"/>
          <p:nvPr>
            <p:ph idx="1" type="body"/>
          </p:nvPr>
        </p:nvSpPr>
        <p:spPr>
          <a:xfrm>
            <a:off x="677545" y="2160905"/>
            <a:ext cx="8596630" cy="388048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1800"/>
              <a:buFont typeface="Noto Sans Symbols"/>
              <a:buChar char="►"/>
            </a:pPr>
            <a:r>
              <a:rPr lang="en-US"/>
              <a:t>The starting point is the Regulation of Investigatory Powers Act 2000, which sets up a framework for controlling the lawful interception of computer, telephone and postal communications.</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 The Act allows government security services and law enforcement authorities to intercept, monitor and investigate electronic data only in certain specified situations such as when preventing and detecting crime. Powers include being able to demand the disclosure of data encryption keys</a:t>
            </a:r>
            <a:r>
              <a:rPr b="0" i="0" lang="en-US" sz="1800" u="none" strike="noStrike">
                <a:solidFill>
                  <a:srgbClr val="FFFFFF"/>
                </a:solidFill>
                <a:latin typeface="Trebuchet MS"/>
                <a:ea typeface="Trebuchet MS"/>
                <a:cs typeface="Trebuchet MS"/>
                <a:sym typeface="Trebuchet MS"/>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ph idx="1" type="body"/>
          </p:nvPr>
        </p:nvSpPr>
        <p:spPr>
          <a:xfrm>
            <a:off x="1401024" y="1816100"/>
            <a:ext cx="8610600" cy="5041900"/>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SzPct val="100000"/>
              <a:buNone/>
            </a:pPr>
            <a:r>
              <a:rPr lang="en-US"/>
              <a:t>Under the Act and the associated regulations, organizations that provide computer and telephone services (this includes not only ISPs (internet service providers) and other telecommunications service providers but also most employers) can monitor and record communications without the consent of the users of the service, provided this is done for one of the following purposes:</a:t>
            </a:r>
            <a:endParaRPr/>
          </a:p>
          <a:p>
            <a:pPr indent="-182880" lvl="0" marL="182880" rtl="0" algn="l">
              <a:lnSpc>
                <a:spcPct val="90000"/>
              </a:lnSpc>
              <a:spcBef>
                <a:spcPts val="1400"/>
              </a:spcBef>
              <a:spcAft>
                <a:spcPts val="0"/>
              </a:spcAft>
              <a:buSzPct val="100000"/>
              <a:buChar char="▪"/>
            </a:pPr>
            <a:r>
              <a:rPr lang="en-US"/>
              <a:t> to establish facts, for example, on what date a specific order was placed;</a:t>
            </a:r>
            <a:endParaRPr/>
          </a:p>
          <a:p>
            <a:pPr indent="-182880" lvl="0" marL="182880" rtl="0" algn="l">
              <a:lnSpc>
                <a:spcPct val="90000"/>
              </a:lnSpc>
              <a:spcBef>
                <a:spcPts val="1400"/>
              </a:spcBef>
              <a:spcAft>
                <a:spcPts val="0"/>
              </a:spcAft>
              <a:buSzPct val="100000"/>
              <a:buChar char="▪"/>
            </a:pPr>
            <a:r>
              <a:rPr lang="en-US"/>
              <a:t> to ensure that the organization’s regulations and procedures are being complied with;</a:t>
            </a:r>
            <a:endParaRPr/>
          </a:p>
          <a:p>
            <a:pPr indent="-182880" lvl="0" marL="182880" rtl="0" algn="l">
              <a:lnSpc>
                <a:spcPct val="90000"/>
              </a:lnSpc>
              <a:spcBef>
                <a:spcPts val="1400"/>
              </a:spcBef>
              <a:spcAft>
                <a:spcPts val="0"/>
              </a:spcAft>
              <a:buSzPct val="100000"/>
              <a:buChar char="▪"/>
            </a:pPr>
            <a:r>
              <a:rPr lang="en-US"/>
              <a:t> to ascertain or demonstrate standards which are or ought be to be achieved;</a:t>
            </a:r>
            <a:endParaRPr/>
          </a:p>
          <a:p>
            <a:pPr indent="-182880" lvl="0" marL="182880" rtl="0" algn="l">
              <a:lnSpc>
                <a:spcPct val="90000"/>
              </a:lnSpc>
              <a:spcBef>
                <a:spcPts val="1400"/>
              </a:spcBef>
              <a:spcAft>
                <a:spcPts val="0"/>
              </a:spcAft>
              <a:buSzPct val="100000"/>
              <a:buChar char="▪"/>
            </a:pPr>
            <a:r>
              <a:rPr lang="en-US"/>
              <a:t> to prevent or detect crime (whether computer-related or not);</a:t>
            </a:r>
            <a:endParaRPr/>
          </a:p>
          <a:p>
            <a:pPr indent="-182880" lvl="0" marL="182880" rtl="0" algn="l">
              <a:lnSpc>
                <a:spcPct val="90000"/>
              </a:lnSpc>
              <a:spcBef>
                <a:spcPts val="1400"/>
              </a:spcBef>
              <a:spcAft>
                <a:spcPts val="0"/>
              </a:spcAft>
              <a:buSzPct val="100000"/>
              <a:buChar char="▪"/>
            </a:pPr>
            <a:r>
              <a:rPr lang="en-US"/>
              <a:t> to investigate or detect unauthorized use of telecommunication systems;</a:t>
            </a:r>
            <a:endParaRPr/>
          </a:p>
          <a:p>
            <a:pPr indent="-182880" lvl="0" marL="182880" rtl="0" algn="l">
              <a:lnSpc>
                <a:spcPct val="90000"/>
              </a:lnSpc>
              <a:spcBef>
                <a:spcPts val="1400"/>
              </a:spcBef>
              <a:spcAft>
                <a:spcPts val="0"/>
              </a:spcAft>
              <a:buSzPct val="100000"/>
              <a:buChar char="▪"/>
            </a:pPr>
            <a:r>
              <a:rPr lang="en-US"/>
              <a:t> to ensure the effective operation of the system, for example, by detecting viruses or denial of service attacks;</a:t>
            </a:r>
            <a:endParaRPr/>
          </a:p>
        </p:txBody>
      </p:sp>
      <p:sp>
        <p:nvSpPr>
          <p:cNvPr id="239" name="Google Shape;239;p24"/>
          <p:cNvSpPr txBox="1"/>
          <p:nvPr>
            <p:ph type="title"/>
          </p:nvPr>
        </p:nvSpPr>
        <p:spPr>
          <a:xfrm>
            <a:off x="677545" y="609600"/>
            <a:ext cx="8596630" cy="1320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lang="en-US"/>
              <a:t>PRIVACY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ph idx="1" type="body"/>
          </p:nvPr>
        </p:nvSpPr>
        <p:spPr>
          <a:xfrm>
            <a:off x="1202919" y="2011680"/>
            <a:ext cx="9784080" cy="4206240"/>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2200"/>
              <a:buChar char="▪"/>
            </a:pPr>
            <a:r>
              <a:rPr lang="en-US"/>
              <a:t> to find out whether a communication is a business communication or a private one (e.g. monitoring the emails of employees who are on holiday, in order to deal with any that relate to the business);</a:t>
            </a:r>
            <a:endParaRPr/>
          </a:p>
          <a:p>
            <a:pPr indent="-182880" lvl="0" marL="182880" rtl="0" algn="l">
              <a:lnSpc>
                <a:spcPct val="90000"/>
              </a:lnSpc>
              <a:spcBef>
                <a:spcPts val="1400"/>
              </a:spcBef>
              <a:spcAft>
                <a:spcPts val="0"/>
              </a:spcAft>
              <a:buSzPts val="2200"/>
              <a:buChar char="▪"/>
            </a:pPr>
            <a:r>
              <a:rPr lang="en-US"/>
              <a:t>to monitor (but not record) calls to confidential, counselling helplines run free of charge by the business, provided that users are able to remain anonymous if they so choose.</a:t>
            </a:r>
            <a:endParaRPr/>
          </a:p>
          <a:p>
            <a:pPr indent="-43179" lvl="0" marL="182880" rtl="0" algn="l">
              <a:lnSpc>
                <a:spcPct val="90000"/>
              </a:lnSpc>
              <a:spcBef>
                <a:spcPts val="1400"/>
              </a:spcBef>
              <a:spcAft>
                <a:spcPts val="0"/>
              </a:spcAft>
              <a:buSzPts val="2200"/>
              <a:buNone/>
            </a:pPr>
            <a:r>
              <a:t/>
            </a:r>
            <a:endParaRPr/>
          </a:p>
        </p:txBody>
      </p:sp>
      <p:sp>
        <p:nvSpPr>
          <p:cNvPr id="245" name="Google Shape;245;p25"/>
          <p:cNvSpPr txBox="1"/>
          <p:nvPr>
            <p:ph type="title"/>
          </p:nvPr>
        </p:nvSpPr>
        <p:spPr>
          <a:xfrm>
            <a:off x="677545" y="609600"/>
            <a:ext cx="8596630" cy="1320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lang="en-US"/>
              <a:t>PRIVACY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txBox="1"/>
          <p:nvPr>
            <p:ph type="title"/>
          </p:nvPr>
        </p:nvSpPr>
        <p:spPr>
          <a:xfrm>
            <a:off x="677545" y="609600"/>
            <a:ext cx="8596630" cy="1320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lang="en-US"/>
              <a:t>FREEDOM OF INFORMATION</a:t>
            </a:r>
            <a:endParaRPr/>
          </a:p>
        </p:txBody>
      </p:sp>
      <p:sp>
        <p:nvSpPr>
          <p:cNvPr id="251" name="Google Shape;251;p26"/>
          <p:cNvSpPr txBox="1"/>
          <p:nvPr>
            <p:ph idx="1" type="body"/>
          </p:nvPr>
        </p:nvSpPr>
        <p:spPr>
          <a:xfrm>
            <a:off x="677545" y="2160905"/>
            <a:ext cx="8596630" cy="388048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1800"/>
              <a:buFont typeface="Noto Sans Symbols"/>
              <a:buChar char="►"/>
            </a:pPr>
            <a:r>
              <a:rPr lang="en-US"/>
              <a:t>The primary purpose of the Freedom of Information Act is to provide clear rights of access to information held by bodies in the public sector. Under the terms of the Act, any member of the public can apply for access to such information. </a:t>
            </a:r>
            <a:endParaRPr/>
          </a:p>
          <a:p>
            <a:pPr indent="-342900" lvl="0" marL="342900" marR="0" rtl="0" algn="l">
              <a:lnSpc>
                <a:spcPct val="100000"/>
              </a:lnSpc>
              <a:spcBef>
                <a:spcPts val="1000"/>
              </a:spcBef>
              <a:spcAft>
                <a:spcPts val="0"/>
              </a:spcAft>
              <a:buClr>
                <a:schemeClr val="accent1"/>
              </a:buClr>
              <a:buSzPts val="1800"/>
              <a:buFont typeface="Noto Sans Symbols"/>
              <a:buChar char="►"/>
            </a:pPr>
            <a:r>
              <a:rPr lang="en-US"/>
              <a:t>The Act also provides an enforcement mechanism if the information is not made available. The legislation applies to Parliament, government departments, local authorities, health trusts, doctors’ surgeries, universities, schools and many other organizations. The main features of the Act are: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7"/>
          <p:cNvSpPr txBox="1"/>
          <p:nvPr>
            <p:ph idx="1" type="body"/>
          </p:nvPr>
        </p:nvSpPr>
        <p:spPr>
          <a:xfrm>
            <a:off x="685800" y="1028700"/>
            <a:ext cx="8610600" cy="4991100"/>
          </a:xfrm>
          <a:prstGeom prst="rect">
            <a:avLst/>
          </a:prstGeom>
          <a:noFill/>
          <a:ln>
            <a:noFill/>
          </a:ln>
        </p:spPr>
        <p:txBody>
          <a:bodyPr anchorCtr="0" anchor="t" bIns="45700" lIns="91425" spcFirstLastPara="1" rIns="91425" wrap="square" tIns="45700">
            <a:normAutofit lnSpcReduction="10000"/>
          </a:bodyPr>
          <a:lstStyle/>
          <a:p>
            <a:pPr indent="-182880" lvl="0" marL="182880" rtl="0" algn="l">
              <a:lnSpc>
                <a:spcPct val="90000"/>
              </a:lnSpc>
              <a:spcBef>
                <a:spcPts val="0"/>
              </a:spcBef>
              <a:spcAft>
                <a:spcPts val="0"/>
              </a:spcAft>
              <a:buSzPts val="2200"/>
              <a:buChar char="▪"/>
            </a:pPr>
            <a:r>
              <a:rPr lang="en-US"/>
              <a:t>There is a general right of access to information held by public authorities in the course of carrying out their public functions, subject to certain conditions and exemptions.</a:t>
            </a:r>
            <a:endParaRPr/>
          </a:p>
          <a:p>
            <a:pPr indent="-182880" lvl="0" marL="182880" rtl="0" algn="l">
              <a:lnSpc>
                <a:spcPct val="90000"/>
              </a:lnSpc>
              <a:spcBef>
                <a:spcPts val="1400"/>
              </a:spcBef>
              <a:spcAft>
                <a:spcPts val="0"/>
              </a:spcAft>
              <a:buSzPts val="2200"/>
              <a:buChar char="▪"/>
            </a:pPr>
            <a:r>
              <a:rPr lang="en-US"/>
              <a:t> In most cases where information is exempted from disclosure, there is a duty on public authorities to disclose where, in the view of the public authority, the public interest in disclosure outweighs the public interest in maintaining the exemption in question. </a:t>
            </a:r>
            <a:endParaRPr/>
          </a:p>
          <a:p>
            <a:pPr indent="-182880" lvl="0" marL="182880" rtl="0" algn="l">
              <a:lnSpc>
                <a:spcPct val="90000"/>
              </a:lnSpc>
              <a:spcBef>
                <a:spcPts val="1400"/>
              </a:spcBef>
              <a:spcAft>
                <a:spcPts val="0"/>
              </a:spcAft>
              <a:buSzPts val="2200"/>
              <a:buChar char="▪"/>
            </a:pPr>
            <a:r>
              <a:rPr lang="en-US"/>
              <a:t>There is a new office of the Information Commissioner (see the ‘Further reading’ section for the website) and a new Information Tribunal, with wide powers to enforce the rights, was created.</a:t>
            </a:r>
            <a:endParaRPr/>
          </a:p>
          <a:p>
            <a:pPr indent="-182880" lvl="0" marL="182880" rtl="0" algn="l">
              <a:lnSpc>
                <a:spcPct val="90000"/>
              </a:lnSpc>
              <a:spcBef>
                <a:spcPts val="1400"/>
              </a:spcBef>
              <a:spcAft>
                <a:spcPts val="0"/>
              </a:spcAft>
              <a:buSzPts val="2200"/>
              <a:buChar char="▪"/>
            </a:pPr>
            <a:r>
              <a:rPr lang="en-US"/>
              <a:t> A duty was imposed on public authorities to adopt a scheme for the publication of information. The schemes, which must be approved by the Information Commissioner, specify the classes of information the authority intends to publish, the manner of publication and whether the information is available to the public free of charge or on payment of a fee</a:t>
            </a:r>
            <a:endParaRPr/>
          </a:p>
        </p:txBody>
      </p:sp>
      <p:sp>
        <p:nvSpPr>
          <p:cNvPr id="257" name="Google Shape;257;p27"/>
          <p:cNvSpPr txBox="1"/>
          <p:nvPr>
            <p:ph type="title"/>
          </p:nvPr>
        </p:nvSpPr>
        <p:spPr>
          <a:xfrm>
            <a:off x="677545" y="609600"/>
            <a:ext cx="8596630" cy="1320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600"/>
              <a:buFont typeface="Trebuchet MS"/>
              <a:buNone/>
            </a:pPr>
            <a:r>
              <a:rPr b="1" lang="en-US"/>
              <a:t>FREEDOM OF INFORMATION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2015-11-11T06:53:49Z</dcterms:created>
  <dc:creator>SHAHAR BANO</dc:creator>
</cp:coreProperties>
</file>